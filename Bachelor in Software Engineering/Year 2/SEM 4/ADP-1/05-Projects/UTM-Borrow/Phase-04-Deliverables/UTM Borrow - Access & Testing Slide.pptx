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sakkaf-dev/UTMBorrow" TargetMode="External"/><Relationship Id="rId3" Type="http://schemas.openxmlformats.org/officeDocument/2006/relationships/hyperlink" Target="https://github.com/Alsakkaf-dev/UTMBorrow/tree/main/frontend" TargetMode="External"/><Relationship Id="rId4" Type="http://schemas.openxmlformats.org/officeDocument/2006/relationships/hyperlink" Target="https://github.com/Alsakkaf-dev/UTMBorrow/tree/main/backend" TargetMode="External"/><Relationship Id="rId6" Type="http://schemas.openxmlformats.org/officeDocument/2006/relationships/hyperlink" Target="https://utm-borrow.vercel.app" TargetMode="External"/><Relationship Id="rId7" Type="http://schemas.openxmlformats.org/officeDocument/2006/relationships/hyperlink" Target="https://utm-borrow-api.onrender.com" TargetMode="External"/><Relationship Id="rId1" Type="http://schemas.openxmlformats.org/officeDocument/2006/relationships/image" Target="../media/image-1-1.png"/><Relationship Id="rId5" Type="http://schemas.openxmlformats.org/officeDocument/2006/relationships/image" Target="../media/image-1-2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Access &amp; Testing Info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 Borrow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Group Alpha  ·  SCSE2243 Application Development Project I  ·  Section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1993392"/>
          </a:xfrm>
          <a:prstGeom prst="roundRect">
            <a:avLst>
              <a:gd name="adj" fmla="val 5046"/>
            </a:avLst>
          </a:prstGeom>
          <a:solidFill>
            <a:srgbClr val="F5F6F8"/>
          </a:solidFill>
          <a:ln w="12700">
            <a:solidFill>
              <a:srgbClr val="E7E9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73352"/>
            <a:ext cx="566928" cy="566928"/>
          </a:xfrm>
          <a:prstGeom prst="ellipse">
            <a:avLst/>
          </a:prstGeom>
          <a:solidFill>
            <a:srgbClr val="1F2937"/>
          </a:solidFill>
          <a:ln/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pic>
        <p:nvPicPr>
          <p:cNvPr id="6" name="Image 0" descr="icons/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013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673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44752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monorepo — frontend + backend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3957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pPr indent="0" marL="0">
              <a:lnSpc>
                <a:spcPct val="128000"/>
              </a:lnSpc>
              <a:buNone/>
            </a:pPr>
            <a:r>
              <a:rPr lang="en-US" sz="120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github.com/Alsakkaf-dev/UTMBorrow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pPr indent="0" marL="0">
              <a:lnSpc>
                <a:spcPct val="128000"/>
              </a:lnSpc>
              <a:buNone/>
            </a:pPr>
            <a:r>
              <a:rPr lang="en-US" sz="110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github.com/Alsakkaf-dev/UTMBorrow/tree/main/frontend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indent="0" marL="0">
              <a:lnSpc>
                <a:spcPct val="128000"/>
              </a:lnSpc>
              <a:buNone/>
            </a:pPr>
            <a:r>
              <a:rPr lang="en-US" sz="110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github.com/Alsakkaf-dev/UTMBorrow/tree/main/backend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3912" y="1463040"/>
            <a:ext cx="5532120" cy="1993392"/>
          </a:xfrm>
          <a:prstGeom prst="roundRect">
            <a:avLst>
              <a:gd name="adj" fmla="val 5046"/>
            </a:avLst>
          </a:prstGeom>
          <a:solidFill>
            <a:srgbClr val="EEF3FD"/>
          </a:solidFill>
          <a:ln w="12700">
            <a:solidFill>
              <a:srgbClr val="E7E9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82512" y="1673352"/>
            <a:ext cx="566928" cy="566928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pic>
        <p:nvPicPr>
          <p:cNvPr id="12" name="Image 1" descr="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8013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95744" y="16733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Access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095744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 (Vercel + Render)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0" y="23774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 (Frontend)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500" b="1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https://utm-borrow.vercel.app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u="sng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https://utm-borrow-api.onrender.com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 may take ~30 s to wake (free tier).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3639312"/>
            <a:ext cx="11183112" cy="2798064"/>
          </a:xfrm>
          <a:prstGeom prst="roundRect">
            <a:avLst>
              <a:gd name="adj" fmla="val 3595"/>
            </a:avLst>
          </a:prstGeom>
          <a:solidFill>
            <a:srgbClr val="FBF1F2"/>
          </a:solidFill>
          <a:ln w="12700">
            <a:solidFill>
              <a:srgbClr val="E7E9ED"/>
            </a:solidFill>
            <a:prstDash val="solid"/>
          </a:ln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840480"/>
            <a:ext cx="566928" cy="566928"/>
          </a:xfrm>
          <a:prstGeom prst="ellipse">
            <a:avLst/>
          </a:prstGeom>
          <a:solidFill>
            <a:srgbClr val="7A1420"/>
          </a:solidFill>
          <a:ln/>
          <a:effectLst>
            <a:outerShdw sx="100000" sy="100000" kx="0" ky="0" algn="bl" rotWithShape="0" blurRad="114300" dist="38100" dir="5400000">
              <a:srgbClr val="9AA1AC">
                <a:alpha val="28000"/>
              </a:srgbClr>
            </a:outerShdw>
          </a:effectLst>
        </p:spPr>
      </p:sp>
      <p:pic>
        <p:nvPicPr>
          <p:cNvPr id="18" name="Image 2" descr="icons/k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396849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38404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Credentials — all user roles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444752" y="4142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password:  </a:t>
            </a:r>
            <a:pPr indent="0" marL="0">
              <a:buNone/>
            </a:pPr>
            <a:r>
              <a:rPr lang="en-US" sz="1300" b="1" dirty="0">
                <a:solidFill>
                  <a:srgbClr val="7A1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Test1234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526280"/>
          <a:ext cx="10698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66344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 (User ID / login)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4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Borrower &amp; Lender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alsakkaf@graduate.utm.my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Test1234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Borrower &amp; Lender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muaz@graduate.utm.my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Test1234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D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— Borrower &amp; Lender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ahmat@graduate.utm.my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Test1234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C0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Moderator  (Senior)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0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C0F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admin@utm.my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0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C0F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Test1234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7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0E3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731520" y="60533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 2FA:  </a:t>
            </a:r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admin portal requires a step-up code — on first entry, scan the on-screen QR into an authenticator app (e.g. Google Authenticator), then enter the 6-digit code. In demo mode the live code is shown on screen.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Access &amp; Testing Info</dc:title>
  <dc:subject>PptxGenJS Presentation</dc:subject>
  <dc:creator>Group Alpha — UTM Borrow</dc:creator>
  <cp:lastModifiedBy>Group Alpha — UTM Borrow</cp:lastModifiedBy>
  <cp:revision>1</cp:revision>
  <dcterms:created xsi:type="dcterms:W3CDTF">2026-07-01T14:24:18Z</dcterms:created>
  <dcterms:modified xsi:type="dcterms:W3CDTF">2026-07-01T14:24:18Z</dcterms:modified>
</cp:coreProperties>
</file>