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02920"/>
            <a:ext cx="1371600" cy="38404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GROUP 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C962"/>
                </a:solidFill>
              </a:rPr>
              <a:t>SCSP3213: Business Intelligence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Turn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into Insights?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23"/>
                </a:solidFill>
              </a:rPr>
              <a:t>Analytics &amp; Reporting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36576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Chapter 2 – In-Class Activity  |  Semester 2,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WHAT IS ANALYTICS &amp; REPORTING?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In simple words: 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Analytics &amp; Reporting is the process of examining data to find patterns, trends, and useful information — then presenting those findings in a way that helps people make better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94560"/>
            <a:ext cx="2697480" cy="9144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3364992"/>
            <a:ext cx="24780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Finding patterns and meaning in data using statistics, math, or AI tools.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194560"/>
            <a:ext cx="2697480" cy="9144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331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Reporting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3364992"/>
            <a:ext cx="24780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Summarising and presenting data in charts, dashboards, or written reports.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19456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2194560"/>
            <a:ext cx="2697480" cy="9144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331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89320" y="2971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9048" y="3364992"/>
            <a:ext cx="24780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Actionable knowledge that helps businesses improve performance or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HOW ANALYTICS &amp; REPORTING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91640"/>
            <a:ext cx="1417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1417320" cy="82296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562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Raw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8620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From databases,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sales, logs, etc.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2624328"/>
            <a:ext cx="256032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496312"/>
            <a:ext cx="201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A923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1691640"/>
            <a:ext cx="1417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1691640"/>
            <a:ext cx="1417320" cy="82296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18562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84832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Analyse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28620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Filter, calculate,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find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38728" y="2624328"/>
            <a:ext cx="256032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496312"/>
            <a:ext cx="201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A923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9624" y="1691640"/>
            <a:ext cx="1417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9624" y="1691640"/>
            <a:ext cx="1417320" cy="82296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18562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9624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Visualise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95344" y="28620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Charts, graphs,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dashboards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2624328"/>
            <a:ext cx="256032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2496312"/>
            <a:ext cx="201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A923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14416" y="1691640"/>
            <a:ext cx="1417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14416" y="1691640"/>
            <a:ext cx="1417320" cy="82296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18562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14416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0136" y="28620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Summarise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business users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68312" y="2624328"/>
            <a:ext cx="256032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32904" y="2496312"/>
            <a:ext cx="201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A923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79208" y="1691640"/>
            <a:ext cx="141732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9208" y="1691640"/>
            <a:ext cx="1417320" cy="82296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208" y="185623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79208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24928" y="286207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C962"/>
                </a:solidFill>
              </a:rPr>
              <a:t>Take action 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C962"/>
                </a:solidFill>
              </a:rPr>
              <a:t>on insights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297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</a:rPr>
              <a:t>This is the full journey from raw numbers to business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REAL-WORLD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🛒  Shopee / Lazada Sales Dashboard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0690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Analytics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011680"/>
            <a:ext cx="201168" cy="201168"/>
          </a:xfrm>
          <a:prstGeom prst="ellipse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84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Collects all order data in real-time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496312"/>
            <a:ext cx="201168" cy="201168"/>
          </a:xfrm>
          <a:prstGeom prst="ellipse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Calculates total sales per product &amp; region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980944"/>
            <a:ext cx="201168" cy="201168"/>
          </a:xfrm>
          <a:prstGeom prst="ellipse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53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Identifies top-selling items each week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465576"/>
            <a:ext cx="201168" cy="201168"/>
          </a:xfrm>
          <a:prstGeom prst="ellipse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38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Detects sudden drops in orders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950208"/>
            <a:ext cx="201168" cy="201168"/>
          </a:xfrm>
          <a:prstGeom prst="ellipse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227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Predicts future demand using past trends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63040"/>
            <a:ext cx="4160520" cy="38404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63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What Business Users See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965960"/>
            <a:ext cx="18745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9339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RM 2.4M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1965960"/>
            <a:ext cx="18745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99339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C2A"/>
                </a:solidFill>
              </a:rPr>
              <a:t>8,342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Orders Today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3794760"/>
            <a:ext cx="384048" cy="64008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Mon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76088" y="3520440"/>
            <a:ext cx="384048" cy="914400"/>
          </a:xfrm>
          <a:prstGeom prst="rect">
            <a:avLst/>
          </a:prstGeom>
          <a:solidFill>
            <a:srgbClr val="F4A923">
              <a:alpha val="70000"/>
            </a:srgbClr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Tue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79008" y="3977640"/>
            <a:ext cx="384048" cy="4572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Wed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81928" y="3657600"/>
            <a:ext cx="384048" cy="777240"/>
          </a:xfrm>
          <a:prstGeom prst="rect">
            <a:avLst/>
          </a:prstGeom>
          <a:solidFill>
            <a:srgbClr val="F4A923">
              <a:alpha val="70000"/>
            </a:srgbClr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Thu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84848" y="3246120"/>
            <a:ext cx="384048" cy="118872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Fri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87768" y="3566160"/>
            <a:ext cx="384048" cy="868680"/>
          </a:xfrm>
          <a:prstGeom prst="rect">
            <a:avLst/>
          </a:prstGeom>
          <a:solidFill>
            <a:srgbClr val="F4A923">
              <a:alpha val="70000"/>
            </a:srgbClr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776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Sat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90688" y="3383280"/>
            <a:ext cx="384048" cy="105156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44348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Sun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3440" y="28346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Weekly Sales Chart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ONE CHALLENGE: DATA OVERLOAD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41248"/>
            <a:ext cx="777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868680"/>
            <a:ext cx="7498080" cy="11155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C2A"/>
                </a:solidFill>
              </a:rPr>
              <a:t>The Challenge: Too Much Data, Too Little Clarity
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Businesses collect enormous amounts of data every day. Without proper analytics, it becomes noise — people don't know what to look at, which metrics matter, or how to interpret the numbers correctly. Reports can be misleading if the wrong data is shown.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40280"/>
            <a:ext cx="2743200" cy="914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377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Information Overload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Too many dashboards and reports. Users don't know what's important.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240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240280"/>
            <a:ext cx="2743200" cy="914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Wrong Metrics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Teams focus on vanity metrics (e.g. page views) rather than outcomes (e.g. revenue).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240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240280"/>
            <a:ext cx="2743200" cy="914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377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7220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Slow Reporting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Manual reports take days to prepare — by then, the decision moment is gone.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SUGGESTION FOR IMPROVEMENT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09728" cy="44577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</a:rPr>
              <a:t>💡  Adopt Self-Service BI with Guided Dashboards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Instead of waiting for IT or data teams to produce reports, businesses should adopt self-service BI tools that allow non-technical users to build their own reports — with guardrails to ensure correct interpretation.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73152" cy="120700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1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2219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Interactive Dashboards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569464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Use tools like Power BI or Tableau so users can filter and drill down into data themselves.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1488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48840"/>
            <a:ext cx="73152" cy="120700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219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22219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AI-Powered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2569464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Let AI surface anomalies and trends automatically — no more manual digging.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20440"/>
            <a:ext cx="73152" cy="120700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93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5935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Mobile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941064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Enable managers to view reports on phones or tablets — insights anywhere, anytime.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520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520440"/>
            <a:ext cx="73152" cy="1207008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593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5935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 Literacy 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3941064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Train employees to understand charts and metrics correctly to avoid misinterpretation.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923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Analytics &amp; Reporting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Brings Data to Life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438912" cy="41148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77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Analytics finds patterns; Reporting communicates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438912" cy="41148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175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0358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 example: E-commerce dashboards track sales in real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38912" cy="41148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5760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6758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Main challenge: Too much data leads to confusion and slow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297680"/>
            <a:ext cx="438912" cy="411480"/>
          </a:xfrm>
          <a:prstGeom prst="rect">
            <a:avLst/>
          </a:prstGeom>
          <a:solidFill>
            <a:srgbClr val="F4A923"/>
          </a:solidFill>
          <a:ln w="12700">
            <a:solidFill>
              <a:srgbClr val="F4A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9768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Solution: Self-service BI + AI insights + better data literacy.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4A923"/>
                </a:solidFill>
              </a:rPr>
              <a:t>Thank You! Any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 We Turn Data into Insights?</dc:title>
  <dc:subject>PptxGenJS Presentation</dc:subject>
  <dc:creator>PptxGenJS</dc:creator>
  <cp:lastModifiedBy>PptxGenJS</cp:lastModifiedBy>
  <cp:revision>1</cp:revision>
  <dcterms:created xsi:type="dcterms:W3CDTF">2026-04-02T15:52:17Z</dcterms:created>
  <dcterms:modified xsi:type="dcterms:W3CDTF">2026-04-02T15:52:17Z</dcterms:modified>
</cp:coreProperties>
</file>