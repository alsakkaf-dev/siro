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>
        <p:scale>
          <a:sx n="98" d="100"/>
          <a:sy n="98" d="100"/>
        </p:scale>
        <p:origin x="974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2002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5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42B88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42B883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800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Full Vue Apps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 ·  Router  ·  State Management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single HTML file to a full Single Page Application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3-Hour Lecture and Lab Session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Application Development  |  UTM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2B883"/>
          </a:solidFill>
          <a:ln w="12700">
            <a:solidFill>
              <a:srgbClr val="42B88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5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chapter, students will be able to...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02920" cy="502920"/>
          </a:xfrm>
          <a:prstGeom prst="ellipse">
            <a:avLst/>
          </a:prstGeom>
          <a:solidFill>
            <a:srgbClr val="42B88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43000" y="12070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5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a Vue project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554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Vue app using create-vue / Vite with the standard project structure.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502920" cy="502920"/>
          </a:xfrm>
          <a:prstGeom prst="ellipse">
            <a:avLst/>
          </a:prstGeom>
          <a:solidFill>
            <a:srgbClr val="42B88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/>
          <p:nvPr/>
        </p:nvSpPr>
        <p:spPr>
          <a:xfrm>
            <a:off x="466344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349240" y="12070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5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Single File Components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49240" y="1554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.vue files with template, script, and style blocks.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502920" cy="502920"/>
          </a:xfrm>
          <a:prstGeom prst="ellipse">
            <a:avLst/>
          </a:prstGeom>
          <a:solidFill>
            <a:srgbClr val="42B88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/>
          <p:nvPr/>
        </p:nvSpPr>
        <p:spPr>
          <a:xfrm>
            <a:off x="4572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43000" y="23957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5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between components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27432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data down with props, raise events with emit, and compose with slots.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377440"/>
            <a:ext cx="502920" cy="502920"/>
          </a:xfrm>
          <a:prstGeom prst="ellipse">
            <a:avLst/>
          </a:prstGeom>
          <a:solidFill>
            <a:srgbClr val="42B88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Text 16"/>
          <p:cNvSpPr/>
          <p:nvPr/>
        </p:nvSpPr>
        <p:spPr>
          <a:xfrm>
            <a:off x="466344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349240" y="23957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5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multi-page navigation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49240" y="27432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Vue Router with routes, router-link, and router-view.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566160"/>
            <a:ext cx="502920" cy="502920"/>
          </a:xfrm>
          <a:prstGeom prst="ellipse">
            <a:avLst/>
          </a:prstGeom>
          <a:solidFill>
            <a:srgbClr val="42B88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Text 20"/>
          <p:cNvSpPr/>
          <p:nvPr/>
        </p:nvSpPr>
        <p:spPr>
          <a:xfrm>
            <a:off x="45720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143000" y="35844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5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state across components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43000" y="39319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Pinia to create stores and keep app-wide state in one place.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89204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7: Building Full Vue Apps (CLI, Router, State)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412480" y="4892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2B883"/>
          </a:solidFill>
          <a:ln w="12700">
            <a:solidFill>
              <a:srgbClr val="42B88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5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CDN to Build Tools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outgrow a single HTML file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 —  CDN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learning &amp; small pages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big HTML file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components (just templates)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hot reload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build pipeline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module imports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931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solidFill>
            <a:srgbClr val="42B88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Text 9"/>
          <p:cNvSpPr/>
          <p:nvPr/>
        </p:nvSpPr>
        <p:spPr>
          <a:xfrm>
            <a:off x="4846320" y="1188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 —  Build Tools (Vite)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178308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.vue files (Single File Components)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Module Replacement (instant feedback)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modules, npm packages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TypeScript, CSS modules, preprocessors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build: minified, tree-shaken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Dev-server optimised via Vite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89204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7: Building Full Vue Apps (CLI, Router, State)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412480" y="4892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2B883"/>
          </a:solidFill>
          <a:ln w="12700">
            <a:solidFill>
              <a:srgbClr val="42B88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5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Vue Project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create-vue scaffolding powered by Vite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Requirements: Node.js 18+ and a terminal. Every new Vue project starts with: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4572000" cy="3017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42976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npm create vue@latest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 Project name:        my-app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 Add Vue Router?      Yes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 Add Pinia?           Yes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 Add TypeScript?      No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 Add ESLint?          Yes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my-app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npm install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npm run dev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VITE v5.x  ready in 312 ms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➜  Local:   http://localhost:5173/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0" y="1600200"/>
            <a:ext cx="3383280" cy="3017520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/>
          <p:nvPr/>
        </p:nvSpPr>
        <p:spPr>
          <a:xfrm>
            <a:off x="5440680" y="1691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5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Vite?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40680" y="2057400"/>
            <a:ext cx="3200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dev server (ESM, no bundling)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Module Replacement (&lt; 50 ms)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builds via Rollup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recommendation from Vue team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the older Vue CLI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89204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7: Building Full Vue Apps (CLI, Router, State)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412480" y="4892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2B883"/>
          </a:solidFill>
          <a:ln w="12700">
            <a:solidFill>
              <a:srgbClr val="42B88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5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typical layout of a Vite-powered Vue project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754880" cy="3383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594360" y="1234440"/>
            <a:ext cx="44805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my-app/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node_modules/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public/                 # static assets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favicon.ico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src/                    # application source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assets/             # images, global css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components/         # reusable .vue components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views/              # route-level .vue pages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router/index.js     # Vue Router config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stores/             # Pinia stores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App.vue             # root component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main.js             # entry point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index.html              # app shell (just one!)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package.json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vite.config.js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0" y="1234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2B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src/main.js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0" y="14904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Vue app, registers plugins, mounts to #app.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0" y="17647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2B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src/App.vue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0" y="20208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component — the starting template of your SPA.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0" y="22951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2B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src/components/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0" y="25511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reusable UI pieces (buttons, cards, lists).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0" y="28254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2B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src/views/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0" y="3081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Page-level components mapped to routes.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0" y="33558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2B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src/router/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0" y="3611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Router — all routes in one place.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0" y="3886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2B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src/stores/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0" y="41422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Pinia stores — shared state.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89204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7: Building Full Vue Apps (CLI, Router, State)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412480" y="4892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2B883"/>
          </a:solidFill>
          <a:ln w="12700">
            <a:solidFill>
              <a:srgbClr val="42B88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5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File Components (.vue)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blocks: &lt;template&gt;, &lt;script&gt;, &lt;style&gt;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93776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594360" y="1280160"/>
            <a:ext cx="4663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HelloCard.vue --&gt;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&lt;template&gt;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class="card"&gt;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&lt;h2&gt;{{ title }}&lt;/h2&gt;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&lt;p&gt;Clicked {{ count }} times&lt;/p&gt;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&lt;button @click="count++"&gt;+1&lt;/button&gt;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&lt;/template&gt;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 setup&gt;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ref } from 'vue'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defineProps({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title: { type: String, default: 'Hello!'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count = ref(0)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&lt;/script&gt;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&lt;style scoped&gt;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 { padding: 1rem;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border: 2px solid #42B883;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border-radius: 12px;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&lt;/style&gt;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577840" y="1188720"/>
            <a:ext cx="3108960" cy="3474720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Shape 6"/>
          <p:cNvSpPr/>
          <p:nvPr/>
        </p:nvSpPr>
        <p:spPr>
          <a:xfrm>
            <a:off x="5669280" y="1325880"/>
            <a:ext cx="91440" cy="91440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/>
          <p:nvPr/>
        </p:nvSpPr>
        <p:spPr>
          <a:xfrm>
            <a:off x="585216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54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&lt;template&gt;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852160" y="16459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HTML-like markup with directives &amp; interpolation.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0" y="2423160"/>
            <a:ext cx="91440" cy="914400"/>
          </a:xfrm>
          <a:prstGeom prst="rect">
            <a:avLst/>
          </a:prstGeom>
          <a:solidFill>
            <a:srgbClr val="42B88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5852160" y="2423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54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 setup&gt;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52160" y="27432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API with a simpler syntax.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0" y="3520440"/>
            <a:ext cx="9144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" name="Text 13"/>
          <p:cNvSpPr/>
          <p:nvPr/>
        </p:nvSpPr>
        <p:spPr>
          <a:xfrm>
            <a:off x="5852160" y="3520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54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&lt;style scoped&gt;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852160" y="3840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that only affects this component.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89204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7: Building Full Vue Apps (CLI, Router, State)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412480" y="4892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2B883"/>
          </a:solidFill>
          <a:ln w="12700">
            <a:solidFill>
              <a:srgbClr val="42B88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5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Component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it, then use it as a tag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11480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594360" y="128016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App.vue --&gt;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&lt;template&gt;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&lt;HelloCard title="Welcome" /&gt;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&lt;HelloCard title="Students" /&gt;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&lt;HelloCard /&gt;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&lt;/template&gt;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 setup&gt;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HelloCard from './components/HelloCard.vue'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&lt;/script&gt;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/>
          <p:nvPr/>
        </p:nvSpPr>
        <p:spPr>
          <a:xfrm>
            <a:off x="493776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5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64592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local components</a:t>
            </a:r>
            <a:endParaRPr lang="en-US" sz="1200" dirty="0"/>
          </a:p>
          <a:p>
            <a:pPr marL="0" lvl="1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no registration needed in &lt;script setup&gt;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PascalCase in templates (&lt;HelloCard/&gt;)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kebab-case (&lt;hello-card/&gt;)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Self-closing tags are allowed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component has isolated scope</a:t>
            </a:r>
            <a:endParaRPr lang="en-US" sz="1200" dirty="0"/>
          </a:p>
          <a:p>
            <a:pPr marL="0" lvl="1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(state is local unless props/emits/store)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89204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7: Building Full Vue Apps (CLI, Router, State)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412480" y="4892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2B883"/>
          </a:solidFill>
          <a:ln w="12700">
            <a:solidFill>
              <a:srgbClr val="42B88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5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Communication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parents and children talk to each other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017520" y="1097280"/>
            <a:ext cx="3108960" cy="822960"/>
          </a:xfrm>
          <a:prstGeom prst="rect">
            <a:avLst/>
          </a:prstGeom>
          <a:solidFill>
            <a:srgbClr val="35495E"/>
          </a:solidFill>
          <a:ln w="25400">
            <a:solidFill>
              <a:srgbClr val="35495E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3017520" y="10972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Component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017520" y="3749040"/>
            <a:ext cx="3108960" cy="822960"/>
          </a:xfrm>
          <a:prstGeom prst="rect">
            <a:avLst/>
          </a:prstGeom>
          <a:solidFill>
            <a:srgbClr val="42B883"/>
          </a:solidFill>
          <a:ln w="25400">
            <a:solidFill>
              <a:srgbClr val="42B88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/>
          <p:nvPr/>
        </p:nvSpPr>
        <p:spPr>
          <a:xfrm>
            <a:off x="3017520" y="37490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Component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0" y="1965960"/>
            <a:ext cx="0" cy="173736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  <a:tailEnd type="triangle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/>
          <p:nvPr/>
        </p:nvSpPr>
        <p:spPr>
          <a:xfrm>
            <a:off x="2103120" y="2377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03120" y="2697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down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0" y="3703320"/>
            <a:ext cx="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  <a:tailEnd type="triangle"/>
          </a:ln>
        </p:spPr>
        <p:txBody>
          <a:bodyPr/>
          <a:lstStyle/>
          <a:p>
            <a:endParaRPr lang="en-MY"/>
          </a:p>
        </p:txBody>
      </p:sp>
      <p:sp>
        <p:nvSpPr>
          <p:cNvPr id="13" name="Text 11"/>
          <p:cNvSpPr/>
          <p:nvPr/>
        </p:nvSpPr>
        <p:spPr>
          <a:xfrm>
            <a:off x="5577840" y="2377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emit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77840" y="2697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flow up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10312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passes data down to the child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tells the parent something happened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injects HTML into a hole in the child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210312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Pinia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data shared across many components,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deeply nested hierarchies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5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just lift state up?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small apps, but becomes "prop drilling" at scale.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89204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7: Building Full Vue Apps (CLI, Router, State)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412480" y="4892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2B883"/>
          </a:solidFill>
          <a:ln w="12700">
            <a:solidFill>
              <a:srgbClr val="42B88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5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— Parent → Child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with defineProps(), pass in the template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11480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594360" y="128016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Child: UserCard.vue --&gt;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&lt;template&gt;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&lt;h2&gt;{{ name }}&lt;/h2&gt;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&lt;p&gt;{{ email }}&lt;/p&gt;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&lt;/template&gt;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 setup&gt;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declare &amp; validate props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props = defineProps({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 { type: String, required: true 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email: { type: String, default: 'n/a'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&lt;/script&gt;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/>
          <p:nvPr/>
        </p:nvSpPr>
        <p:spPr>
          <a:xfrm>
            <a:off x="4800600" y="1280160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Parent: App.vue --&gt;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&lt;template&gt;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&lt;UserCard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:name="user.name"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:email="user.email"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&lt;/template&gt;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 setup&gt;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UserCard from './UserCard.vue'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reactive } from 'vue'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user = reactive({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 'Farah',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email: 'farah@example.com'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&lt;/script&gt;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89204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7: Building Full Vue Apps (CLI, Router, State)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412480" y="4892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2B883"/>
          </a:solidFill>
          <a:ln w="12700">
            <a:solidFill>
              <a:srgbClr val="42B88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5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— Child → Parent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defineEmits() in the child, @event in the parent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11480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594360" y="128016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Child: SaveButton.vue --&gt;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&lt;template&gt;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&lt;button @click="onClick"&gt;Save&lt;/button&gt;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&lt;/template&gt;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 setup&gt;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emit = defineEmits(['saved'])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onClick()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do work, then notify parent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emit('saved', { ok: true, at: Date.now() })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&lt;/script&gt;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/>
          <p:nvPr/>
        </p:nvSpPr>
        <p:spPr>
          <a:xfrm>
            <a:off x="4800600" y="1280160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Parent: App.vue --&gt;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&lt;template&gt;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&lt;SaveButton @saved="onSaved" /&gt;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 v-if="status"&gt;Saved!&lt;/p&gt;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&lt;/template&gt;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 setup&gt;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SaveButton from './SaveButton.vue'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ref } from 'vue'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status = ref(false)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onSaved(payload)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console.log(payload)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status.value = true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&lt;/script&gt;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89204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7: Building Full Vue Apps (CLI, Router, State)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412480" y="4892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2B883"/>
          </a:solidFill>
          <a:ln w="12700">
            <a:solidFill>
              <a:srgbClr val="42B88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5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Slots — Content Injection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parent decide what goes inside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11480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594360" y="128016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Child: Card.vue --&gt;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&lt;template&gt;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class="card"&gt;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&lt;header&gt;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&lt;slot name="title"&gt;Default title&lt;/slot&gt;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&lt;/header&gt;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class="body"&gt;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&lt;slot /&gt; &lt;!-- default slot --&gt;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&lt;/template&gt;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/>
          <p:nvPr/>
        </p:nvSpPr>
        <p:spPr>
          <a:xfrm>
            <a:off x="4800600" y="1280160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Parent --&gt;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&lt;Card&gt;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&lt;template #title&gt;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Welcome back, Ali!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&lt;/template&gt;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&lt;p&gt;Here are your tasks for today.&lt;/p&gt;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&lt;ul&gt;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&lt;li&gt;Read Chapter 7&lt;/li&gt;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&lt;li&gt;Build the lab&lt;/li&gt;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&lt;/ul&gt;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&lt;/Card&gt;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89204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7: Building Full Vue Apps (CLI, Router, State)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412480" y="4892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2B883"/>
          </a:solidFill>
          <a:ln w="12700">
            <a:solidFill>
              <a:srgbClr val="42B88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5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Router — Multi-Page SPAs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HTML page, many 'pages' via URL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377440" y="1508760"/>
            <a:ext cx="3657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/>
          <p:nvPr/>
        </p:nvSpPr>
        <p:spPr>
          <a:xfrm>
            <a:off x="2834640" y="11887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HomeView.vue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402336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/>
          <p:nvPr/>
        </p:nvSpPr>
        <p:spPr>
          <a:xfrm>
            <a:off x="640080" y="19659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/about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377440" y="2286000"/>
            <a:ext cx="3657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2834640" y="19659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AboutView.vue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2336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42B88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/>
          <p:nvPr/>
        </p:nvSpPr>
        <p:spPr>
          <a:xfrm>
            <a:off x="640080" y="27432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2B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/todos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377440" y="3063240"/>
            <a:ext cx="3657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/>
          <p:nvPr/>
        </p:nvSpPr>
        <p:spPr>
          <a:xfrm>
            <a:off x="2834640" y="27432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TodosView.vue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520440"/>
            <a:ext cx="402336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Text 16"/>
          <p:cNvSpPr/>
          <p:nvPr/>
        </p:nvSpPr>
        <p:spPr>
          <a:xfrm>
            <a:off x="640080" y="35204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/todos/:id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377440" y="3840480"/>
            <a:ext cx="3657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MY"/>
          </a:p>
        </p:txBody>
      </p:sp>
      <p:sp>
        <p:nvSpPr>
          <p:cNvPr id="20" name="Text 18"/>
          <p:cNvSpPr/>
          <p:nvPr/>
        </p:nvSpPr>
        <p:spPr>
          <a:xfrm>
            <a:off x="2834640" y="35204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TodoView.vue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1188720"/>
            <a:ext cx="3931920" cy="3383280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Text 20"/>
          <p:cNvSpPr/>
          <p:nvPr/>
        </p:nvSpPr>
        <p:spPr>
          <a:xfrm>
            <a:off x="489204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5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37760" y="169164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URLs to components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routing — no page reload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&lt;router-link&gt; &amp; &lt;router-view&gt;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params with :id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 navigation (router.push)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routes, guards, lazy loading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89204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7: Building Full Vue Apps (CLI, Router, State)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412480" y="4892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2B883"/>
          </a:solidFill>
          <a:ln w="12700">
            <a:solidFill>
              <a:srgbClr val="42B88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5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Configuring the Router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src/router/index.js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3108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594360" y="1280160"/>
            <a:ext cx="7955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createRouter, createWebHistory } from 'vue-router'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HomeView  from '../views/HomeView.vue'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TodosView from '../views/TodosView.vue'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router = createRouter({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history: createWebHistory(),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routes: [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path: '/',       name: 'home',  component: HomeView  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path: '/todos',  name: 'todos', component: TodosView 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path: '/todos/:id',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name: 'todo',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component: () =&gt; import('../views/TodoView.vue') // lazy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path: '/:pathMatch(.*)*', component: () =&gt; import('../views/NotFound.vue')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router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2B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 in main.js:  app.use(router)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89204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7: Building Full Vue Apps (CLI, Router, State)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0" y="4892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2B883"/>
          </a:solidFill>
          <a:ln w="12700">
            <a:solidFill>
              <a:srgbClr val="42B88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5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&lt;router-link&gt; and &lt;router-view&gt;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tags provided by Vue Router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84632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594360" y="1280160"/>
            <a:ext cx="4572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App.vue --&gt;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&lt;template&gt;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&lt;nav&gt;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&lt;router-link to="/"&gt;Home&lt;/router-link&gt;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&lt;router-link :to="{ name: 'todos' }"&gt;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Todos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&lt;/router-link&gt;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&lt;router-link to="/about"&gt;About&lt;/router-link&gt;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&lt;/nav&gt;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active route component renders here --&gt;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&lt;router-view /&gt;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&lt;/template&gt;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0" y="1188720"/>
            <a:ext cx="320040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/>
          <p:nvPr/>
        </p:nvSpPr>
        <p:spPr>
          <a:xfrm>
            <a:off x="5623560" y="1280160"/>
            <a:ext cx="30175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2B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&lt;router-link&gt;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an &lt;a&gt; tag with client-side routing.</a:t>
            </a:r>
            <a:endParaRPr lang="en-US" sz="14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class 'router-link-active' when URL matches.</a:t>
            </a:r>
            <a:endParaRPr lang="en-US" sz="14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42B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&lt;router-view&gt;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placeholder where the matched component is rendered.</a:t>
            </a:r>
            <a:endParaRPr lang="en-US" sz="14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300" b="1" dirty="0">
                <a:solidFill>
                  <a:srgbClr val="35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router.push('/todos')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router.back()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89204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7: Building Full Vue Apps (CLI, Router, State)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412480" y="4892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2B883"/>
          </a:solidFill>
          <a:ln w="12700">
            <a:solidFill>
              <a:srgbClr val="42B88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5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Routes &amp; Params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like /todos/42 — read :id inside the component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594360" y="1280160"/>
            <a:ext cx="7955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router config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path: '/todos/:id', name: 'todo', component: TodoView 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TodoView.vue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&lt;template&gt;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&lt;h2&gt;Todo #{{ id }}&lt;/h2&gt;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&lt;router-link to="/todos"&gt;Back&lt;/router-link&gt;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&lt;/template&gt;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 setup&gt;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useRoute } from 'vue-router'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route = useRoute()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id = route.params.id   // "42"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navigate programmatically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import { useRouter } from 'vue-router'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const router = useRouter()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router.push({ name: 'todo', params: { id: 7 } })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&lt;/script&gt;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7: Building Full Vue Apps (CLI, Router, 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12480" y="4892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2B883"/>
          </a:solidFill>
          <a:ln w="12700">
            <a:solidFill>
              <a:srgbClr val="42B88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5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State Management?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props &amp; events stop being enough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3291840"/>
          </a:xfrm>
          <a:prstGeom prst="rect">
            <a:avLst/>
          </a:prstGeom>
          <a:solidFill>
            <a:srgbClr val="FFF1F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prop drilling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App.vue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└─ Layout.vue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└─ Sidebar.vue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└─ UserMenu.vue (needs user)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user through 4 layers just to read it once is painful and fragile.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23360" cy="3291840"/>
          </a:xfrm>
          <a:prstGeom prst="rect">
            <a:avLst/>
          </a:prstGeom>
          <a:solidFill>
            <a:srgbClr val="F0FDF4"/>
          </a:solidFill>
          <a:ln w="12700">
            <a:solidFill>
              <a:srgbClr val="42B88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/>
          <p:nvPr/>
        </p:nvSpPr>
        <p:spPr>
          <a:xfrm>
            <a:off x="4846320" y="1280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a shared store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169164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 object with reactive state + actions.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component can read or modify it.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Vue's official library for this is </a:t>
            </a: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Pinia.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89204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7: Building Full Vue Apps (CLI, Router, State)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412480" y="4892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2B883"/>
          </a:solidFill>
          <a:ln w="12700">
            <a:solidFill>
              <a:srgbClr val="42B88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5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Pinia — Creating a Store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src/stores/todos.js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594360" y="1280160"/>
            <a:ext cx="7955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defineStore } from 'pinia'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ref, computed } from 'vue'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useTodosStore = defineStore('todos', () =&gt;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items = ref([])                               // state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doneCount = computed(() =&gt;                    // getter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items.value.filter(t =&gt; t.done).length)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function add(text) {                                // actions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items.value.push({ id: Date.now(), text, done: false 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function remove(id)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items.value = items.value.filter(t =&gt; t.id !== id)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function toggle(id)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t = items.value.find(t =&gt; t.id === id)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(t) t.done = !t.done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{ items, doneCount, add, remove, toggle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7: Building Full Vue Apps (CLI, Router, 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12480" y="4892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2B883"/>
          </a:solidFill>
          <a:ln w="12700">
            <a:solidFill>
              <a:srgbClr val="42B88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5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Pinia Store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the composable in any component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63440" y="10972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402336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TodosView.vue --&gt;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&lt;template&gt;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v-model="text"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@keyup.enter="submit"&gt;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&lt;button @click="submit"&gt;Add&lt;/button&gt;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&lt;ul&gt;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&lt;li v-for="t in store.items" :key="t.id"&gt;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&lt;input type="checkbox"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:checked="t.done"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@change="store.toggle(t.id)"&gt;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{{ t.text }}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&lt;button @click="store.remove(t.id)"&gt;x&lt;/button&gt;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&lt;/li&gt;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&lt;/ul&gt;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&lt;p&gt;{{ store.doneCount }} 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{{ store.items.length }} done&lt;/p&gt;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&lt;/template&gt;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402336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/>
          <p:nvPr/>
        </p:nvSpPr>
        <p:spPr>
          <a:xfrm>
            <a:off x="4800600" y="1463040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 setup&gt;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ref } from 'vue'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useTodosStore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'../stores/todos'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store = useTodosStore()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text  = ref('')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submit()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t = text.value.trim()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(!t) return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store.add(t)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text.value = ''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&lt;/script&gt;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store.items, store.doneCount,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store.add(), store.remove(),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store.toggle()  — all reactive!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89204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7: Building Full Vue Apps (CLI, Router, State)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412480" y="4892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2B883"/>
          </a:solidFill>
          <a:ln w="12700">
            <a:solidFill>
              <a:srgbClr val="42B88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5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Everything in main.js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plugins on the Vue app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75488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594360" y="1280160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createApp } from 'vue'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createPinia } from 'pinia'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App from './App.vue'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router from './router'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'./assets/main.css'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app = createApp(App)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app.use(router)       // Vue Router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app.use(createPinia()) // State management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app.mount('#app')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94960" y="1188720"/>
            <a:ext cx="3291840" cy="3200400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/>
          <p:nvPr/>
        </p:nvSpPr>
        <p:spPr>
          <a:xfrm>
            <a:off x="5532120" y="1280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5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532120" y="1691640"/>
            <a:ext cx="3108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app.use() installs plugins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rarely matters here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mount() must come LAST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has one &lt;div id="app"&gt;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handles the rest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89204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7: Building Full Vue Apps (CLI, Router, State)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412480" y="4892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2B883"/>
          </a:solidFill>
          <a:ln w="12700">
            <a:solidFill>
              <a:srgbClr val="42B88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5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Brief — Todo List SPA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full Vue app with routing and a Pinia store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3474720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594360" y="1280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build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with npm create vue@latest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views: Home, Todos, Todo detail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Pinia store for the todos list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TodoItem component (props + emit)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with dynamic :id params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toggle / delete / view detail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it nicely (your choice)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42B88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/>
          <p:nvPr/>
        </p:nvSpPr>
        <p:spPr>
          <a:xfrm>
            <a:off x="489204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5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64592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35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npm create vue@latest (pick Router + Pinia)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35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Run npm run dev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35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Define todos store in src/stores/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35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Create TodoItem.vue with props + emit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35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Build TodosView.vue — list + add form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35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Build TodoDetailView.vue using :id param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35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Wire routes in router/index.js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35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Polish styles &amp; submit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guide in the lab hand-out.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89204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7: Building Full Vue Apps (CLI, Router, State)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412480" y="4892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2B883"/>
          </a:solidFill>
          <a:ln w="12700">
            <a:solidFill>
              <a:srgbClr val="42B88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5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— Key Takeaways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remember from Chapter 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502920" cy="502920"/>
          </a:xfrm>
          <a:prstGeom prst="ellipse">
            <a:avLst/>
          </a:prstGeom>
          <a:solidFill>
            <a:srgbClr val="42B88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25880" y="120700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5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scaffolds full Vue projects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153619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create vue@latest gives you a batteries-included app.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1874520"/>
            <a:ext cx="502920" cy="502920"/>
          </a:xfrm>
          <a:prstGeom prst="ellipse">
            <a:avLst/>
          </a:prstGeom>
          <a:solidFill>
            <a:srgbClr val="42B88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/>
          <p:nvPr/>
        </p:nvSpPr>
        <p:spPr>
          <a:xfrm>
            <a:off x="64008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25880" y="189280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5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SFCs are the unit of composition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25880" y="222199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+ script + scoped style in a single .vue file.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560320"/>
            <a:ext cx="502920" cy="502920"/>
          </a:xfrm>
          <a:prstGeom prst="ellipse">
            <a:avLst/>
          </a:prstGeom>
          <a:solidFill>
            <a:srgbClr val="42B88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/>
          <p:nvPr/>
        </p:nvSpPr>
        <p:spPr>
          <a:xfrm>
            <a:off x="64008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25880" y="257860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5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down, events up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25880" y="290779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1-way data flow keeps components predictable.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246120"/>
            <a:ext cx="502920" cy="502920"/>
          </a:xfrm>
          <a:prstGeom prst="ellipse">
            <a:avLst/>
          </a:prstGeom>
          <a:solidFill>
            <a:srgbClr val="42B88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Text 16"/>
          <p:cNvSpPr/>
          <p:nvPr/>
        </p:nvSpPr>
        <p:spPr>
          <a:xfrm>
            <a:off x="64008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325880" y="326440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5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Router = multi-page SPA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25880" y="359359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URLs to components; navigate with &lt;router-link&gt;.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931920"/>
            <a:ext cx="502920" cy="502920"/>
          </a:xfrm>
          <a:prstGeom prst="ellipse">
            <a:avLst/>
          </a:prstGeom>
          <a:solidFill>
            <a:srgbClr val="42B88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Text 20"/>
          <p:cNvSpPr/>
          <p:nvPr/>
        </p:nvSpPr>
        <p:spPr>
          <a:xfrm>
            <a:off x="64008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325880" y="395020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5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Pinia solves shared state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25880" y="427939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provide reactive state + actions to any component.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89204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7: Building Full Vue Apps (CLI, Router, State)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412480" y="4892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5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2B88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Next Steps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guide:  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https://vuejs.org/guide/introduction.html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Vite:  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https://vitejs.dev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Router:  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https://router.vuejs.org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Pinia:  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https://pinia.vuejs.org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guide:  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https://vuejs.org/style-guide/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3566160"/>
            <a:ext cx="2743200" cy="0"/>
          </a:xfrm>
          <a:prstGeom prst="line">
            <a:avLst/>
          </a:prstGeom>
          <a:noFill/>
          <a:ln w="25400">
            <a:solidFill>
              <a:srgbClr val="42B88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your app (Netlify / Vercel), explore composables, add a backend API.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 — Thank you!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20162</TotalTime>
  <Words>3140</Words>
  <Application>Microsoft Office PowerPoint</Application>
  <PresentationFormat>On-screen Show (16:9)</PresentationFormat>
  <Paragraphs>551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Universiti Teknologi Malaysia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7 - Building Full Vue Apps</dc:title>
  <dc:subject>PptxGenJS Presentation</dc:subject>
  <dc:creator>Dr. Hisham (UTM)</dc:creator>
  <cp:lastModifiedBy>HISHAMMUDDIN BIN ASMUNI @ HASMUNI</cp:lastModifiedBy>
  <cp:revision>2</cp:revision>
  <dcterms:created xsi:type="dcterms:W3CDTF">2026-04-21T04:02:19Z</dcterms:created>
  <dcterms:modified xsi:type="dcterms:W3CDTF">2026-05-11T06:17:38Z</dcterms:modified>
</cp:coreProperties>
</file>