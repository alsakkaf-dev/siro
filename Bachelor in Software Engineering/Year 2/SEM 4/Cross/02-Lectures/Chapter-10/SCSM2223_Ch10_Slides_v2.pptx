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Database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• CRUD • Prepared Statements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real, persistent storage to our PHP Slim REST API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— Cross-Platform Application Development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 • Universiti Teknologi Malaysia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Dr Hishammuddin bin Asmuni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CHAPTER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PDO is and list the benefits of a unified database abstraction layer.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039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query() and prepare()/execute(), and explain why prepared statements prevent SQL injection.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7523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CRUD operations and the corresponding SQL statements.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MySQL database in Laragon, design a books table, and connect to it via PDO.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24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4178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Create, Read, Update, Delete operations using prepared statements with positional and named placeholders.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 Slim controller to delegate persistence to a Repository class.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CHAPTER 9 → CHAPTER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in PHP Slim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JSON requests + responses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five CRUD verbs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 lives in a static array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Resets on every restart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Useless for real users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 MySQL storage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PDO with prepared statements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Repository class encapsulates SQL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Controller stays thin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Defense against SQL injection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to scale beyond memory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DATA-ACCESS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Data Objects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object-oriented API for talking to many different database engines from PHP.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247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51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Application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3200400"/>
            <a:ext cx="41148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200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 (PHP Data Objects)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420624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PDO_MYSQL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3840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420624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PDO_SQLSRV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840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20624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PDO_PGSQL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3840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420624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PDO_SQLITE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26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78440" y="3840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32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API. Switch engines by changing only the DSN string.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vs MYSQLI vs RAW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PDO?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92608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mysql_*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 (this course)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different engines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statements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escaping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(mysqli_prepare)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first-class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placeholders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(only positional)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 :id , :name 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in PHP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recommended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our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= portable + secure + modern.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PDO Connection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 — Data Source Name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24712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1091793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DSN format for MySQL: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mysql:host=&lt;server&gt;;dbname=&lt;database&gt;;charset=utf8mb4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$dsn  = 'mysql:host=127.0.0.1;dbname=books_api;charset=utf8mb4';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'root';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 = '';                 // Laragon's MySQL has no password by default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$pdo = new PDO($dsn, $user, $pass,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PDO::ATTR_ERRMODE            =&gt; PDO::ERRMODE_EXCEPTION,  // throw on errors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PDO::ATTR_DEFAULT_FETCH_MODE =&gt; PDO::FETCH_ASSOC,        // return assoc arrays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PDO::ATTR_EMULATE_PREPARES   =&gt; false,                    // real prepared stmts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ERRMODE_EXCEPTION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5440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 PDOException on any DB error so you can try/catch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5440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fetch() return an associative array (no duplicate numeric keys).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EMULATE_PREPARES = false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5440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MySQL to actually prepare statements on the server side.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books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focused schema. We add timestamps for free auditing — they cost almost nothing.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247120" cy="4297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47088"/>
            <a:ext cx="1091793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IF NOT EXISTS books_api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CHARACTER SET utf8mb4 COLLATE utf8mb4_unicode_ci;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books_api;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INT AUTO_INCREMENT PRIMARY KEY,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  VARCHAR(200) NOT NULL,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      VARCHAR(150) NOT NULL,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        SMALLINT     NOT NULL,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genre       VARCHAR(80)  DEFAULT 'Uncategorised',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 DATETIME     DEFAULT CURRENT_TIMESTAMP,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updated_at  DATETIME     DEFAULT CURRENT_TIMESTAMP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ON UPDATE CURRENT_TIMESTAMP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books (title, author, year, genre) VALUES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('Clean Code',          'Robert C. Martin',  2008, 'Software Engineering'),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('Eloquent JavaScript', 'Marijn Haverbeke',  2018, 'Programming'),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('Vue.js 3 By Example', 'John Au-Yeung',     2021, 'Web Development');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RUN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vs prepare() / execute()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with string concatenation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92808"/>
            <a:ext cx="51572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 NOT do this in production!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 = $_GET['id'];   // ← UNTRUSTED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books WHERE id = $id";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$rows = $pdo-&gt;query($sql)-&gt;fetchAll();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Vulnerable to SQL injection: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?id=1 OR 1=1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?id=1; DROP TABLE books;--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 / execute() with placeholders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92808"/>
            <a:ext cx="51572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 = $_GET['id'];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'SELECT * FROM books WHERE id = ?'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$stmt-&gt;execute([$id]);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$row = $stmt-&gt;fetch();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Safe: $id is sent as a parameter, never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concatenated into the SQL string.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any value that comes from the client must be sent as a PARAMETER, never as part of the SQL string.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A Two-Minute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login form that builds the SQL by concatenation: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2471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55648"/>
            <a:ext cx="10917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$_POST['username'];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 = $_POST['password'];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users WHERE username='$user' AND password='$pass'";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types this username: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2471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55848"/>
            <a:ext cx="1091793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 admin' --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 anything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Resulting SQL becomes: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* FROM users WHERE username='admin' --' AND password='anything'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                ^^ everything after -- is a comment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logs in as 'admin' with NO password check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eliminate this entire class of attack — the data never becomes part of the query.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PLACEHOLDER STYLES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( ? ) vs Named ( :name 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( ? 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 indexed array to execute(); order matters.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120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95728"/>
            <a:ext cx="479145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'INSERT INTO books(title,author,year)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VALUES(?, ?, ?)'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$title,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$author,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$year,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( :name 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 associative array; order doesn't matter — clearer for many params.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5120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395728"/>
            <a:ext cx="479145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'INSERT INTO books(title,author,year)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VALUES(:t, :a, :y)'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':t' =&gt; $title,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':a' =&gt; $author,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':y' =&gt; $year,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Modes — How to Get the Data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next row.  Returns false when there are no more rows.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$row = $stmt-&gt;fetch();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as an array. Use only when the result set is bounded.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$all = $stmt-&gt;fetchAll();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an associative array keyed by column name.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as default in PDO ATTR_DEFAULT_FETCH_MODE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FETCH_OBJ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stdClass instance ( $row-&gt;title , $row-&gt;id 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$obj = $stmt-&gt;fetch(PDO::FETCH_OBJ);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FETCH_CLASS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 each row directly into instances of YOUR class.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$stmt-&gt;fetchAll(PDO::FETCH_CLASS, Book::class);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fetchColumn()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983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single column value — perfect for COUNT(*) queries.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$count = $stmt-&gt;fetchColumn();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CREATE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Adding a 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createBook(PDO $pdo, array $body): array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$sql = 'INSERT INTO books (title, author, year, genre)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 (:title, :author, :year, :genre)';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$pdo-&gt;prepare($sql);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':title'  =&gt; $body['title'],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':author' =&gt; $body['author'],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':year'   =&gt; $body['year'],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':genre'  =&gt; $body['genre'] ?? 'Uncategorised',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the auto-generated primary key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$newId = (int)$pdo-&gt;lastInsertId();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['id' =&gt; $newId] + $body;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Modifying a 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updateBook(PDO $pdo, int $id, array $body): bool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$sql = 'UPDATE books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SET title  = :title,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author = :author,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year   = :year,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genre  = :genre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WHERE id     = :id';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$pdo-&gt;prepare($sql);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':id'     =&gt; $id,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':title'  =&gt; $body['title'],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':author' =&gt; $body['author'],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':year'   =&gt; $body['year'],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':genre'  =&gt; $body['genre'],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$stmt-&gt;rowCount() &gt; 0;   // false → id did not exist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Removing a 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deleteBook(PDO $pdo, int $id): bool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$pdo-&gt;prepare('DELETE FROM books WHERE id = :id');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$stmt-&gt;execute([':id' =&gt; $id]);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$stmt-&gt;rowCount() === 1;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rowCount() tells you how many rows were affected.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it to detect 'not found' and respond with HTTP 404.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Defensive tip: always include a WHERE clause.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'DELETE FROM books'  with no WHERE = bye-bye every row.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MULTI-STATEMENT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— All or Nothing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or more statements must succeed together, wrap them in a transaction.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2471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1091793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$pdo-&gt;beginTransaction();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$pdo-&gt;prepare('UPDATE accounts SET balance = balance - :a WHERE id = :id')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-&gt;execute([':a' =&gt; 100, ':id' =&gt; 1]);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$pdo-&gt;prepare('UPDATE accounts SET balance = balance + :a WHERE id = :id')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-&gt;execute([':a' =&gt; 100, ':id' =&gt; 2]);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$pdo-&gt;commit();          // both succeeded → make permanent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(PDOException $e)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$pdo-&gt;rollBack();        // any failure → undo everything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$e;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guarantees: Atomicity, Consistency, Isolation, Durability — given to you for free with InnoDB.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PDOException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297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$pdo  = new PDO($dsn, $user, $pass, [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PDO::ATTR_ERRMODE =&gt; PDO::ERRMODE_EXCEPTION,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$pdo-&gt;prepare('SELECT * FROM books WHERE id = :id');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$stmt-&gt;execute([':id' =&gt; 99]);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$row = $stmt-&gt;fetch();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(PDOException $e)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 the FULL message internally...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error_log('DB error: ' . $e-&gt;getMessage());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...but never echo it to the client (info leak).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http_response_code(500);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json_encode(['error' =&gt; 'Database unavailable']);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nothing about your schema in error responses — log the detail server-side.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SQL out of your controllers. A Repository is one class that owns every query for a single resource.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100584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3317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decides status codes, returns JSON.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88036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657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lives here. Returns plain arrays / objects.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434840"/>
            <a:ext cx="100584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9834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PDO with prepared statements.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 — Read 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 // src/Repositories/BookRepository.php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App\Repositories;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PDO;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BookRepository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__construct(private PDO $pdo) {}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/** @return array&lt;int, array&lt;string,mixed&gt;&gt; */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all(string $q = '', int $limit = 0): array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$sql = 'SELECT * FROM books';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$args = [];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($q !== '')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$sql .= ' WHERE title LIKE :q OR author LIKE :q';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$args[':q'] = '%' . $q . '%';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$sql .= ' ORDER BY id ASC';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($limit &gt; 0) $sql .= ' LIMIT ' . $limit;   // int-cast already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$stmt = $this-&gt;pdo-&gt;prepare($sql);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$stmt-&gt;execute($args);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$stmt-&gt;fetchAll();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find(int $id): ?array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$stmt = $this-&gt;pdo-&gt;prepare('SELECT * FROM books WHERE id = :id');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$stmt-&gt;execute([':id' =&gt; $id]);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$stmt-&gt;fetch() ?: null;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BookRepository — Write 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create(array $b): int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$sql = 'INSERT INTO books (title, author, year, genre)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 (:title, :author, :year, :genre)';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$this-&gt;pdo-&gt;prepare($sql)-&gt;execute([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':title' =&gt; $b['title'],   ':author' =&gt; $b['author'],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':year'  =&gt; (int)$b['year'],':genre' =&gt; $b['genre'] ?? 'Uncategorised',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(int)$this-&gt;pdo-&gt;lastInsertId();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update(int $id, array $b): bool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$sql = 'UPDATE books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SET title=:title, author=:author, year=:year, genre=:genre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WHERE id=:id';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$this-&gt;pdo-&gt;prepare($sql);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':id'=&gt;$id, ':title'=&gt;$b['title'], ':author'=&gt;$b['author'],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':year'=&gt;(int)$b['year'], ':genre'=&gt;$b['genre'],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$stmt-&gt;rowCount() &gt;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delete(int $id): bool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$this-&gt;pdo-&gt;prepare('DELETE FROM books WHERE id = :id');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$stmt-&gt;execute([':id' =&gt; $id]);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$stmt-&gt;rowCount() === 1;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IT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Controller, Fat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10917936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controller now receives the repository via the constructor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instead of touching SQL directly.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BookController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__construct(private BookRepository $books) {}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index(Request $r, Response $s): Response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$p   = $r-&gt;getQueryParams();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$rows = $this-&gt;books-&gt;all($p['q'] ?? '', (int)($p['limit'] ?? 0));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$this-&gt;json($s, ['count' =&gt; count($rows), 'data' =&gt; $rows]);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show(Request $r, Response $s, array $a): Response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$book = $this-&gt;books-&gt;find((int)$a['id']);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$book ? $this-&gt;json($s, $book)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: $this-&gt;json($s, ['error'=&gt;'not found'], 404);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create(Request $r, Response $s): Response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$body = (array)$r-&gt;getParsedBody();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…validation…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$id = $this-&gt;books-&gt;create($body);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$this-&gt;json($s, ['id'=&gt;$id] + $body, 201);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EVERY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prepared statements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queries you 'know' are safe.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ERRMODE_EXCEPTION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 during development; catch in production.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utf8mb4 charset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Unicode (emoji, Chinese, BM…). utf8 in MySQL is broken.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2004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FETCH_ASSOC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JSON-friendly arrays out of the box.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string-concat user input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addslashes(). Always parameterise.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7548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PDO errors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them server-side; return a generic 500 to clients.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Chapter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unified, modern API for many databases. Use it for everything in this course.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 + user + pass + options. Always set ERRMODE_EXCEPTION and FETCH_ASSOC.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3756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 + execute() = automatic protection from SQL injection.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97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0" y="42976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UPDATE, DELETE — each with placeholders for client data.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25780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257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00400" y="52578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SQL out of controllers; one class owns one resource's queries.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10 • Connecting to Database (PDO)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Hands-On — MySQL + PDO Books API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Chapter 9's API. Replace the static array with a real database, accessed safely through PDO prepared statements.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MySQL &amp; books_api database in Laragon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schema.sql to create the books 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Database connection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3949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BookRepository (all CRUD)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7607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BookController to use the repository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61264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SQL-injection attempts are blocked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UTM — Faculty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— Connecting to Database (PDO)</dc:title>
  <dc:subject>PptxGenJS Presentation</dc:subject>
  <dc:creator>SCSM2223</dc:creator>
  <cp:lastModifiedBy>SCSM2223</cp:lastModifiedBy>
  <cp:revision>1</cp:revision>
  <dcterms:created xsi:type="dcterms:W3CDTF">2026-05-22T07:06:30Z</dcterms:created>
  <dcterms:modified xsi:type="dcterms:W3CDTF">2026-05-22T07:06:30Z</dcterms:modified>
</cp:coreProperties>
</file>