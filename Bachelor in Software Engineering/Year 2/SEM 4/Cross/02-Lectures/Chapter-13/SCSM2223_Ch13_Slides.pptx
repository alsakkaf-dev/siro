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7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01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Deployment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Mobile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local code to a live web + Android app.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— Cross-Platform Application Development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Computing • Universiti Teknologi Malaysia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Assoc. Prof. Dr Hishammuddin bin Asmuni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THIS CHAPTER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325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difference between development, staging, and production environments.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0391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environment variables, CORS rules, and HTTPS change between dev and prod.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548640" y="27980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75234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hosting options for the frontend (Vercel/Netlify), backend (Render/Railway), and database.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48640" y="35112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Vue 3 SPA to the Slim+JWT API using Axios with an auth interceptor and Pinia store.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48640" y="4224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4178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production build of a Vue app and deploy it as a static site.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4892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built Vue app with Capacitor and produce an installable Android APK.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CHAPTER 12 → CHAPTER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Vue 3 SPA fundamentals (Ch 6-7)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Slim + MySQL + PDO REST API (Ch 8-10)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authentication (Ch 11)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Hardening: validation, rate-limit, CSP (Ch 12)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works on localhost.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532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5321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263640" y="128016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Frontend that consumes the API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Env-driven config (dev / prod URLs)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Production build (npm run build)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hosting for both tiers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Android wrapper via Capacitor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users, real domain, real HTTPS.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Cross-Platform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2471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4297680" y="1965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(Capacitor)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8046720" y="1965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(optional)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 •  fetch / Axios  •  JWT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2471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TIER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532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static site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Netlify / Render Static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4023360"/>
            <a:ext cx="5532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6263640" y="402336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Slim REST 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4434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 / shared host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2471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48640" y="5669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(PlanetScale, Render Postgres-compatible, AWS RDS, or shared hosting MySQL)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ENVIRONMENTS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vs Production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247120" cy="4526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http://localhost:5173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https://books.utm.my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base URL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http://localhost:8000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https://api.books.utm.my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dev server (HMR)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run build → static dist/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Verbose stack traces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500, log internally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JWT_SECRET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string in .env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secret, never committed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open (*) for speed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Allow-list of known origins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Laragon MySQL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MySQL with backups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+ HSTS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ENV 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in a Vue 3 + Vite App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reads .env.&lt;mode&gt; at build time and inlines variables prefixed with VITE_ into the bundle. Anything else is server-side only.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24712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713232" y="2029968"/>
            <a:ext cx="1091793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.env.development          ← used by `npm run dev`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VITE_API_BASE_URL=http://localhost:8000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.env.production           ← used by `npm run build`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VITE_API_BASE_URL=https://api.books.utm.my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it from Vue / Pinia code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baseURL = import.meta.env.VITE_API_BASE_URL;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Anything WITHOUT the VITE_ prefix is NOT exposed to the bundle.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Don't put real secrets here — the bundle is shipped to browsers.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HTTP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Axios Client for the Whole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713232" y="1389888"/>
            <a:ext cx="10917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src/api/client.js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axios from 'axios';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useAuth } from '../stores/auth';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 = axios.create({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baseURL: import.meta.env.VITE_API_BASE_URL,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timeout: 10000,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Request interceptor — attach the JWT on every call.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api.interceptors.request.use((cfg) =&gt;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token = useAuth().token;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(token) cfg.headers.Authorization = `Bearer ${token}`;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cfg;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Response interceptor — auto-logout on 401, surface errors.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api.interceptors.response.use(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(res) =&gt; res,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(err) =&gt;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(err.response?.status === 401) useAuth().logout();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Promise.reject(err);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api;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FOR THE 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Auth Store — Login, Logout, Persistence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713232" y="1389888"/>
            <a:ext cx="10917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src/stores/auth.js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defineStore } from 'pinia';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api from '../api/client';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useAuth = defineStore('auth',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state: () =&gt; ({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token: localStorage.getItem('token'),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user:  JSON.parse(localStorage.getItem('user')) || null,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getters: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isAuthenticated: (s) =&gt; !!s.token,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isAdmin:         (s) =&gt; s.user?.role === 'admin',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actions: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async login(email, password)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const { data } = await api.post('/auth/login', { email, password });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this.token = data.access_token;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this.user  = data.user;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localStorage.setItem('token', this.token);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localStorage.setItem('user',  JSON.stringify(this.user));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logout()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this.token = null; this.user = null;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localStorage.removeItem('token');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localStorage.removeItem('user');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Vue for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713232" y="1389888"/>
            <a:ext cx="10917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Make sure .env.production points at the real API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'VITE_API_BASE_URL=https://api.books.utm.my' &gt; .env.production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Build — Vite compiles, minifies, hashes filenames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appears under  dist/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dist/index.html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dist/assets/index-A8d2.js     ← hashed for cache-busting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dist/assets/index-A8d2.css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Preview locally before deploying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preview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The whole dist/ folder is what you upload — anywhere that serves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static files works:  Netlify, Vercel, Render Static, GitHub Pages,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a CDN bucket, or a folder on shared hosting.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PUT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Cheap Hosting Options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247120" cy="4114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(hobby)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 Vue/Vite. PR previews built-in.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Netlify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Drag-and-drop or git-driven.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Static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dashboard as the backend.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Web 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(sleeps)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via Docker; reasonable free tier.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credits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buildpack; quick to ship.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hosting (cPanel)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Cheap, paid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the public/ folder; classic LAMP.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PlanetScale (MySQL)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(small)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MySQL with branches.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RDS / Cloud 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MySQL. Production-ready.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MySQL bundle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Comes with shared hosting plan.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Deployment — High Level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463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code in its own repo, .env in .gitignore.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7260" y="2011680"/>
            <a:ext cx="0" cy="1828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database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2240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a managed MySQL instance, save creds to a vault.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7260" y="2788920"/>
            <a:ext cx="0" cy="1828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schema.sql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3017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schema once. Use a migration tool for further changes.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37260" y="3566160"/>
            <a:ext cx="0" cy="1828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service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37947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 / cPanel. Point to the public/ folder.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7260" y="4343400"/>
            <a:ext cx="0" cy="1828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4572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env vars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45720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DB_*, JWT_SECRET, CORS_ALLOWED_ORIGINS — copy from .env.example.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37260" y="5120640"/>
            <a:ext cx="0" cy="1828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640080" y="53035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640080" y="5303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17320" y="5349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12080" y="53492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https://api.books.utm.my/api/books → 200.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Deployment — High Level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713232" y="1389888"/>
            <a:ext cx="10917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Vercel (one-time)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vercel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login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--prod                 # uploads dist/, gives an HTTPS URL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Netlify (one-time)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netlify-cli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netlify login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netlify deploy --prod --dir=dist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Render (Static Site)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Connect GitHub repo, set build command: npm run build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Publish directory: dist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Add the env var VITE_API_BASE_URL via the dashboard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deployment: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Update CORS_ALLOWED_ORIGINS on the backend to include the frontend URL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Test login + protected calls in the deployed app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Set HSTS only AFTER you confirm HTTPS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→ MOBILE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— One Web App, Native Wrappers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Capacitor?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Re-uses the same Vue dist/ folder you already built.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real native iOS / Android project.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API exposes camera, geolocation, push, file system…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replacement for Cordova; backed by the Ionic team.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fine without Ionic UI — pair it with any framework.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280160"/>
            <a:ext cx="5532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(your code)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core runtime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 (Chromium on Android, WKWebView on iOS)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/ Xcode for the final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17+ for Android (matches Capacitor 6+)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Vue dist/ to Android — In 6 Commands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713232" y="1389888"/>
            <a:ext cx="10917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Add Capacitor to your existing Vue project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@capacitor/core @capacitor/cli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cap init books-app com.utm.books --web-dir=dist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Add the Android platform (creates an android/ folder)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@capacitor/android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cap add android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Build the web app first — Capacitor copies dist/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cap sync android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Open Android Studio, then Run ▶  on an emulator/device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cap open android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Need a release APK?  In Android Studio: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Build → Generate Signed Bundle / APK → APK → Release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NATIVE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Plugins — Mix Web with Device APIs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@capacitor/camera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photos / pick from gallery.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66294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@capacitor/geolocation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lat/lng for location features.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86868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@capacitor/filesystem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749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app and shared files.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88036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6309360" y="288036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662940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@capacitor/push-notifications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3749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integration.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86868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notifications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@capacitor/local-notifications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5257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reminders without a server.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438912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6309360" y="438912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662940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Status bar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29400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@capacitor/app + @capacitor/status-bar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5257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events, status-bar tweaks.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APK TO PLAY STORE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Releasing an Android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signing key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keytool -genkey -v -keystore release.keystore … (do this ONCE, keep it safe).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gradle.properties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MYAPP_RELEASE_STORE_FILE / MYAPP_RELEASE_KEY_ALIAS / MYAPP_RELEASE_STORE_PASSWORD.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017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signed AAB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01752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→ Build → Generate Signed Bundle.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7315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Play Console listing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79476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account, US$25 one-time fee, app metadata + screenshots.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731520" y="466344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572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/ closed testing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4572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a small group first; iterate before public.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731520" y="544068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7315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5349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release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534924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tested track. Roll-outs are staged automatically.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LAUNCH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the System You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15087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frontend errors (Sentry) and backend logs (file or service).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5087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monitors (UptimeRobot, Better Stack) ping /api/health every minute.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868680" y="30175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30175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vitals, API response times, slow query logs.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88036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6309360" y="288036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868680" y="30175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30175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DB snapshot + weekly off-site copy. Test restores quarterly.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868680" y="452628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68880" y="45262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re-deploy previous build. Backend: keep the last green tag.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389120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6309360" y="438912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868680" y="452628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68880" y="45262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5xx spikes, login-failure spikes, certificate expiry, disk near full.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 THESE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Deployment Pitfalls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localhost in the bundle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VITE_API_BASE_URL — set per environment.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6537960" y="16459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6537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CORS_ALLOWED_ORIGINS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blocks the call; you'll see CORS errors.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777240" y="320040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7772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.env to production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host's secrets dashboard instead.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6537960" y="320040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65379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Re-using dev JWT_SECRET in prod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Rotate. Treat secrets as one-environment-only.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777240" y="47548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7772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serve over HTTPS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certs from Let's Encrypt or your host.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4805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6537960" y="47548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6537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 before announcing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/ and do one full register → login → CRUD flow.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KNOW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Chapter 13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+ Slim + JWT meet via Axios with an interceptor and a Pinia auth store.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00400" y="23774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Prod differs in URLs, CORS, secrets, TLS, and error verbosity.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00400" y="33375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= static dist/ (Vercel/Netlify). Backend + DB on a managed host.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868680" y="4297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00400" y="42976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wraps your built web app into a native Android/iOS shell.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868680" y="5257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200400" y="52578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monitor, alert, rollback. Launch is day-one of operations.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13 • Integration, Deployment and Mobile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Books App.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Vue 3 frontend, integrate it with your hardened API, deploy both to free cloud hosting, then wrap as an Android app.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28016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Vue 3 + Vite + Pinia frontend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62686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1280160" y="45811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Axios with a JWT interceptor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95604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280160" y="4910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Ch12 API on localhost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528523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1280160" y="5239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production, switch env URLs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561441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1280160" y="55686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backend + frontend + database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59436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128016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with Capacitor → Android APK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627278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1280160" y="62270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full flow end-to-end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2825</TotalTime>
  <Words>2537</Words>
  <Application>Microsoft Office PowerPoint</Application>
  <PresentationFormat>Widescreen</PresentationFormat>
  <Paragraphs>438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13 — Integration, Deployment and Mobile</dc:title>
  <dc:subject>PptxGenJS Presentation</dc:subject>
  <dc:creator>SCSM2223</dc:creator>
  <cp:lastModifiedBy>HISHAMMUDDIN BIN ASMUNI @ HASMUNI</cp:lastModifiedBy>
  <cp:revision>2</cp:revision>
  <dcterms:created xsi:type="dcterms:W3CDTF">2026-05-08T01:37:47Z</dcterms:created>
  <dcterms:modified xsi:type="dcterms:W3CDTF">2026-06-18T04:50:56Z</dcterms:modified>
</cp:coreProperties>
</file>