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50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1" d="100"/>
          <a:sy n="61" d="100"/>
        </p:scale>
        <p:origin x="624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BA79A5-56A7-9E94-B071-A0DD5D3964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6644D-7BFF-4C5F-A00D-81B19950C2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A6DCC-4D59-4CEC-A210-0A635A3E756F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65D84-359E-A7CE-64AF-C05CFCAF70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9263A-437F-45A1-2CFF-E96C5C21FB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894E5-205A-4131-8A36-8B7C2BB10BC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2524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96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9144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Development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Vue · Axios · Forms · JSON Server CRUD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4400">
              <a:latin typeface="Aptos Black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Back-end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client-server model and the role of a back-end in a modern web application.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4400">
              <a:latin typeface="Aptos Black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Vue to API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95160" y="23317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Vue 3 application with an HTTP back-end using the Axios client library.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4400">
              <a:latin typeface="Aptos Black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Forms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25880" y="475488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validate and submit user input with v-model and native form events in Vue 3.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217920" y="41605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4400">
              <a:latin typeface="Aptos Black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16052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516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CRUD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95160" y="475488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JSON Server to simulate a REST API and implement Create, Read, Update and Delete operations.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Back-end Development?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8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r>
              <a:rPr lang="en-US" sz="2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everything the user does not see, but that makes the application actually work.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hold persistent information like students, users, and orders.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83280" y="24688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3383280" y="24688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61188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063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decide what a request is allowed to do and how to process it.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users, issuing tokens, and protecting private data.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9052560" y="2468880"/>
            <a:ext cx="73152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928116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063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endpoints that the front-end calls to read or modify data.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chapter, we simulate a real back-end with a tiny tool called JSON Server, so we can focus on how the front-end talks to it.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Client–Server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20040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Vue 3 app (browser)</a:t>
            </a:r>
            <a:endParaRPr lang="en-US" sz="1600" b="1" dirty="0">
              <a:highlight>
                <a:srgbClr val="00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 UI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form input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Sends HTTP requests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responses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20040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MySQL</a:t>
            </a:r>
            <a:endParaRPr lang="en-US" sz="1600" b="1" dirty="0">
              <a:highlight>
                <a:srgbClr val="00FF00"/>
              </a:highlight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0" y="3246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Listens on port 3000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Talks to MySQL via mysql2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prepared SQL queries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JSON responses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3108960"/>
            <a:ext cx="429768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 flipH="1">
            <a:off x="3962401" y="3840480"/>
            <a:ext cx="426719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93192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(GET/POST/PUT/DELETE)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31919" y="385496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(JSON data)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talks to MySQL directly. The Vue front-end sends HTTP to the Express API, which is the only layer that runs SQL against the database.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vs Back-end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73677"/>
              </p:ext>
            </p:extLst>
          </p:nvPr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(HTML/CSS/JS)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(Node, Python, etc.)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 &amp; interactions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rules, authentication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tools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3, React, Tailwind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Express, Django, JSON Server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user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what users see &amp; click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behind the scenes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course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 + Axios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Server (simulated REST API)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41103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the back-end is typically built with Express, Django, Laravel, or similar. JSON Server lets us focus on the HTTP conversation without writing server-side code.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REST API?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 — a style for designing networked APIs around resources and HTTP verbs.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73152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URLs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not verbs. Example: /students, /students/3.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9260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73152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verbs have meaning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reads, POST creates, PUT/PATCH updates, DELETE removes.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73152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029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 everything needed; the server stores no session between calls.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43484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6126480" y="4434840"/>
            <a:ext cx="73152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6309360" y="46177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63093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exchanged as JSON, the universal format for modern web APIs.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VERBS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You Will 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20405"/>
            <a:ext cx="146304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8" name="Text 6"/>
          <p:cNvSpPr/>
          <p:nvPr/>
        </p:nvSpPr>
        <p:spPr>
          <a:xfrm>
            <a:off x="548640" y="1220405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94560" y="126612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158616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0" y="140328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IDEMPOTENT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2089085"/>
            <a:ext cx="14630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3" name="Text 11"/>
          <p:cNvSpPr/>
          <p:nvPr/>
        </p:nvSpPr>
        <p:spPr>
          <a:xfrm>
            <a:off x="548640" y="2089085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94560" y="213480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resource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4560" y="245484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/students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227196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IDEMPOTENT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2957765"/>
            <a:ext cx="14630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8" name="Text 16"/>
          <p:cNvSpPr/>
          <p:nvPr/>
        </p:nvSpPr>
        <p:spPr>
          <a:xfrm>
            <a:off x="548640" y="2957765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94560" y="300348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resource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194560" y="332352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/students/3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0" y="314064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8640" y="3826445"/>
            <a:ext cx="146304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3" name="Text 21"/>
          <p:cNvSpPr/>
          <p:nvPr/>
        </p:nvSpPr>
        <p:spPr>
          <a:xfrm>
            <a:off x="548640" y="3826445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94560" y="387216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some fields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194560" y="419220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/students/3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58000" y="400932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IDEMPOTENT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" y="4695125"/>
            <a:ext cx="146304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8" name="Text 26"/>
          <p:cNvSpPr/>
          <p:nvPr/>
        </p:nvSpPr>
        <p:spPr>
          <a:xfrm>
            <a:off x="548640" y="4695125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194560" y="474084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resource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194560" y="506088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/students/3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0" y="487800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8640" y="5700964"/>
            <a:ext cx="10972800" cy="699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r>
              <a:rPr lang="en-US" sz="2400" i="1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calling it multiple times gives the same result. POST is not idempotent because each call creates a new record.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66583"/>
            <a:ext cx="269748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48640" y="1266583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95238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09583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731520" y="2546743"/>
            <a:ext cx="2468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1266583"/>
            <a:ext cx="26974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383280" y="1266583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83280" y="195238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409583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566160" y="2546743"/>
            <a:ext cx="2468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Moved Permanently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Not Modified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217920" y="1266583"/>
            <a:ext cx="26974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217920" y="1266583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195238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2409583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6400800" y="2546743"/>
            <a:ext cx="2468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052560" y="1266583"/>
            <a:ext cx="26974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9052560" y="1266583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052560" y="195238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2409583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9235440" y="2546743"/>
            <a:ext cx="2468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</a:t>
            </a:r>
            <a:endParaRPr lang="en-US" sz="28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Service Unavailable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8640" y="5564264"/>
            <a:ext cx="11064240" cy="784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the response status in your code — especially in error handlers. Axios treats anything 4xx/5xx as a rejected promise by default.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Vue to Backend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Vue app to talk to a real API.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HTTP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vs Axios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4701"/>
            <a:ext cx="5394960" cy="6400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48640" y="1284701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1924781"/>
            <a:ext cx="5394960" cy="280024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" name="Text 8"/>
          <p:cNvSpPr/>
          <p:nvPr/>
        </p:nvSpPr>
        <p:spPr>
          <a:xfrm>
            <a:off x="822960" y="2061941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Built into the browser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No install needed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Does not parse JSON automatically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Does not reject on HTTP errors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No global config / interceptors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4701"/>
            <a:ext cx="53949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126480" y="1284701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4781"/>
            <a:ext cx="5394960" cy="280024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4" name="Text 12"/>
          <p:cNvSpPr/>
          <p:nvPr/>
        </p:nvSpPr>
        <p:spPr>
          <a:xfrm>
            <a:off x="6400800" y="2061941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Auto JSON parsing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Rejects on 4xx / 5xx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Interceptors &amp; instances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Request / response transforms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Timeout &amp; cancellation built-in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087152"/>
            <a:ext cx="10972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6" name="Shape 14"/>
          <p:cNvSpPr/>
          <p:nvPr/>
        </p:nvSpPr>
        <p:spPr>
          <a:xfrm>
            <a:off x="548640" y="5059993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777240" y="5125181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choice: Axios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5536661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gives us a clean, config-driven client that behaves predictably and plays nicely with Vue's reactivity. We'll use it throughout this chapter.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fetch()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76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comparison, here is what a simple GET looks like with the built-in fetch API: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728216"/>
            <a:ext cx="1106424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58368" y="1819656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822960" y="181965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87552" y="181965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188720" y="1773936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fetch-example.js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Fetch: two awaits, manual JSON parsing, manual error checks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getStudents()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fetch('http://localhost:3000/students')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(!response.ok)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Error('HTTP ' + response.status)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response.json()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680" y="457200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777240" y="44622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move on from fetch()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77240" y="4873752"/>
            <a:ext cx="10698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we had to: (1) call response.json() ourselves, (2) manually check response.ok, and (3) write our own error handling.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does all of this out of the box.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Axios?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2057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Promise-based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with async/await.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4251960" y="1737360"/>
            <a:ext cx="73152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Shape 13"/>
          <p:cNvSpPr/>
          <p:nvPr/>
        </p:nvSpPr>
        <p:spPr>
          <a:xfrm>
            <a:off x="4434840" y="1920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6" name="Text 14"/>
          <p:cNvSpPr/>
          <p:nvPr/>
        </p:nvSpPr>
        <p:spPr>
          <a:xfrm>
            <a:off x="4434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by default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Auto-parses JSON and auto-sets Content-Type.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20" name="Shape 18"/>
          <p:cNvSpPr/>
          <p:nvPr/>
        </p:nvSpPr>
        <p:spPr>
          <a:xfrm>
            <a:off x="7955280" y="173736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1" name="Shape 19"/>
          <p:cNvSpPr/>
          <p:nvPr/>
        </p:nvSpPr>
        <p:spPr>
          <a:xfrm>
            <a:off x="813816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2" name="Text 20"/>
          <p:cNvSpPr/>
          <p:nvPr/>
        </p:nvSpPr>
        <p:spPr>
          <a:xfrm>
            <a:off x="8138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7325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732520" y="2331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before every request / after every response.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73152" cy="2057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8" name="Text 26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2588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25880" y="4617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configured clients with baseURL, timeout, headers.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25196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32" name="Shape 30"/>
          <p:cNvSpPr/>
          <p:nvPr/>
        </p:nvSpPr>
        <p:spPr>
          <a:xfrm>
            <a:off x="4251960" y="4023360"/>
            <a:ext cx="73152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3" name="Shape 31"/>
          <p:cNvSpPr/>
          <p:nvPr/>
        </p:nvSpPr>
        <p:spPr>
          <a:xfrm>
            <a:off x="4434840" y="42062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4" name="Text 32"/>
          <p:cNvSpPr/>
          <p:nvPr/>
        </p:nvSpPr>
        <p:spPr>
          <a:xfrm>
            <a:off x="44348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92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029200" y="4617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in-flight requests using AbortController.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955280" y="402336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38" name="Shape 36"/>
          <p:cNvSpPr/>
          <p:nvPr/>
        </p:nvSpPr>
        <p:spPr>
          <a:xfrm>
            <a:off x="7955280" y="4023360"/>
            <a:ext cx="73152" cy="2057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9" name="Shape 37"/>
          <p:cNvSpPr/>
          <p:nvPr/>
        </p:nvSpPr>
        <p:spPr>
          <a:xfrm>
            <a:off x="8138160" y="42062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40" name="Text 38"/>
          <p:cNvSpPr/>
          <p:nvPr/>
        </p:nvSpPr>
        <p:spPr>
          <a:xfrm>
            <a:off x="81381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73252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732520" y="4617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in the browser and in Node.js.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Axios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root of your Vue project, run: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axios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import Axios in any module that needs to make HTTP calls: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658368" y="388620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987552" y="3886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studentApi.js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src/api/studentApi.js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axios.get('http://localhost:3000/students')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console.log(response.data)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51176" y="5742432"/>
            <a:ext cx="6208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organize all HTTP calls into a dedicated service module — more on that in a moment.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HTTP client for Vue.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GET Request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25296"/>
            <a:ext cx="1106424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31673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31673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271016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basic-get.js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545336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loadStudents()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response = await axios.get('http://localhost:3000/students')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console.log(response.data)    // the parsed JSON body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console.log(response.status)  // HTTP status code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console.error('Failed to fetch:', error.message)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4782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548640" y="4425696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Text 13"/>
          <p:cNvSpPr/>
          <p:nvPr/>
        </p:nvSpPr>
        <p:spPr>
          <a:xfrm>
            <a:off x="777240" y="4608576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response.data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5020056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parsed JSON body. You rarely need anything else.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0" y="4425696"/>
            <a:ext cx="6126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8" name="Shape 16"/>
          <p:cNvSpPr/>
          <p:nvPr/>
        </p:nvSpPr>
        <p:spPr>
          <a:xfrm>
            <a:off x="5632704" y="4425696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9" name="Text 17"/>
          <p:cNvSpPr/>
          <p:nvPr/>
        </p:nvSpPr>
        <p:spPr>
          <a:xfrm>
            <a:off x="5779008" y="4462272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779008" y="4873752"/>
            <a:ext cx="5864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rejects its promise on any 4xx or 5xx response — wrap calls in try / catch or .catch().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CONFIG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Axios Instance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avoids repeating baseURL, timeouts, and headers in every call.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0698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src/api/studentApi.js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apiClient = axios.create({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'http://localhost:3000',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5000,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'Content-Type': 'application/json',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Accept: 'application/json'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apiClient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7315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777240" y="5527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7240" y="5763067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back-end call inside one module (for example, src/api/). Components should never import axios directly.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PUT · PATCH · DELETE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crud.js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— send a new object, server assigns an id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apiClient.post('/students', { name: 'Aina', gpa: 3.8 })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(replace all fields)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apiClient.put('/students/3', {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'Aina Zahra', matricNo: 'A22CS0033', gpa: 3.9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(update only the listed fields)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apiClient.patch('/students/3', { gpa: 3.95 })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(remove by id)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apiClient.delete('/students/3')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SHAPE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Response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12064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response.js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apiClient.get('/students/1')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res.data        // parsed JSON body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      // e.g. 200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res.statusText  // e.g. 'OK'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res.headers     // response headers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res.config      // the request config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res.request     // low-level request object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88504" y="1141831"/>
            <a:ext cx="6303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4" name="Shape 12"/>
          <p:cNvSpPr/>
          <p:nvPr/>
        </p:nvSpPr>
        <p:spPr>
          <a:xfrm>
            <a:off x="5888504" y="1141831"/>
            <a:ext cx="8620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5" name="Text 13"/>
          <p:cNvSpPr/>
          <p:nvPr/>
        </p:nvSpPr>
        <p:spPr>
          <a:xfrm>
            <a:off x="6117104" y="1324711"/>
            <a:ext cx="58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17104" y="1736191"/>
            <a:ext cx="58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almost always want — the parsed body.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888504" y="2239111"/>
            <a:ext cx="6303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8" name="Shape 16"/>
          <p:cNvSpPr/>
          <p:nvPr/>
        </p:nvSpPr>
        <p:spPr>
          <a:xfrm>
            <a:off x="5888504" y="2239111"/>
            <a:ext cx="8620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9" name="Text 17"/>
          <p:cNvSpPr/>
          <p:nvPr/>
        </p:nvSpPr>
        <p:spPr>
          <a:xfrm>
            <a:off x="6117104" y="2421991"/>
            <a:ext cx="58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17104" y="2833471"/>
            <a:ext cx="58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 (200, 404, 500…).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888504" y="3336391"/>
            <a:ext cx="6303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22" name="Shape 20"/>
          <p:cNvSpPr/>
          <p:nvPr/>
        </p:nvSpPr>
        <p:spPr>
          <a:xfrm>
            <a:off x="5888504" y="3336391"/>
            <a:ext cx="8620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23" name="Text 21"/>
          <p:cNvSpPr/>
          <p:nvPr/>
        </p:nvSpPr>
        <p:spPr>
          <a:xfrm>
            <a:off x="6117104" y="3519271"/>
            <a:ext cx="58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17104" y="3930751"/>
            <a:ext cx="58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headers — useful for auth tokens.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888504" y="4433671"/>
            <a:ext cx="6303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5888504" y="4433671"/>
            <a:ext cx="8620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6117104" y="4616551"/>
            <a:ext cx="58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17104" y="5028031"/>
            <a:ext cx="58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for logging the original request.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25415"/>
            <a:ext cx="11064240" cy="436098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327055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9" name="Shape 7"/>
          <p:cNvSpPr/>
          <p:nvPr/>
        </p:nvSpPr>
        <p:spPr>
          <a:xfrm>
            <a:off x="822960" y="1327055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10" name="Shape 8"/>
          <p:cNvSpPr/>
          <p:nvPr/>
        </p:nvSpPr>
        <p:spPr>
          <a:xfrm>
            <a:off x="987552" y="1327055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11" name="Text 9"/>
          <p:cNvSpPr/>
          <p:nvPr/>
        </p:nvSpPr>
        <p:spPr>
          <a:xfrm>
            <a:off x="1188720" y="1281335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error-handling.js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590824"/>
            <a:ext cx="10698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apiClient.post('/students', payload)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success path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(err.response)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server responded with a non-2xx status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console.error('Status:', err.response.status, err.response.data)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(err.request)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request was sent but no response received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console.error('No response — is the server running?')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something else went wrong setting up the request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console.error('Error:', err.message)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72640" y="5574323"/>
            <a:ext cx="76457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three shapes of Axios errors — they all need different user-facing messages.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7430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run before every request or after every response. Use them for logging, auth, or showing a loader.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interceptors.js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interceptor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apiClient.interceptors.request.use((config) =&gt;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console.log(`[API] ${config.method.toUpperCase()} ${config.url}`)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localStorage.getItem('token')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(token) config.headers.Authorization = `Bearer ${token}`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config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interceptor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apiClient.interceptors.response.use(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(res)  =&gt; res,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(err) =&gt;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(err.response?.status === 401) location.href = '/login'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Promise.reject(err)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in a Vue Component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72308"/>
            <a:ext cx="11064240" cy="51370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dirty="0"/>
          </a:p>
        </p:txBody>
      </p:sp>
      <p:sp>
        <p:nvSpPr>
          <p:cNvPr id="8" name="Shape 6"/>
          <p:cNvSpPr/>
          <p:nvPr/>
        </p:nvSpPr>
        <p:spPr>
          <a:xfrm>
            <a:off x="658368" y="1338778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9" name="Shape 7"/>
          <p:cNvSpPr/>
          <p:nvPr/>
        </p:nvSpPr>
        <p:spPr>
          <a:xfrm>
            <a:off x="822960" y="133877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10" name="Shape 8"/>
          <p:cNvSpPr/>
          <p:nvPr/>
        </p:nvSpPr>
        <p:spPr>
          <a:xfrm>
            <a:off x="987552" y="133877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11" name="Text 9"/>
          <p:cNvSpPr/>
          <p:nvPr/>
        </p:nvSpPr>
        <p:spPr>
          <a:xfrm>
            <a:off x="1188720" y="129305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StudentList.vue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507124"/>
            <a:ext cx="10698480" cy="4665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setup&gt;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ref, onMounted } from 'vue'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getStudents } from '../api/studentApi.js'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students = ref([])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loading  = ref(false)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error    = ref('')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load()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loading.value = true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getStudents()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students.value = res.data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 error.value = 'Could not load.' 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finally { loading.value = false 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onMounted(load)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Axios Pitfalls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errors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is on a different origin, enable CORS or use a proxy. JSON Server enables it by default.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this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uses arrow functions — no this binding issues, but watch for it in class components.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2588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.data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25880" y="3840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response.data is what you want. res itself is the whole envelope.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6126480" y="324612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6309360" y="34290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0372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URLs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03720" y="3840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 through a service module with a shared baseURL for portability.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32588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Swallowed errors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325880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catch(() =&gt; {}). Log, report, or surface to the user.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26480" y="47548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6126480" y="475488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7"/>
          <p:cNvSpPr/>
          <p:nvPr/>
        </p:nvSpPr>
        <p:spPr>
          <a:xfrm>
            <a:off x="6309360" y="49377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6309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0372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903720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triggers many requests quickly, cancel stale ones with AbortController.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Vue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and validating user input in Vue.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FORM DIRECTIVE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— Two-way Data Binding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keeps a reactive variable and an input element in sync — automatically.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Greeting.vue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&lt;template&gt;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v-model="name" /&gt;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&lt;p&gt;Hello, {{ name }}!&lt;/p&gt;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&lt;/template&gt;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setup&gt;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ref } from 'vue'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ref('')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73152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is short for :value="name" and @input="name = $event.target.value".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7315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input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4389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textarea, checkbox, radio, select — Vue picks the right event and property automatically.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NUMBER, LAZY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Modifiers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749214"/>
              </p:ext>
            </p:extLst>
          </p:nvPr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.lazy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on change instead of input.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v-model.lazy="msg" /&gt;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.number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the value to a number.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v-model.number="age" /&gt;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.trim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Auto-trim whitespace.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v-model.trim="username" /&gt;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658368" y="466344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987552" y="46634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9"/>
          <p:cNvSpPr/>
          <p:nvPr/>
        </p:nvSpPr>
        <p:spPr>
          <a:xfrm>
            <a:off x="1188720" y="46177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modifiers.html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48920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v-model.number="form.gpa"  type="number" step="0.01" /&gt;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v-model.trim="form.name"   type="text" /&gt;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v-model.lazy="form.notes"  type="text" /&gt;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CHECKBOX · RADIO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Different Inputs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inputs.vue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SELECT --&gt;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v-model="form.faculty"&gt;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value=""&gt;-- Select --&lt;/option&gt;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value="FSKSM"&gt;FSKSM (Computing)&lt;/option&gt;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value="FKE"&gt;FKE (Electrical)&lt;/option&gt;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CHECKBOX (boolean) --&gt;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v-model="form.active"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CHECKBOX GROUP (array) --&gt;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value="vue"   v-model="skills"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value="axios" v-model="skills"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RADIO --&gt;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value="male"   v-model="form.gender"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value="female" v-model="form.gender" /&gt;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@SUBMIT.PREVENT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the 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05286"/>
            <a:ext cx="110642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SubmitExample.vue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&lt;template&gt;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@submit.prevent="onSubmit"&gt;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v-model.trim="form.name" placeholder="Name"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v-model.number="form.gpa" type="number" step="0.01" /&gt;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type="submit"&gt;Save&lt;/button&gt;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&lt;/template&gt;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setup&gt;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ref } from 'vue'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ref({ name: '', gpa: 0 })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onSubmit()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send form.value to the API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777240" y="576793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.prevent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6179416"/>
            <a:ext cx="10698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browser's default form submission (which would reload the page).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attributes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min, max, type="email", pattern — free and automatic.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JS function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validate() function that sets an errors object. Flexible and testable.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properties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25880" y="45262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cross-field rules (e.g. passwordConfirm must match password).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26" name="Shape 24"/>
          <p:cNvSpPr/>
          <p:nvPr/>
        </p:nvSpPr>
        <p:spPr>
          <a:xfrm>
            <a:off x="6126480" y="3931920"/>
            <a:ext cx="73152" cy="2011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7" name="Shape 25"/>
          <p:cNvSpPr/>
          <p:nvPr/>
        </p:nvSpPr>
        <p:spPr>
          <a:xfrm>
            <a:off x="6309360" y="41148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8" name="Text 26"/>
          <p:cNvSpPr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0372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libraries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03720" y="45262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VeeValidate, Vuelidate or Zod on larger forms.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8640" y="59869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on the server too — the browser is not a security boundary.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USED IN THE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55032"/>
            <a:ext cx="11064240" cy="5245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3055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3055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3055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2598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StudentForm.vue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53416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errors = ref({})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matricRegex = /^[A-Z][0-9]{2}[A-Z]{2}[0-9]{4}$/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validate()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 = {}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(!form.value.name.trim())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e.name = 'Name is required.'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(!matricRegex.test(form.value.matricNo))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e.matricNo = 'Format: A21CS0001'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(form.value.gpa &lt; 0 || form.value.gpa &gt; 4)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e.gpa = 'GPA must be 0.00 – 4.00.'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errors.value = 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Object.keys(e).length === 0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onSubmit()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(!validate()) return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createStudent(form.value)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MySQL CRUD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REST API backed by a persistent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THREE-TIER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Express + MySQL?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Vue with a real Node.js API and a persistent MySQL database — the same stack you would deploy in production.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32461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survive restarts — stored on disk in MySQL InnoDB tables.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51960" y="26517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5" name="Shape 13"/>
          <p:cNvSpPr/>
          <p:nvPr/>
        </p:nvSpPr>
        <p:spPr>
          <a:xfrm>
            <a:off x="4251960" y="265176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6" name="Shape 14"/>
          <p:cNvSpPr/>
          <p:nvPr/>
        </p:nvSpPr>
        <p:spPr>
          <a:xfrm>
            <a:off x="4434840" y="2834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7" name="Text 15"/>
          <p:cNvSpPr/>
          <p:nvPr/>
        </p:nvSpPr>
        <p:spPr>
          <a:xfrm>
            <a:off x="4434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stack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MySQL is one of the most widely used web stacks.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55280" y="26517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21" name="Shape 19"/>
          <p:cNvSpPr/>
          <p:nvPr/>
        </p:nvSpPr>
        <p:spPr>
          <a:xfrm>
            <a:off x="7955280" y="265176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2" name="Shape 20"/>
          <p:cNvSpPr/>
          <p:nvPr/>
        </p:nvSpPr>
        <p:spPr>
          <a:xfrm>
            <a:off x="8138160" y="28346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3" name="Text 21"/>
          <p:cNvSpPr/>
          <p:nvPr/>
        </p:nvSpPr>
        <p:spPr>
          <a:xfrm>
            <a:off x="81381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325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IDs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32520" y="32461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AUTO_INCREMENT assigns ids on every INSERT, just like JSON Server did.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73152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8" name="Shape 26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2588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power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25880" y="5074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 and aggregate with full SQL — joins, indexes, aggregates.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25196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33" name="Shape 31"/>
          <p:cNvSpPr/>
          <p:nvPr/>
        </p:nvSpPr>
        <p:spPr>
          <a:xfrm>
            <a:off x="4251960" y="4480560"/>
            <a:ext cx="73152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4" name="Shape 32"/>
          <p:cNvSpPr/>
          <p:nvPr/>
        </p:nvSpPr>
        <p:spPr>
          <a:xfrm>
            <a:off x="4434840" y="46634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5" name="Text 33"/>
          <p:cNvSpPr/>
          <p:nvPr/>
        </p:nvSpPr>
        <p:spPr>
          <a:xfrm>
            <a:off x="44348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2920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029200" y="5074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 + cors package lets the Vite dev server call the API.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95528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39" name="Shape 37"/>
          <p:cNvSpPr/>
          <p:nvPr/>
        </p:nvSpPr>
        <p:spPr>
          <a:xfrm>
            <a:off x="7955280" y="4480560"/>
            <a:ext cx="73152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40" name="Shape 38"/>
          <p:cNvSpPr/>
          <p:nvPr/>
        </p:nvSpPr>
        <p:spPr>
          <a:xfrm>
            <a:off x="8138160" y="46634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41" name="Text 39"/>
          <p:cNvSpPr/>
          <p:nvPr/>
        </p:nvSpPr>
        <p:spPr>
          <a:xfrm>
            <a:off x="81381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73252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Laragon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732520" y="5074920"/>
            <a:ext cx="272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ships with Laragon; only Node.js and npm packages are extra.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Backend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417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backend dependencies (one time):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933956"/>
            <a:ext cx="110642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9" name="Text 7"/>
          <p:cNvSpPr/>
          <p:nvPr/>
        </p:nvSpPr>
        <p:spPr>
          <a:xfrm>
            <a:off x="604520" y="19558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4003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server &amp;&amp; npm install express mysql2 cors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API server (every time you code):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3" name="Text 11"/>
          <p:cNvSpPr/>
          <p:nvPr/>
        </p:nvSpPr>
        <p:spPr>
          <a:xfrm>
            <a:off x="621792" y="362102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server/index.js     (or use: npm run server)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3152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listens on port 3000, accepts JSON requests from the Vue app, runs prepared SQL through mysql2, and sends JSON responses back.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7315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1" name="Text 19"/>
          <p:cNvSpPr/>
          <p:nvPr/>
        </p:nvSpPr>
        <p:spPr>
          <a:xfrm>
            <a:off x="644652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51206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Laragon's MySQL service is green BEFORE starting the API, otherwise the first request will fail with ECONNREFUSED 127.0.0.1:3306.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seed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sql/schema.sql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student_records;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student_records;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students 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INT AUTO_INCREMENT PRIMARY KEY,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matricNo VARCHAR(10)  NOT NULL UNIQUE,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VARCHAR(120)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   VARCHAR(150)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faculty  VARCHAR(30) 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      DECIMAL(3,2)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VARCHAR(120)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     TINYINT      NOT NULL,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  TINYINT(1)   NOT NULL DEFAULT 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(matricNo, name, course, faculty,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gpa, email, year, active) VALUES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('A21CS0001', 'Ahmad Zulkarnain bin Hassan',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'BSc Computer Science', 'FSKSM', 3.75,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'ahmad.zulkarnain@graduate.utm.my', 3, 1);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script once in HeidiSQL (Laragon). The Vue front-end never sees SQL — all queries go through the Express API.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Fetching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360552"/>
              </p:ext>
            </p:extLst>
          </p:nvPr>
        </p:nvGraphicFramePr>
        <p:xfrm>
          <a:off x="548640" y="1645920"/>
          <a:ext cx="11064240" cy="2377440"/>
        </p:xfrm>
        <a:graphic>
          <a:graphicData uri="http://schemas.openxmlformats.org/drawingml/2006/table">
            <a:tbl>
              <a:tblPr/>
              <a:tblGrid>
                <a:gridCol w="634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/students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students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/students/3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with id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/students?faculty=FSKSM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exact match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/students?_sort=gpa&amp;_order=desc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/students?q=aisyah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Full-text search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97680"/>
            <a:ext cx="1106424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9" name="Shape 6"/>
          <p:cNvSpPr/>
          <p:nvPr/>
        </p:nvSpPr>
        <p:spPr>
          <a:xfrm>
            <a:off x="658368" y="43891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" name="Shape 7"/>
          <p:cNvSpPr/>
          <p:nvPr/>
        </p:nvSpPr>
        <p:spPr>
          <a:xfrm>
            <a:off x="822960" y="43891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1" name="Shape 8"/>
          <p:cNvSpPr/>
          <p:nvPr/>
        </p:nvSpPr>
        <p:spPr>
          <a:xfrm>
            <a:off x="987552" y="43891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2" name="Text 9"/>
          <p:cNvSpPr/>
          <p:nvPr/>
        </p:nvSpPr>
        <p:spPr>
          <a:xfrm>
            <a:off x="1188720" y="43434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studentApi.js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" y="46177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getStudents   = ()   =&gt; apiClient.get('/students')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getStudent    = (id) =&gt; apiClient.get(`/students/${id}`)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searchStudents = (q) =&gt; apiClient.get(`/students?q=${q}`)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Adding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 sz="140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 the new student WITHOUT an id — the server assigns one.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payload =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matricNo: 'A24CS0100',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'Nurul Huda',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course: 'Computer Science', faculty: 'FSKSM',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gpa: 3.8, email: 'nurul@graduate.utm.my', year: 1, active: true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apiClient.post('/students', payload)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140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15" name="Text 13"/>
          <p:cNvSpPr/>
          <p:nvPr/>
        </p:nvSpPr>
        <p:spPr>
          <a:xfrm>
            <a:off x="777240" y="41732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5847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http://localhost:3000/students with the new student as a JSON body.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140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19" name="Text 17"/>
          <p:cNvSpPr/>
          <p:nvPr/>
        </p:nvSpPr>
        <p:spPr>
          <a:xfrm>
            <a:off x="6446520" y="41732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45847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plus the full record including the auto-assigned id from MySQL (returned as result.insertId).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140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23" name="Text 21"/>
          <p:cNvSpPr/>
          <p:nvPr/>
        </p:nvSpPr>
        <p:spPr>
          <a:xfrm>
            <a:off x="777240" y="56362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into local state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6047740"/>
            <a:ext cx="10698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successful POST, append res.data to your reactive students array so the UI updates immediately.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VS PATCH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Changing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update.js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— send the ENTIRE record. Missing fields are wiped.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apiClient.put('/students/3',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matricNo: 'A22EE0015', name: 'Lim Wei Jian',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course: 'Electrical Engineering', faculty: 'FKE',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gpa: 3.65, email: 'lim@graduate.utm.my', year: 2, active: true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— send only the fields that change.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apiClient.patch('/students/3', { gpa: 3.65 })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PUT when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complete object in memory (typical after editing a form). Safer because the UI always reflects the full state.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8" name="Shape 16"/>
          <p:cNvSpPr/>
          <p:nvPr/>
        </p:nvSpPr>
        <p:spPr>
          <a:xfrm>
            <a:off x="6217920" y="402336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9" name="Text 17"/>
          <p:cNvSpPr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PATCH when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4617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or two fields change (e.g. toggling active), or the record is large and you want smaller payloads.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id in the URL — /students/3 — with the id in your state. Never invent ids.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87552" y="173736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delete.js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handleDelete(id) {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(!confirm('Delete this student?')) return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apiClient.delete(`/students/${id}`)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students.value = students.value.filter(s =&gt; s.id !== id)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72872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548640" y="3728720"/>
            <a:ext cx="73152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Text 13"/>
          <p:cNvSpPr/>
          <p:nvPr/>
        </p:nvSpPr>
        <p:spPr>
          <a:xfrm>
            <a:off x="777240" y="391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first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43230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for confirmation before a destructive action — a misclick should not wipe user data.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17920" y="372872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8" name="Shape 16"/>
          <p:cNvSpPr/>
          <p:nvPr/>
        </p:nvSpPr>
        <p:spPr>
          <a:xfrm>
            <a:off x="6217920" y="372872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9" name="Text 17"/>
          <p:cNvSpPr/>
          <p:nvPr/>
        </p:nvSpPr>
        <p:spPr>
          <a:xfrm>
            <a:off x="6446520" y="391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local state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43230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successful DELETE, remove the item from your reactive array so the list updates without an extra round-trip.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251456" y="5847080"/>
            <a:ext cx="7552944" cy="61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tip</a:t>
            </a:r>
            <a:r>
              <a:rPr lang="en-US" sz="2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 a better UX, do an optimistic update — remove from the UI first, rollback if the request fails.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inputs are bound to reactive state with v-model.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14" name="Shape 12"/>
          <p:cNvSpPr/>
          <p:nvPr/>
        </p:nvSpPr>
        <p:spPr>
          <a:xfrm>
            <a:off x="4251960" y="173736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5" name="Shape 13"/>
          <p:cNvSpPr/>
          <p:nvPr/>
        </p:nvSpPr>
        <p:spPr>
          <a:xfrm>
            <a:off x="443484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6" name="Text 14"/>
          <p:cNvSpPr/>
          <p:nvPr/>
        </p:nvSpPr>
        <p:spPr>
          <a:xfrm>
            <a:off x="4434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@submit.prevent triggers a validate() and then a call to the API service.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20" name="Shape 18"/>
          <p:cNvSpPr/>
          <p:nvPr/>
        </p:nvSpPr>
        <p:spPr>
          <a:xfrm>
            <a:off x="7955280" y="1737360"/>
            <a:ext cx="73152" cy="2011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1" name="Shape 19"/>
          <p:cNvSpPr/>
          <p:nvPr/>
        </p:nvSpPr>
        <p:spPr>
          <a:xfrm>
            <a:off x="8138160" y="19202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2" name="Text 20"/>
          <p:cNvSpPr/>
          <p:nvPr/>
        </p:nvSpPr>
        <p:spPr>
          <a:xfrm>
            <a:off x="8138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325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32520" y="23317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configured instance sends the HTTP request to the Express API on port 3000.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7315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8" name="Text 26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2588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4526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runs a prepared SQL query through mysql2; MySQL persists the change and returns rows.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251960" y="39319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32" name="Shape 30"/>
          <p:cNvSpPr/>
          <p:nvPr/>
        </p:nvSpPr>
        <p:spPr>
          <a:xfrm>
            <a:off x="4251960" y="3931920"/>
            <a:ext cx="73152" cy="2011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3" name="Shape 31"/>
          <p:cNvSpPr/>
          <p:nvPr/>
        </p:nvSpPr>
        <p:spPr>
          <a:xfrm>
            <a:off x="4434840" y="41148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4" name="Text 32"/>
          <p:cNvSpPr/>
          <p:nvPr/>
        </p:nvSpPr>
        <p:spPr>
          <a:xfrm>
            <a:off x="4434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29200" y="45262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resolves; you update the reactive students array.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955280" y="39319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38" name="Shape 36"/>
          <p:cNvSpPr/>
          <p:nvPr/>
        </p:nvSpPr>
        <p:spPr>
          <a:xfrm>
            <a:off x="7955280" y="3931920"/>
            <a:ext cx="73152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9" name="Shape 37"/>
          <p:cNvSpPr/>
          <p:nvPr/>
        </p:nvSpPr>
        <p:spPr>
          <a:xfrm>
            <a:off x="8138160" y="41148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40" name="Text 38"/>
          <p:cNvSpPr/>
          <p:nvPr/>
        </p:nvSpPr>
        <p:spPr>
          <a:xfrm>
            <a:off x="81381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3252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732520" y="45262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reactively re-renders the list — no manual DOM code.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68400"/>
            <a:ext cx="11295380" cy="495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back-end exposes data through HTTP endpoints. Vue talks to it with an HTTP client.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is the preferred client: auto JSON, interceptors, instances, clean error handling.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every HTTP call in a dedicated api/ module; components should never import axios directly.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binds a reactive variable to any form input. Combine with .trim, .number, .lazy modifiers.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@submit.prevent + a validate() function is enough for most forms; reach for libraries on large ones.</a:t>
            </a:r>
            <a:endParaRPr lang="en-US" sz="2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Server turns a .json file into a REST API, letting you practise full CRUD without writing a server.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5730240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000"/>
          </a:p>
        </p:txBody>
      </p:sp>
      <p:sp>
        <p:nvSpPr>
          <p:cNvPr id="9" name="Shape 7"/>
          <p:cNvSpPr/>
          <p:nvPr/>
        </p:nvSpPr>
        <p:spPr>
          <a:xfrm>
            <a:off x="739140" y="571500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" name="Text 8"/>
          <p:cNvSpPr/>
          <p:nvPr/>
        </p:nvSpPr>
        <p:spPr>
          <a:xfrm>
            <a:off x="1051560" y="56819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6055360"/>
            <a:ext cx="10332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hands-on — build the Student Records Manager step by step.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Hands-on Preview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Back-end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49840" y="6537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· FSKSM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674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8" name="Shape 6"/>
          <p:cNvSpPr/>
          <p:nvPr/>
        </p:nvSpPr>
        <p:spPr>
          <a:xfrm>
            <a:off x="548640" y="126746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9" name="Shape 7"/>
          <p:cNvSpPr/>
          <p:nvPr/>
        </p:nvSpPr>
        <p:spPr>
          <a:xfrm>
            <a:off x="731520" y="14503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10" name="Text 8"/>
          <p:cNvSpPr/>
          <p:nvPr/>
        </p:nvSpPr>
        <p:spPr>
          <a:xfrm>
            <a:off x="731520" y="145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4503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18618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Vue 3 project with Vite and install Axios and JSON Server.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51960" y="12674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14" name="Shape 12"/>
          <p:cNvSpPr/>
          <p:nvPr/>
        </p:nvSpPr>
        <p:spPr>
          <a:xfrm>
            <a:off x="4251960" y="126746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15" name="Shape 13"/>
          <p:cNvSpPr/>
          <p:nvPr/>
        </p:nvSpPr>
        <p:spPr>
          <a:xfrm>
            <a:off x="4434840" y="14503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16" name="Text 14"/>
          <p:cNvSpPr/>
          <p:nvPr/>
        </p:nvSpPr>
        <p:spPr>
          <a:xfrm>
            <a:off x="4434840" y="145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14503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API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18618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db.json and start JSON Server on port 3000.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55280" y="12674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20" name="Shape 18"/>
          <p:cNvSpPr/>
          <p:nvPr/>
        </p:nvSpPr>
        <p:spPr>
          <a:xfrm>
            <a:off x="7955280" y="126746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21" name="Shape 19"/>
          <p:cNvSpPr/>
          <p:nvPr/>
        </p:nvSpPr>
        <p:spPr>
          <a:xfrm>
            <a:off x="8138160" y="14503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22" name="Text 20"/>
          <p:cNvSpPr/>
          <p:nvPr/>
        </p:nvSpPr>
        <p:spPr>
          <a:xfrm>
            <a:off x="8138160" y="145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32520" y="14503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732520" y="18618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src/api/studentApi.js with an Axios instance and CRUD functions.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8640" y="31877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26" name="Shape 24"/>
          <p:cNvSpPr/>
          <p:nvPr/>
        </p:nvSpPr>
        <p:spPr>
          <a:xfrm>
            <a:off x="548640" y="318770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27" name="Shape 25"/>
          <p:cNvSpPr/>
          <p:nvPr/>
        </p:nvSpPr>
        <p:spPr>
          <a:xfrm>
            <a:off x="731520" y="33705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28" name="Text 26"/>
          <p:cNvSpPr/>
          <p:nvPr/>
        </p:nvSpPr>
        <p:spPr>
          <a:xfrm>
            <a:off x="731520" y="337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370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14984" y="3782060"/>
            <a:ext cx="2962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StudentForm.vue with v-model, validation, and a submit handler.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251960" y="31877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32" name="Shape 30"/>
          <p:cNvSpPr/>
          <p:nvPr/>
        </p:nvSpPr>
        <p:spPr>
          <a:xfrm>
            <a:off x="4251960" y="318770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33" name="Shape 31"/>
          <p:cNvSpPr/>
          <p:nvPr/>
        </p:nvSpPr>
        <p:spPr>
          <a:xfrm>
            <a:off x="4434840" y="33705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34" name="Text 32"/>
          <p:cNvSpPr/>
          <p:nvPr/>
        </p:nvSpPr>
        <p:spPr>
          <a:xfrm>
            <a:off x="4434840" y="337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29200" y="3370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29200" y="37820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StudentList.vue — show, edit and delete records.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955280" y="31877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Y" sz="2200"/>
          </a:p>
        </p:txBody>
      </p:sp>
      <p:sp>
        <p:nvSpPr>
          <p:cNvPr id="38" name="Shape 36"/>
          <p:cNvSpPr/>
          <p:nvPr/>
        </p:nvSpPr>
        <p:spPr>
          <a:xfrm>
            <a:off x="7955280" y="3187700"/>
            <a:ext cx="73152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39" name="Shape 37"/>
          <p:cNvSpPr/>
          <p:nvPr/>
        </p:nvSpPr>
        <p:spPr>
          <a:xfrm>
            <a:off x="8138160" y="33705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 sz="2200"/>
          </a:p>
        </p:txBody>
      </p:sp>
      <p:sp>
        <p:nvSpPr>
          <p:cNvPr id="40" name="Text 38"/>
          <p:cNvSpPr/>
          <p:nvPr/>
        </p:nvSpPr>
        <p:spPr>
          <a:xfrm>
            <a:off x="8138160" y="337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732520" y="3370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732520" y="37820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everything in App.vue; test the full CRUD flow.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 ·   Vue 3 Docs (vuejs.org)   ·   Axios (axios-http.com)   ·   JSON Server (github.com/typicode/json-server)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4530</Words>
  <Application>Microsoft Office PowerPoint</Application>
  <PresentationFormat>Widescreen</PresentationFormat>
  <Paragraphs>755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Black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8 - Back-end Development</dc:title>
  <dc:subject>PptxGenJS Presentation</dc:subject>
  <dc:creator>UTM FSKSM - Web Application Development</dc:creator>
  <cp:lastModifiedBy>HISHAMMUDDIN BIN ASMUNI @ HASMUNI</cp:lastModifiedBy>
  <cp:revision>4</cp:revision>
  <dcterms:created xsi:type="dcterms:W3CDTF">2026-04-23T11:58:54Z</dcterms:created>
  <dcterms:modified xsi:type="dcterms:W3CDTF">2026-05-18T04:06:21Z</dcterms:modified>
</cp:coreProperties>
</file>