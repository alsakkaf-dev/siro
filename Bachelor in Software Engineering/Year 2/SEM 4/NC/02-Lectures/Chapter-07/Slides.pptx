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oleObject" PartName="/ppt/embeddings/oleObject3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</p:sldIdLst>
  <p:sldSz cy="6858000" cx="9144000"/>
  <p:notesSz cx="7315200" cy="9601200"/>
  <p:embeddedFontLst>
    <p:embeddedFont>
      <p:font typeface="Tahoma"/>
      <p:regular r:id="rId97"/>
      <p:bold r:id="rId98"/>
    </p:embeddedFont>
    <p:embeddedFont>
      <p:font typeface="Noto Sans Symbols"/>
      <p:regular r:id="rId99"/>
      <p:bold r:id="rId100"/>
    </p:embeddedFont>
    <p:embeddedFont>
      <p:font typeface="Gill Sans"/>
      <p:regular r:id="rId101"/>
      <p:bold r:id="rId10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03" roundtripDataSignature="AMtx7mgL5uTWT7n5AZKOp7tvU1YCVkC5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58D0AF-A450-474D-B81D-3D948D419B95}">
  <a:tblStyle styleId="{9758D0AF-A450-474D-B81D-3D948D419B95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F6EF"/>
          </a:solidFill>
        </a:fill>
      </a:tcStyle>
    </a:wholeTbl>
    <a:band1H>
      <a:tcTxStyle/>
      <a:tcStyle>
        <a:fill>
          <a:solidFill>
            <a:srgbClr val="CAECDD"/>
          </a:solidFill>
        </a:fill>
      </a:tcStyle>
    </a:band1H>
    <a:band2H>
      <a:tcTxStyle/>
    </a:band2H>
    <a:band1V>
      <a:tcTxStyle/>
      <a:tcStyle>
        <a:fill>
          <a:solidFill>
            <a:srgbClr val="CAECDD"/>
          </a:solidFill>
        </a:fill>
      </a:tcStyle>
    </a:band1V>
    <a:band2V>
      <a:tcTxStyle/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FEC1368E-C749-4388-84A4-6E42AB398109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customschemas.google.com/relationships/presentationmetadata" Target="metadata"/><Relationship Id="rId102" Type="http://schemas.openxmlformats.org/officeDocument/2006/relationships/font" Target="fonts/GillSans-bold.fntdata"/><Relationship Id="rId101" Type="http://schemas.openxmlformats.org/officeDocument/2006/relationships/font" Target="fonts/GillSans-regular.fntdata"/><Relationship Id="rId100" Type="http://schemas.openxmlformats.org/officeDocument/2006/relationships/font" Target="fonts/NotoSansSymbols-bold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font" Target="fonts/Tahoma-regular.fntdata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font" Target="fonts/NotoSansSymbols-regular.fntdata"/><Relationship Id="rId10" Type="http://schemas.openxmlformats.org/officeDocument/2006/relationships/slide" Target="slides/slide4.xml"/><Relationship Id="rId98" Type="http://schemas.openxmlformats.org/officeDocument/2006/relationships/font" Target="fonts/Tahoma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92.png"/><Relationship Id="rId2" Type="http://schemas.openxmlformats.org/officeDocument/2006/relationships/image" Target="../media/image190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96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p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5" name="Google Shape;505;p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8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4" name="Google Shape;654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5" name="Google Shape;655;p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00" name="Google Shape;700;p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9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0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2" name="Google Shape;752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3" name="Google Shape;753;p1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1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8" name="Google Shape;888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9" name="Google Shape;889;p1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23" name="Google Shape;923;p1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12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13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4" name="Google Shape;934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5" name="Google Shape;935;p1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4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5" name="Google Shape;955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6" name="Google Shape;956;p1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5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6" name="Google Shape;966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7" name="Google Shape;967;p1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6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6" name="Google Shape;976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7" name="Google Shape;977;p1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17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7" name="Google Shape;1017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8" name="Google Shape;1018;p1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8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6" name="Google Shape;1066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7" name="Google Shape;1067;p1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9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6" name="Google Shape;1076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7" name="Google Shape;1077;p1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20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0" name="Google Shape;1370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1" name="Google Shape;1371;p2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21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5" name="Google Shape;1385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6" name="Google Shape;1386;p2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96" name="Google Shape;1396;p2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22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23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7" name="Google Shape;1407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8" name="Google Shape;1408;p2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24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6" name="Google Shape;1476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7" name="Google Shape;1477;p2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25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6" name="Google Shape;1486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7" name="Google Shape;1487;p2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26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0" name="Google Shape;1570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1" name="Google Shape;1571;p2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27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9" name="Google Shape;1619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0" name="Google Shape;1620;p2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28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6" name="Google Shape;1646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7" name="Google Shape;1647;p2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29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8" name="Google Shape;1658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9" name="Google Shape;1659;p2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30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9" name="Google Shape;1709;p3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0" name="Google Shape;1710;p3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31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6" name="Google Shape;1746;p3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7" name="Google Shape;1747;p3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32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6" name="Google Shape;1846;p3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7" name="Google Shape;1847;p3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33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5" name="Google Shape;1905;p3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6" name="Google Shape;1906;p3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p34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7" name="Google Shape;1967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8" name="Google Shape;1968;p3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35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3" name="Google Shape;2013;p3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4" name="Google Shape;2014;p3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36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3" name="Google Shape;2023;p3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4" name="Google Shape;2024;p3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37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3" name="Google Shape;2073;p3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4" name="Google Shape;2074;p3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p38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4" name="Google Shape;2084;p3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5" name="Google Shape;2085;p3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p39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1" name="Google Shape;2281;p3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2" name="Google Shape;2282;p3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7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4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9" name="Google Shape;2359;p4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4" name="Shape 2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5" name="Google Shape;2605;p4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4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9" name="Shape 2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Google Shape;2810;p4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1" name="Google Shape;2811;p4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0" name="Shape 2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1" name="Google Shape;2991;p4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2" name="Google Shape;2992;p4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9" name="Shape 3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0" name="Google Shape;3310;p4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311" name="Google Shape;3311;p4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2" name="Google Shape;3312;p44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0" name="Shape 3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" name="Google Shape;3481;p4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82" name="Google Shape;3482;p4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3" name="Google Shape;3483;p45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8" name="Shape 3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9" name="Google Shape;3669;p4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70" name="Google Shape;3670;p4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1" name="Google Shape;3671;p46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5" name="Shape 3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6" name="Google Shape;3846;p4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47" name="Google Shape;3847;p4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8" name="Google Shape;3848;p47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2" name="Shape 4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3" name="Google Shape;4023;p4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24" name="Google Shape;4024;p4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5" name="Google Shape;4025;p48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0" name="Shape 4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1" name="Google Shape;4201;p4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02" name="Google Shape;4202;p4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3" name="Google Shape;4203;p49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9" name="Shape 4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0" name="Google Shape;4380;p5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381" name="Google Shape;4381;p5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2" name="Google Shape;4382;p50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7" name="Shape 4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8" name="Google Shape;4668;p5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669" name="Google Shape;4669;p5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0" name="Google Shape;4670;p51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2" name="Shape 4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3" name="Google Shape;4893;p5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894" name="Google Shape;4894;p5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5" name="Google Shape;4895;p52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0" name="Shape 4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1" name="Google Shape;4991;p5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2" name="Google Shape;4992;p5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3" name="Shape 5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4" name="Google Shape;5074;p5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075" name="Google Shape;5075;p5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6" name="Google Shape;5076;p54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4" name="Shape 5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" name="Google Shape;5325;p5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6" name="Google Shape;5326;p5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4" name="Shape 5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5" name="Google Shape;5425;p5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6" name="Google Shape;5426;p5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5" name="Shape 5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6" name="Google Shape;5436;p5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437" name="Google Shape;5437;p5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8" name="Google Shape;5438;p57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7" name="Shape 5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8" name="Google Shape;5808;p5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809" name="Google Shape;5809;p5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0" name="Google Shape;5810;p58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7" name="Shape 5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8" name="Google Shape;5818;p5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819" name="Google Shape;5819;p5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0" name="Google Shape;5820;p59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8" name="Shape 5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9" name="Google Shape;5829;p60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30" name="Google Shape;5830;p6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1" name="Google Shape;5831;p6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9" name="Shape 5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0" name="Google Shape;5840;p6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841" name="Google Shape;5841;p6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2" name="Google Shape;5842;p61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6" name="Shape 5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" name="Google Shape;5867;p62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68" name="Google Shape;5868;p6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69" name="Google Shape;5869;p6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7" name="Shape 5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" name="Google Shape;5898;p63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99" name="Google Shape;5899;p6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00" name="Google Shape;5900;p6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2" name="Shape 5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3" name="Google Shape;5933;p6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934" name="Google Shape;5934;p6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5" name="Google Shape;5935;p64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4" name="Shape 5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5" name="Google Shape;5955;p6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956" name="Google Shape;5956;p6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7" name="Google Shape;5957;p65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2" name="Shape 5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3" name="Google Shape;5963;p6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964" name="Google Shape;5964;p6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5" name="Google Shape;5965;p66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5" name="Shape 5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6" name="Google Shape;5976;p67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7" name="Google Shape;5977;p6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78" name="Google Shape;5978;p6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0" name="Shape 6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" name="Google Shape;6021;p68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22" name="Google Shape;6022;p6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23" name="Google Shape;6023;p6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4" name="Shape 6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5" name="Google Shape;6085;p69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86" name="Google Shape;6086;p6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87" name="Google Shape;6087;p6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3" name="Shape 6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4" name="Google Shape;6134;p70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35" name="Google Shape;6135;p7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36" name="Google Shape;6136;p7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3" name="Shape 6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" name="Google Shape;6144;p71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45" name="Google Shape;6145;p7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46" name="Google Shape;6146;p7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8" name="Shape 6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9" name="Google Shape;6199;p72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00" name="Google Shape;6200;p7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01" name="Google Shape;6201;p7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1" name="Shape 6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2" name="Google Shape;6242;p73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43" name="Google Shape;6243;p7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44" name="Google Shape;6244;p7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1" name="Shape 6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2" name="Google Shape;6382;p74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83" name="Google Shape;6383;p7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84" name="Google Shape;6384;p7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2" name="Shape 6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3" name="Google Shape;6393;p75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94" name="Google Shape;6394;p7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95" name="Google Shape;6395;p7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2" name="Shape 6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3" name="Google Shape;6403;p76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04" name="Google Shape;6404;p7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05" name="Google Shape;6405;p7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3" name="Shape 6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" name="Google Shape;6594;p77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95" name="Google Shape;6595;p7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96" name="Google Shape;6596;p7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8" name="Shape 6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9" name="Google Shape;6609;p78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10" name="Google Shape;6610;p7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11" name="Google Shape;6611;p7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9" name="Shape 6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0" name="Google Shape;6670;p79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71" name="Google Shape;6671;p7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72" name="Google Shape;6672;p7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5" name="Shape 7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6" name="Google Shape;7546;p80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47" name="Google Shape;7547;p8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48" name="Google Shape;7548;p8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5" name="Shape 7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6" name="Google Shape;7556;p81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57" name="Google Shape;7557;p8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58" name="Google Shape;7558;p8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7" name="Shape 7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8" name="Google Shape;7718;p82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19" name="Google Shape;7719;p8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20" name="Google Shape;7720;p8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9" name="Shape 7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0" name="Google Shape;7790;p83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91" name="Google Shape;7791;p8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92" name="Google Shape;7792;p8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9" name="Shape 7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0" name="Google Shape;7890;p84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91" name="Google Shape;7891;p8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92" name="Google Shape;7892;p8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4" name="Shape 8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5" name="Google Shape;8225;p85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26" name="Google Shape;8226;p8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27" name="Google Shape;8227;p8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9" name="Shape 8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0" name="Google Shape;8560;p8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561" name="Google Shape;8561;p8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2" name="Google Shape;8562;p86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2" name="Shape 8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3" name="Google Shape;8763;p8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4" name="Google Shape;8764;p8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9" name="Shape 8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0" name="Google Shape;8850;p88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51" name="Google Shape;8851;p8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52" name="Google Shape;8852;p8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9" name="Shape 8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0" name="Google Shape;8860;p89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61" name="Google Shape;8861;p8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62" name="Google Shape;8862;p8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9" name="Shape 8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0" name="Google Shape;8870;p90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71" name="Google Shape;8871;p9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72" name="Google Shape;8872;p9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2"/>
          <p:cNvSpPr txBox="1"/>
          <p:nvPr>
            <p:ph idx="11" type="ftr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92"/>
          <p:cNvSpPr txBox="1"/>
          <p:nvPr>
            <p:ph idx="12" type="sldNum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3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3"/>
          <p:cNvSpPr txBox="1"/>
          <p:nvPr>
            <p:ph idx="1" type="body"/>
          </p:nvPr>
        </p:nvSpPr>
        <p:spPr>
          <a:xfrm>
            <a:off x="5334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20" name="Google Shape;20;p93"/>
          <p:cNvSpPr txBox="1"/>
          <p:nvPr>
            <p:ph idx="2" type="body"/>
          </p:nvPr>
        </p:nvSpPr>
        <p:spPr>
          <a:xfrm>
            <a:off x="44958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21" name="Google Shape;21;p9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3"/>
          <p:cNvSpPr txBox="1"/>
          <p:nvPr>
            <p:ph idx="11" type="ftr"/>
          </p:nvPr>
        </p:nvSpPr>
        <p:spPr>
          <a:xfrm>
            <a:off x="4576763" y="6400800"/>
            <a:ext cx="3862387" cy="322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93"/>
          <p:cNvSpPr txBox="1"/>
          <p:nvPr>
            <p:ph idx="12" type="sldNum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4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4"/>
          <p:cNvSpPr txBox="1"/>
          <p:nvPr>
            <p:ph idx="11" type="ftr"/>
          </p:nvPr>
        </p:nvSpPr>
        <p:spPr>
          <a:xfrm>
            <a:off x="4576763" y="6400800"/>
            <a:ext cx="3862387" cy="322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94"/>
          <p:cNvSpPr txBox="1"/>
          <p:nvPr>
            <p:ph idx="12" type="sldNum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5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5"/>
          <p:cNvSpPr txBox="1"/>
          <p:nvPr>
            <p:ph idx="1" type="body"/>
          </p:nvPr>
        </p:nvSpPr>
        <p:spPr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2" name="Google Shape;32;p9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5"/>
          <p:cNvSpPr txBox="1"/>
          <p:nvPr>
            <p:ph idx="11" type="ftr"/>
          </p:nvPr>
        </p:nvSpPr>
        <p:spPr>
          <a:xfrm>
            <a:off x="4576763" y="6400800"/>
            <a:ext cx="3862387" cy="322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95"/>
          <p:cNvSpPr txBox="1"/>
          <p:nvPr>
            <p:ph idx="12" type="sldNum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6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6"/>
          <p:cNvSpPr txBox="1"/>
          <p:nvPr>
            <p:ph idx="1" type="body"/>
          </p:nvPr>
        </p:nvSpPr>
        <p:spPr>
          <a:xfrm>
            <a:off x="5334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8" name="Google Shape;38;p96"/>
          <p:cNvSpPr txBox="1"/>
          <p:nvPr>
            <p:ph idx="2" type="body"/>
          </p:nvPr>
        </p:nvSpPr>
        <p:spPr>
          <a:xfrm>
            <a:off x="44958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9" name="Google Shape;39;p9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6"/>
          <p:cNvSpPr txBox="1"/>
          <p:nvPr>
            <p:ph idx="11" type="ftr"/>
          </p:nvPr>
        </p:nvSpPr>
        <p:spPr>
          <a:xfrm>
            <a:off x="4576763" y="6400800"/>
            <a:ext cx="3862387" cy="322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96"/>
          <p:cNvSpPr txBox="1"/>
          <p:nvPr>
            <p:ph idx="12" type="sldNum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1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91"/>
          <p:cNvSpPr txBox="1"/>
          <p:nvPr>
            <p:ph idx="1" type="body"/>
          </p:nvPr>
        </p:nvSpPr>
        <p:spPr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81000" lvl="1" marL="9144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9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jp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6.png"/><Relationship Id="rId22" Type="http://schemas.openxmlformats.org/officeDocument/2006/relationships/image" Target="../media/image31.png"/><Relationship Id="rId21" Type="http://schemas.openxmlformats.org/officeDocument/2006/relationships/image" Target="../media/image28.png"/><Relationship Id="rId24" Type="http://schemas.openxmlformats.org/officeDocument/2006/relationships/image" Target="../media/image43.png"/><Relationship Id="rId23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Relationship Id="rId26" Type="http://schemas.openxmlformats.org/officeDocument/2006/relationships/image" Target="../media/image6.png"/><Relationship Id="rId25" Type="http://schemas.openxmlformats.org/officeDocument/2006/relationships/image" Target="../media/image41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2.png"/><Relationship Id="rId8" Type="http://schemas.openxmlformats.org/officeDocument/2006/relationships/image" Target="../media/image20.png"/><Relationship Id="rId11" Type="http://schemas.openxmlformats.org/officeDocument/2006/relationships/image" Target="../media/image18.png"/><Relationship Id="rId10" Type="http://schemas.openxmlformats.org/officeDocument/2006/relationships/image" Target="../media/image19.png"/><Relationship Id="rId13" Type="http://schemas.openxmlformats.org/officeDocument/2006/relationships/image" Target="../media/image1.png"/><Relationship Id="rId12" Type="http://schemas.openxmlformats.org/officeDocument/2006/relationships/image" Target="../media/image11.png"/><Relationship Id="rId15" Type="http://schemas.openxmlformats.org/officeDocument/2006/relationships/image" Target="../media/image9.png"/><Relationship Id="rId14" Type="http://schemas.openxmlformats.org/officeDocument/2006/relationships/image" Target="../media/image17.png"/><Relationship Id="rId17" Type="http://schemas.openxmlformats.org/officeDocument/2006/relationships/image" Target="../media/image25.png"/><Relationship Id="rId16" Type="http://schemas.openxmlformats.org/officeDocument/2006/relationships/image" Target="../media/image34.png"/><Relationship Id="rId19" Type="http://schemas.openxmlformats.org/officeDocument/2006/relationships/image" Target="../media/image22.png"/><Relationship Id="rId18" Type="http://schemas.openxmlformats.org/officeDocument/2006/relationships/image" Target="../media/image37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26.png"/><Relationship Id="rId22" Type="http://schemas.openxmlformats.org/officeDocument/2006/relationships/image" Target="../media/image31.png"/><Relationship Id="rId21" Type="http://schemas.openxmlformats.org/officeDocument/2006/relationships/image" Target="../media/image28.png"/><Relationship Id="rId24" Type="http://schemas.openxmlformats.org/officeDocument/2006/relationships/image" Target="../media/image43.png"/><Relationship Id="rId23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Relationship Id="rId26" Type="http://schemas.openxmlformats.org/officeDocument/2006/relationships/image" Target="../media/image56.png"/><Relationship Id="rId25" Type="http://schemas.openxmlformats.org/officeDocument/2006/relationships/image" Target="../media/image41.png"/><Relationship Id="rId28" Type="http://schemas.openxmlformats.org/officeDocument/2006/relationships/image" Target="../media/image58.png"/><Relationship Id="rId27" Type="http://schemas.openxmlformats.org/officeDocument/2006/relationships/image" Target="../media/image55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29" Type="http://schemas.openxmlformats.org/officeDocument/2006/relationships/image" Target="../media/image57.png"/><Relationship Id="rId7" Type="http://schemas.openxmlformats.org/officeDocument/2006/relationships/image" Target="../media/image2.png"/><Relationship Id="rId8" Type="http://schemas.openxmlformats.org/officeDocument/2006/relationships/image" Target="../media/image20.png"/><Relationship Id="rId31" Type="http://schemas.openxmlformats.org/officeDocument/2006/relationships/image" Target="../media/image4.png"/><Relationship Id="rId30" Type="http://schemas.openxmlformats.org/officeDocument/2006/relationships/image" Target="../media/image6.png"/><Relationship Id="rId11" Type="http://schemas.openxmlformats.org/officeDocument/2006/relationships/image" Target="../media/image18.png"/><Relationship Id="rId10" Type="http://schemas.openxmlformats.org/officeDocument/2006/relationships/image" Target="../media/image19.png"/><Relationship Id="rId13" Type="http://schemas.openxmlformats.org/officeDocument/2006/relationships/image" Target="../media/image1.png"/><Relationship Id="rId12" Type="http://schemas.openxmlformats.org/officeDocument/2006/relationships/image" Target="../media/image11.png"/><Relationship Id="rId15" Type="http://schemas.openxmlformats.org/officeDocument/2006/relationships/image" Target="../media/image9.png"/><Relationship Id="rId14" Type="http://schemas.openxmlformats.org/officeDocument/2006/relationships/image" Target="../media/image17.png"/><Relationship Id="rId17" Type="http://schemas.openxmlformats.org/officeDocument/2006/relationships/image" Target="../media/image25.png"/><Relationship Id="rId16" Type="http://schemas.openxmlformats.org/officeDocument/2006/relationships/image" Target="../media/image34.png"/><Relationship Id="rId19" Type="http://schemas.openxmlformats.org/officeDocument/2006/relationships/image" Target="../media/image22.png"/><Relationship Id="rId18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26.png"/><Relationship Id="rId22" Type="http://schemas.openxmlformats.org/officeDocument/2006/relationships/image" Target="../media/image31.png"/><Relationship Id="rId21" Type="http://schemas.openxmlformats.org/officeDocument/2006/relationships/image" Target="../media/image28.png"/><Relationship Id="rId24" Type="http://schemas.openxmlformats.org/officeDocument/2006/relationships/image" Target="../media/image43.png"/><Relationship Id="rId23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Relationship Id="rId26" Type="http://schemas.openxmlformats.org/officeDocument/2006/relationships/image" Target="../media/image60.png"/><Relationship Id="rId25" Type="http://schemas.openxmlformats.org/officeDocument/2006/relationships/image" Target="../media/image41.png"/><Relationship Id="rId28" Type="http://schemas.openxmlformats.org/officeDocument/2006/relationships/image" Target="../media/image6.png"/><Relationship Id="rId27" Type="http://schemas.openxmlformats.org/officeDocument/2006/relationships/image" Target="../media/image61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2.png"/><Relationship Id="rId8" Type="http://schemas.openxmlformats.org/officeDocument/2006/relationships/image" Target="../media/image20.png"/><Relationship Id="rId11" Type="http://schemas.openxmlformats.org/officeDocument/2006/relationships/image" Target="../media/image18.png"/><Relationship Id="rId10" Type="http://schemas.openxmlformats.org/officeDocument/2006/relationships/image" Target="../media/image19.png"/><Relationship Id="rId13" Type="http://schemas.openxmlformats.org/officeDocument/2006/relationships/image" Target="../media/image1.png"/><Relationship Id="rId12" Type="http://schemas.openxmlformats.org/officeDocument/2006/relationships/image" Target="../media/image11.png"/><Relationship Id="rId15" Type="http://schemas.openxmlformats.org/officeDocument/2006/relationships/image" Target="../media/image9.png"/><Relationship Id="rId14" Type="http://schemas.openxmlformats.org/officeDocument/2006/relationships/image" Target="../media/image17.png"/><Relationship Id="rId17" Type="http://schemas.openxmlformats.org/officeDocument/2006/relationships/image" Target="../media/image25.png"/><Relationship Id="rId16" Type="http://schemas.openxmlformats.org/officeDocument/2006/relationships/image" Target="../media/image34.png"/><Relationship Id="rId19" Type="http://schemas.openxmlformats.org/officeDocument/2006/relationships/image" Target="../media/image22.png"/><Relationship Id="rId18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26.png"/><Relationship Id="rId22" Type="http://schemas.openxmlformats.org/officeDocument/2006/relationships/image" Target="../media/image31.png"/><Relationship Id="rId21" Type="http://schemas.openxmlformats.org/officeDocument/2006/relationships/image" Target="../media/image28.png"/><Relationship Id="rId24" Type="http://schemas.openxmlformats.org/officeDocument/2006/relationships/image" Target="../media/image43.png"/><Relationship Id="rId23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Relationship Id="rId26" Type="http://schemas.openxmlformats.org/officeDocument/2006/relationships/image" Target="../media/image6.png"/><Relationship Id="rId25" Type="http://schemas.openxmlformats.org/officeDocument/2006/relationships/image" Target="../media/image41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2.png"/><Relationship Id="rId8" Type="http://schemas.openxmlformats.org/officeDocument/2006/relationships/image" Target="../media/image20.png"/><Relationship Id="rId11" Type="http://schemas.openxmlformats.org/officeDocument/2006/relationships/image" Target="../media/image18.png"/><Relationship Id="rId10" Type="http://schemas.openxmlformats.org/officeDocument/2006/relationships/image" Target="../media/image19.png"/><Relationship Id="rId13" Type="http://schemas.openxmlformats.org/officeDocument/2006/relationships/image" Target="../media/image1.png"/><Relationship Id="rId12" Type="http://schemas.openxmlformats.org/officeDocument/2006/relationships/image" Target="../media/image11.png"/><Relationship Id="rId15" Type="http://schemas.openxmlformats.org/officeDocument/2006/relationships/image" Target="../media/image9.png"/><Relationship Id="rId14" Type="http://schemas.openxmlformats.org/officeDocument/2006/relationships/image" Target="../media/image17.png"/><Relationship Id="rId17" Type="http://schemas.openxmlformats.org/officeDocument/2006/relationships/image" Target="../media/image25.png"/><Relationship Id="rId16" Type="http://schemas.openxmlformats.org/officeDocument/2006/relationships/image" Target="../media/image34.png"/><Relationship Id="rId19" Type="http://schemas.openxmlformats.org/officeDocument/2006/relationships/image" Target="../media/image22.png"/><Relationship Id="rId18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26.png"/><Relationship Id="rId22" Type="http://schemas.openxmlformats.org/officeDocument/2006/relationships/image" Target="../media/image31.png"/><Relationship Id="rId21" Type="http://schemas.openxmlformats.org/officeDocument/2006/relationships/image" Target="../media/image28.png"/><Relationship Id="rId24" Type="http://schemas.openxmlformats.org/officeDocument/2006/relationships/image" Target="../media/image43.png"/><Relationship Id="rId23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Relationship Id="rId26" Type="http://schemas.openxmlformats.org/officeDocument/2006/relationships/image" Target="../media/image6.png"/><Relationship Id="rId25" Type="http://schemas.openxmlformats.org/officeDocument/2006/relationships/image" Target="../media/image41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2.png"/><Relationship Id="rId8" Type="http://schemas.openxmlformats.org/officeDocument/2006/relationships/image" Target="../media/image20.png"/><Relationship Id="rId11" Type="http://schemas.openxmlformats.org/officeDocument/2006/relationships/image" Target="../media/image18.png"/><Relationship Id="rId10" Type="http://schemas.openxmlformats.org/officeDocument/2006/relationships/image" Target="../media/image19.png"/><Relationship Id="rId13" Type="http://schemas.openxmlformats.org/officeDocument/2006/relationships/image" Target="../media/image1.png"/><Relationship Id="rId12" Type="http://schemas.openxmlformats.org/officeDocument/2006/relationships/image" Target="../media/image11.png"/><Relationship Id="rId15" Type="http://schemas.openxmlformats.org/officeDocument/2006/relationships/image" Target="../media/image9.png"/><Relationship Id="rId14" Type="http://schemas.openxmlformats.org/officeDocument/2006/relationships/image" Target="../media/image17.png"/><Relationship Id="rId17" Type="http://schemas.openxmlformats.org/officeDocument/2006/relationships/image" Target="../media/image25.png"/><Relationship Id="rId16" Type="http://schemas.openxmlformats.org/officeDocument/2006/relationships/image" Target="../media/image34.png"/><Relationship Id="rId19" Type="http://schemas.openxmlformats.org/officeDocument/2006/relationships/image" Target="../media/image22.png"/><Relationship Id="rId18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4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2.png"/><Relationship Id="rId4" Type="http://schemas.openxmlformats.org/officeDocument/2006/relationships/image" Target="../media/image73.png"/><Relationship Id="rId5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5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9" Type="http://schemas.openxmlformats.org/officeDocument/2006/relationships/image" Target="../media/image80.png"/><Relationship Id="rId5" Type="http://schemas.openxmlformats.org/officeDocument/2006/relationships/image" Target="../media/image72.png"/><Relationship Id="rId6" Type="http://schemas.openxmlformats.org/officeDocument/2006/relationships/image" Target="../media/image68.png"/><Relationship Id="rId7" Type="http://schemas.openxmlformats.org/officeDocument/2006/relationships/image" Target="../media/image70.png"/><Relationship Id="rId8" Type="http://schemas.openxmlformats.org/officeDocument/2006/relationships/image" Target="../media/image75.png"/><Relationship Id="rId11" Type="http://schemas.openxmlformats.org/officeDocument/2006/relationships/image" Target="../media/image79.png"/><Relationship Id="rId10" Type="http://schemas.openxmlformats.org/officeDocument/2006/relationships/image" Target="../media/image77.png"/><Relationship Id="rId13" Type="http://schemas.openxmlformats.org/officeDocument/2006/relationships/image" Target="../media/image87.png"/><Relationship Id="rId12" Type="http://schemas.openxmlformats.org/officeDocument/2006/relationships/image" Target="../media/image8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1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91.png"/><Relationship Id="rId7" Type="http://schemas.openxmlformats.org/officeDocument/2006/relationships/image" Target="../media/image96.png"/><Relationship Id="rId8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2.png"/><Relationship Id="rId4" Type="http://schemas.openxmlformats.org/officeDocument/2006/relationships/image" Target="../media/image98.png"/><Relationship Id="rId5" Type="http://schemas.openxmlformats.org/officeDocument/2006/relationships/image" Target="../media/image93.png"/><Relationship Id="rId6" Type="http://schemas.openxmlformats.org/officeDocument/2006/relationships/image" Target="../media/image104.png"/><Relationship Id="rId7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1.png"/><Relationship Id="rId4" Type="http://schemas.openxmlformats.org/officeDocument/2006/relationships/image" Target="../media/image85.png"/><Relationship Id="rId5" Type="http://schemas.openxmlformats.org/officeDocument/2006/relationships/image" Target="../media/image100.png"/><Relationship Id="rId6" Type="http://schemas.openxmlformats.org/officeDocument/2006/relationships/image" Target="../media/image103.png"/><Relationship Id="rId7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0.png"/><Relationship Id="rId6" Type="http://schemas.openxmlformats.org/officeDocument/2006/relationships/image" Target="../media/image103.png"/><Relationship Id="rId7" Type="http://schemas.openxmlformats.org/officeDocument/2006/relationships/image" Target="../media/image8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9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.png"/><Relationship Id="rId13" Type="http://schemas.openxmlformats.org/officeDocument/2006/relationships/image" Target="../media/image34.png"/><Relationship Id="rId12" Type="http://schemas.openxmlformats.org/officeDocument/2006/relationships/image" Target="../media/image118.png"/><Relationship Id="rId15" Type="http://schemas.openxmlformats.org/officeDocument/2006/relationships/image" Target="../media/image106.png"/><Relationship Id="rId14" Type="http://schemas.openxmlformats.org/officeDocument/2006/relationships/image" Target="../media/image25.png"/><Relationship Id="rId17" Type="http://schemas.openxmlformats.org/officeDocument/2006/relationships/image" Target="../media/image108.png"/><Relationship Id="rId16" Type="http://schemas.openxmlformats.org/officeDocument/2006/relationships/image" Target="../media/image107.png"/><Relationship Id="rId18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2.png"/><Relationship Id="rId4" Type="http://schemas.openxmlformats.org/officeDocument/2006/relationships/image" Target="../media/image111.png"/><Relationship Id="rId5" Type="http://schemas.openxmlformats.org/officeDocument/2006/relationships/image" Target="../media/image6.png"/><Relationship Id="rId6" Type="http://schemas.openxmlformats.org/officeDocument/2006/relationships/image" Target="../media/image1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2.png"/><Relationship Id="rId4" Type="http://schemas.openxmlformats.org/officeDocument/2006/relationships/image" Target="../media/image111.png"/><Relationship Id="rId5" Type="http://schemas.openxmlformats.org/officeDocument/2006/relationships/image" Target="../media/image6.png"/><Relationship Id="rId6" Type="http://schemas.openxmlformats.org/officeDocument/2006/relationships/image" Target="../media/image11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2.png"/><Relationship Id="rId4" Type="http://schemas.openxmlformats.org/officeDocument/2006/relationships/image" Target="../media/image111.png"/><Relationship Id="rId5" Type="http://schemas.openxmlformats.org/officeDocument/2006/relationships/image" Target="../media/image6.png"/><Relationship Id="rId6" Type="http://schemas.openxmlformats.org/officeDocument/2006/relationships/image" Target="../media/image11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2.png"/><Relationship Id="rId4" Type="http://schemas.openxmlformats.org/officeDocument/2006/relationships/image" Target="../media/image111.png"/><Relationship Id="rId5" Type="http://schemas.openxmlformats.org/officeDocument/2006/relationships/image" Target="../media/image6.png"/><Relationship Id="rId6" Type="http://schemas.openxmlformats.org/officeDocument/2006/relationships/image" Target="../media/image12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2.png"/><Relationship Id="rId4" Type="http://schemas.openxmlformats.org/officeDocument/2006/relationships/image" Target="../media/image111.png"/><Relationship Id="rId5" Type="http://schemas.openxmlformats.org/officeDocument/2006/relationships/image" Target="../media/image6.png"/><Relationship Id="rId6" Type="http://schemas.openxmlformats.org/officeDocument/2006/relationships/image" Target="../media/image12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2.png"/><Relationship Id="rId4" Type="http://schemas.openxmlformats.org/officeDocument/2006/relationships/image" Target="../media/image111.png"/><Relationship Id="rId5" Type="http://schemas.openxmlformats.org/officeDocument/2006/relationships/image" Target="../media/image6.png"/><Relationship Id="rId6" Type="http://schemas.openxmlformats.org/officeDocument/2006/relationships/image" Target="../media/image12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7.png"/><Relationship Id="rId4" Type="http://schemas.openxmlformats.org/officeDocument/2006/relationships/image" Target="../media/image112.png"/><Relationship Id="rId5" Type="http://schemas.openxmlformats.org/officeDocument/2006/relationships/image" Target="../media/image111.png"/><Relationship Id="rId6" Type="http://schemas.openxmlformats.org/officeDocument/2006/relationships/image" Target="../media/image11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26.png"/><Relationship Id="rId4" Type="http://schemas.openxmlformats.org/officeDocument/2006/relationships/image" Target="../media/image125.png"/><Relationship Id="rId9" Type="http://schemas.openxmlformats.org/officeDocument/2006/relationships/image" Target="../media/image140.png"/><Relationship Id="rId5" Type="http://schemas.openxmlformats.org/officeDocument/2006/relationships/image" Target="../media/image124.png"/><Relationship Id="rId6" Type="http://schemas.openxmlformats.org/officeDocument/2006/relationships/image" Target="../media/image129.png"/><Relationship Id="rId7" Type="http://schemas.openxmlformats.org/officeDocument/2006/relationships/image" Target="../media/image128.png"/><Relationship Id="rId8" Type="http://schemas.openxmlformats.org/officeDocument/2006/relationships/image" Target="../media/image135.png"/><Relationship Id="rId11" Type="http://schemas.openxmlformats.org/officeDocument/2006/relationships/image" Target="../media/image4.png"/><Relationship Id="rId10" Type="http://schemas.openxmlformats.org/officeDocument/2006/relationships/image" Target="../media/image13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6.png"/><Relationship Id="rId4" Type="http://schemas.openxmlformats.org/officeDocument/2006/relationships/image" Target="../media/image125.png"/><Relationship Id="rId9" Type="http://schemas.openxmlformats.org/officeDocument/2006/relationships/image" Target="../media/image140.png"/><Relationship Id="rId5" Type="http://schemas.openxmlformats.org/officeDocument/2006/relationships/image" Target="../media/image124.png"/><Relationship Id="rId6" Type="http://schemas.openxmlformats.org/officeDocument/2006/relationships/image" Target="../media/image129.png"/><Relationship Id="rId7" Type="http://schemas.openxmlformats.org/officeDocument/2006/relationships/image" Target="../media/image128.png"/><Relationship Id="rId8" Type="http://schemas.openxmlformats.org/officeDocument/2006/relationships/image" Target="../media/image135.png"/><Relationship Id="rId11" Type="http://schemas.openxmlformats.org/officeDocument/2006/relationships/image" Target="../media/image4.png"/><Relationship Id="rId10" Type="http://schemas.openxmlformats.org/officeDocument/2006/relationships/image" Target="../media/image13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26.png"/><Relationship Id="rId4" Type="http://schemas.openxmlformats.org/officeDocument/2006/relationships/image" Target="../media/image125.png"/><Relationship Id="rId9" Type="http://schemas.openxmlformats.org/officeDocument/2006/relationships/image" Target="../media/image140.png"/><Relationship Id="rId5" Type="http://schemas.openxmlformats.org/officeDocument/2006/relationships/image" Target="../media/image124.png"/><Relationship Id="rId6" Type="http://schemas.openxmlformats.org/officeDocument/2006/relationships/image" Target="../media/image129.png"/><Relationship Id="rId7" Type="http://schemas.openxmlformats.org/officeDocument/2006/relationships/image" Target="../media/image128.png"/><Relationship Id="rId8" Type="http://schemas.openxmlformats.org/officeDocument/2006/relationships/image" Target="../media/image135.png"/><Relationship Id="rId11" Type="http://schemas.openxmlformats.org/officeDocument/2006/relationships/image" Target="../media/image4.png"/><Relationship Id="rId10" Type="http://schemas.openxmlformats.org/officeDocument/2006/relationships/image" Target="../media/image13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26.png"/><Relationship Id="rId4" Type="http://schemas.openxmlformats.org/officeDocument/2006/relationships/image" Target="../media/image125.png"/><Relationship Id="rId9" Type="http://schemas.openxmlformats.org/officeDocument/2006/relationships/image" Target="../media/image140.png"/><Relationship Id="rId5" Type="http://schemas.openxmlformats.org/officeDocument/2006/relationships/image" Target="../media/image124.png"/><Relationship Id="rId6" Type="http://schemas.openxmlformats.org/officeDocument/2006/relationships/image" Target="../media/image129.png"/><Relationship Id="rId7" Type="http://schemas.openxmlformats.org/officeDocument/2006/relationships/image" Target="../media/image128.png"/><Relationship Id="rId8" Type="http://schemas.openxmlformats.org/officeDocument/2006/relationships/image" Target="../media/image135.png"/><Relationship Id="rId11" Type="http://schemas.openxmlformats.org/officeDocument/2006/relationships/image" Target="../media/image4.png"/><Relationship Id="rId10" Type="http://schemas.openxmlformats.org/officeDocument/2006/relationships/image" Target="../media/image13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26.png"/><Relationship Id="rId4" Type="http://schemas.openxmlformats.org/officeDocument/2006/relationships/image" Target="../media/image125.png"/><Relationship Id="rId9" Type="http://schemas.openxmlformats.org/officeDocument/2006/relationships/image" Target="../media/image140.png"/><Relationship Id="rId5" Type="http://schemas.openxmlformats.org/officeDocument/2006/relationships/image" Target="../media/image124.png"/><Relationship Id="rId6" Type="http://schemas.openxmlformats.org/officeDocument/2006/relationships/image" Target="../media/image129.png"/><Relationship Id="rId7" Type="http://schemas.openxmlformats.org/officeDocument/2006/relationships/image" Target="../media/image128.png"/><Relationship Id="rId8" Type="http://schemas.openxmlformats.org/officeDocument/2006/relationships/image" Target="../media/image135.png"/><Relationship Id="rId11" Type="http://schemas.openxmlformats.org/officeDocument/2006/relationships/image" Target="../media/image4.png"/><Relationship Id="rId10" Type="http://schemas.openxmlformats.org/officeDocument/2006/relationships/image" Target="../media/image13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26.png"/><Relationship Id="rId4" Type="http://schemas.openxmlformats.org/officeDocument/2006/relationships/image" Target="../media/image125.png"/><Relationship Id="rId5" Type="http://schemas.openxmlformats.org/officeDocument/2006/relationships/image" Target="../media/image140.png"/><Relationship Id="rId6" Type="http://schemas.openxmlformats.org/officeDocument/2006/relationships/image" Target="../media/image205.png"/><Relationship Id="rId7" Type="http://schemas.openxmlformats.org/officeDocument/2006/relationships/image" Target="../media/image145.png"/><Relationship Id="rId8" Type="http://schemas.openxmlformats.org/officeDocument/2006/relationships/image" Target="../media/image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05.png"/><Relationship Id="rId4" Type="http://schemas.openxmlformats.org/officeDocument/2006/relationships/image" Target="../media/image145.png"/><Relationship Id="rId5" Type="http://schemas.openxmlformats.org/officeDocument/2006/relationships/image" Target="../media/image126.png"/><Relationship Id="rId6" Type="http://schemas.openxmlformats.org/officeDocument/2006/relationships/image" Target="../media/image125.png"/><Relationship Id="rId7" Type="http://schemas.openxmlformats.org/officeDocument/2006/relationships/image" Target="../media/image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6.png"/><Relationship Id="rId4" Type="http://schemas.openxmlformats.org/officeDocument/2006/relationships/image" Target="../media/image125.png"/><Relationship Id="rId5" Type="http://schemas.openxmlformats.org/officeDocument/2006/relationships/image" Target="../media/image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.png"/><Relationship Id="rId4" Type="http://schemas.openxmlformats.org/officeDocument/2006/relationships/image" Target="../media/image143.png"/><Relationship Id="rId5" Type="http://schemas.openxmlformats.org/officeDocument/2006/relationships/image" Target="../media/image15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05.png"/><Relationship Id="rId4" Type="http://schemas.openxmlformats.org/officeDocument/2006/relationships/image" Target="../media/image145.png"/><Relationship Id="rId5" Type="http://schemas.openxmlformats.org/officeDocument/2006/relationships/image" Target="../media/image126.png"/><Relationship Id="rId6" Type="http://schemas.openxmlformats.org/officeDocument/2006/relationships/image" Target="../media/image125.png"/><Relationship Id="rId7" Type="http://schemas.openxmlformats.org/officeDocument/2006/relationships/image" Target="../media/image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.png"/><Relationship Id="rId4" Type="http://schemas.openxmlformats.org/officeDocument/2006/relationships/image" Target="../media/image149.png"/><Relationship Id="rId5" Type="http://schemas.openxmlformats.org/officeDocument/2006/relationships/image" Target="../media/image148.png"/><Relationship Id="rId6" Type="http://schemas.openxmlformats.org/officeDocument/2006/relationships/image" Target="../media/image144.png"/><Relationship Id="rId7" Type="http://schemas.openxmlformats.org/officeDocument/2006/relationships/image" Target="../media/image14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54.png"/><Relationship Id="rId4" Type="http://schemas.openxmlformats.org/officeDocument/2006/relationships/image" Target="../media/image14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40.png"/><Relationship Id="rId4" Type="http://schemas.openxmlformats.org/officeDocument/2006/relationships/image" Target="../media/image151.png"/><Relationship Id="rId5" Type="http://schemas.openxmlformats.org/officeDocument/2006/relationships/image" Target="../media/image155.png"/><Relationship Id="rId6" Type="http://schemas.openxmlformats.org/officeDocument/2006/relationships/image" Target="../media/image158.png"/><Relationship Id="rId7" Type="http://schemas.openxmlformats.org/officeDocument/2006/relationships/image" Target="../media/image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52.png"/><Relationship Id="rId4" Type="http://schemas.openxmlformats.org/officeDocument/2006/relationships/image" Target="../media/image156.png"/><Relationship Id="rId5" Type="http://schemas.openxmlformats.org/officeDocument/2006/relationships/image" Target="../media/image163.png"/><Relationship Id="rId6" Type="http://schemas.openxmlformats.org/officeDocument/2006/relationships/image" Target="../media/image160.png"/><Relationship Id="rId7" Type="http://schemas.openxmlformats.org/officeDocument/2006/relationships/image" Target="../media/image16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63.png"/><Relationship Id="rId4" Type="http://schemas.openxmlformats.org/officeDocument/2006/relationships/image" Target="../media/image152.png"/><Relationship Id="rId5" Type="http://schemas.openxmlformats.org/officeDocument/2006/relationships/image" Target="../media/image156.png"/><Relationship Id="rId6" Type="http://schemas.openxmlformats.org/officeDocument/2006/relationships/image" Target="../media/image160.png"/><Relationship Id="rId7" Type="http://schemas.openxmlformats.org/officeDocument/2006/relationships/image" Target="../media/image8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57.png"/><Relationship Id="rId4" Type="http://schemas.openxmlformats.org/officeDocument/2006/relationships/image" Target="../media/image161.png"/><Relationship Id="rId5" Type="http://schemas.openxmlformats.org/officeDocument/2006/relationships/image" Target="../media/image166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52.png"/><Relationship Id="rId4" Type="http://schemas.openxmlformats.org/officeDocument/2006/relationships/image" Target="../media/image163.png"/><Relationship Id="rId5" Type="http://schemas.openxmlformats.org/officeDocument/2006/relationships/image" Target="../media/image156.png"/><Relationship Id="rId6" Type="http://schemas.openxmlformats.org/officeDocument/2006/relationships/image" Target="../media/image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52.png"/><Relationship Id="rId4" Type="http://schemas.openxmlformats.org/officeDocument/2006/relationships/image" Target="../media/image163.png"/><Relationship Id="rId5" Type="http://schemas.openxmlformats.org/officeDocument/2006/relationships/image" Target="../media/image156.png"/><Relationship Id="rId6" Type="http://schemas.openxmlformats.org/officeDocument/2006/relationships/image" Target="../media/image170.png"/><Relationship Id="rId7" Type="http://schemas.openxmlformats.org/officeDocument/2006/relationships/image" Target="../media/image6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69.png"/><Relationship Id="rId4" Type="http://schemas.openxmlformats.org/officeDocument/2006/relationships/image" Target="../media/image167.png"/><Relationship Id="rId5" Type="http://schemas.openxmlformats.org/officeDocument/2006/relationships/image" Target="../media/image168.png"/><Relationship Id="rId6" Type="http://schemas.openxmlformats.org/officeDocument/2006/relationships/image" Target="../media/image180.png"/><Relationship Id="rId7" Type="http://schemas.openxmlformats.org/officeDocument/2006/relationships/image" Target="../media/image6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75.png"/><Relationship Id="rId4" Type="http://schemas.openxmlformats.org/officeDocument/2006/relationships/image" Target="../media/image176.png"/><Relationship Id="rId5" Type="http://schemas.openxmlformats.org/officeDocument/2006/relationships/image" Target="../media/image174.png"/><Relationship Id="rId6" Type="http://schemas.openxmlformats.org/officeDocument/2006/relationships/image" Target="../media/image172.png"/><Relationship Id="rId7" Type="http://schemas.openxmlformats.org/officeDocument/2006/relationships/image" Target="../media/image164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82.png"/><Relationship Id="rId4" Type="http://schemas.openxmlformats.org/officeDocument/2006/relationships/image" Target="../media/image189.png"/><Relationship Id="rId5" Type="http://schemas.openxmlformats.org/officeDocument/2006/relationships/image" Target="../media/image185.png"/><Relationship Id="rId6" Type="http://schemas.openxmlformats.org/officeDocument/2006/relationships/image" Target="../media/image186.png"/><Relationship Id="rId7" Type="http://schemas.openxmlformats.org/officeDocument/2006/relationships/image" Target="../media/image6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94.png"/><Relationship Id="rId4" Type="http://schemas.openxmlformats.org/officeDocument/2006/relationships/image" Target="../media/image187.png"/><Relationship Id="rId5" Type="http://schemas.openxmlformats.org/officeDocument/2006/relationships/image" Target="../media/image198.png"/><Relationship Id="rId6" Type="http://schemas.openxmlformats.org/officeDocument/2006/relationships/image" Target="../media/image175.png"/><Relationship Id="rId7" Type="http://schemas.openxmlformats.org/officeDocument/2006/relationships/image" Target="../media/image174.png"/><Relationship Id="rId8" Type="http://schemas.openxmlformats.org/officeDocument/2006/relationships/image" Target="../media/image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8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88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image" Target="../media/image190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192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Relationship Id="rId11" Type="http://schemas.openxmlformats.org/officeDocument/2006/relationships/image" Target="../media/image193.png"/><Relationship Id="rId10" Type="http://schemas.openxmlformats.org/officeDocument/2006/relationships/image" Target="../media/image6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7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196.png"/><Relationship Id="rId7" Type="http://schemas.openxmlformats.org/officeDocument/2006/relationships/image" Target="../media/image6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.png"/><Relationship Id="rId4" Type="http://schemas.openxmlformats.org/officeDocument/2006/relationships/image" Target="../media/image197.png"/><Relationship Id="rId5" Type="http://schemas.openxmlformats.org/officeDocument/2006/relationships/image" Target="../media/image200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02.png"/><Relationship Id="rId4" Type="http://schemas.openxmlformats.org/officeDocument/2006/relationships/image" Target="../media/image6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2.png"/><Relationship Id="rId4" Type="http://schemas.openxmlformats.org/officeDocument/2006/relationships/image" Target="../media/image111.png"/><Relationship Id="rId5" Type="http://schemas.openxmlformats.org/officeDocument/2006/relationships/image" Target="../media/image203.png"/><Relationship Id="rId6" Type="http://schemas.openxmlformats.org/officeDocument/2006/relationships/image" Target="../media/image6.png"/><Relationship Id="rId7" Type="http://schemas.openxmlformats.org/officeDocument/2006/relationships/image" Target="../media/image199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1.png"/><Relationship Id="rId4" Type="http://schemas.openxmlformats.org/officeDocument/2006/relationships/image" Target="../media/image6.png"/><Relationship Id="rId5" Type="http://schemas.openxmlformats.org/officeDocument/2006/relationships/image" Target="../media/image119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9.png"/><Relationship Id="rId4" Type="http://schemas.openxmlformats.org/officeDocument/2006/relationships/image" Target="../media/image111.png"/><Relationship Id="rId5" Type="http://schemas.openxmlformats.org/officeDocument/2006/relationships/image" Target="../media/image6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1.png"/><Relationship Id="rId4" Type="http://schemas.openxmlformats.org/officeDocument/2006/relationships/image" Target="../media/image202.png"/><Relationship Id="rId5" Type="http://schemas.openxmlformats.org/officeDocument/2006/relationships/image" Target="../media/image6.png"/><Relationship Id="rId6" Type="http://schemas.openxmlformats.org/officeDocument/2006/relationships/image" Target="../media/image207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07.png"/><Relationship Id="rId4" Type="http://schemas.openxmlformats.org/officeDocument/2006/relationships/image" Target="../media/image202.png"/><Relationship Id="rId5" Type="http://schemas.openxmlformats.org/officeDocument/2006/relationships/image" Target="../media/image111.png"/><Relationship Id="rId6" Type="http://schemas.openxmlformats.org/officeDocument/2006/relationships/image" Target="../media/image6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40.png"/><Relationship Id="rId4" Type="http://schemas.openxmlformats.org/officeDocument/2006/relationships/image" Target="../media/image211.png"/><Relationship Id="rId5" Type="http://schemas.openxmlformats.org/officeDocument/2006/relationships/image" Target="../media/image212.png"/><Relationship Id="rId6" Type="http://schemas.openxmlformats.org/officeDocument/2006/relationships/image" Target="../media/image4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209.png"/><Relationship Id="rId4" Type="http://schemas.openxmlformats.org/officeDocument/2006/relationships/image" Target="../media/image208.png"/><Relationship Id="rId5" Type="http://schemas.openxmlformats.org/officeDocument/2006/relationships/image" Target="../media/image111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6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6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/>
          <p:nvPr/>
        </p:nvSpPr>
        <p:spPr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Computer Networking: A Top 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lot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77800" lvl="0" marL="231775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200"/>
              <a:buFont typeface="Noto Sans Symbols"/>
              <a:buChar char="▪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77800" lvl="0" marL="231775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200"/>
              <a:buFont typeface="Noto Sans Symbols"/>
              <a:buChar char="▪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96838" lvl="0" marL="173038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3038" lvl="0" marL="1730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All material copyright 1996-2016</a:t>
            </a:r>
            <a:endParaRPr/>
          </a:p>
          <a:p>
            <a:pPr indent="-173038" lvl="0" marL="1730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J.F Kurose and K.W. Ross, All Rights Reserved</a:t>
            </a:r>
            <a:endParaRPr/>
          </a:p>
        </p:txBody>
      </p:sp>
      <p:pic>
        <p:nvPicPr>
          <p:cNvPr id="49" name="Google Shape;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urose7e_cover_small.jpg" id="50" name="Google Shape;5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0238" y="325438"/>
            <a:ext cx="3087687" cy="38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"/>
          <p:cNvSpPr/>
          <p:nvPr/>
        </p:nvSpPr>
        <p:spPr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baseline="3000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edition </a:t>
            </a:r>
            <a:br>
              <a:rPr b="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Jim Kurose, Keith Ross</a:t>
            </a:r>
            <a:br>
              <a:rPr b="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Pearson/Addison Wesley</a:t>
            </a:r>
            <a:br>
              <a:rPr b="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April 2016</a:t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371475" y="715963"/>
            <a:ext cx="4808306" cy="172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Chapter 7</a:t>
            </a:r>
            <a:br>
              <a:rPr b="0" i="0" lang="en-US" sz="48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Wireless and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Mobile Networks</a:t>
            </a:r>
            <a:endParaRPr/>
          </a:p>
        </p:txBody>
      </p:sp>
      <p:pic>
        <p:nvPicPr>
          <p:cNvPr descr="underline_base" id="53" name="Google Shape;5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438" y="2389188"/>
            <a:ext cx="3890962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" name="Google Shape;55;p1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246063" y="255588"/>
            <a:ext cx="87360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Ch. 6: Wireless and Mobile Networks</a:t>
            </a:r>
            <a:endParaRPr/>
          </a:p>
        </p:txBody>
      </p:sp>
      <p:sp>
        <p:nvSpPr>
          <p:cNvPr id="62" name="Google Shape;62;p2"/>
          <p:cNvSpPr txBox="1"/>
          <p:nvPr>
            <p:ph idx="1" type="body"/>
          </p:nvPr>
        </p:nvSpPr>
        <p:spPr>
          <a:xfrm>
            <a:off x="533400" y="1371600"/>
            <a:ext cx="730567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i="1" lang="en-US" u="sng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Background:</a:t>
            </a:r>
            <a:r>
              <a:rPr i="1"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# wireless (mobile) phone subscribers now exceeds # wired phone subscribers (10-to-1 2019)!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# wireless Internet-connected devices equals # wireline Internet-connected devices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laptops, Internet-enabled phones promise anytime untethered Internet access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more mobile-broadband-connected devices than fixed-broadband-connected devices (5-1 in 2019)!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4G/5G cellular networks now embracing Internet protocol stack, including SDN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two important (but different) challenges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i="1" lang="en-US" sz="20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wireless:</a:t>
            </a:r>
            <a:r>
              <a:rPr lang="en-US" sz="20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communication over wireless link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i="1" lang="en-US" sz="20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mobility:</a:t>
            </a:r>
            <a:r>
              <a:rPr lang="en-US" sz="20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handling the mobile user who changes point of attachment to network</a:t>
            </a:r>
            <a:endParaRPr/>
          </a:p>
        </p:txBody>
      </p:sp>
      <p:pic>
        <p:nvPicPr>
          <p:cNvPr descr="underline_base"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550" y="1038225"/>
            <a:ext cx="7769225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2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>
            <p:ph type="title"/>
          </p:nvPr>
        </p:nvSpPr>
        <p:spPr>
          <a:xfrm>
            <a:off x="533400" y="1682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Chapter 7 outline</a:t>
            </a:r>
            <a:endParaRPr/>
          </a:p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533400" y="1519238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7.1 Introduction 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 u="sng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Wireless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7.2</a:t>
            </a:r>
            <a:r>
              <a:rPr lang="en-US" sz="2400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Wireless links, characteristics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CDMA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7.3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IEEE 802.11 wireless LANs (“Wi-Fi”)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7.4</a:t>
            </a:r>
            <a:r>
              <a:rPr lang="en-US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Cellular Internet Access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architecture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standards (e.g., 3G, LTE, 4G and 5G)</a:t>
            </a:r>
            <a:endParaRPr/>
          </a:p>
        </p:txBody>
      </p:sp>
      <p:sp>
        <p:nvSpPr>
          <p:cNvPr id="73" name="Google Shape;73;p3"/>
          <p:cNvSpPr txBox="1"/>
          <p:nvPr>
            <p:ph idx="2" type="body"/>
          </p:nvPr>
        </p:nvSpPr>
        <p:spPr>
          <a:xfrm>
            <a:off x="4495800" y="1519238"/>
            <a:ext cx="405447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 u="sng">
                <a:solidFill>
                  <a:srgbClr val="000099"/>
                </a:solidFill>
              </a:rPr>
              <a:t>Mobility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</a:rPr>
              <a:t>7.5</a:t>
            </a:r>
            <a:r>
              <a:rPr lang="en-US" sz="2400"/>
              <a:t> Principles: addressing and routing to mobile users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</a:rPr>
              <a:t>7.6</a:t>
            </a:r>
            <a:r>
              <a:rPr lang="en-US" sz="2400"/>
              <a:t> Mobile IP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</a:rPr>
              <a:t>7.7</a:t>
            </a:r>
            <a:r>
              <a:rPr lang="en-US" sz="2400"/>
              <a:t> Handling mobility in cellular networks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</a:rPr>
              <a:t>7.8</a:t>
            </a:r>
            <a:r>
              <a:rPr lang="en-US" sz="2400"/>
              <a:t> Mobility and higher-layer protocols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descr="underline_base" id="74" name="Google Shape;7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38" y="1017588"/>
            <a:ext cx="41132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" name="Google Shape;76;p3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pic>
        <p:nvPicPr>
          <p:cNvPr descr="Puzzle" id="77" name="Google Shape;7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653558">
            <a:off x="8308975" y="11627"/>
            <a:ext cx="603250" cy="60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>
            <p:ph type="title"/>
          </p:nvPr>
        </p:nvSpPr>
        <p:spPr>
          <a:xfrm>
            <a:off x="461963" y="193675"/>
            <a:ext cx="7772400" cy="95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Elements of a wireless network</a:t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4816475" y="4378325"/>
            <a:ext cx="2152650" cy="2093913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50875" y="1290638"/>
            <a:ext cx="2252663" cy="2286000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p4"/>
          <p:cNvCxnSpPr/>
          <p:nvPr/>
        </p:nvCxnSpPr>
        <p:spPr>
          <a:xfrm>
            <a:off x="1798638" y="2447925"/>
            <a:ext cx="1277937" cy="6556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4"/>
          <p:cNvSpPr/>
          <p:nvPr/>
        </p:nvSpPr>
        <p:spPr>
          <a:xfrm>
            <a:off x="1524000" y="4033838"/>
            <a:ext cx="1038225" cy="1004887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108325" y="4440238"/>
            <a:ext cx="2278063" cy="2052637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4"/>
          <p:cNvCxnSpPr/>
          <p:nvPr/>
        </p:nvCxnSpPr>
        <p:spPr>
          <a:xfrm>
            <a:off x="5360988" y="5424488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4"/>
          <p:cNvCxnSpPr/>
          <p:nvPr/>
        </p:nvCxnSpPr>
        <p:spPr>
          <a:xfrm rot="10800000">
            <a:off x="4873625" y="5327650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4"/>
          <p:cNvCxnSpPr/>
          <p:nvPr/>
        </p:nvCxnSpPr>
        <p:spPr>
          <a:xfrm rot="10800000">
            <a:off x="4887913" y="5403850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4"/>
          <p:cNvCxnSpPr/>
          <p:nvPr/>
        </p:nvCxnSpPr>
        <p:spPr>
          <a:xfrm rot="10800000">
            <a:off x="4830763" y="5470525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4"/>
          <p:cNvCxnSpPr/>
          <p:nvPr/>
        </p:nvCxnSpPr>
        <p:spPr>
          <a:xfrm flipH="1" rot="10800000">
            <a:off x="4308475" y="4144963"/>
            <a:ext cx="50800" cy="111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4" name="Google Shape;94;p4"/>
          <p:cNvGrpSpPr/>
          <p:nvPr/>
        </p:nvGrpSpPr>
        <p:grpSpPr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descr="laptop_stylized_small" id="95" name="Google Shape;9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96" name="Google Shape;96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" name="Google Shape;97;p4"/>
          <p:cNvGrpSpPr/>
          <p:nvPr/>
        </p:nvGrpSpPr>
        <p:grpSpPr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descr="access_point_stylized_small" id="98" name="Google Shape;98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99" name="Google Shape;99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" name="Google Shape;100;p4"/>
          <p:cNvGrpSpPr/>
          <p:nvPr/>
        </p:nvGrpSpPr>
        <p:grpSpPr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101" name="Google Shape;101;p4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102" name="Google Shape;102;p4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" name="Google Shape;103;p4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" name="Google Shape;104;p4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" name="Google Shape;105;p4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" name="Google Shape;106;p4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4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" name="Google Shape;108;p4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4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" name="Google Shape;110;p4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" name="Google Shape;111;p4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" name="Google Shape;112;p4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" name="Google Shape;113;p4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4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4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4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117" name="Google Shape;117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" name="Google Shape;118;p4"/>
          <p:cNvGrpSpPr/>
          <p:nvPr/>
        </p:nvGrpSpPr>
        <p:grpSpPr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descr="iphone_stylized_small" id="119" name="Google Shape;119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20" name="Google Shape;120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4"/>
          <p:cNvGrpSpPr/>
          <p:nvPr/>
        </p:nvGrpSpPr>
        <p:grpSpPr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122" name="Google Shape;122;p4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123" name="Google Shape;123;p4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" name="Google Shape;124;p4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" name="Google Shape;125;p4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" name="Google Shape;126;p4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" name="Google Shape;127;p4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" name="Google Shape;128;p4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" name="Google Shape;129;p4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" name="Google Shape;130;p4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4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4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4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" name="Google Shape;134;p4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" name="Google Shape;135;p4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" name="Google Shape;136;p4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" name="Google Shape;137;p4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138" name="Google Shape;138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" name="Google Shape;139;p4"/>
          <p:cNvGrpSpPr/>
          <p:nvPr/>
        </p:nvGrpSpPr>
        <p:grpSpPr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descr="laptop_stylized_small" id="140" name="Google Shape;140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41" name="Google Shape;141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4"/>
          <p:cNvGrpSpPr/>
          <p:nvPr/>
        </p:nvGrpSpPr>
        <p:grpSpPr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descr="laptop_stylized_small" id="143" name="Google Shape;143;p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44" name="Google Shape;144;p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" name="Google Shape;145;p4"/>
          <p:cNvGrpSpPr/>
          <p:nvPr/>
        </p:nvGrpSpPr>
        <p:grpSpPr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descr="laptop_stylized_small" id="146" name="Google Shape;146;p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47" name="Google Shape;147;p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8" name="Google Shape;148;p4"/>
          <p:cNvGrpSpPr/>
          <p:nvPr/>
        </p:nvGrpSpPr>
        <p:grpSpPr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descr="iphone_stylized_small" id="149" name="Google Shape;149;p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50" name="Google Shape;150;p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" name="Google Shape;151;p4"/>
          <p:cNvGrpSpPr/>
          <p:nvPr/>
        </p:nvGrpSpPr>
        <p:grpSpPr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descr="iphone_stylized_small" id="152" name="Google Shape;152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53" name="Google Shape;153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" name="Google Shape;154;p4"/>
          <p:cNvGrpSpPr/>
          <p:nvPr/>
        </p:nvGrpSpPr>
        <p:grpSpPr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descr="laptop_stylized_small" id="155" name="Google Shape;155;p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56" name="Google Shape;156;p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" name="Google Shape;157;p4"/>
          <p:cNvGrpSpPr/>
          <p:nvPr/>
        </p:nvGrpSpPr>
        <p:grpSpPr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descr="laptop_stylized_small" id="158" name="Google Shape;158;p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59" name="Google Shape;159;p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" name="Google Shape;160;p4"/>
          <p:cNvGrpSpPr/>
          <p:nvPr/>
        </p:nvGrpSpPr>
        <p:grpSpPr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descr="iphone_stylized_small" id="161" name="Google Shape;161;p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62" name="Google Shape;162;p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3" name="Google Shape;163;p4"/>
          <p:cNvGrpSpPr/>
          <p:nvPr/>
        </p:nvGrpSpPr>
        <p:grpSpPr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164" name="Google Shape;164;p4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165" name="Google Shape;165;p4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" name="Google Shape;166;p4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" name="Google Shape;167;p4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" name="Google Shape;168;p4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" name="Google Shape;169;p4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" name="Google Shape;170;p4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" name="Google Shape;171;p4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" name="Google Shape;172;p4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" name="Google Shape;173;p4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" name="Google Shape;174;p4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" name="Google Shape;175;p4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" name="Google Shape;176;p4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" name="Google Shape;177;p4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" name="Google Shape;178;p4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" name="Google Shape;179;p4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180" name="Google Shape;180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" name="Google Shape;181;p4"/>
          <p:cNvGrpSpPr/>
          <p:nvPr/>
        </p:nvGrpSpPr>
        <p:grpSpPr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descr="laptop_stylized_small" id="182" name="Google Shape;182;p4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83" name="Google Shape;183;p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p4"/>
          <p:cNvGrpSpPr/>
          <p:nvPr/>
        </p:nvGrpSpPr>
        <p:grpSpPr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descr="laptop_stylized_small" id="185" name="Google Shape;18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86" name="Google Shape;186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7" name="Google Shape;187;p4"/>
          <p:cNvGrpSpPr/>
          <p:nvPr/>
        </p:nvGrpSpPr>
        <p:grpSpPr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descr="laptop_stylized_small" id="188" name="Google Shape;188;p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89" name="Google Shape;189;p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0" name="Google Shape;190;p4"/>
          <p:cNvGrpSpPr/>
          <p:nvPr/>
        </p:nvGrpSpPr>
        <p:grpSpPr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descr="iphone_stylized_small" id="191" name="Google Shape;191;p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92" name="Google Shape;192;p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3" name="Google Shape;193;p4"/>
          <p:cNvGrpSpPr/>
          <p:nvPr/>
        </p:nvGrpSpPr>
        <p:grpSpPr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descr="laptop_stylized_small" id="194" name="Google Shape;194;p4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95" name="Google Shape;195;p4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6" name="Google Shape;196;p4"/>
          <p:cNvGrpSpPr/>
          <p:nvPr/>
        </p:nvGrpSpPr>
        <p:grpSpPr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descr="iphone_stylized_small" id="197" name="Google Shape;197;p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98" name="Google Shape;198;p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underline_base" id="199" name="Google Shape;199;p4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50863" y="881063"/>
            <a:ext cx="7313612" cy="173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4"/>
          <p:cNvCxnSpPr/>
          <p:nvPr/>
        </p:nvCxnSpPr>
        <p:spPr>
          <a:xfrm rot="10800000">
            <a:off x="4867275" y="4105275"/>
            <a:ext cx="949325" cy="12938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4"/>
          <p:cNvCxnSpPr/>
          <p:nvPr/>
        </p:nvCxnSpPr>
        <p:spPr>
          <a:xfrm flipH="1" rot="10800000">
            <a:off x="2197100" y="3636963"/>
            <a:ext cx="1257300" cy="8096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2" name="Google Shape;202;p4"/>
          <p:cNvGrpSpPr/>
          <p:nvPr/>
        </p:nvGrpSpPr>
        <p:grpSpPr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203" name="Google Shape;203;p4"/>
            <p:cNvSpPr/>
            <p:nvPr/>
          </p:nvSpPr>
          <p:spPr>
            <a:xfrm>
              <a:off x="3839" y="1737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"/>
            <p:cNvSpPr txBox="1"/>
            <p:nvPr/>
          </p:nvSpPr>
          <p:spPr>
            <a:xfrm>
              <a:off x="4146" y="2030"/>
              <a:ext cx="965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infrastructure</a:t>
              </a:r>
              <a:endParaRPr/>
            </a:p>
          </p:txBody>
        </p:sp>
      </p:grpSp>
      <p:sp>
        <p:nvSpPr>
          <p:cNvPr id="205" name="Google Shape;205;p4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6" name="Google Shape;206;p4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"/>
          <p:cNvSpPr/>
          <p:nvPr/>
        </p:nvSpPr>
        <p:spPr>
          <a:xfrm>
            <a:off x="4816475" y="4378325"/>
            <a:ext cx="2152650" cy="2093913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650875" y="1290638"/>
            <a:ext cx="2252663" cy="2286000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5"/>
          <p:cNvCxnSpPr/>
          <p:nvPr/>
        </p:nvCxnSpPr>
        <p:spPr>
          <a:xfrm>
            <a:off x="1798638" y="2447925"/>
            <a:ext cx="1277937" cy="6556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5"/>
          <p:cNvSpPr/>
          <p:nvPr/>
        </p:nvSpPr>
        <p:spPr>
          <a:xfrm>
            <a:off x="1524000" y="4033838"/>
            <a:ext cx="1038225" cy="1004887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5"/>
          <p:cNvCxnSpPr/>
          <p:nvPr/>
        </p:nvCxnSpPr>
        <p:spPr>
          <a:xfrm flipH="1" rot="10800000">
            <a:off x="2197100" y="3636963"/>
            <a:ext cx="1257300" cy="8096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5"/>
          <p:cNvSpPr/>
          <p:nvPr/>
        </p:nvSpPr>
        <p:spPr>
          <a:xfrm>
            <a:off x="3108325" y="4440238"/>
            <a:ext cx="2278063" cy="2052637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5"/>
          <p:cNvCxnSpPr/>
          <p:nvPr/>
        </p:nvCxnSpPr>
        <p:spPr>
          <a:xfrm>
            <a:off x="5360988" y="5424488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5"/>
          <p:cNvCxnSpPr/>
          <p:nvPr/>
        </p:nvCxnSpPr>
        <p:spPr>
          <a:xfrm rot="10800000">
            <a:off x="4873625" y="5327650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5"/>
          <p:cNvCxnSpPr/>
          <p:nvPr/>
        </p:nvCxnSpPr>
        <p:spPr>
          <a:xfrm rot="10800000">
            <a:off x="4887913" y="5403850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5"/>
          <p:cNvCxnSpPr/>
          <p:nvPr/>
        </p:nvCxnSpPr>
        <p:spPr>
          <a:xfrm rot="10800000">
            <a:off x="4830763" y="5470525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5"/>
          <p:cNvCxnSpPr/>
          <p:nvPr/>
        </p:nvCxnSpPr>
        <p:spPr>
          <a:xfrm rot="10800000">
            <a:off x="4867275" y="4105275"/>
            <a:ext cx="949325" cy="12938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5"/>
          <p:cNvCxnSpPr/>
          <p:nvPr/>
        </p:nvCxnSpPr>
        <p:spPr>
          <a:xfrm flipH="1" rot="10800000">
            <a:off x="4308475" y="4144963"/>
            <a:ext cx="50800" cy="111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4" name="Google Shape;224;p5"/>
          <p:cNvGrpSpPr/>
          <p:nvPr/>
        </p:nvGrpSpPr>
        <p:grpSpPr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descr="laptop_stylized_small" id="225" name="Google Shape;225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26" name="Google Shape;226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7" name="Google Shape;227;p5"/>
          <p:cNvGrpSpPr/>
          <p:nvPr/>
        </p:nvGrpSpPr>
        <p:grpSpPr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descr="access_point_stylized_small" id="228" name="Google Shape;228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29" name="Google Shape;229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0" name="Google Shape;230;p5"/>
          <p:cNvGrpSpPr/>
          <p:nvPr/>
        </p:nvGrpSpPr>
        <p:grpSpPr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231" name="Google Shape;231;p5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232" name="Google Shape;232;p5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" name="Google Shape;233;p5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" name="Google Shape;234;p5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" name="Google Shape;235;p5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" name="Google Shape;236;p5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" name="Google Shape;237;p5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" name="Google Shape;238;p5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" name="Google Shape;239;p5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" name="Google Shape;240;p5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" name="Google Shape;241;p5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" name="Google Shape;242;p5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" name="Google Shape;243;p5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4" name="Google Shape;244;p5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5" name="Google Shape;245;p5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6" name="Google Shape;246;p5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47" name="Google Shape;247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" name="Google Shape;248;p5"/>
          <p:cNvGrpSpPr/>
          <p:nvPr/>
        </p:nvGrpSpPr>
        <p:grpSpPr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descr="iphone_stylized_small" id="249" name="Google Shape;249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50" name="Google Shape;250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1" name="Google Shape;251;p5"/>
          <p:cNvGrpSpPr/>
          <p:nvPr/>
        </p:nvGrpSpPr>
        <p:grpSpPr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252" name="Google Shape;252;p5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253" name="Google Shape;253;p5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" name="Google Shape;254;p5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" name="Google Shape;255;p5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" name="Google Shape;256;p5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" name="Google Shape;257;p5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" name="Google Shape;258;p5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" name="Google Shape;259;p5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" name="Google Shape;260;p5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" name="Google Shape;261;p5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5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" name="Google Shape;263;p5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" name="Google Shape;264;p5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" name="Google Shape;265;p5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" name="Google Shape;266;p5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" name="Google Shape;267;p5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68" name="Google Shape;2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9" name="Google Shape;269;p5"/>
          <p:cNvGrpSpPr/>
          <p:nvPr/>
        </p:nvGrpSpPr>
        <p:grpSpPr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descr="laptop_stylized_small" id="270" name="Google Shape;270;p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1" name="Google Shape;271;p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2" name="Google Shape;272;p5"/>
          <p:cNvGrpSpPr/>
          <p:nvPr/>
        </p:nvGrpSpPr>
        <p:grpSpPr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descr="laptop_stylized_small" id="273" name="Google Shape;273;p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4" name="Google Shape;274;p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5" name="Google Shape;275;p5"/>
          <p:cNvGrpSpPr/>
          <p:nvPr/>
        </p:nvGrpSpPr>
        <p:grpSpPr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descr="laptop_stylized_small" id="276" name="Google Shape;276;p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7" name="Google Shape;277;p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8" name="Google Shape;278;p5"/>
          <p:cNvGrpSpPr/>
          <p:nvPr/>
        </p:nvGrpSpPr>
        <p:grpSpPr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descr="iphone_stylized_small" id="279" name="Google Shape;279;p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80" name="Google Shape;280;p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5"/>
          <p:cNvGrpSpPr/>
          <p:nvPr/>
        </p:nvGrpSpPr>
        <p:grpSpPr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descr="iphone_stylized_small" id="282" name="Google Shape;282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83" name="Google Shape;283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4" name="Google Shape;284;p5"/>
          <p:cNvGrpSpPr/>
          <p:nvPr/>
        </p:nvGrpSpPr>
        <p:grpSpPr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descr="laptop_stylized_small" id="285" name="Google Shape;285;p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86" name="Google Shape;286;p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7" name="Google Shape;287;p5"/>
          <p:cNvGrpSpPr/>
          <p:nvPr/>
        </p:nvGrpSpPr>
        <p:grpSpPr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descr="laptop_stylized_small" id="288" name="Google Shape;288;p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89" name="Google Shape;289;p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0" name="Google Shape;290;p5"/>
          <p:cNvGrpSpPr/>
          <p:nvPr/>
        </p:nvGrpSpPr>
        <p:grpSpPr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descr="iphone_stylized_small" id="291" name="Google Shape;291;p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92" name="Google Shape;292;p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" name="Google Shape;293;p5"/>
          <p:cNvGrpSpPr/>
          <p:nvPr/>
        </p:nvGrpSpPr>
        <p:grpSpPr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294" name="Google Shape;294;p5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295" name="Google Shape;295;p5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" name="Google Shape;296;p5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" name="Google Shape;297;p5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" name="Google Shape;298;p5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" name="Google Shape;299;p5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" name="Google Shape;300;p5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" name="Google Shape;301;p5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" name="Google Shape;302;p5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" name="Google Shape;303;p5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" name="Google Shape;304;p5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" name="Google Shape;305;p5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6" name="Google Shape;306;p5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" name="Google Shape;307;p5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" name="Google Shape;308;p5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" name="Google Shape;309;p5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310" name="Google Shape;310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1" name="Google Shape;311;p5"/>
          <p:cNvGrpSpPr/>
          <p:nvPr/>
        </p:nvGrpSpPr>
        <p:grpSpPr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descr="laptop_stylized_small" id="312" name="Google Shape;312;p5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13" name="Google Shape;313;p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4" name="Google Shape;314;p5"/>
          <p:cNvGrpSpPr/>
          <p:nvPr/>
        </p:nvGrpSpPr>
        <p:grpSpPr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descr="laptop_stylized_small" id="315" name="Google Shape;315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16" name="Google Shape;316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7" name="Google Shape;317;p5"/>
          <p:cNvGrpSpPr/>
          <p:nvPr/>
        </p:nvGrpSpPr>
        <p:grpSpPr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descr="laptop_stylized_small" id="318" name="Google Shape;318;p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19" name="Google Shape;319;p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0" name="Google Shape;320;p5"/>
          <p:cNvGrpSpPr/>
          <p:nvPr/>
        </p:nvGrpSpPr>
        <p:grpSpPr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descr="iphone_stylized_small" id="321" name="Google Shape;321;p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322" name="Google Shape;322;p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3" name="Google Shape;323;p5"/>
          <p:cNvGrpSpPr/>
          <p:nvPr/>
        </p:nvGrpSpPr>
        <p:grpSpPr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descr="laptop_stylized_small" id="324" name="Google Shape;324;p5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25" name="Google Shape;325;p5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6" name="Google Shape;326;p5"/>
          <p:cNvGrpSpPr/>
          <p:nvPr/>
        </p:nvGrpSpPr>
        <p:grpSpPr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descr="iphone_stylized_small" id="327" name="Google Shape;327;p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328" name="Google Shape;328;p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9" name="Google Shape;329;p5"/>
          <p:cNvSpPr/>
          <p:nvPr/>
        </p:nvSpPr>
        <p:spPr>
          <a:xfrm>
            <a:off x="5500688" y="1785938"/>
            <a:ext cx="3376612" cy="2068512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5"/>
          <p:cNvSpPr/>
          <p:nvPr/>
        </p:nvSpPr>
        <p:spPr>
          <a:xfrm>
            <a:off x="5584825" y="1631950"/>
            <a:ext cx="1912938" cy="2809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5"/>
          <p:cNvSpPr/>
          <p:nvPr/>
        </p:nvSpPr>
        <p:spPr>
          <a:xfrm>
            <a:off x="5573713" y="1560513"/>
            <a:ext cx="3308350" cy="2579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8125" lvl="0" marL="238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lang="en-US" sz="24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wireless hosts</a:t>
            </a:r>
            <a:endParaRPr/>
          </a:p>
          <a:p>
            <a:pPr indent="-238125" lvl="0" marL="238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laptop, smartphone, IoT</a:t>
            </a:r>
            <a:endParaRPr/>
          </a:p>
          <a:p>
            <a:pPr indent="-238125" lvl="0" marL="238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run applications</a:t>
            </a:r>
            <a:endParaRPr/>
          </a:p>
          <a:p>
            <a:pPr indent="-238125" lvl="0" marL="238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may be stationary (non-mobile) or mobile</a:t>
            </a:r>
            <a:endParaRPr/>
          </a:p>
          <a:p>
            <a:pPr indent="-177800" lvl="1" marL="6350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wireless does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not</a:t>
            </a: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always mean mobility</a:t>
            </a:r>
            <a:endParaRPr/>
          </a:p>
        </p:txBody>
      </p:sp>
      <p:cxnSp>
        <p:nvCxnSpPr>
          <p:cNvPr id="332" name="Google Shape;332;p5"/>
          <p:cNvCxnSpPr/>
          <p:nvPr/>
        </p:nvCxnSpPr>
        <p:spPr>
          <a:xfrm flipH="1">
            <a:off x="6189663" y="3911600"/>
            <a:ext cx="957262" cy="1884363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" name="Google Shape;333;p5"/>
          <p:cNvCxnSpPr/>
          <p:nvPr/>
        </p:nvCxnSpPr>
        <p:spPr>
          <a:xfrm flipH="1">
            <a:off x="5257800" y="3895725"/>
            <a:ext cx="1885950" cy="1363663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34" name="Google Shape;334;p5"/>
          <p:cNvGrpSpPr/>
          <p:nvPr/>
        </p:nvGrpSpPr>
        <p:grpSpPr>
          <a:xfrm>
            <a:off x="7985125" y="1209675"/>
            <a:ext cx="762000" cy="771525"/>
            <a:chOff x="313" y="1497"/>
            <a:chExt cx="1152" cy="1014"/>
          </a:xfrm>
        </p:grpSpPr>
        <p:pic>
          <p:nvPicPr>
            <p:cNvPr descr="laptop_stylized_small" id="335" name="Google Shape;335;p5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36" name="Google Shape;336;p5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7" name="Google Shape;337;p5"/>
          <p:cNvGrpSpPr/>
          <p:nvPr/>
        </p:nvGrpSpPr>
        <p:grpSpPr>
          <a:xfrm>
            <a:off x="7416800" y="1371600"/>
            <a:ext cx="598488" cy="514350"/>
            <a:chOff x="2751" y="1851"/>
            <a:chExt cx="462" cy="478"/>
          </a:xfrm>
        </p:grpSpPr>
        <p:pic>
          <p:nvPicPr>
            <p:cNvPr descr="iphone_stylized_small" id="338" name="Google Shape;338;p5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339" name="Google Shape;339;p5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0" name="Google Shape;340;p5"/>
          <p:cNvSpPr txBox="1"/>
          <p:nvPr>
            <p:ph type="title"/>
          </p:nvPr>
        </p:nvSpPr>
        <p:spPr>
          <a:xfrm>
            <a:off x="461963" y="193675"/>
            <a:ext cx="7772400" cy="95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Elements of a wireless network</a:t>
            </a:r>
            <a:endParaRPr/>
          </a:p>
        </p:txBody>
      </p:sp>
      <p:pic>
        <p:nvPicPr>
          <p:cNvPr descr="underline_base" id="341" name="Google Shape;341;p5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550863" y="881063"/>
            <a:ext cx="7313612" cy="173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2" name="Google Shape;342;p5"/>
          <p:cNvGrpSpPr/>
          <p:nvPr/>
        </p:nvGrpSpPr>
        <p:grpSpPr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343" name="Google Shape;343;p5"/>
            <p:cNvSpPr/>
            <p:nvPr/>
          </p:nvSpPr>
          <p:spPr>
            <a:xfrm>
              <a:off x="3839" y="1737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5"/>
            <p:cNvSpPr txBox="1"/>
            <p:nvPr/>
          </p:nvSpPr>
          <p:spPr>
            <a:xfrm>
              <a:off x="4146" y="2030"/>
              <a:ext cx="965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infrastructure</a:t>
              </a:r>
              <a:endParaRPr/>
            </a:p>
          </p:txBody>
        </p:sp>
      </p:grpSp>
      <p:sp>
        <p:nvSpPr>
          <p:cNvPr id="345" name="Google Shape;345;p5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6" name="Google Shape;346;p5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pic>
        <p:nvPicPr>
          <p:cNvPr descr="Puzzle" id="347" name="Google Shape;347;p5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 rot="2653558">
            <a:off x="8415852" y="6822"/>
            <a:ext cx="603250" cy="60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"/>
          <p:cNvSpPr/>
          <p:nvPr/>
        </p:nvSpPr>
        <p:spPr>
          <a:xfrm>
            <a:off x="4816475" y="4378325"/>
            <a:ext cx="2152650" cy="2093913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6"/>
          <p:cNvSpPr/>
          <p:nvPr/>
        </p:nvSpPr>
        <p:spPr>
          <a:xfrm>
            <a:off x="650875" y="1290638"/>
            <a:ext cx="2252663" cy="2286000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p6"/>
          <p:cNvCxnSpPr/>
          <p:nvPr/>
        </p:nvCxnSpPr>
        <p:spPr>
          <a:xfrm>
            <a:off x="1798638" y="2447925"/>
            <a:ext cx="1277937" cy="6556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6"/>
          <p:cNvSpPr/>
          <p:nvPr/>
        </p:nvSpPr>
        <p:spPr>
          <a:xfrm>
            <a:off x="1524000" y="4033838"/>
            <a:ext cx="1038225" cy="1004887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" name="Google Shape;357;p6"/>
          <p:cNvCxnSpPr/>
          <p:nvPr/>
        </p:nvCxnSpPr>
        <p:spPr>
          <a:xfrm flipH="1" rot="10800000">
            <a:off x="2197100" y="3636963"/>
            <a:ext cx="1257300" cy="8096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6"/>
          <p:cNvSpPr/>
          <p:nvPr/>
        </p:nvSpPr>
        <p:spPr>
          <a:xfrm>
            <a:off x="3108325" y="4440238"/>
            <a:ext cx="2278063" cy="2052637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" name="Google Shape;359;p6"/>
          <p:cNvCxnSpPr/>
          <p:nvPr/>
        </p:nvCxnSpPr>
        <p:spPr>
          <a:xfrm>
            <a:off x="5360988" y="5424488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0" name="Google Shape;360;p6"/>
          <p:cNvCxnSpPr/>
          <p:nvPr/>
        </p:nvCxnSpPr>
        <p:spPr>
          <a:xfrm rot="10800000">
            <a:off x="4873625" y="5327650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6"/>
          <p:cNvCxnSpPr/>
          <p:nvPr/>
        </p:nvCxnSpPr>
        <p:spPr>
          <a:xfrm rot="10800000">
            <a:off x="4887913" y="5403850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6"/>
          <p:cNvCxnSpPr/>
          <p:nvPr/>
        </p:nvCxnSpPr>
        <p:spPr>
          <a:xfrm rot="10800000">
            <a:off x="4830763" y="5470525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6"/>
          <p:cNvCxnSpPr/>
          <p:nvPr/>
        </p:nvCxnSpPr>
        <p:spPr>
          <a:xfrm rot="10800000">
            <a:off x="4867275" y="4105275"/>
            <a:ext cx="949325" cy="12938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6"/>
          <p:cNvCxnSpPr/>
          <p:nvPr/>
        </p:nvCxnSpPr>
        <p:spPr>
          <a:xfrm flipH="1" rot="10800000">
            <a:off x="4308475" y="4144963"/>
            <a:ext cx="50800" cy="111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5" name="Google Shape;365;p6"/>
          <p:cNvGrpSpPr/>
          <p:nvPr/>
        </p:nvGrpSpPr>
        <p:grpSpPr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descr="laptop_stylized_small" id="366" name="Google Shape;366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67" name="Google Shape;367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8" name="Google Shape;368;p6"/>
          <p:cNvGrpSpPr/>
          <p:nvPr/>
        </p:nvGrpSpPr>
        <p:grpSpPr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descr="access_point_stylized_small" id="369" name="Google Shape;369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370" name="Google Shape;370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1" name="Google Shape;371;p6"/>
          <p:cNvGrpSpPr/>
          <p:nvPr/>
        </p:nvGrpSpPr>
        <p:grpSpPr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372" name="Google Shape;372;p6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373" name="Google Shape;373;p6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4" name="Google Shape;374;p6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" name="Google Shape;375;p6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6" name="Google Shape;376;p6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" name="Google Shape;377;p6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" name="Google Shape;378;p6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" name="Google Shape;379;p6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" name="Google Shape;380;p6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" name="Google Shape;381;p6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" name="Google Shape;382;p6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" name="Google Shape;383;p6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" name="Google Shape;384;p6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" name="Google Shape;385;p6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6" name="Google Shape;386;p6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" name="Google Shape;387;p6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388" name="Google Shape;388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9" name="Google Shape;389;p6"/>
          <p:cNvGrpSpPr/>
          <p:nvPr/>
        </p:nvGrpSpPr>
        <p:grpSpPr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descr="iphone_stylized_small" id="390" name="Google Shape;390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391" name="Google Shape;391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2" name="Google Shape;392;p6"/>
          <p:cNvGrpSpPr/>
          <p:nvPr/>
        </p:nvGrpSpPr>
        <p:grpSpPr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393" name="Google Shape;393;p6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394" name="Google Shape;394;p6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" name="Google Shape;395;p6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" name="Google Shape;396;p6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" name="Google Shape;397;p6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" name="Google Shape;398;p6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" name="Google Shape;399;p6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" name="Google Shape;400;p6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" name="Google Shape;401;p6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" name="Google Shape;402;p6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" name="Google Shape;403;p6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" name="Google Shape;404;p6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5" name="Google Shape;405;p6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" name="Google Shape;406;p6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7" name="Google Shape;407;p6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8" name="Google Shape;408;p6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409" name="Google Shape;409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0" name="Google Shape;410;p6"/>
          <p:cNvGrpSpPr/>
          <p:nvPr/>
        </p:nvGrpSpPr>
        <p:grpSpPr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descr="laptop_stylized_small" id="411" name="Google Shape;411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12" name="Google Shape;412;p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3" name="Google Shape;413;p6"/>
          <p:cNvGrpSpPr/>
          <p:nvPr/>
        </p:nvGrpSpPr>
        <p:grpSpPr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descr="laptop_stylized_small" id="414" name="Google Shape;414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15" name="Google Shape;415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6" name="Google Shape;416;p6"/>
          <p:cNvGrpSpPr/>
          <p:nvPr/>
        </p:nvGrpSpPr>
        <p:grpSpPr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descr="laptop_stylized_small" id="417" name="Google Shape;417;p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18" name="Google Shape;418;p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9" name="Google Shape;419;p6"/>
          <p:cNvGrpSpPr/>
          <p:nvPr/>
        </p:nvGrpSpPr>
        <p:grpSpPr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descr="iphone_stylized_small" id="420" name="Google Shape;420;p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21" name="Google Shape;421;p6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2" name="Google Shape;422;p6"/>
          <p:cNvGrpSpPr/>
          <p:nvPr/>
        </p:nvGrpSpPr>
        <p:grpSpPr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descr="iphone_stylized_small" id="423" name="Google Shape;423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24" name="Google Shape;424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5" name="Google Shape;425;p6"/>
          <p:cNvGrpSpPr/>
          <p:nvPr/>
        </p:nvGrpSpPr>
        <p:grpSpPr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descr="laptop_stylized_small" id="426" name="Google Shape;426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27" name="Google Shape;427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8" name="Google Shape;428;p6"/>
          <p:cNvGrpSpPr/>
          <p:nvPr/>
        </p:nvGrpSpPr>
        <p:grpSpPr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descr="laptop_stylized_small" id="429" name="Google Shape;429;p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30" name="Google Shape;430;p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1" name="Google Shape;431;p6"/>
          <p:cNvGrpSpPr/>
          <p:nvPr/>
        </p:nvGrpSpPr>
        <p:grpSpPr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descr="iphone_stylized_small" id="432" name="Google Shape;432;p6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33" name="Google Shape;433;p6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4" name="Google Shape;434;p6"/>
          <p:cNvGrpSpPr/>
          <p:nvPr/>
        </p:nvGrpSpPr>
        <p:grpSpPr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435" name="Google Shape;435;p6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436" name="Google Shape;436;p6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" name="Google Shape;437;p6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" name="Google Shape;438;p6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" name="Google Shape;439;p6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0" name="Google Shape;440;p6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" name="Google Shape;441;p6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" name="Google Shape;442;p6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" name="Google Shape;443;p6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" name="Google Shape;444;p6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" name="Google Shape;445;p6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" name="Google Shape;446;p6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" name="Google Shape;447;p6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" name="Google Shape;448;p6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" name="Google Shape;449;p6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" name="Google Shape;450;p6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451" name="Google Shape;451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2" name="Google Shape;452;p6"/>
          <p:cNvGrpSpPr/>
          <p:nvPr/>
        </p:nvGrpSpPr>
        <p:grpSpPr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descr="laptop_stylized_small" id="453" name="Google Shape;453;p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54" name="Google Shape;454;p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5" name="Google Shape;455;p6"/>
          <p:cNvGrpSpPr/>
          <p:nvPr/>
        </p:nvGrpSpPr>
        <p:grpSpPr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descr="laptop_stylized_small" id="456" name="Google Shape;456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57" name="Google Shape;457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8" name="Google Shape;458;p6"/>
          <p:cNvGrpSpPr/>
          <p:nvPr/>
        </p:nvGrpSpPr>
        <p:grpSpPr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descr="laptop_stylized_small" id="459" name="Google Shape;459;p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60" name="Google Shape;460;p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1" name="Google Shape;461;p6"/>
          <p:cNvGrpSpPr/>
          <p:nvPr/>
        </p:nvGrpSpPr>
        <p:grpSpPr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descr="iphone_stylized_small" id="462" name="Google Shape;462;p6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63" name="Google Shape;463;p6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4" name="Google Shape;464;p6"/>
          <p:cNvGrpSpPr/>
          <p:nvPr/>
        </p:nvGrpSpPr>
        <p:grpSpPr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descr="laptop_stylized_small" id="465" name="Google Shape;465;p6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66" name="Google Shape;466;p6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7" name="Google Shape;467;p6"/>
          <p:cNvGrpSpPr/>
          <p:nvPr/>
        </p:nvGrpSpPr>
        <p:grpSpPr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descr="iphone_stylized_small" id="468" name="Google Shape;468;p6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69" name="Google Shape;469;p6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0" name="Google Shape;470;p6"/>
          <p:cNvSpPr/>
          <p:nvPr/>
        </p:nvSpPr>
        <p:spPr>
          <a:xfrm>
            <a:off x="5484813" y="1557338"/>
            <a:ext cx="3346450" cy="2954337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6"/>
          <p:cNvSpPr/>
          <p:nvPr/>
        </p:nvSpPr>
        <p:spPr>
          <a:xfrm>
            <a:off x="5538788" y="1403350"/>
            <a:ext cx="1912937" cy="2809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6"/>
          <p:cNvSpPr/>
          <p:nvPr/>
        </p:nvSpPr>
        <p:spPr>
          <a:xfrm>
            <a:off x="5537200" y="1362075"/>
            <a:ext cx="3149600" cy="257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4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base station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typically connected to wired network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relay - responsible for sending packets between wired network and wireless host(s) in its “area”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77800" lvl="1" marL="635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e.g., cell towers,  802.11 access points </a:t>
            </a:r>
            <a:endParaRPr/>
          </a:p>
        </p:txBody>
      </p:sp>
      <p:cxnSp>
        <p:nvCxnSpPr>
          <p:cNvPr id="473" name="Google Shape;473;p6"/>
          <p:cNvCxnSpPr/>
          <p:nvPr/>
        </p:nvCxnSpPr>
        <p:spPr>
          <a:xfrm flipH="1">
            <a:off x="6019800" y="4530725"/>
            <a:ext cx="309563" cy="863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74" name="Google Shape;474;p6"/>
          <p:cNvGrpSpPr/>
          <p:nvPr/>
        </p:nvGrpSpPr>
        <p:grpSpPr>
          <a:xfrm>
            <a:off x="8188325" y="1087438"/>
            <a:ext cx="458788" cy="620712"/>
            <a:chOff x="5955030" y="3031808"/>
            <a:chExt cx="914400" cy="1398587"/>
          </a:xfrm>
        </p:grpSpPr>
        <p:grpSp>
          <p:nvGrpSpPr>
            <p:cNvPr id="475" name="Google Shape;475;p6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476" name="Google Shape;476;p6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" name="Google Shape;477;p6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" name="Google Shape;478;p6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" name="Google Shape;479;p6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" name="Google Shape;480;p6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" name="Google Shape;481;p6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" name="Google Shape;482;p6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" name="Google Shape;483;p6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" name="Google Shape;484;p6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5" name="Google Shape;485;p6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6" name="Google Shape;486;p6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7" name="Google Shape;487;p6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" name="Google Shape;488;p6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9" name="Google Shape;489;p6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0" name="Google Shape;490;p6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491" name="Google Shape;491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2" name="Google Shape;492;p6"/>
          <p:cNvGrpSpPr/>
          <p:nvPr/>
        </p:nvGrpSpPr>
        <p:grpSpPr>
          <a:xfrm>
            <a:off x="7578725" y="1228725"/>
            <a:ext cx="590550" cy="501650"/>
            <a:chOff x="2967" y="478"/>
            <a:chExt cx="788" cy="625"/>
          </a:xfrm>
        </p:grpSpPr>
        <p:pic>
          <p:nvPicPr>
            <p:cNvPr descr="access_point_stylized_small" id="493" name="Google Shape;493;p6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94" name="Google Shape;494;p6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5" name="Google Shape;495;p6"/>
          <p:cNvSpPr txBox="1"/>
          <p:nvPr>
            <p:ph type="title"/>
          </p:nvPr>
        </p:nvSpPr>
        <p:spPr>
          <a:xfrm>
            <a:off x="461963" y="193675"/>
            <a:ext cx="7772400" cy="95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Elements of a wireless network</a:t>
            </a:r>
            <a:endParaRPr/>
          </a:p>
        </p:txBody>
      </p:sp>
      <p:pic>
        <p:nvPicPr>
          <p:cNvPr descr="underline_base" id="496" name="Google Shape;496;p6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50863" y="881063"/>
            <a:ext cx="7313612" cy="173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7" name="Google Shape;497;p6"/>
          <p:cNvGrpSpPr/>
          <p:nvPr/>
        </p:nvGrpSpPr>
        <p:grpSpPr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498" name="Google Shape;498;p6"/>
            <p:cNvSpPr/>
            <p:nvPr/>
          </p:nvSpPr>
          <p:spPr>
            <a:xfrm>
              <a:off x="3839" y="1737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6"/>
            <p:cNvSpPr txBox="1"/>
            <p:nvPr/>
          </p:nvSpPr>
          <p:spPr>
            <a:xfrm>
              <a:off x="4146" y="2030"/>
              <a:ext cx="965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infrastructure</a:t>
              </a:r>
              <a:endParaRPr/>
            </a:p>
          </p:txBody>
        </p:sp>
      </p:grpSp>
      <p:sp>
        <p:nvSpPr>
          <p:cNvPr id="500" name="Google Shape;500;p6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1" name="Google Shape;501;p6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"/>
          <p:cNvSpPr/>
          <p:nvPr/>
        </p:nvSpPr>
        <p:spPr>
          <a:xfrm>
            <a:off x="4816475" y="4378325"/>
            <a:ext cx="2152650" cy="2093913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7"/>
          <p:cNvSpPr/>
          <p:nvPr/>
        </p:nvSpPr>
        <p:spPr>
          <a:xfrm>
            <a:off x="650875" y="1290638"/>
            <a:ext cx="2252663" cy="2286000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9" name="Google Shape;509;p7"/>
          <p:cNvCxnSpPr/>
          <p:nvPr/>
        </p:nvCxnSpPr>
        <p:spPr>
          <a:xfrm>
            <a:off x="1798638" y="2447925"/>
            <a:ext cx="1277937" cy="6556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7"/>
          <p:cNvSpPr/>
          <p:nvPr/>
        </p:nvSpPr>
        <p:spPr>
          <a:xfrm>
            <a:off x="1524000" y="4033838"/>
            <a:ext cx="1038225" cy="1004887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" name="Google Shape;511;p7"/>
          <p:cNvCxnSpPr/>
          <p:nvPr/>
        </p:nvCxnSpPr>
        <p:spPr>
          <a:xfrm flipH="1" rot="10800000">
            <a:off x="2197100" y="3636963"/>
            <a:ext cx="1257300" cy="8096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" name="Google Shape;512;p7"/>
          <p:cNvSpPr/>
          <p:nvPr/>
        </p:nvSpPr>
        <p:spPr>
          <a:xfrm>
            <a:off x="3108325" y="4440238"/>
            <a:ext cx="2278063" cy="2052637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3" name="Google Shape;513;p7"/>
          <p:cNvCxnSpPr/>
          <p:nvPr/>
        </p:nvCxnSpPr>
        <p:spPr>
          <a:xfrm>
            <a:off x="5360988" y="5424488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4" name="Google Shape;514;p7"/>
          <p:cNvCxnSpPr/>
          <p:nvPr/>
        </p:nvCxnSpPr>
        <p:spPr>
          <a:xfrm rot="10800000">
            <a:off x="4873625" y="5327650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7"/>
          <p:cNvCxnSpPr/>
          <p:nvPr/>
        </p:nvCxnSpPr>
        <p:spPr>
          <a:xfrm rot="10800000">
            <a:off x="4887913" y="5403850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7"/>
          <p:cNvCxnSpPr/>
          <p:nvPr/>
        </p:nvCxnSpPr>
        <p:spPr>
          <a:xfrm rot="10800000">
            <a:off x="4830763" y="5470525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7"/>
          <p:cNvCxnSpPr/>
          <p:nvPr/>
        </p:nvCxnSpPr>
        <p:spPr>
          <a:xfrm rot="10800000">
            <a:off x="4867275" y="4105275"/>
            <a:ext cx="949325" cy="12938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7"/>
          <p:cNvCxnSpPr/>
          <p:nvPr/>
        </p:nvCxnSpPr>
        <p:spPr>
          <a:xfrm flipH="1" rot="10800000">
            <a:off x="4308475" y="4144963"/>
            <a:ext cx="50800" cy="111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9" name="Google Shape;519;p7"/>
          <p:cNvGrpSpPr/>
          <p:nvPr/>
        </p:nvGrpSpPr>
        <p:grpSpPr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descr="laptop_stylized_small" id="520" name="Google Shape;520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21" name="Google Shape;521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2" name="Google Shape;522;p7"/>
          <p:cNvGrpSpPr/>
          <p:nvPr/>
        </p:nvGrpSpPr>
        <p:grpSpPr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descr="access_point_stylized_small" id="523" name="Google Shape;523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24" name="Google Shape;524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5" name="Google Shape;525;p7"/>
          <p:cNvGrpSpPr/>
          <p:nvPr/>
        </p:nvGrpSpPr>
        <p:grpSpPr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526" name="Google Shape;526;p7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527" name="Google Shape;527;p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8" name="Google Shape;528;p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" name="Google Shape;529;p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" name="Google Shape;530;p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1" name="Google Shape;531;p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2" name="Google Shape;532;p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3" name="Google Shape;533;p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" name="Google Shape;534;p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" name="Google Shape;535;p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" name="Google Shape;536;p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7" name="Google Shape;537;p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8" name="Google Shape;538;p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9" name="Google Shape;539;p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0" name="Google Shape;540;p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1" name="Google Shape;541;p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542" name="Google Shape;542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3" name="Google Shape;543;p7"/>
          <p:cNvGrpSpPr/>
          <p:nvPr/>
        </p:nvGrpSpPr>
        <p:grpSpPr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descr="iphone_stylized_small" id="544" name="Google Shape;544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45" name="Google Shape;545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6" name="Google Shape;546;p7"/>
          <p:cNvGrpSpPr/>
          <p:nvPr/>
        </p:nvGrpSpPr>
        <p:grpSpPr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547" name="Google Shape;547;p7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548" name="Google Shape;548;p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9" name="Google Shape;549;p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" name="Google Shape;550;p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1" name="Google Shape;551;p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2" name="Google Shape;552;p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3" name="Google Shape;553;p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4" name="Google Shape;554;p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5" name="Google Shape;555;p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6" name="Google Shape;556;p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7" name="Google Shape;557;p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8" name="Google Shape;558;p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9" name="Google Shape;559;p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" name="Google Shape;560;p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1" name="Google Shape;561;p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2" name="Google Shape;562;p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563" name="Google Shape;563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4" name="Google Shape;564;p7"/>
          <p:cNvGrpSpPr/>
          <p:nvPr/>
        </p:nvGrpSpPr>
        <p:grpSpPr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descr="laptop_stylized_small" id="565" name="Google Shape;565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66" name="Google Shape;566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7" name="Google Shape;567;p7"/>
          <p:cNvGrpSpPr/>
          <p:nvPr/>
        </p:nvGrpSpPr>
        <p:grpSpPr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descr="laptop_stylized_small" id="568" name="Google Shape;568;p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69" name="Google Shape;569;p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0" name="Google Shape;570;p7"/>
          <p:cNvGrpSpPr/>
          <p:nvPr/>
        </p:nvGrpSpPr>
        <p:grpSpPr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descr="laptop_stylized_small" id="571" name="Google Shape;571;p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72" name="Google Shape;572;p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3" name="Google Shape;573;p7"/>
          <p:cNvGrpSpPr/>
          <p:nvPr/>
        </p:nvGrpSpPr>
        <p:grpSpPr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descr="iphone_stylized_small" id="574" name="Google Shape;574;p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75" name="Google Shape;575;p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6" name="Google Shape;576;p7"/>
          <p:cNvGrpSpPr/>
          <p:nvPr/>
        </p:nvGrpSpPr>
        <p:grpSpPr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descr="iphone_stylized_small" id="577" name="Google Shape;577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78" name="Google Shape;578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9" name="Google Shape;579;p7"/>
          <p:cNvGrpSpPr/>
          <p:nvPr/>
        </p:nvGrpSpPr>
        <p:grpSpPr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descr="laptop_stylized_small" id="580" name="Google Shape;580;p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81" name="Google Shape;581;p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2" name="Google Shape;582;p7"/>
          <p:cNvGrpSpPr/>
          <p:nvPr/>
        </p:nvGrpSpPr>
        <p:grpSpPr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descr="laptop_stylized_small" id="583" name="Google Shape;583;p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84" name="Google Shape;584;p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5" name="Google Shape;585;p7"/>
          <p:cNvGrpSpPr/>
          <p:nvPr/>
        </p:nvGrpSpPr>
        <p:grpSpPr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descr="iphone_stylized_small" id="586" name="Google Shape;586;p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87" name="Google Shape;587;p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8" name="Google Shape;588;p7"/>
          <p:cNvGrpSpPr/>
          <p:nvPr/>
        </p:nvGrpSpPr>
        <p:grpSpPr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589" name="Google Shape;589;p7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590" name="Google Shape;590;p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1" name="Google Shape;591;p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2" name="Google Shape;592;p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3" name="Google Shape;593;p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4" name="Google Shape;594;p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5" name="Google Shape;595;p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6" name="Google Shape;596;p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7" name="Google Shape;597;p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8" name="Google Shape;598;p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9" name="Google Shape;599;p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0" name="Google Shape;600;p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" name="Google Shape;601;p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2" name="Google Shape;602;p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3" name="Google Shape;603;p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4" name="Google Shape;604;p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605" name="Google Shape;605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6" name="Google Shape;606;p7"/>
          <p:cNvGrpSpPr/>
          <p:nvPr/>
        </p:nvGrpSpPr>
        <p:grpSpPr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descr="laptop_stylized_small" id="607" name="Google Shape;607;p7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608" name="Google Shape;608;p7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9" name="Google Shape;609;p7"/>
          <p:cNvGrpSpPr/>
          <p:nvPr/>
        </p:nvGrpSpPr>
        <p:grpSpPr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descr="laptop_stylized_small" id="610" name="Google Shape;610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611" name="Google Shape;611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2" name="Google Shape;612;p7"/>
          <p:cNvGrpSpPr/>
          <p:nvPr/>
        </p:nvGrpSpPr>
        <p:grpSpPr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descr="laptop_stylized_small" id="613" name="Google Shape;613;p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614" name="Google Shape;614;p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5" name="Google Shape;615;p7"/>
          <p:cNvGrpSpPr/>
          <p:nvPr/>
        </p:nvGrpSpPr>
        <p:grpSpPr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descr="iphone_stylized_small" id="616" name="Google Shape;616;p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617" name="Google Shape;617;p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8" name="Google Shape;618;p7"/>
          <p:cNvGrpSpPr/>
          <p:nvPr/>
        </p:nvGrpSpPr>
        <p:grpSpPr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descr="laptop_stylized_small" id="619" name="Google Shape;619;p7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620" name="Google Shape;620;p7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1" name="Google Shape;621;p7"/>
          <p:cNvGrpSpPr/>
          <p:nvPr/>
        </p:nvGrpSpPr>
        <p:grpSpPr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descr="iphone_stylized_small" id="622" name="Google Shape;622;p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623" name="Google Shape;623;p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4" name="Google Shape;624;p7"/>
          <p:cNvSpPr/>
          <p:nvPr/>
        </p:nvSpPr>
        <p:spPr>
          <a:xfrm>
            <a:off x="5484813" y="1557338"/>
            <a:ext cx="3346450" cy="2820987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7"/>
          <p:cNvSpPr/>
          <p:nvPr/>
        </p:nvSpPr>
        <p:spPr>
          <a:xfrm>
            <a:off x="5538788" y="1403350"/>
            <a:ext cx="1912937" cy="2809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7"/>
          <p:cNvSpPr/>
          <p:nvPr/>
        </p:nvSpPr>
        <p:spPr>
          <a:xfrm>
            <a:off x="5537200" y="1362075"/>
            <a:ext cx="3149600" cy="257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wireless link</a:t>
            </a:r>
            <a:endParaRPr/>
          </a:p>
          <a:p>
            <a:pPr indent="-238125" lvl="0" marL="238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typically used to connect mobile(s) to base station</a:t>
            </a:r>
            <a:endParaRPr/>
          </a:p>
          <a:p>
            <a:pPr indent="-238125" lvl="0" marL="238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also used as backbone link </a:t>
            </a:r>
            <a:endParaRPr/>
          </a:p>
          <a:p>
            <a:pPr indent="-238125" lvl="0" marL="238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multiple access protocol coordinates link access </a:t>
            </a:r>
            <a:endParaRPr/>
          </a:p>
          <a:p>
            <a:pPr indent="-238125" lvl="0" marL="238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various data rates, transmission distance and frequency bands</a:t>
            </a:r>
            <a:endParaRPr/>
          </a:p>
        </p:txBody>
      </p:sp>
      <p:cxnSp>
        <p:nvCxnSpPr>
          <p:cNvPr id="627" name="Google Shape;627;p7"/>
          <p:cNvCxnSpPr/>
          <p:nvPr/>
        </p:nvCxnSpPr>
        <p:spPr>
          <a:xfrm flipH="1">
            <a:off x="6207125" y="4378325"/>
            <a:ext cx="106363" cy="54927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8" name="Google Shape;628;p7"/>
          <p:cNvSpPr/>
          <p:nvPr/>
        </p:nvSpPr>
        <p:spPr>
          <a:xfrm>
            <a:off x="7800975" y="1430338"/>
            <a:ext cx="735013" cy="220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9" name="Google Shape;629;p7"/>
          <p:cNvGrpSpPr/>
          <p:nvPr/>
        </p:nvGrpSpPr>
        <p:grpSpPr>
          <a:xfrm>
            <a:off x="7815263" y="1347788"/>
            <a:ext cx="722312" cy="303212"/>
            <a:chOff x="4750" y="264"/>
            <a:chExt cx="455" cy="191"/>
          </a:xfrm>
        </p:grpSpPr>
        <p:sp>
          <p:nvSpPr>
            <p:cNvPr id="630" name="Google Shape;630;p7"/>
            <p:cNvSpPr/>
            <p:nvPr/>
          </p:nvSpPr>
          <p:spPr>
            <a:xfrm>
              <a:off x="4872" y="298"/>
              <a:ext cx="82" cy="104"/>
            </a:xfrm>
            <a:custGeom>
              <a:rect b="b" l="l" r="r" t="t"/>
              <a:pathLst>
                <a:path extrusionOk="0" h="209" w="247">
                  <a:moveTo>
                    <a:pt x="87" y="27"/>
                  </a:moveTo>
                  <a:lnTo>
                    <a:pt x="68" y="35"/>
                  </a:lnTo>
                  <a:lnTo>
                    <a:pt x="52" y="46"/>
                  </a:lnTo>
                  <a:lnTo>
                    <a:pt x="37" y="57"/>
                  </a:lnTo>
                  <a:lnTo>
                    <a:pt x="24" y="69"/>
                  </a:lnTo>
                  <a:lnTo>
                    <a:pt x="14" y="83"/>
                  </a:lnTo>
                  <a:lnTo>
                    <a:pt x="7" y="97"/>
                  </a:lnTo>
                  <a:lnTo>
                    <a:pt x="2" y="113"/>
                  </a:lnTo>
                  <a:lnTo>
                    <a:pt x="0" y="128"/>
                  </a:lnTo>
                  <a:lnTo>
                    <a:pt x="2" y="150"/>
                  </a:lnTo>
                  <a:lnTo>
                    <a:pt x="14" y="167"/>
                  </a:lnTo>
                  <a:lnTo>
                    <a:pt x="32" y="183"/>
                  </a:lnTo>
                  <a:lnTo>
                    <a:pt x="55" y="194"/>
                  </a:lnTo>
                  <a:lnTo>
                    <a:pt x="81" y="203"/>
                  </a:lnTo>
                  <a:lnTo>
                    <a:pt x="109" y="208"/>
                  </a:lnTo>
                  <a:lnTo>
                    <a:pt x="138" y="209"/>
                  </a:lnTo>
                  <a:lnTo>
                    <a:pt x="165" y="206"/>
                  </a:lnTo>
                  <a:lnTo>
                    <a:pt x="171" y="206"/>
                  </a:lnTo>
                  <a:lnTo>
                    <a:pt x="177" y="203"/>
                  </a:lnTo>
                  <a:lnTo>
                    <a:pt x="181" y="200"/>
                  </a:lnTo>
                  <a:lnTo>
                    <a:pt x="183" y="196"/>
                  </a:lnTo>
                  <a:lnTo>
                    <a:pt x="180" y="191"/>
                  </a:lnTo>
                  <a:lnTo>
                    <a:pt x="174" y="187"/>
                  </a:lnTo>
                  <a:lnTo>
                    <a:pt x="167" y="183"/>
                  </a:lnTo>
                  <a:lnTo>
                    <a:pt x="159" y="181"/>
                  </a:lnTo>
                  <a:lnTo>
                    <a:pt x="145" y="178"/>
                  </a:lnTo>
                  <a:lnTo>
                    <a:pt x="130" y="176"/>
                  </a:lnTo>
                  <a:lnTo>
                    <a:pt x="116" y="174"/>
                  </a:lnTo>
                  <a:lnTo>
                    <a:pt x="103" y="171"/>
                  </a:lnTo>
                  <a:lnTo>
                    <a:pt x="90" y="168"/>
                  </a:lnTo>
                  <a:lnTo>
                    <a:pt x="77" y="164"/>
                  </a:lnTo>
                  <a:lnTo>
                    <a:pt x="65" y="159"/>
                  </a:lnTo>
                  <a:lnTo>
                    <a:pt x="53" y="151"/>
                  </a:lnTo>
                  <a:lnTo>
                    <a:pt x="49" y="116"/>
                  </a:lnTo>
                  <a:lnTo>
                    <a:pt x="61" y="87"/>
                  </a:lnTo>
                  <a:lnTo>
                    <a:pt x="84" y="64"/>
                  </a:lnTo>
                  <a:lnTo>
                    <a:pt x="116" y="46"/>
                  </a:lnTo>
                  <a:lnTo>
                    <a:pt x="151" y="31"/>
                  </a:lnTo>
                  <a:lnTo>
                    <a:pt x="187" y="20"/>
                  </a:lnTo>
                  <a:lnTo>
                    <a:pt x="220" y="12"/>
                  </a:lnTo>
                  <a:lnTo>
                    <a:pt x="247" y="5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5"/>
                  </a:lnTo>
                  <a:lnTo>
                    <a:pt x="149" y="10"/>
                  </a:lnTo>
                  <a:lnTo>
                    <a:pt x="127" y="15"/>
                  </a:lnTo>
                  <a:lnTo>
                    <a:pt x="106" y="21"/>
                  </a:lnTo>
                  <a:lnTo>
                    <a:pt x="87" y="27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7"/>
            <p:cNvSpPr/>
            <p:nvPr/>
          </p:nvSpPr>
          <p:spPr>
            <a:xfrm>
              <a:off x="5012" y="297"/>
              <a:ext cx="53" cy="81"/>
            </a:xfrm>
            <a:custGeom>
              <a:rect b="b" l="l" r="r" t="t"/>
              <a:pathLst>
                <a:path extrusionOk="0" h="162" w="158">
                  <a:moveTo>
                    <a:pt x="134" y="53"/>
                  </a:moveTo>
                  <a:lnTo>
                    <a:pt x="140" y="69"/>
                  </a:lnTo>
                  <a:lnTo>
                    <a:pt x="138" y="85"/>
                  </a:lnTo>
                  <a:lnTo>
                    <a:pt x="128" y="97"/>
                  </a:lnTo>
                  <a:lnTo>
                    <a:pt x="113" y="109"/>
                  </a:lnTo>
                  <a:lnTo>
                    <a:pt x="96" y="119"/>
                  </a:lnTo>
                  <a:lnTo>
                    <a:pt x="76" y="129"/>
                  </a:lnTo>
                  <a:lnTo>
                    <a:pt x="55" y="138"/>
                  </a:lnTo>
                  <a:lnTo>
                    <a:pt x="38" y="148"/>
                  </a:lnTo>
                  <a:lnTo>
                    <a:pt x="35" y="151"/>
                  </a:lnTo>
                  <a:lnTo>
                    <a:pt x="33" y="153"/>
                  </a:lnTo>
                  <a:lnTo>
                    <a:pt x="33" y="156"/>
                  </a:lnTo>
                  <a:lnTo>
                    <a:pt x="35" y="159"/>
                  </a:lnTo>
                  <a:lnTo>
                    <a:pt x="39" y="161"/>
                  </a:lnTo>
                  <a:lnTo>
                    <a:pt x="44" y="162"/>
                  </a:lnTo>
                  <a:lnTo>
                    <a:pt x="46" y="162"/>
                  </a:lnTo>
                  <a:lnTo>
                    <a:pt x="51" y="161"/>
                  </a:lnTo>
                  <a:lnTo>
                    <a:pt x="74" y="152"/>
                  </a:lnTo>
                  <a:lnTo>
                    <a:pt x="96" y="142"/>
                  </a:lnTo>
                  <a:lnTo>
                    <a:pt x="116" y="130"/>
                  </a:lnTo>
                  <a:lnTo>
                    <a:pt x="135" y="117"/>
                  </a:lnTo>
                  <a:lnTo>
                    <a:pt x="148" y="102"/>
                  </a:lnTo>
                  <a:lnTo>
                    <a:pt x="157" y="86"/>
                  </a:lnTo>
                  <a:lnTo>
                    <a:pt x="158" y="68"/>
                  </a:lnTo>
                  <a:lnTo>
                    <a:pt x="153" y="50"/>
                  </a:lnTo>
                  <a:lnTo>
                    <a:pt x="140" y="35"/>
                  </a:lnTo>
                  <a:lnTo>
                    <a:pt x="121" y="23"/>
                  </a:lnTo>
                  <a:lnTo>
                    <a:pt x="97" y="14"/>
                  </a:lnTo>
                  <a:lnTo>
                    <a:pt x="71" y="6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3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7" y="17"/>
                  </a:lnTo>
                  <a:lnTo>
                    <a:pt x="76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4" y="42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7"/>
            <p:cNvSpPr/>
            <p:nvPr/>
          </p:nvSpPr>
          <p:spPr>
            <a:xfrm>
              <a:off x="4820" y="278"/>
              <a:ext cx="133" cy="169"/>
            </a:xfrm>
            <a:custGeom>
              <a:rect b="b" l="l" r="r" t="t"/>
              <a:pathLst>
                <a:path extrusionOk="0" h="339" w="400">
                  <a:moveTo>
                    <a:pt x="156" y="44"/>
                  </a:moveTo>
                  <a:lnTo>
                    <a:pt x="125" y="63"/>
                  </a:lnTo>
                  <a:lnTo>
                    <a:pt x="95" y="82"/>
                  </a:lnTo>
                  <a:lnTo>
                    <a:pt x="67" y="103"/>
                  </a:lnTo>
                  <a:lnTo>
                    <a:pt x="42" y="126"/>
                  </a:lnTo>
                  <a:lnTo>
                    <a:pt x="22" y="150"/>
                  </a:lnTo>
                  <a:lnTo>
                    <a:pt x="7" y="175"/>
                  </a:lnTo>
                  <a:lnTo>
                    <a:pt x="0" y="203"/>
                  </a:lnTo>
                  <a:lnTo>
                    <a:pt x="2" y="232"/>
                  </a:lnTo>
                  <a:lnTo>
                    <a:pt x="4" y="239"/>
                  </a:lnTo>
                  <a:lnTo>
                    <a:pt x="7" y="248"/>
                  </a:lnTo>
                  <a:lnTo>
                    <a:pt x="12" y="254"/>
                  </a:lnTo>
                  <a:lnTo>
                    <a:pt x="18" y="261"/>
                  </a:lnTo>
                  <a:lnTo>
                    <a:pt x="25" y="267"/>
                  </a:lnTo>
                  <a:lnTo>
                    <a:pt x="33" y="273"/>
                  </a:lnTo>
                  <a:lnTo>
                    <a:pt x="41" y="278"/>
                  </a:lnTo>
                  <a:lnTo>
                    <a:pt x="51" y="283"/>
                  </a:lnTo>
                  <a:lnTo>
                    <a:pt x="70" y="291"/>
                  </a:lnTo>
                  <a:lnTo>
                    <a:pt x="89" y="298"/>
                  </a:lnTo>
                  <a:lnTo>
                    <a:pt x="108" y="304"/>
                  </a:lnTo>
                  <a:lnTo>
                    <a:pt x="128" y="309"/>
                  </a:lnTo>
                  <a:lnTo>
                    <a:pt x="148" y="315"/>
                  </a:lnTo>
                  <a:lnTo>
                    <a:pt x="169" y="319"/>
                  </a:lnTo>
                  <a:lnTo>
                    <a:pt x="189" y="323"/>
                  </a:lnTo>
                  <a:lnTo>
                    <a:pt x="209" y="326"/>
                  </a:lnTo>
                  <a:lnTo>
                    <a:pt x="231" y="329"/>
                  </a:lnTo>
                  <a:lnTo>
                    <a:pt x="251" y="331"/>
                  </a:lnTo>
                  <a:lnTo>
                    <a:pt x="273" y="333"/>
                  </a:lnTo>
                  <a:lnTo>
                    <a:pt x="295" y="335"/>
                  </a:lnTo>
                  <a:lnTo>
                    <a:pt x="315" y="336"/>
                  </a:lnTo>
                  <a:lnTo>
                    <a:pt x="337" y="337"/>
                  </a:lnTo>
                  <a:lnTo>
                    <a:pt x="359" y="338"/>
                  </a:lnTo>
                  <a:lnTo>
                    <a:pt x="379" y="339"/>
                  </a:lnTo>
                  <a:lnTo>
                    <a:pt x="387" y="339"/>
                  </a:lnTo>
                  <a:lnTo>
                    <a:pt x="392" y="337"/>
                  </a:lnTo>
                  <a:lnTo>
                    <a:pt x="397" y="333"/>
                  </a:lnTo>
                  <a:lnTo>
                    <a:pt x="400" y="329"/>
                  </a:lnTo>
                  <a:lnTo>
                    <a:pt x="400" y="324"/>
                  </a:lnTo>
                  <a:lnTo>
                    <a:pt x="397" y="320"/>
                  </a:lnTo>
                  <a:lnTo>
                    <a:pt x="391" y="317"/>
                  </a:lnTo>
                  <a:lnTo>
                    <a:pt x="384" y="315"/>
                  </a:lnTo>
                  <a:lnTo>
                    <a:pt x="365" y="311"/>
                  </a:lnTo>
                  <a:lnTo>
                    <a:pt x="346" y="309"/>
                  </a:lnTo>
                  <a:lnTo>
                    <a:pt x="327" y="306"/>
                  </a:lnTo>
                  <a:lnTo>
                    <a:pt x="307" y="304"/>
                  </a:lnTo>
                  <a:lnTo>
                    <a:pt x="288" y="302"/>
                  </a:lnTo>
                  <a:lnTo>
                    <a:pt x="269" y="300"/>
                  </a:lnTo>
                  <a:lnTo>
                    <a:pt x="249" y="298"/>
                  </a:lnTo>
                  <a:lnTo>
                    <a:pt x="230" y="295"/>
                  </a:lnTo>
                  <a:lnTo>
                    <a:pt x="211" y="293"/>
                  </a:lnTo>
                  <a:lnTo>
                    <a:pt x="192" y="290"/>
                  </a:lnTo>
                  <a:lnTo>
                    <a:pt x="173" y="286"/>
                  </a:lnTo>
                  <a:lnTo>
                    <a:pt x="154" y="283"/>
                  </a:lnTo>
                  <a:lnTo>
                    <a:pt x="137" y="277"/>
                  </a:lnTo>
                  <a:lnTo>
                    <a:pt x="118" y="272"/>
                  </a:lnTo>
                  <a:lnTo>
                    <a:pt x="100" y="267"/>
                  </a:lnTo>
                  <a:lnTo>
                    <a:pt x="83" y="260"/>
                  </a:lnTo>
                  <a:lnTo>
                    <a:pt x="68" y="253"/>
                  </a:lnTo>
                  <a:lnTo>
                    <a:pt x="57" y="243"/>
                  </a:lnTo>
                  <a:lnTo>
                    <a:pt x="48" y="233"/>
                  </a:lnTo>
                  <a:lnTo>
                    <a:pt x="44" y="221"/>
                  </a:lnTo>
                  <a:lnTo>
                    <a:pt x="42" y="208"/>
                  </a:lnTo>
                  <a:lnTo>
                    <a:pt x="44" y="194"/>
                  </a:lnTo>
                  <a:lnTo>
                    <a:pt x="48" y="180"/>
                  </a:lnTo>
                  <a:lnTo>
                    <a:pt x="54" y="168"/>
                  </a:lnTo>
                  <a:lnTo>
                    <a:pt x="64" y="153"/>
                  </a:lnTo>
                  <a:lnTo>
                    <a:pt x="76" y="137"/>
                  </a:lnTo>
                  <a:lnTo>
                    <a:pt x="89" y="124"/>
                  </a:lnTo>
                  <a:lnTo>
                    <a:pt x="103" y="111"/>
                  </a:lnTo>
                  <a:lnTo>
                    <a:pt x="118" y="99"/>
                  </a:lnTo>
                  <a:lnTo>
                    <a:pt x="134" y="87"/>
                  </a:lnTo>
                  <a:lnTo>
                    <a:pt x="153" y="74"/>
                  </a:lnTo>
                  <a:lnTo>
                    <a:pt x="172" y="62"/>
                  </a:lnTo>
                  <a:lnTo>
                    <a:pt x="190" y="52"/>
                  </a:lnTo>
                  <a:lnTo>
                    <a:pt x="215" y="42"/>
                  </a:lnTo>
                  <a:lnTo>
                    <a:pt x="243" y="34"/>
                  </a:lnTo>
                  <a:lnTo>
                    <a:pt x="270" y="26"/>
                  </a:lnTo>
                  <a:lnTo>
                    <a:pt x="295" y="19"/>
                  </a:lnTo>
                  <a:lnTo>
                    <a:pt x="315" y="13"/>
                  </a:lnTo>
                  <a:lnTo>
                    <a:pt x="328" y="6"/>
                  </a:lnTo>
                  <a:lnTo>
                    <a:pt x="333" y="2"/>
                  </a:lnTo>
                  <a:lnTo>
                    <a:pt x="318" y="0"/>
                  </a:lnTo>
                  <a:lnTo>
                    <a:pt x="298" y="1"/>
                  </a:lnTo>
                  <a:lnTo>
                    <a:pt x="275" y="4"/>
                  </a:lnTo>
                  <a:lnTo>
                    <a:pt x="250" y="9"/>
                  </a:lnTo>
                  <a:lnTo>
                    <a:pt x="224" y="17"/>
                  </a:lnTo>
                  <a:lnTo>
                    <a:pt x="199" y="25"/>
                  </a:lnTo>
                  <a:lnTo>
                    <a:pt x="176" y="34"/>
                  </a:lnTo>
                  <a:lnTo>
                    <a:pt x="156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7"/>
            <p:cNvSpPr/>
            <p:nvPr/>
          </p:nvSpPr>
          <p:spPr>
            <a:xfrm>
              <a:off x="5007" y="272"/>
              <a:ext cx="117" cy="113"/>
            </a:xfrm>
            <a:custGeom>
              <a:rect b="b" l="l" r="r" t="t"/>
              <a:pathLst>
                <a:path extrusionOk="0" h="226" w="351">
                  <a:moveTo>
                    <a:pt x="291" y="69"/>
                  </a:moveTo>
                  <a:lnTo>
                    <a:pt x="307" y="81"/>
                  </a:lnTo>
                  <a:lnTo>
                    <a:pt x="317" y="96"/>
                  </a:lnTo>
                  <a:lnTo>
                    <a:pt x="322" y="111"/>
                  </a:lnTo>
                  <a:lnTo>
                    <a:pt x="322" y="128"/>
                  </a:lnTo>
                  <a:lnTo>
                    <a:pt x="319" y="141"/>
                  </a:lnTo>
                  <a:lnTo>
                    <a:pt x="313" y="152"/>
                  </a:lnTo>
                  <a:lnTo>
                    <a:pt x="303" y="164"/>
                  </a:lnTo>
                  <a:lnTo>
                    <a:pt x="293" y="173"/>
                  </a:lnTo>
                  <a:lnTo>
                    <a:pt x="279" y="183"/>
                  </a:lnTo>
                  <a:lnTo>
                    <a:pt x="266" y="192"/>
                  </a:lnTo>
                  <a:lnTo>
                    <a:pt x="253" y="201"/>
                  </a:lnTo>
                  <a:lnTo>
                    <a:pt x="240" y="210"/>
                  </a:lnTo>
                  <a:lnTo>
                    <a:pt x="237" y="213"/>
                  </a:lnTo>
                  <a:lnTo>
                    <a:pt x="237" y="216"/>
                  </a:lnTo>
                  <a:lnTo>
                    <a:pt x="237" y="219"/>
                  </a:lnTo>
                  <a:lnTo>
                    <a:pt x="240" y="222"/>
                  </a:lnTo>
                  <a:lnTo>
                    <a:pt x="245" y="225"/>
                  </a:lnTo>
                  <a:lnTo>
                    <a:pt x="250" y="226"/>
                  </a:lnTo>
                  <a:lnTo>
                    <a:pt x="255" y="225"/>
                  </a:lnTo>
                  <a:lnTo>
                    <a:pt x="259" y="222"/>
                  </a:lnTo>
                  <a:lnTo>
                    <a:pt x="288" y="209"/>
                  </a:lnTo>
                  <a:lnTo>
                    <a:pt x="313" y="192"/>
                  </a:lnTo>
                  <a:lnTo>
                    <a:pt x="332" y="172"/>
                  </a:lnTo>
                  <a:lnTo>
                    <a:pt x="345" y="149"/>
                  </a:lnTo>
                  <a:lnTo>
                    <a:pt x="351" y="127"/>
                  </a:lnTo>
                  <a:lnTo>
                    <a:pt x="348" y="103"/>
                  </a:lnTo>
                  <a:lnTo>
                    <a:pt x="336" y="81"/>
                  </a:lnTo>
                  <a:lnTo>
                    <a:pt x="313" y="62"/>
                  </a:lnTo>
                  <a:lnTo>
                    <a:pt x="295" y="51"/>
                  </a:lnTo>
                  <a:lnTo>
                    <a:pt x="275" y="43"/>
                  </a:lnTo>
                  <a:lnTo>
                    <a:pt x="253" y="35"/>
                  </a:lnTo>
                  <a:lnTo>
                    <a:pt x="229" y="28"/>
                  </a:lnTo>
                  <a:lnTo>
                    <a:pt x="204" y="20"/>
                  </a:lnTo>
                  <a:lnTo>
                    <a:pt x="179" y="15"/>
                  </a:lnTo>
                  <a:lnTo>
                    <a:pt x="153" y="11"/>
                  </a:lnTo>
                  <a:lnTo>
                    <a:pt x="128" y="7"/>
                  </a:lnTo>
                  <a:lnTo>
                    <a:pt x="104" y="4"/>
                  </a:lnTo>
                  <a:lnTo>
                    <a:pt x="82" y="2"/>
                  </a:lnTo>
                  <a:lnTo>
                    <a:pt x="60" y="0"/>
                  </a:lnTo>
                  <a:lnTo>
                    <a:pt x="43" y="0"/>
                  </a:lnTo>
                  <a:lnTo>
                    <a:pt x="27" y="0"/>
                  </a:lnTo>
                  <a:lnTo>
                    <a:pt x="14" y="0"/>
                  </a:lnTo>
                  <a:lnTo>
                    <a:pt x="5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30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2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3"/>
                  </a:lnTo>
                  <a:lnTo>
                    <a:pt x="160" y="27"/>
                  </a:lnTo>
                  <a:lnTo>
                    <a:pt x="181" y="31"/>
                  </a:lnTo>
                  <a:lnTo>
                    <a:pt x="201" y="35"/>
                  </a:lnTo>
                  <a:lnTo>
                    <a:pt x="220" y="40"/>
                  </a:lnTo>
                  <a:lnTo>
                    <a:pt x="239" y="46"/>
                  </a:lnTo>
                  <a:lnTo>
                    <a:pt x="258" y="53"/>
                  </a:lnTo>
                  <a:lnTo>
                    <a:pt x="275" y="61"/>
                  </a:lnTo>
                  <a:lnTo>
                    <a:pt x="291" y="6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7"/>
            <p:cNvSpPr/>
            <p:nvPr/>
          </p:nvSpPr>
          <p:spPr>
            <a:xfrm>
              <a:off x="4769" y="324"/>
              <a:ext cx="48" cy="107"/>
            </a:xfrm>
            <a:custGeom>
              <a:rect b="b" l="l" r="r" t="t"/>
              <a:pathLst>
                <a:path extrusionOk="0" h="213" w="142">
                  <a:moveTo>
                    <a:pt x="0" y="116"/>
                  </a:moveTo>
                  <a:lnTo>
                    <a:pt x="0" y="134"/>
                  </a:lnTo>
                  <a:lnTo>
                    <a:pt x="6" y="150"/>
                  </a:lnTo>
                  <a:lnTo>
                    <a:pt x="16" y="166"/>
                  </a:lnTo>
                  <a:lnTo>
                    <a:pt x="30" y="179"/>
                  </a:lnTo>
                  <a:lnTo>
                    <a:pt x="48" y="191"/>
                  </a:lnTo>
                  <a:lnTo>
                    <a:pt x="68" y="201"/>
                  </a:lnTo>
                  <a:lnTo>
                    <a:pt x="91" y="208"/>
                  </a:lnTo>
                  <a:lnTo>
                    <a:pt x="115" y="212"/>
                  </a:lnTo>
                  <a:lnTo>
                    <a:pt x="122" y="213"/>
                  </a:lnTo>
                  <a:lnTo>
                    <a:pt x="129" y="211"/>
                  </a:lnTo>
                  <a:lnTo>
                    <a:pt x="135" y="208"/>
                  </a:lnTo>
                  <a:lnTo>
                    <a:pt x="138" y="204"/>
                  </a:lnTo>
                  <a:lnTo>
                    <a:pt x="138" y="199"/>
                  </a:lnTo>
                  <a:lnTo>
                    <a:pt x="137" y="194"/>
                  </a:lnTo>
                  <a:lnTo>
                    <a:pt x="132" y="190"/>
                  </a:lnTo>
                  <a:lnTo>
                    <a:pt x="125" y="188"/>
                  </a:lnTo>
                  <a:lnTo>
                    <a:pt x="102" y="181"/>
                  </a:lnTo>
                  <a:lnTo>
                    <a:pt x="80" y="173"/>
                  </a:lnTo>
                  <a:lnTo>
                    <a:pt x="62" y="162"/>
                  </a:lnTo>
                  <a:lnTo>
                    <a:pt x="49" y="149"/>
                  </a:lnTo>
                  <a:lnTo>
                    <a:pt x="41" y="134"/>
                  </a:lnTo>
                  <a:lnTo>
                    <a:pt x="36" y="117"/>
                  </a:lnTo>
                  <a:lnTo>
                    <a:pt x="36" y="100"/>
                  </a:lnTo>
                  <a:lnTo>
                    <a:pt x="44" y="81"/>
                  </a:lnTo>
                  <a:lnTo>
                    <a:pt x="52" y="68"/>
                  </a:lnTo>
                  <a:lnTo>
                    <a:pt x="64" y="56"/>
                  </a:lnTo>
                  <a:lnTo>
                    <a:pt x="77" y="44"/>
                  </a:lnTo>
                  <a:lnTo>
                    <a:pt x="91" y="34"/>
                  </a:lnTo>
                  <a:lnTo>
                    <a:pt x="105" y="25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70" y="32"/>
                  </a:lnTo>
                  <a:lnTo>
                    <a:pt x="46" y="51"/>
                  </a:lnTo>
                  <a:lnTo>
                    <a:pt x="25" y="72"/>
                  </a:lnTo>
                  <a:lnTo>
                    <a:pt x="9" y="95"/>
                  </a:lnTo>
                  <a:lnTo>
                    <a:pt x="0" y="11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7"/>
            <p:cNvSpPr/>
            <p:nvPr/>
          </p:nvSpPr>
          <p:spPr>
            <a:xfrm>
              <a:off x="5104" y="264"/>
              <a:ext cx="101" cy="139"/>
            </a:xfrm>
            <a:custGeom>
              <a:rect b="b" l="l" r="r" t="t"/>
              <a:pathLst>
                <a:path extrusionOk="0" h="279" w="305">
                  <a:moveTo>
                    <a:pt x="247" y="104"/>
                  </a:moveTo>
                  <a:lnTo>
                    <a:pt x="257" y="112"/>
                  </a:lnTo>
                  <a:lnTo>
                    <a:pt x="266" y="120"/>
                  </a:lnTo>
                  <a:lnTo>
                    <a:pt x="271" y="129"/>
                  </a:lnTo>
                  <a:lnTo>
                    <a:pt x="277" y="138"/>
                  </a:lnTo>
                  <a:lnTo>
                    <a:pt x="279" y="148"/>
                  </a:lnTo>
                  <a:lnTo>
                    <a:pt x="279" y="158"/>
                  </a:lnTo>
                  <a:lnTo>
                    <a:pt x="274" y="168"/>
                  </a:lnTo>
                  <a:lnTo>
                    <a:pt x="268" y="178"/>
                  </a:lnTo>
                  <a:lnTo>
                    <a:pt x="258" y="188"/>
                  </a:lnTo>
                  <a:lnTo>
                    <a:pt x="247" y="197"/>
                  </a:lnTo>
                  <a:lnTo>
                    <a:pt x="234" y="205"/>
                  </a:lnTo>
                  <a:lnTo>
                    <a:pt x="219" y="214"/>
                  </a:lnTo>
                  <a:lnTo>
                    <a:pt x="206" y="221"/>
                  </a:lnTo>
                  <a:lnTo>
                    <a:pt x="191" y="229"/>
                  </a:lnTo>
                  <a:lnTo>
                    <a:pt x="177" y="237"/>
                  </a:lnTo>
                  <a:lnTo>
                    <a:pt x="164" y="247"/>
                  </a:lnTo>
                  <a:lnTo>
                    <a:pt x="160" y="250"/>
                  </a:lnTo>
                  <a:lnTo>
                    <a:pt x="157" y="254"/>
                  </a:lnTo>
                  <a:lnTo>
                    <a:pt x="154" y="258"/>
                  </a:lnTo>
                  <a:lnTo>
                    <a:pt x="151" y="262"/>
                  </a:lnTo>
                  <a:lnTo>
                    <a:pt x="149" y="266"/>
                  </a:lnTo>
                  <a:lnTo>
                    <a:pt x="149" y="270"/>
                  </a:lnTo>
                  <a:lnTo>
                    <a:pt x="151" y="275"/>
                  </a:lnTo>
                  <a:lnTo>
                    <a:pt x="155" y="278"/>
                  </a:lnTo>
                  <a:lnTo>
                    <a:pt x="161" y="279"/>
                  </a:lnTo>
                  <a:lnTo>
                    <a:pt x="167" y="279"/>
                  </a:lnTo>
                  <a:lnTo>
                    <a:pt x="173" y="278"/>
                  </a:lnTo>
                  <a:lnTo>
                    <a:pt x="177" y="275"/>
                  </a:lnTo>
                  <a:lnTo>
                    <a:pt x="191" y="263"/>
                  </a:lnTo>
                  <a:lnTo>
                    <a:pt x="207" y="252"/>
                  </a:lnTo>
                  <a:lnTo>
                    <a:pt x="223" y="242"/>
                  </a:lnTo>
                  <a:lnTo>
                    <a:pt x="241" y="231"/>
                  </a:lnTo>
                  <a:lnTo>
                    <a:pt x="257" y="221"/>
                  </a:lnTo>
                  <a:lnTo>
                    <a:pt x="271" y="210"/>
                  </a:lnTo>
                  <a:lnTo>
                    <a:pt x="286" y="197"/>
                  </a:lnTo>
                  <a:lnTo>
                    <a:pt x="296" y="184"/>
                  </a:lnTo>
                  <a:lnTo>
                    <a:pt x="303" y="168"/>
                  </a:lnTo>
                  <a:lnTo>
                    <a:pt x="305" y="153"/>
                  </a:lnTo>
                  <a:lnTo>
                    <a:pt x="300" y="137"/>
                  </a:lnTo>
                  <a:lnTo>
                    <a:pt x="293" y="123"/>
                  </a:lnTo>
                  <a:lnTo>
                    <a:pt x="282" y="109"/>
                  </a:lnTo>
                  <a:lnTo>
                    <a:pt x="267" y="96"/>
                  </a:lnTo>
                  <a:lnTo>
                    <a:pt x="250" y="85"/>
                  </a:lnTo>
                  <a:lnTo>
                    <a:pt x="232" y="75"/>
                  </a:lnTo>
                  <a:lnTo>
                    <a:pt x="219" y="67"/>
                  </a:lnTo>
                  <a:lnTo>
                    <a:pt x="205" y="61"/>
                  </a:lnTo>
                  <a:lnTo>
                    <a:pt x="189" y="54"/>
                  </a:lnTo>
                  <a:lnTo>
                    <a:pt x="173" y="47"/>
                  </a:lnTo>
                  <a:lnTo>
                    <a:pt x="157" y="40"/>
                  </a:lnTo>
                  <a:lnTo>
                    <a:pt x="139" y="32"/>
                  </a:lnTo>
                  <a:lnTo>
                    <a:pt x="122" y="26"/>
                  </a:lnTo>
                  <a:lnTo>
                    <a:pt x="106" y="20"/>
                  </a:lnTo>
                  <a:lnTo>
                    <a:pt x="90" y="15"/>
                  </a:lnTo>
                  <a:lnTo>
                    <a:pt x="74" y="10"/>
                  </a:lnTo>
                  <a:lnTo>
                    <a:pt x="58" y="7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8" y="1"/>
                  </a:lnTo>
                  <a:lnTo>
                    <a:pt x="0" y="3"/>
                  </a:lnTo>
                  <a:lnTo>
                    <a:pt x="10" y="6"/>
                  </a:lnTo>
                  <a:lnTo>
                    <a:pt x="21" y="9"/>
                  </a:lnTo>
                  <a:lnTo>
                    <a:pt x="35" y="13"/>
                  </a:lnTo>
                  <a:lnTo>
                    <a:pt x="48" y="17"/>
                  </a:lnTo>
                  <a:lnTo>
                    <a:pt x="64" y="22"/>
                  </a:lnTo>
                  <a:lnTo>
                    <a:pt x="80" y="27"/>
                  </a:lnTo>
                  <a:lnTo>
                    <a:pt x="97" y="33"/>
                  </a:lnTo>
                  <a:lnTo>
                    <a:pt x="114" y="40"/>
                  </a:lnTo>
                  <a:lnTo>
                    <a:pt x="132" y="47"/>
                  </a:lnTo>
                  <a:lnTo>
                    <a:pt x="149" y="54"/>
                  </a:lnTo>
                  <a:lnTo>
                    <a:pt x="167" y="62"/>
                  </a:lnTo>
                  <a:lnTo>
                    <a:pt x="184" y="70"/>
                  </a:lnTo>
                  <a:lnTo>
                    <a:pt x="202" y="79"/>
                  </a:lnTo>
                  <a:lnTo>
                    <a:pt x="218" y="87"/>
                  </a:lnTo>
                  <a:lnTo>
                    <a:pt x="232" y="95"/>
                  </a:lnTo>
                  <a:lnTo>
                    <a:pt x="247" y="10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7"/>
            <p:cNvSpPr/>
            <p:nvPr/>
          </p:nvSpPr>
          <p:spPr>
            <a:xfrm>
              <a:off x="4976" y="382"/>
              <a:ext cx="18" cy="42"/>
            </a:xfrm>
            <a:custGeom>
              <a:rect b="b" l="l" r="r" t="t"/>
              <a:pathLst>
                <a:path extrusionOk="0" h="85" w="54">
                  <a:moveTo>
                    <a:pt x="28" y="10"/>
                  </a:moveTo>
                  <a:lnTo>
                    <a:pt x="27" y="6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2"/>
                  </a:lnTo>
                  <a:lnTo>
                    <a:pt x="5" y="34"/>
                  </a:lnTo>
                  <a:lnTo>
                    <a:pt x="11" y="47"/>
                  </a:lnTo>
                  <a:lnTo>
                    <a:pt x="18" y="59"/>
                  </a:lnTo>
                  <a:lnTo>
                    <a:pt x="27" y="70"/>
                  </a:lnTo>
                  <a:lnTo>
                    <a:pt x="35" y="79"/>
                  </a:lnTo>
                  <a:lnTo>
                    <a:pt x="46" y="84"/>
                  </a:lnTo>
                  <a:lnTo>
                    <a:pt x="53" y="85"/>
                  </a:lnTo>
                  <a:lnTo>
                    <a:pt x="54" y="68"/>
                  </a:lnTo>
                  <a:lnTo>
                    <a:pt x="47" y="49"/>
                  </a:lnTo>
                  <a:lnTo>
                    <a:pt x="38" y="29"/>
                  </a:lnTo>
                  <a:lnTo>
                    <a:pt x="28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7"/>
            <p:cNvSpPr/>
            <p:nvPr/>
          </p:nvSpPr>
          <p:spPr>
            <a:xfrm>
              <a:off x="4962" y="351"/>
              <a:ext cx="15" cy="24"/>
            </a:xfrm>
            <a:custGeom>
              <a:rect b="b" l="l" r="r" t="t"/>
              <a:pathLst>
                <a:path extrusionOk="0" h="48" w="46">
                  <a:moveTo>
                    <a:pt x="25" y="6"/>
                  </a:moveTo>
                  <a:lnTo>
                    <a:pt x="25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9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5"/>
                  </a:lnTo>
                  <a:lnTo>
                    <a:pt x="25" y="41"/>
                  </a:lnTo>
                  <a:lnTo>
                    <a:pt x="33" y="45"/>
                  </a:lnTo>
                  <a:lnTo>
                    <a:pt x="41" y="48"/>
                  </a:lnTo>
                  <a:lnTo>
                    <a:pt x="46" y="48"/>
                  </a:lnTo>
                  <a:lnTo>
                    <a:pt x="45" y="38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5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7"/>
            <p:cNvSpPr/>
            <p:nvPr/>
          </p:nvSpPr>
          <p:spPr>
            <a:xfrm>
              <a:off x="4949" y="331"/>
              <a:ext cx="21" cy="16"/>
            </a:xfrm>
            <a:custGeom>
              <a:rect b="b" l="l" r="r" t="t"/>
              <a:pathLst>
                <a:path extrusionOk="0" h="32" w="64">
                  <a:moveTo>
                    <a:pt x="50" y="24"/>
                  </a:moveTo>
                  <a:lnTo>
                    <a:pt x="56" y="22"/>
                  </a:lnTo>
                  <a:lnTo>
                    <a:pt x="62" y="19"/>
                  </a:lnTo>
                  <a:lnTo>
                    <a:pt x="64" y="15"/>
                  </a:lnTo>
                  <a:lnTo>
                    <a:pt x="64" y="11"/>
                  </a:lnTo>
                  <a:lnTo>
                    <a:pt x="61" y="6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5" y="1"/>
                  </a:lnTo>
                  <a:lnTo>
                    <a:pt x="26" y="3"/>
                  </a:lnTo>
                  <a:lnTo>
                    <a:pt x="16" y="8"/>
                  </a:lnTo>
                  <a:lnTo>
                    <a:pt x="7" y="14"/>
                  </a:lnTo>
                  <a:lnTo>
                    <a:pt x="3" y="20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4" y="30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21" y="32"/>
                  </a:lnTo>
                  <a:lnTo>
                    <a:pt x="29" y="30"/>
                  </a:lnTo>
                  <a:lnTo>
                    <a:pt x="36" y="29"/>
                  </a:lnTo>
                  <a:lnTo>
                    <a:pt x="43" y="27"/>
                  </a:lnTo>
                  <a:lnTo>
                    <a:pt x="50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7"/>
            <p:cNvSpPr/>
            <p:nvPr/>
          </p:nvSpPr>
          <p:spPr>
            <a:xfrm>
              <a:off x="4849" y="304"/>
              <a:ext cx="82" cy="106"/>
            </a:xfrm>
            <a:custGeom>
              <a:rect b="b" l="l" r="r" t="t"/>
              <a:pathLst>
                <a:path extrusionOk="0" h="211" w="246">
                  <a:moveTo>
                    <a:pt x="90" y="32"/>
                  </a:moveTo>
                  <a:lnTo>
                    <a:pt x="73" y="41"/>
                  </a:lnTo>
                  <a:lnTo>
                    <a:pt x="57" y="51"/>
                  </a:lnTo>
                  <a:lnTo>
                    <a:pt x="41" y="64"/>
                  </a:lnTo>
                  <a:lnTo>
                    <a:pt x="28" y="76"/>
                  </a:lnTo>
                  <a:lnTo>
                    <a:pt x="18" y="89"/>
                  </a:lnTo>
                  <a:lnTo>
                    <a:pt x="9" y="103"/>
                  </a:lnTo>
                  <a:lnTo>
                    <a:pt x="3" y="116"/>
                  </a:lnTo>
                  <a:lnTo>
                    <a:pt x="0" y="131"/>
                  </a:lnTo>
                  <a:lnTo>
                    <a:pt x="3" y="152"/>
                  </a:lnTo>
                  <a:lnTo>
                    <a:pt x="15" y="170"/>
                  </a:lnTo>
                  <a:lnTo>
                    <a:pt x="32" y="185"/>
                  </a:lnTo>
                  <a:lnTo>
                    <a:pt x="54" y="197"/>
                  </a:lnTo>
                  <a:lnTo>
                    <a:pt x="80" y="205"/>
                  </a:lnTo>
                  <a:lnTo>
                    <a:pt x="109" y="210"/>
                  </a:lnTo>
                  <a:lnTo>
                    <a:pt x="137" y="211"/>
                  </a:lnTo>
                  <a:lnTo>
                    <a:pt x="164" y="208"/>
                  </a:lnTo>
                  <a:lnTo>
                    <a:pt x="170" y="208"/>
                  </a:lnTo>
                  <a:lnTo>
                    <a:pt x="176" y="206"/>
                  </a:lnTo>
                  <a:lnTo>
                    <a:pt x="180" y="202"/>
                  </a:lnTo>
                  <a:lnTo>
                    <a:pt x="182" y="198"/>
                  </a:lnTo>
                  <a:lnTo>
                    <a:pt x="180" y="196"/>
                  </a:lnTo>
                  <a:lnTo>
                    <a:pt x="176" y="196"/>
                  </a:lnTo>
                  <a:lnTo>
                    <a:pt x="170" y="195"/>
                  </a:lnTo>
                  <a:lnTo>
                    <a:pt x="163" y="195"/>
                  </a:lnTo>
                  <a:lnTo>
                    <a:pt x="154" y="195"/>
                  </a:lnTo>
                  <a:lnTo>
                    <a:pt x="147" y="195"/>
                  </a:lnTo>
                  <a:lnTo>
                    <a:pt x="140" y="195"/>
                  </a:lnTo>
                  <a:lnTo>
                    <a:pt x="135" y="195"/>
                  </a:lnTo>
                  <a:lnTo>
                    <a:pt x="121" y="194"/>
                  </a:lnTo>
                  <a:lnTo>
                    <a:pt x="108" y="193"/>
                  </a:lnTo>
                  <a:lnTo>
                    <a:pt x="93" y="191"/>
                  </a:lnTo>
                  <a:lnTo>
                    <a:pt x="79" y="188"/>
                  </a:lnTo>
                  <a:lnTo>
                    <a:pt x="64" y="185"/>
                  </a:lnTo>
                  <a:lnTo>
                    <a:pt x="50" y="178"/>
                  </a:lnTo>
                  <a:lnTo>
                    <a:pt x="37" y="169"/>
                  </a:lnTo>
                  <a:lnTo>
                    <a:pt x="22" y="155"/>
                  </a:lnTo>
                  <a:lnTo>
                    <a:pt x="19" y="140"/>
                  </a:lnTo>
                  <a:lnTo>
                    <a:pt x="21" y="126"/>
                  </a:lnTo>
                  <a:lnTo>
                    <a:pt x="26" y="111"/>
                  </a:lnTo>
                  <a:lnTo>
                    <a:pt x="35" y="98"/>
                  </a:lnTo>
                  <a:lnTo>
                    <a:pt x="48" y="85"/>
                  </a:lnTo>
                  <a:lnTo>
                    <a:pt x="63" y="73"/>
                  </a:lnTo>
                  <a:lnTo>
                    <a:pt x="79" y="63"/>
                  </a:lnTo>
                  <a:lnTo>
                    <a:pt x="98" y="52"/>
                  </a:lnTo>
                  <a:lnTo>
                    <a:pt x="117" y="43"/>
                  </a:lnTo>
                  <a:lnTo>
                    <a:pt x="137" y="35"/>
                  </a:lnTo>
                  <a:lnTo>
                    <a:pt x="157" y="28"/>
                  </a:lnTo>
                  <a:lnTo>
                    <a:pt x="176" y="21"/>
                  </a:lnTo>
                  <a:lnTo>
                    <a:pt x="196" y="16"/>
                  </a:lnTo>
                  <a:lnTo>
                    <a:pt x="214" y="11"/>
                  </a:lnTo>
                  <a:lnTo>
                    <a:pt x="231" y="8"/>
                  </a:lnTo>
                  <a:lnTo>
                    <a:pt x="246" y="6"/>
                  </a:lnTo>
                  <a:lnTo>
                    <a:pt x="236" y="2"/>
                  </a:lnTo>
                  <a:lnTo>
                    <a:pt x="220" y="0"/>
                  </a:lnTo>
                  <a:lnTo>
                    <a:pt x="201" y="2"/>
                  </a:lnTo>
                  <a:lnTo>
                    <a:pt x="179" y="5"/>
                  </a:lnTo>
                  <a:lnTo>
                    <a:pt x="154" y="10"/>
                  </a:lnTo>
                  <a:lnTo>
                    <a:pt x="131" y="16"/>
                  </a:lnTo>
                  <a:lnTo>
                    <a:pt x="109" y="24"/>
                  </a:lnTo>
                  <a:lnTo>
                    <a:pt x="90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7"/>
            <p:cNvSpPr/>
            <p:nvPr/>
          </p:nvSpPr>
          <p:spPr>
            <a:xfrm>
              <a:off x="4989" y="303"/>
              <a:ext cx="53" cy="82"/>
            </a:xfrm>
            <a:custGeom>
              <a:rect b="b" l="l" r="r" t="t"/>
              <a:pathLst>
                <a:path extrusionOk="0" h="164" w="158">
                  <a:moveTo>
                    <a:pt x="133" y="54"/>
                  </a:moveTo>
                  <a:lnTo>
                    <a:pt x="138" y="72"/>
                  </a:lnTo>
                  <a:lnTo>
                    <a:pt x="135" y="86"/>
                  </a:lnTo>
                  <a:lnTo>
                    <a:pt x="125" y="99"/>
                  </a:lnTo>
                  <a:lnTo>
                    <a:pt x="110" y="110"/>
                  </a:lnTo>
                  <a:lnTo>
                    <a:pt x="93" y="120"/>
                  </a:lnTo>
                  <a:lnTo>
                    <a:pt x="74" y="130"/>
                  </a:lnTo>
                  <a:lnTo>
                    <a:pt x="53" y="140"/>
                  </a:lnTo>
                  <a:lnTo>
                    <a:pt x="36" y="149"/>
                  </a:lnTo>
                  <a:lnTo>
                    <a:pt x="33" y="152"/>
                  </a:lnTo>
                  <a:lnTo>
                    <a:pt x="32" y="154"/>
                  </a:lnTo>
                  <a:lnTo>
                    <a:pt x="32" y="157"/>
                  </a:lnTo>
                  <a:lnTo>
                    <a:pt x="35" y="160"/>
                  </a:lnTo>
                  <a:lnTo>
                    <a:pt x="37" y="163"/>
                  </a:lnTo>
                  <a:lnTo>
                    <a:pt x="42" y="164"/>
                  </a:lnTo>
                  <a:lnTo>
                    <a:pt x="46" y="164"/>
                  </a:lnTo>
                  <a:lnTo>
                    <a:pt x="51" y="163"/>
                  </a:lnTo>
                  <a:lnTo>
                    <a:pt x="72" y="153"/>
                  </a:lnTo>
                  <a:lnTo>
                    <a:pt x="94" y="143"/>
                  </a:lnTo>
                  <a:lnTo>
                    <a:pt x="114" y="132"/>
                  </a:lnTo>
                  <a:lnTo>
                    <a:pt x="133" y="118"/>
                  </a:lnTo>
                  <a:lnTo>
                    <a:pt x="146" y="104"/>
                  </a:lnTo>
                  <a:lnTo>
                    <a:pt x="155" y="87"/>
                  </a:lnTo>
                  <a:lnTo>
                    <a:pt x="158" y="70"/>
                  </a:lnTo>
                  <a:lnTo>
                    <a:pt x="152" y="51"/>
                  </a:lnTo>
                  <a:lnTo>
                    <a:pt x="139" y="37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5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1" y="1"/>
                  </a:lnTo>
                  <a:lnTo>
                    <a:pt x="0" y="5"/>
                  </a:lnTo>
                  <a:lnTo>
                    <a:pt x="20" y="9"/>
                  </a:lnTo>
                  <a:lnTo>
                    <a:pt x="40" y="12"/>
                  </a:lnTo>
                  <a:lnTo>
                    <a:pt x="59" y="15"/>
                  </a:lnTo>
                  <a:lnTo>
                    <a:pt x="78" y="19"/>
                  </a:lnTo>
                  <a:lnTo>
                    <a:pt x="96" y="24"/>
                  </a:lnTo>
                  <a:lnTo>
                    <a:pt x="112" y="32"/>
                  </a:lnTo>
                  <a:lnTo>
                    <a:pt x="125" y="41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7"/>
            <p:cNvSpPr/>
            <p:nvPr/>
          </p:nvSpPr>
          <p:spPr>
            <a:xfrm>
              <a:off x="4796" y="285"/>
              <a:ext cx="134" cy="170"/>
            </a:xfrm>
            <a:custGeom>
              <a:rect b="b" l="l" r="r" t="t"/>
              <a:pathLst>
                <a:path extrusionOk="0" h="340" w="400">
                  <a:moveTo>
                    <a:pt x="156" y="45"/>
                  </a:moveTo>
                  <a:lnTo>
                    <a:pt x="125" y="62"/>
                  </a:lnTo>
                  <a:lnTo>
                    <a:pt x="95" y="82"/>
                  </a:lnTo>
                  <a:lnTo>
                    <a:pt x="67" y="103"/>
                  </a:lnTo>
                  <a:lnTo>
                    <a:pt x="42" y="125"/>
                  </a:lnTo>
                  <a:lnTo>
                    <a:pt x="22" y="150"/>
                  </a:lnTo>
                  <a:lnTo>
                    <a:pt x="8" y="176"/>
                  </a:lnTo>
                  <a:lnTo>
                    <a:pt x="0" y="204"/>
                  </a:lnTo>
                  <a:lnTo>
                    <a:pt x="2" y="233"/>
                  </a:lnTo>
                  <a:lnTo>
                    <a:pt x="5" y="240"/>
                  </a:lnTo>
                  <a:lnTo>
                    <a:pt x="9" y="248"/>
                  </a:lnTo>
                  <a:lnTo>
                    <a:pt x="13" y="254"/>
                  </a:lnTo>
                  <a:lnTo>
                    <a:pt x="19" y="261"/>
                  </a:lnTo>
                  <a:lnTo>
                    <a:pt x="26" y="268"/>
                  </a:lnTo>
                  <a:lnTo>
                    <a:pt x="34" y="274"/>
                  </a:lnTo>
                  <a:lnTo>
                    <a:pt x="42" y="279"/>
                  </a:lnTo>
                  <a:lnTo>
                    <a:pt x="51" y="283"/>
                  </a:lnTo>
                  <a:lnTo>
                    <a:pt x="70" y="291"/>
                  </a:lnTo>
                  <a:lnTo>
                    <a:pt x="89" y="298"/>
                  </a:lnTo>
                  <a:lnTo>
                    <a:pt x="108" y="305"/>
                  </a:lnTo>
                  <a:lnTo>
                    <a:pt x="128" y="310"/>
                  </a:lnTo>
                  <a:lnTo>
                    <a:pt x="149" y="315"/>
                  </a:lnTo>
                  <a:lnTo>
                    <a:pt x="169" y="319"/>
                  </a:lnTo>
                  <a:lnTo>
                    <a:pt x="189" y="323"/>
                  </a:lnTo>
                  <a:lnTo>
                    <a:pt x="210" y="326"/>
                  </a:lnTo>
                  <a:lnTo>
                    <a:pt x="231" y="329"/>
                  </a:lnTo>
                  <a:lnTo>
                    <a:pt x="253" y="331"/>
                  </a:lnTo>
                  <a:lnTo>
                    <a:pt x="274" y="334"/>
                  </a:lnTo>
                  <a:lnTo>
                    <a:pt x="295" y="336"/>
                  </a:lnTo>
                  <a:lnTo>
                    <a:pt x="317" y="337"/>
                  </a:lnTo>
                  <a:lnTo>
                    <a:pt x="339" y="338"/>
                  </a:lnTo>
                  <a:lnTo>
                    <a:pt x="359" y="339"/>
                  </a:lnTo>
                  <a:lnTo>
                    <a:pt x="381" y="340"/>
                  </a:lnTo>
                  <a:lnTo>
                    <a:pt x="387" y="340"/>
                  </a:lnTo>
                  <a:lnTo>
                    <a:pt x="393" y="337"/>
                  </a:lnTo>
                  <a:lnTo>
                    <a:pt x="397" y="334"/>
                  </a:lnTo>
                  <a:lnTo>
                    <a:pt x="400" y="328"/>
                  </a:lnTo>
                  <a:lnTo>
                    <a:pt x="400" y="323"/>
                  </a:lnTo>
                  <a:lnTo>
                    <a:pt x="397" y="319"/>
                  </a:lnTo>
                  <a:lnTo>
                    <a:pt x="391" y="316"/>
                  </a:lnTo>
                  <a:lnTo>
                    <a:pt x="385" y="315"/>
                  </a:lnTo>
                  <a:lnTo>
                    <a:pt x="365" y="315"/>
                  </a:lnTo>
                  <a:lnTo>
                    <a:pt x="346" y="315"/>
                  </a:lnTo>
                  <a:lnTo>
                    <a:pt x="326" y="314"/>
                  </a:lnTo>
                  <a:lnTo>
                    <a:pt x="307" y="313"/>
                  </a:lnTo>
                  <a:lnTo>
                    <a:pt x="287" y="312"/>
                  </a:lnTo>
                  <a:lnTo>
                    <a:pt x="266" y="310"/>
                  </a:lnTo>
                  <a:lnTo>
                    <a:pt x="247" y="308"/>
                  </a:lnTo>
                  <a:lnTo>
                    <a:pt x="227" y="306"/>
                  </a:lnTo>
                  <a:lnTo>
                    <a:pt x="208" y="303"/>
                  </a:lnTo>
                  <a:lnTo>
                    <a:pt x="188" y="300"/>
                  </a:lnTo>
                  <a:lnTo>
                    <a:pt x="169" y="295"/>
                  </a:lnTo>
                  <a:lnTo>
                    <a:pt x="150" y="291"/>
                  </a:lnTo>
                  <a:lnTo>
                    <a:pt x="131" y="287"/>
                  </a:lnTo>
                  <a:lnTo>
                    <a:pt x="114" y="281"/>
                  </a:lnTo>
                  <a:lnTo>
                    <a:pt x="95" y="275"/>
                  </a:lnTo>
                  <a:lnTo>
                    <a:pt x="77" y="269"/>
                  </a:lnTo>
                  <a:lnTo>
                    <a:pt x="63" y="261"/>
                  </a:lnTo>
                  <a:lnTo>
                    <a:pt x="51" y="251"/>
                  </a:lnTo>
                  <a:lnTo>
                    <a:pt x="44" y="241"/>
                  </a:lnTo>
                  <a:lnTo>
                    <a:pt x="38" y="228"/>
                  </a:lnTo>
                  <a:lnTo>
                    <a:pt x="38" y="214"/>
                  </a:lnTo>
                  <a:lnTo>
                    <a:pt x="41" y="195"/>
                  </a:lnTo>
                  <a:lnTo>
                    <a:pt x="47" y="177"/>
                  </a:lnTo>
                  <a:lnTo>
                    <a:pt x="53" y="163"/>
                  </a:lnTo>
                  <a:lnTo>
                    <a:pt x="63" y="148"/>
                  </a:lnTo>
                  <a:lnTo>
                    <a:pt x="74" y="135"/>
                  </a:lnTo>
                  <a:lnTo>
                    <a:pt x="85" y="122"/>
                  </a:lnTo>
                  <a:lnTo>
                    <a:pt x="98" y="111"/>
                  </a:lnTo>
                  <a:lnTo>
                    <a:pt x="111" y="100"/>
                  </a:lnTo>
                  <a:lnTo>
                    <a:pt x="125" y="89"/>
                  </a:lnTo>
                  <a:lnTo>
                    <a:pt x="141" y="79"/>
                  </a:lnTo>
                  <a:lnTo>
                    <a:pt x="160" y="68"/>
                  </a:lnTo>
                  <a:lnTo>
                    <a:pt x="179" y="57"/>
                  </a:lnTo>
                  <a:lnTo>
                    <a:pt x="201" y="47"/>
                  </a:lnTo>
                  <a:lnTo>
                    <a:pt x="224" y="37"/>
                  </a:lnTo>
                  <a:lnTo>
                    <a:pt x="249" y="27"/>
                  </a:lnTo>
                  <a:lnTo>
                    <a:pt x="272" y="19"/>
                  </a:lnTo>
                  <a:lnTo>
                    <a:pt x="294" y="12"/>
                  </a:lnTo>
                  <a:lnTo>
                    <a:pt x="314" y="6"/>
                  </a:lnTo>
                  <a:lnTo>
                    <a:pt x="332" y="1"/>
                  </a:lnTo>
                  <a:lnTo>
                    <a:pt x="316" y="0"/>
                  </a:lnTo>
                  <a:lnTo>
                    <a:pt x="295" y="1"/>
                  </a:lnTo>
                  <a:lnTo>
                    <a:pt x="274" y="5"/>
                  </a:lnTo>
                  <a:lnTo>
                    <a:pt x="249" y="10"/>
                  </a:lnTo>
                  <a:lnTo>
                    <a:pt x="224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6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7"/>
            <p:cNvSpPr/>
            <p:nvPr/>
          </p:nvSpPr>
          <p:spPr>
            <a:xfrm>
              <a:off x="4984" y="279"/>
              <a:ext cx="117" cy="114"/>
            </a:xfrm>
            <a:custGeom>
              <a:rect b="b" l="l" r="r" t="t"/>
              <a:pathLst>
                <a:path extrusionOk="0" h="227" w="349">
                  <a:moveTo>
                    <a:pt x="291" y="70"/>
                  </a:moveTo>
                  <a:lnTo>
                    <a:pt x="307" y="83"/>
                  </a:lnTo>
                  <a:lnTo>
                    <a:pt x="316" y="97"/>
                  </a:lnTo>
                  <a:lnTo>
                    <a:pt x="321" y="113"/>
                  </a:lnTo>
                  <a:lnTo>
                    <a:pt x="321" y="129"/>
                  </a:lnTo>
                  <a:lnTo>
                    <a:pt x="318" y="142"/>
                  </a:lnTo>
                  <a:lnTo>
                    <a:pt x="313" y="154"/>
                  </a:lnTo>
                  <a:lnTo>
                    <a:pt x="302" y="165"/>
                  </a:lnTo>
                  <a:lnTo>
                    <a:pt x="292" y="174"/>
                  </a:lnTo>
                  <a:lnTo>
                    <a:pt x="279" y="185"/>
                  </a:lnTo>
                  <a:lnTo>
                    <a:pt x="266" y="193"/>
                  </a:lnTo>
                  <a:lnTo>
                    <a:pt x="253" y="202"/>
                  </a:lnTo>
                  <a:lnTo>
                    <a:pt x="240" y="212"/>
                  </a:lnTo>
                  <a:lnTo>
                    <a:pt x="237" y="215"/>
                  </a:lnTo>
                  <a:lnTo>
                    <a:pt x="236" y="218"/>
                  </a:lnTo>
                  <a:lnTo>
                    <a:pt x="237" y="221"/>
                  </a:lnTo>
                  <a:lnTo>
                    <a:pt x="240" y="224"/>
                  </a:lnTo>
                  <a:lnTo>
                    <a:pt x="244" y="226"/>
                  </a:lnTo>
                  <a:lnTo>
                    <a:pt x="249" y="227"/>
                  </a:lnTo>
                  <a:lnTo>
                    <a:pt x="254" y="226"/>
                  </a:lnTo>
                  <a:lnTo>
                    <a:pt x="259" y="224"/>
                  </a:lnTo>
                  <a:lnTo>
                    <a:pt x="288" y="211"/>
                  </a:lnTo>
                  <a:lnTo>
                    <a:pt x="311" y="193"/>
                  </a:lnTo>
                  <a:lnTo>
                    <a:pt x="331" y="172"/>
                  </a:lnTo>
                  <a:lnTo>
                    <a:pt x="345" y="151"/>
                  </a:lnTo>
                  <a:lnTo>
                    <a:pt x="349" y="127"/>
                  </a:lnTo>
                  <a:lnTo>
                    <a:pt x="346" y="104"/>
                  </a:lnTo>
                  <a:lnTo>
                    <a:pt x="334" y="83"/>
                  </a:lnTo>
                  <a:lnTo>
                    <a:pt x="311" y="63"/>
                  </a:lnTo>
                  <a:lnTo>
                    <a:pt x="294" y="53"/>
                  </a:lnTo>
                  <a:lnTo>
                    <a:pt x="273" y="44"/>
                  </a:lnTo>
                  <a:lnTo>
                    <a:pt x="250" y="35"/>
                  </a:lnTo>
                  <a:lnTo>
                    <a:pt x="227" y="28"/>
                  </a:lnTo>
                  <a:lnTo>
                    <a:pt x="202" y="22"/>
                  </a:lnTo>
                  <a:lnTo>
                    <a:pt x="176" y="17"/>
                  </a:lnTo>
                  <a:lnTo>
                    <a:pt x="151" y="12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9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5" y="3"/>
                  </a:lnTo>
                  <a:lnTo>
                    <a:pt x="0" y="5"/>
                  </a:lnTo>
                  <a:lnTo>
                    <a:pt x="15" y="7"/>
                  </a:lnTo>
                  <a:lnTo>
                    <a:pt x="31" y="9"/>
                  </a:lnTo>
                  <a:lnTo>
                    <a:pt x="47" y="11"/>
                  </a:lnTo>
                  <a:lnTo>
                    <a:pt x="64" y="13"/>
                  </a:lnTo>
                  <a:lnTo>
                    <a:pt x="83" y="15"/>
                  </a:lnTo>
                  <a:lnTo>
                    <a:pt x="102" y="17"/>
                  </a:lnTo>
                  <a:lnTo>
                    <a:pt x="121" y="20"/>
                  </a:lnTo>
                  <a:lnTo>
                    <a:pt x="141" y="23"/>
                  </a:lnTo>
                  <a:lnTo>
                    <a:pt x="160" y="27"/>
                  </a:lnTo>
                  <a:lnTo>
                    <a:pt x="180" y="31"/>
                  </a:lnTo>
                  <a:lnTo>
                    <a:pt x="201" y="36"/>
                  </a:lnTo>
                  <a:lnTo>
                    <a:pt x="220" y="41"/>
                  </a:lnTo>
                  <a:lnTo>
                    <a:pt x="238" y="48"/>
                  </a:lnTo>
                  <a:lnTo>
                    <a:pt x="257" y="54"/>
                  </a:lnTo>
                  <a:lnTo>
                    <a:pt x="275" y="62"/>
                  </a:lnTo>
                  <a:lnTo>
                    <a:pt x="291" y="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7"/>
            <p:cNvSpPr/>
            <p:nvPr/>
          </p:nvSpPr>
          <p:spPr>
            <a:xfrm>
              <a:off x="4750" y="340"/>
              <a:ext cx="48" cy="107"/>
            </a:xfrm>
            <a:custGeom>
              <a:rect b="b" l="l" r="r" t="t"/>
              <a:pathLst>
                <a:path extrusionOk="0" h="212" w="143">
                  <a:moveTo>
                    <a:pt x="0" y="115"/>
                  </a:moveTo>
                  <a:lnTo>
                    <a:pt x="0" y="133"/>
                  </a:lnTo>
                  <a:lnTo>
                    <a:pt x="6" y="149"/>
                  </a:lnTo>
                  <a:lnTo>
                    <a:pt x="16" y="165"/>
                  </a:lnTo>
                  <a:lnTo>
                    <a:pt x="31" y="178"/>
                  </a:lnTo>
                  <a:lnTo>
                    <a:pt x="48" y="190"/>
                  </a:lnTo>
                  <a:lnTo>
                    <a:pt x="69" y="200"/>
                  </a:lnTo>
                  <a:lnTo>
                    <a:pt x="92" y="207"/>
                  </a:lnTo>
                  <a:lnTo>
                    <a:pt x="115" y="211"/>
                  </a:lnTo>
                  <a:lnTo>
                    <a:pt x="122" y="212"/>
                  </a:lnTo>
                  <a:lnTo>
                    <a:pt x="130" y="210"/>
                  </a:lnTo>
                  <a:lnTo>
                    <a:pt x="135" y="207"/>
                  </a:lnTo>
                  <a:lnTo>
                    <a:pt x="138" y="203"/>
                  </a:lnTo>
                  <a:lnTo>
                    <a:pt x="138" y="198"/>
                  </a:lnTo>
                  <a:lnTo>
                    <a:pt x="137" y="193"/>
                  </a:lnTo>
                  <a:lnTo>
                    <a:pt x="133" y="189"/>
                  </a:lnTo>
                  <a:lnTo>
                    <a:pt x="125" y="186"/>
                  </a:lnTo>
                  <a:lnTo>
                    <a:pt x="102" y="180"/>
                  </a:lnTo>
                  <a:lnTo>
                    <a:pt x="80" y="172"/>
                  </a:lnTo>
                  <a:lnTo>
                    <a:pt x="63" y="161"/>
                  </a:lnTo>
                  <a:lnTo>
                    <a:pt x="50" y="148"/>
                  </a:lnTo>
                  <a:lnTo>
                    <a:pt x="41" y="133"/>
                  </a:lnTo>
                  <a:lnTo>
                    <a:pt x="37" y="116"/>
                  </a:lnTo>
                  <a:lnTo>
                    <a:pt x="37" y="99"/>
                  </a:lnTo>
                  <a:lnTo>
                    <a:pt x="44" y="80"/>
                  </a:lnTo>
                  <a:lnTo>
                    <a:pt x="54" y="67"/>
                  </a:lnTo>
                  <a:lnTo>
                    <a:pt x="70" y="54"/>
                  </a:lnTo>
                  <a:lnTo>
                    <a:pt x="87" y="41"/>
                  </a:lnTo>
                  <a:lnTo>
                    <a:pt x="106" y="30"/>
                  </a:lnTo>
                  <a:lnTo>
                    <a:pt x="122" y="21"/>
                  </a:lnTo>
                  <a:lnTo>
                    <a:pt x="135" y="11"/>
                  </a:lnTo>
                  <a:lnTo>
                    <a:pt x="143" y="5"/>
                  </a:lnTo>
                  <a:lnTo>
                    <a:pt x="143" y="0"/>
                  </a:lnTo>
                  <a:lnTo>
                    <a:pt x="127" y="4"/>
                  </a:lnTo>
                  <a:lnTo>
                    <a:pt x="106" y="11"/>
                  </a:lnTo>
                  <a:lnTo>
                    <a:pt x="85" y="24"/>
                  </a:lnTo>
                  <a:lnTo>
                    <a:pt x="61" y="38"/>
                  </a:lnTo>
                  <a:lnTo>
                    <a:pt x="40" y="55"/>
                  </a:lnTo>
                  <a:lnTo>
                    <a:pt x="22" y="74"/>
                  </a:lnTo>
                  <a:lnTo>
                    <a:pt x="8" y="95"/>
                  </a:lnTo>
                  <a:lnTo>
                    <a:pt x="0" y="1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7"/>
            <p:cNvSpPr/>
            <p:nvPr/>
          </p:nvSpPr>
          <p:spPr>
            <a:xfrm>
              <a:off x="5081" y="272"/>
              <a:ext cx="101" cy="139"/>
            </a:xfrm>
            <a:custGeom>
              <a:rect b="b" l="l" r="r" t="t"/>
              <a:pathLst>
                <a:path extrusionOk="0" h="278" w="304">
                  <a:moveTo>
                    <a:pt x="247" y="104"/>
                  </a:moveTo>
                  <a:lnTo>
                    <a:pt x="258" y="111"/>
                  </a:lnTo>
                  <a:lnTo>
                    <a:pt x="265" y="119"/>
                  </a:lnTo>
                  <a:lnTo>
                    <a:pt x="272" y="129"/>
                  </a:lnTo>
                  <a:lnTo>
                    <a:pt x="276" y="138"/>
                  </a:lnTo>
                  <a:lnTo>
                    <a:pt x="279" y="147"/>
                  </a:lnTo>
                  <a:lnTo>
                    <a:pt x="278" y="158"/>
                  </a:lnTo>
                  <a:lnTo>
                    <a:pt x="275" y="168"/>
                  </a:lnTo>
                  <a:lnTo>
                    <a:pt x="268" y="177"/>
                  </a:lnTo>
                  <a:lnTo>
                    <a:pt x="258" y="187"/>
                  </a:lnTo>
                  <a:lnTo>
                    <a:pt x="246" y="197"/>
                  </a:lnTo>
                  <a:lnTo>
                    <a:pt x="233" y="205"/>
                  </a:lnTo>
                  <a:lnTo>
                    <a:pt x="220" y="213"/>
                  </a:lnTo>
                  <a:lnTo>
                    <a:pt x="205" y="220"/>
                  </a:lnTo>
                  <a:lnTo>
                    <a:pt x="191" y="229"/>
                  </a:lnTo>
                  <a:lnTo>
                    <a:pt x="176" y="237"/>
                  </a:lnTo>
                  <a:lnTo>
                    <a:pt x="163" y="246"/>
                  </a:lnTo>
                  <a:lnTo>
                    <a:pt x="159" y="249"/>
                  </a:lnTo>
                  <a:lnTo>
                    <a:pt x="156" y="253"/>
                  </a:lnTo>
                  <a:lnTo>
                    <a:pt x="153" y="258"/>
                  </a:lnTo>
                  <a:lnTo>
                    <a:pt x="150" y="262"/>
                  </a:lnTo>
                  <a:lnTo>
                    <a:pt x="149" y="266"/>
                  </a:lnTo>
                  <a:lnTo>
                    <a:pt x="149" y="270"/>
                  </a:lnTo>
                  <a:lnTo>
                    <a:pt x="151" y="274"/>
                  </a:lnTo>
                  <a:lnTo>
                    <a:pt x="156" y="277"/>
                  </a:lnTo>
                  <a:lnTo>
                    <a:pt x="162" y="278"/>
                  </a:lnTo>
                  <a:lnTo>
                    <a:pt x="167" y="278"/>
                  </a:lnTo>
                  <a:lnTo>
                    <a:pt x="172" y="277"/>
                  </a:lnTo>
                  <a:lnTo>
                    <a:pt x="176" y="274"/>
                  </a:lnTo>
                  <a:lnTo>
                    <a:pt x="191" y="262"/>
                  </a:lnTo>
                  <a:lnTo>
                    <a:pt x="207" y="251"/>
                  </a:lnTo>
                  <a:lnTo>
                    <a:pt x="223" y="241"/>
                  </a:lnTo>
                  <a:lnTo>
                    <a:pt x="240" y="231"/>
                  </a:lnTo>
                  <a:lnTo>
                    <a:pt x="256" y="220"/>
                  </a:lnTo>
                  <a:lnTo>
                    <a:pt x="272" y="209"/>
                  </a:lnTo>
                  <a:lnTo>
                    <a:pt x="285" y="197"/>
                  </a:lnTo>
                  <a:lnTo>
                    <a:pt x="295" y="183"/>
                  </a:lnTo>
                  <a:lnTo>
                    <a:pt x="303" y="167"/>
                  </a:lnTo>
                  <a:lnTo>
                    <a:pt x="304" y="151"/>
                  </a:lnTo>
                  <a:lnTo>
                    <a:pt x="301" y="136"/>
                  </a:lnTo>
                  <a:lnTo>
                    <a:pt x="294" y="120"/>
                  </a:lnTo>
                  <a:lnTo>
                    <a:pt x="282" y="107"/>
                  </a:lnTo>
                  <a:lnTo>
                    <a:pt x="269" y="94"/>
                  </a:lnTo>
                  <a:lnTo>
                    <a:pt x="252" y="83"/>
                  </a:lnTo>
                  <a:lnTo>
                    <a:pt x="233" y="74"/>
                  </a:lnTo>
                  <a:lnTo>
                    <a:pt x="218" y="68"/>
                  </a:lnTo>
                  <a:lnTo>
                    <a:pt x="202" y="62"/>
                  </a:lnTo>
                  <a:lnTo>
                    <a:pt x="186" y="54"/>
                  </a:lnTo>
                  <a:lnTo>
                    <a:pt x="169" y="48"/>
                  </a:lnTo>
                  <a:lnTo>
                    <a:pt x="151" y="41"/>
                  </a:lnTo>
                  <a:lnTo>
                    <a:pt x="133" y="35"/>
                  </a:lnTo>
                  <a:lnTo>
                    <a:pt x="115" y="28"/>
                  </a:lnTo>
                  <a:lnTo>
                    <a:pt x="98" y="21"/>
                  </a:lnTo>
                  <a:lnTo>
                    <a:pt x="82" y="16"/>
                  </a:lnTo>
                  <a:lnTo>
                    <a:pt x="66" y="11"/>
                  </a:lnTo>
                  <a:lnTo>
                    <a:pt x="50" y="7"/>
                  </a:lnTo>
                  <a:lnTo>
                    <a:pt x="37" y="4"/>
                  </a:lnTo>
                  <a:lnTo>
                    <a:pt x="25" y="1"/>
                  </a:lnTo>
                  <a:lnTo>
                    <a:pt x="15" y="0"/>
                  </a:lnTo>
                  <a:lnTo>
                    <a:pt x="6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8" y="12"/>
                  </a:lnTo>
                  <a:lnTo>
                    <a:pt x="44" y="17"/>
                  </a:lnTo>
                  <a:lnTo>
                    <a:pt x="58" y="23"/>
                  </a:lnTo>
                  <a:lnTo>
                    <a:pt x="74" y="28"/>
                  </a:lnTo>
                  <a:lnTo>
                    <a:pt x="90" y="33"/>
                  </a:lnTo>
                  <a:lnTo>
                    <a:pt x="106" y="39"/>
                  </a:lnTo>
                  <a:lnTo>
                    <a:pt x="122" y="45"/>
                  </a:lnTo>
                  <a:lnTo>
                    <a:pt x="140" y="51"/>
                  </a:lnTo>
                  <a:lnTo>
                    <a:pt x="156" y="58"/>
                  </a:lnTo>
                  <a:lnTo>
                    <a:pt x="172" y="64"/>
                  </a:lnTo>
                  <a:lnTo>
                    <a:pt x="188" y="71"/>
                  </a:lnTo>
                  <a:lnTo>
                    <a:pt x="204" y="79"/>
                  </a:lnTo>
                  <a:lnTo>
                    <a:pt x="218" y="86"/>
                  </a:lnTo>
                  <a:lnTo>
                    <a:pt x="233" y="95"/>
                  </a:lnTo>
                  <a:lnTo>
                    <a:pt x="247" y="1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5" name="Google Shape;645;p7"/>
          <p:cNvSpPr txBox="1"/>
          <p:nvPr>
            <p:ph type="title"/>
          </p:nvPr>
        </p:nvSpPr>
        <p:spPr>
          <a:xfrm>
            <a:off x="461963" y="193675"/>
            <a:ext cx="7772400" cy="95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Elements of a wireless network</a:t>
            </a:r>
            <a:endParaRPr/>
          </a:p>
        </p:txBody>
      </p:sp>
      <p:pic>
        <p:nvPicPr>
          <p:cNvPr descr="underline_base" id="646" name="Google Shape;646;p7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50863" y="881063"/>
            <a:ext cx="7313612" cy="173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7" name="Google Shape;647;p7"/>
          <p:cNvGrpSpPr/>
          <p:nvPr/>
        </p:nvGrpSpPr>
        <p:grpSpPr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648" name="Google Shape;648;p7"/>
            <p:cNvSpPr/>
            <p:nvPr/>
          </p:nvSpPr>
          <p:spPr>
            <a:xfrm>
              <a:off x="3839" y="1737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7"/>
            <p:cNvSpPr txBox="1"/>
            <p:nvPr/>
          </p:nvSpPr>
          <p:spPr>
            <a:xfrm>
              <a:off x="4146" y="2030"/>
              <a:ext cx="965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infrastructure</a:t>
              </a:r>
              <a:endParaRPr/>
            </a:p>
          </p:txBody>
        </p:sp>
      </p:grpSp>
      <p:sp>
        <p:nvSpPr>
          <p:cNvPr id="650" name="Google Shape;650;p7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1" name="Google Shape;651;p7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8"/>
          <p:cNvSpPr txBox="1"/>
          <p:nvPr>
            <p:ph type="title"/>
          </p:nvPr>
        </p:nvSpPr>
        <p:spPr>
          <a:xfrm>
            <a:off x="203200" y="228600"/>
            <a:ext cx="86645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Characteristics of selected wireless links</a:t>
            </a:r>
            <a:endParaRPr/>
          </a:p>
        </p:txBody>
      </p:sp>
      <p:sp>
        <p:nvSpPr>
          <p:cNvPr id="658" name="Google Shape;658;p8"/>
          <p:cNvSpPr/>
          <p:nvPr/>
        </p:nvSpPr>
        <p:spPr>
          <a:xfrm>
            <a:off x="1327150" y="1468331"/>
            <a:ext cx="6567488" cy="3954569"/>
          </a:xfrm>
          <a:prstGeom prst="rect">
            <a:avLst/>
          </a:prstGeom>
          <a:gradFill>
            <a:gsLst>
              <a:gs pos="0">
                <a:srgbClr val="79798E"/>
              </a:gs>
              <a:gs pos="50000">
                <a:srgbClr val="B0B0CD"/>
              </a:gs>
              <a:gs pos="100000">
                <a:srgbClr val="D2D2F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659" name="Google Shape;659;p8"/>
          <p:cNvCxnSpPr/>
          <p:nvPr/>
        </p:nvCxnSpPr>
        <p:spPr>
          <a:xfrm>
            <a:off x="1327150" y="5422900"/>
            <a:ext cx="66262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0" name="Google Shape;660;p8"/>
          <p:cNvSpPr txBox="1"/>
          <p:nvPr/>
        </p:nvSpPr>
        <p:spPr>
          <a:xfrm>
            <a:off x="1704975" y="5413375"/>
            <a:ext cx="831850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Indoor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10-30m</a:t>
            </a:r>
            <a:endParaRPr/>
          </a:p>
        </p:txBody>
      </p:sp>
      <p:sp>
        <p:nvSpPr>
          <p:cNvPr id="661" name="Google Shape;661;p8"/>
          <p:cNvSpPr txBox="1"/>
          <p:nvPr/>
        </p:nvSpPr>
        <p:spPr>
          <a:xfrm>
            <a:off x="3217863" y="5416550"/>
            <a:ext cx="1009650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Outdoor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50-200m</a:t>
            </a:r>
            <a:endParaRPr/>
          </a:p>
        </p:txBody>
      </p:sp>
      <p:sp>
        <p:nvSpPr>
          <p:cNvPr id="662" name="Google Shape;662;p8"/>
          <p:cNvSpPr txBox="1"/>
          <p:nvPr/>
        </p:nvSpPr>
        <p:spPr>
          <a:xfrm>
            <a:off x="4695825" y="5421313"/>
            <a:ext cx="1238250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Mid-range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outdoor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200m – 4 Km</a:t>
            </a:r>
            <a:endParaRPr/>
          </a:p>
        </p:txBody>
      </p:sp>
      <p:sp>
        <p:nvSpPr>
          <p:cNvPr id="663" name="Google Shape;663;p8"/>
          <p:cNvSpPr txBox="1"/>
          <p:nvPr/>
        </p:nvSpPr>
        <p:spPr>
          <a:xfrm>
            <a:off x="6200775" y="5421313"/>
            <a:ext cx="1352550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Long-range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outdoor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5Km – 20 Km</a:t>
            </a:r>
            <a:endParaRPr/>
          </a:p>
        </p:txBody>
      </p:sp>
      <p:sp>
        <p:nvSpPr>
          <p:cNvPr id="664" name="Google Shape;664;p8"/>
          <p:cNvSpPr txBox="1"/>
          <p:nvPr/>
        </p:nvSpPr>
        <p:spPr>
          <a:xfrm>
            <a:off x="679450" y="4800600"/>
            <a:ext cx="6286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.056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8"/>
          <p:cNvSpPr txBox="1"/>
          <p:nvPr/>
        </p:nvSpPr>
        <p:spPr>
          <a:xfrm>
            <a:off x="682625" y="4368800"/>
            <a:ext cx="6286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.384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8"/>
          <p:cNvSpPr txBox="1"/>
          <p:nvPr/>
        </p:nvSpPr>
        <p:spPr>
          <a:xfrm>
            <a:off x="923925" y="367823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8"/>
          <p:cNvSpPr txBox="1"/>
          <p:nvPr/>
        </p:nvSpPr>
        <p:spPr>
          <a:xfrm>
            <a:off x="922338" y="324643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8"/>
          <p:cNvSpPr txBox="1"/>
          <p:nvPr/>
        </p:nvSpPr>
        <p:spPr>
          <a:xfrm>
            <a:off x="625475" y="2851150"/>
            <a:ext cx="6413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5-11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8"/>
          <p:cNvSpPr txBox="1"/>
          <p:nvPr/>
        </p:nvSpPr>
        <p:spPr>
          <a:xfrm>
            <a:off x="814388" y="2435225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8"/>
          <p:cNvSpPr/>
          <p:nvPr/>
        </p:nvSpPr>
        <p:spPr>
          <a:xfrm>
            <a:off x="2662238" y="4852988"/>
            <a:ext cx="4676775" cy="284162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8"/>
          <p:cNvSpPr txBox="1"/>
          <p:nvPr/>
        </p:nvSpPr>
        <p:spPr>
          <a:xfrm>
            <a:off x="3948113" y="4845050"/>
            <a:ext cx="210661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2G: IS-95, CDMA, GSM</a:t>
            </a:r>
            <a:endParaRPr/>
          </a:p>
        </p:txBody>
      </p:sp>
      <p:sp>
        <p:nvSpPr>
          <p:cNvPr id="672" name="Google Shape;672;p8"/>
          <p:cNvSpPr/>
          <p:nvPr/>
        </p:nvSpPr>
        <p:spPr>
          <a:xfrm>
            <a:off x="2651125" y="4435475"/>
            <a:ext cx="4676775" cy="284163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8"/>
          <p:cNvSpPr txBox="1"/>
          <p:nvPr/>
        </p:nvSpPr>
        <p:spPr>
          <a:xfrm>
            <a:off x="3681413" y="4413250"/>
            <a:ext cx="298291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2.5G: UMTS/WCDMA, CDMA2000</a:t>
            </a:r>
            <a:endParaRPr/>
          </a:p>
        </p:txBody>
      </p:sp>
      <p:sp>
        <p:nvSpPr>
          <p:cNvPr id="674" name="Google Shape;674;p8"/>
          <p:cNvSpPr/>
          <p:nvPr/>
        </p:nvSpPr>
        <p:spPr>
          <a:xfrm>
            <a:off x="1339850" y="3703638"/>
            <a:ext cx="928688" cy="284162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8"/>
          <p:cNvSpPr txBox="1"/>
          <p:nvPr/>
        </p:nvSpPr>
        <p:spPr>
          <a:xfrm>
            <a:off x="1422400" y="3711575"/>
            <a:ext cx="72548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802.15</a:t>
            </a:r>
            <a:endParaRPr/>
          </a:p>
        </p:txBody>
      </p:sp>
      <p:sp>
        <p:nvSpPr>
          <p:cNvPr id="676" name="Google Shape;676;p8"/>
          <p:cNvSpPr/>
          <p:nvPr/>
        </p:nvSpPr>
        <p:spPr>
          <a:xfrm>
            <a:off x="1354138" y="2865438"/>
            <a:ext cx="1724025" cy="315912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8"/>
          <p:cNvSpPr txBox="1"/>
          <p:nvPr/>
        </p:nvSpPr>
        <p:spPr>
          <a:xfrm>
            <a:off x="1724025" y="2890838"/>
            <a:ext cx="8334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802.11b</a:t>
            </a:r>
            <a:endParaRPr/>
          </a:p>
        </p:txBody>
      </p:sp>
      <p:sp>
        <p:nvSpPr>
          <p:cNvPr id="678" name="Google Shape;678;p8"/>
          <p:cNvSpPr/>
          <p:nvPr/>
        </p:nvSpPr>
        <p:spPr>
          <a:xfrm>
            <a:off x="1357313" y="2432050"/>
            <a:ext cx="1724025" cy="315913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8"/>
          <p:cNvSpPr txBox="1"/>
          <p:nvPr/>
        </p:nvSpPr>
        <p:spPr>
          <a:xfrm>
            <a:off x="1727200" y="2457450"/>
            <a:ext cx="981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802.11a,g</a:t>
            </a:r>
            <a:endParaRPr/>
          </a:p>
        </p:txBody>
      </p:sp>
      <p:cxnSp>
        <p:nvCxnSpPr>
          <p:cNvPr id="680" name="Google Shape;680;p8"/>
          <p:cNvCxnSpPr/>
          <p:nvPr/>
        </p:nvCxnSpPr>
        <p:spPr>
          <a:xfrm rot="10800000">
            <a:off x="1328738" y="1320257"/>
            <a:ext cx="0" cy="410264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1" name="Google Shape;681;p8"/>
          <p:cNvSpPr/>
          <p:nvPr/>
        </p:nvSpPr>
        <p:spPr>
          <a:xfrm>
            <a:off x="2717800" y="2744788"/>
            <a:ext cx="5078413" cy="596900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8"/>
          <p:cNvSpPr/>
          <p:nvPr/>
        </p:nvSpPr>
        <p:spPr>
          <a:xfrm>
            <a:off x="2654300" y="3297238"/>
            <a:ext cx="4676775" cy="284162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8"/>
          <p:cNvSpPr txBox="1"/>
          <p:nvPr/>
        </p:nvSpPr>
        <p:spPr>
          <a:xfrm>
            <a:off x="2965450" y="3305175"/>
            <a:ext cx="4291013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3G: UMTS/WCDMA-HSPDA, CDMA2000-1xEVDO</a:t>
            </a:r>
            <a:endParaRPr/>
          </a:p>
        </p:txBody>
      </p:sp>
      <p:sp>
        <p:nvSpPr>
          <p:cNvPr id="684" name="Google Shape;684;p8"/>
          <p:cNvSpPr txBox="1"/>
          <p:nvPr/>
        </p:nvSpPr>
        <p:spPr>
          <a:xfrm>
            <a:off x="5013325" y="2922588"/>
            <a:ext cx="16954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4G: LTWE WIMAX</a:t>
            </a:r>
            <a:endParaRPr/>
          </a:p>
        </p:txBody>
      </p:sp>
      <p:sp>
        <p:nvSpPr>
          <p:cNvPr id="685" name="Google Shape;685;p8"/>
          <p:cNvSpPr/>
          <p:nvPr/>
        </p:nvSpPr>
        <p:spPr>
          <a:xfrm>
            <a:off x="3133725" y="2536825"/>
            <a:ext cx="4062413" cy="284163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8"/>
          <p:cNvSpPr txBox="1"/>
          <p:nvPr/>
        </p:nvSpPr>
        <p:spPr>
          <a:xfrm>
            <a:off x="4164013" y="2514600"/>
            <a:ext cx="2178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802.11a,g point-to-point</a:t>
            </a:r>
            <a:endParaRPr/>
          </a:p>
        </p:txBody>
      </p:sp>
      <p:cxnSp>
        <p:nvCxnSpPr>
          <p:cNvPr id="687" name="Google Shape;687;p8"/>
          <p:cNvCxnSpPr/>
          <p:nvPr/>
        </p:nvCxnSpPr>
        <p:spPr>
          <a:xfrm rot="10800000">
            <a:off x="7900988" y="2700338"/>
            <a:ext cx="25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8" name="Google Shape;688;p8"/>
          <p:cNvSpPr txBox="1"/>
          <p:nvPr/>
        </p:nvSpPr>
        <p:spPr>
          <a:xfrm>
            <a:off x="712050" y="2022475"/>
            <a:ext cx="569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450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8"/>
          <p:cNvSpPr/>
          <p:nvPr/>
        </p:nvSpPr>
        <p:spPr>
          <a:xfrm>
            <a:off x="1323656" y="2032572"/>
            <a:ext cx="1522412" cy="315912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8"/>
          <p:cNvSpPr txBox="1"/>
          <p:nvPr/>
        </p:nvSpPr>
        <p:spPr>
          <a:xfrm>
            <a:off x="1613916" y="2036763"/>
            <a:ext cx="8334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802.11n</a:t>
            </a:r>
            <a:endParaRPr/>
          </a:p>
        </p:txBody>
      </p:sp>
      <p:sp>
        <p:nvSpPr>
          <p:cNvPr id="691" name="Google Shape;691;p8"/>
          <p:cNvSpPr txBox="1"/>
          <p:nvPr/>
        </p:nvSpPr>
        <p:spPr>
          <a:xfrm rot="-5400000">
            <a:off x="-446881" y="3417094"/>
            <a:ext cx="1898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rate (Mbps)</a:t>
            </a:r>
            <a:endParaRPr/>
          </a:p>
        </p:txBody>
      </p:sp>
      <p:pic>
        <p:nvPicPr>
          <p:cNvPr descr="underline_base" id="692" name="Google Shape;6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63" y="1033463"/>
            <a:ext cx="82280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8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4" name="Google Shape;694;p8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sp>
        <p:nvSpPr>
          <p:cNvPr id="695" name="Google Shape;695;p8"/>
          <p:cNvSpPr txBox="1"/>
          <p:nvPr/>
        </p:nvSpPr>
        <p:spPr>
          <a:xfrm>
            <a:off x="208634" y="1601592"/>
            <a:ext cx="104184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1300</a:t>
            </a:r>
            <a:endParaRPr/>
          </a:p>
        </p:txBody>
      </p:sp>
      <p:sp>
        <p:nvSpPr>
          <p:cNvPr id="696" name="Google Shape;696;p8"/>
          <p:cNvSpPr/>
          <p:nvPr/>
        </p:nvSpPr>
        <p:spPr>
          <a:xfrm>
            <a:off x="1325167" y="1652678"/>
            <a:ext cx="1522412" cy="315912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8"/>
          <p:cNvSpPr txBox="1"/>
          <p:nvPr/>
        </p:nvSpPr>
        <p:spPr>
          <a:xfrm>
            <a:off x="1597343" y="1648395"/>
            <a:ext cx="97346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802.11 ac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9"/>
          <p:cNvSpPr txBox="1"/>
          <p:nvPr>
            <p:ph idx="12" type="sldNum"/>
          </p:nvPr>
        </p:nvSpPr>
        <p:spPr>
          <a:xfrm>
            <a:off x="6247816" y="645392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Wireless and Mobile Networks: 7- </a:t>
            </a:r>
            <a:fld id="{00000000-1234-1234-1234-123412341234}" type="slidenum"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100">
              <a:solidFill>
                <a:srgbClr val="7F7F7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04" name="Google Shape;704;p9"/>
          <p:cNvSpPr/>
          <p:nvPr/>
        </p:nvSpPr>
        <p:spPr>
          <a:xfrm>
            <a:off x="2079816" y="1872309"/>
            <a:ext cx="5854117" cy="2797611"/>
          </a:xfrm>
          <a:prstGeom prst="rect">
            <a:avLst/>
          </a:prstGeom>
          <a:gradFill>
            <a:gsLst>
              <a:gs pos="0">
                <a:srgbClr val="EDF9F4"/>
              </a:gs>
              <a:gs pos="1000">
                <a:srgbClr val="EDF9F4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9"/>
          <p:cNvSpPr txBox="1"/>
          <p:nvPr/>
        </p:nvSpPr>
        <p:spPr>
          <a:xfrm>
            <a:off x="2400640" y="4696705"/>
            <a:ext cx="83869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Indoor</a:t>
            </a:r>
            <a:endParaRPr/>
          </a:p>
        </p:txBody>
      </p:sp>
      <p:sp>
        <p:nvSpPr>
          <p:cNvPr id="706" name="Google Shape;706;p9"/>
          <p:cNvSpPr txBox="1"/>
          <p:nvPr/>
        </p:nvSpPr>
        <p:spPr>
          <a:xfrm>
            <a:off x="3841328" y="4696469"/>
            <a:ext cx="1018227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Outdoor</a:t>
            </a:r>
            <a:endParaRPr/>
          </a:p>
        </p:txBody>
      </p:sp>
      <p:sp>
        <p:nvSpPr>
          <p:cNvPr id="707" name="Google Shape;707;p9"/>
          <p:cNvSpPr txBox="1"/>
          <p:nvPr/>
        </p:nvSpPr>
        <p:spPr>
          <a:xfrm>
            <a:off x="5199460" y="4696246"/>
            <a:ext cx="1146469" cy="6463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Midrange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outdoor</a:t>
            </a:r>
            <a:endParaRPr/>
          </a:p>
        </p:txBody>
      </p:sp>
      <p:sp>
        <p:nvSpPr>
          <p:cNvPr id="708" name="Google Shape;708;p9"/>
          <p:cNvSpPr txBox="1"/>
          <p:nvPr/>
        </p:nvSpPr>
        <p:spPr>
          <a:xfrm>
            <a:off x="6537541" y="4696008"/>
            <a:ext cx="1351652" cy="6463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 range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outdoor</a:t>
            </a:r>
            <a:endParaRPr/>
          </a:p>
        </p:txBody>
      </p:sp>
      <p:sp>
        <p:nvSpPr>
          <p:cNvPr id="709" name="Google Shape;709;p9"/>
          <p:cNvSpPr txBox="1"/>
          <p:nvPr/>
        </p:nvSpPr>
        <p:spPr>
          <a:xfrm>
            <a:off x="2366615" y="5132957"/>
            <a:ext cx="9669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10-30m</a:t>
            </a:r>
            <a:endParaRPr/>
          </a:p>
        </p:txBody>
      </p:sp>
      <p:sp>
        <p:nvSpPr>
          <p:cNvPr id="710" name="Google Shape;710;p9"/>
          <p:cNvSpPr txBox="1"/>
          <p:nvPr/>
        </p:nvSpPr>
        <p:spPr>
          <a:xfrm>
            <a:off x="3821591" y="5116109"/>
            <a:ext cx="1095172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50-200m</a:t>
            </a:r>
            <a:endParaRPr/>
          </a:p>
        </p:txBody>
      </p:sp>
      <p:sp>
        <p:nvSpPr>
          <p:cNvPr id="711" name="Google Shape;711;p9"/>
          <p:cNvSpPr txBox="1"/>
          <p:nvPr/>
        </p:nvSpPr>
        <p:spPr>
          <a:xfrm>
            <a:off x="5128555" y="5283829"/>
            <a:ext cx="1313180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200m-4Km</a:t>
            </a:r>
            <a:endParaRPr/>
          </a:p>
        </p:txBody>
      </p:sp>
      <p:sp>
        <p:nvSpPr>
          <p:cNvPr id="712" name="Google Shape;712;p9"/>
          <p:cNvSpPr txBox="1"/>
          <p:nvPr/>
        </p:nvSpPr>
        <p:spPr>
          <a:xfrm>
            <a:off x="6576915" y="5320796"/>
            <a:ext cx="1338828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4Km-15Km</a:t>
            </a:r>
            <a:endParaRPr/>
          </a:p>
        </p:txBody>
      </p:sp>
      <p:cxnSp>
        <p:nvCxnSpPr>
          <p:cNvPr id="713" name="Google Shape;713;p9"/>
          <p:cNvCxnSpPr/>
          <p:nvPr/>
        </p:nvCxnSpPr>
        <p:spPr>
          <a:xfrm flipH="1" rot="10800000">
            <a:off x="2122551" y="4684791"/>
            <a:ext cx="6040375" cy="2924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14" name="Google Shape;714;p9"/>
          <p:cNvSpPr txBox="1"/>
          <p:nvPr/>
        </p:nvSpPr>
        <p:spPr>
          <a:xfrm>
            <a:off x="951262" y="4416212"/>
            <a:ext cx="941283" cy="6463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Mbps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9"/>
          <p:cNvSpPr/>
          <p:nvPr/>
        </p:nvSpPr>
        <p:spPr>
          <a:xfrm>
            <a:off x="2130507" y="3548696"/>
            <a:ext cx="3634476" cy="367036"/>
          </a:xfrm>
          <a:prstGeom prst="rect">
            <a:avLst/>
          </a:prstGeom>
          <a:solidFill>
            <a:srgbClr val="8CB3E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9"/>
          <p:cNvSpPr/>
          <p:nvPr/>
        </p:nvSpPr>
        <p:spPr>
          <a:xfrm>
            <a:off x="2130509" y="3619742"/>
            <a:ext cx="5284214" cy="224636"/>
          </a:xfrm>
          <a:prstGeom prst="rect">
            <a:avLst/>
          </a:prstGeom>
          <a:solidFill>
            <a:srgbClr val="8CB3E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9"/>
          <p:cNvSpPr txBox="1"/>
          <p:nvPr/>
        </p:nvSpPr>
        <p:spPr>
          <a:xfrm>
            <a:off x="6547294" y="3597897"/>
            <a:ext cx="846707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4G LTE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8" name="Google Shape;718;p9"/>
          <p:cNvGrpSpPr/>
          <p:nvPr/>
        </p:nvGrpSpPr>
        <p:grpSpPr>
          <a:xfrm>
            <a:off x="2120150" y="3076440"/>
            <a:ext cx="1876679" cy="323165"/>
            <a:chOff x="1532480" y="2933848"/>
            <a:chExt cx="1331008" cy="352593"/>
          </a:xfrm>
        </p:grpSpPr>
        <p:sp>
          <p:nvSpPr>
            <p:cNvPr id="719" name="Google Shape;719;p9"/>
            <p:cNvSpPr/>
            <p:nvPr/>
          </p:nvSpPr>
          <p:spPr>
            <a:xfrm>
              <a:off x="1532480" y="2966630"/>
              <a:ext cx="1331008" cy="254000"/>
            </a:xfrm>
            <a:prstGeom prst="rect">
              <a:avLst/>
            </a:prstGeom>
            <a:solidFill>
              <a:srgbClr val="8CB3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9"/>
            <p:cNvSpPr txBox="1"/>
            <p:nvPr/>
          </p:nvSpPr>
          <p:spPr>
            <a:xfrm>
              <a:off x="1770300" y="2933848"/>
              <a:ext cx="693741" cy="352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802.11ac</a:t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1" name="Google Shape;721;p9"/>
          <p:cNvGrpSpPr/>
          <p:nvPr/>
        </p:nvGrpSpPr>
        <p:grpSpPr>
          <a:xfrm>
            <a:off x="2120150" y="3429975"/>
            <a:ext cx="1876679" cy="323165"/>
            <a:chOff x="1532480" y="2929994"/>
            <a:chExt cx="1331008" cy="383375"/>
          </a:xfrm>
        </p:grpSpPr>
        <p:sp>
          <p:nvSpPr>
            <p:cNvPr id="722" name="Google Shape;722;p9"/>
            <p:cNvSpPr/>
            <p:nvPr/>
          </p:nvSpPr>
          <p:spPr>
            <a:xfrm>
              <a:off x="1532480" y="2966630"/>
              <a:ext cx="1331008" cy="254000"/>
            </a:xfrm>
            <a:prstGeom prst="rect">
              <a:avLst/>
            </a:prstGeom>
            <a:solidFill>
              <a:srgbClr val="8CB3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9"/>
            <p:cNvSpPr txBox="1"/>
            <p:nvPr/>
          </p:nvSpPr>
          <p:spPr>
            <a:xfrm>
              <a:off x="1876434" y="2929994"/>
              <a:ext cx="625527" cy="38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802.11n</a:t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4" name="Google Shape;724;p9"/>
          <p:cNvGrpSpPr/>
          <p:nvPr/>
        </p:nvGrpSpPr>
        <p:grpSpPr>
          <a:xfrm>
            <a:off x="2120948" y="3917575"/>
            <a:ext cx="1177206" cy="323165"/>
            <a:chOff x="1532480" y="2918323"/>
            <a:chExt cx="1331008" cy="383375"/>
          </a:xfrm>
        </p:grpSpPr>
        <p:sp>
          <p:nvSpPr>
            <p:cNvPr id="725" name="Google Shape;725;p9"/>
            <p:cNvSpPr/>
            <p:nvPr/>
          </p:nvSpPr>
          <p:spPr>
            <a:xfrm>
              <a:off x="1532480" y="2966630"/>
              <a:ext cx="1331008" cy="254000"/>
            </a:xfrm>
            <a:prstGeom prst="rect">
              <a:avLst/>
            </a:prstGeom>
            <a:solidFill>
              <a:srgbClr val="8CB3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9"/>
            <p:cNvSpPr txBox="1"/>
            <p:nvPr/>
          </p:nvSpPr>
          <p:spPr>
            <a:xfrm>
              <a:off x="1649067" y="2918323"/>
              <a:ext cx="997203" cy="38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802.11g</a:t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7" name="Google Shape;727;p9"/>
          <p:cNvGrpSpPr/>
          <p:nvPr/>
        </p:nvGrpSpPr>
        <p:grpSpPr>
          <a:xfrm>
            <a:off x="2120949" y="4140220"/>
            <a:ext cx="1184032" cy="323165"/>
            <a:chOff x="1532480" y="2921428"/>
            <a:chExt cx="917147" cy="383374"/>
          </a:xfrm>
        </p:grpSpPr>
        <p:sp>
          <p:nvSpPr>
            <p:cNvPr id="728" name="Google Shape;728;p9"/>
            <p:cNvSpPr/>
            <p:nvPr/>
          </p:nvSpPr>
          <p:spPr>
            <a:xfrm>
              <a:off x="1532480" y="2966630"/>
              <a:ext cx="917147" cy="254000"/>
            </a:xfrm>
            <a:prstGeom prst="rect">
              <a:avLst/>
            </a:prstGeom>
            <a:solidFill>
              <a:srgbClr val="8CB3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9"/>
            <p:cNvSpPr txBox="1"/>
            <p:nvPr/>
          </p:nvSpPr>
          <p:spPr>
            <a:xfrm>
              <a:off x="1614325" y="2921428"/>
              <a:ext cx="683173" cy="383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802.11b</a:t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0" name="Google Shape;730;p9"/>
          <p:cNvSpPr txBox="1"/>
          <p:nvPr/>
        </p:nvSpPr>
        <p:spPr>
          <a:xfrm>
            <a:off x="977890" y="3067768"/>
            <a:ext cx="1120820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3.5 Gbps</a:t>
            </a:r>
            <a:endParaRPr/>
          </a:p>
        </p:txBody>
      </p:sp>
      <p:sp>
        <p:nvSpPr>
          <p:cNvPr id="731" name="Google Shape;731;p9"/>
          <p:cNvSpPr txBox="1"/>
          <p:nvPr/>
        </p:nvSpPr>
        <p:spPr>
          <a:xfrm>
            <a:off x="968376" y="3432377"/>
            <a:ext cx="1197764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600 Mbps</a:t>
            </a:r>
            <a:endParaRPr/>
          </a:p>
        </p:txBody>
      </p:sp>
      <p:sp>
        <p:nvSpPr>
          <p:cNvPr id="732" name="Google Shape;732;p9"/>
          <p:cNvSpPr txBox="1"/>
          <p:nvPr/>
        </p:nvSpPr>
        <p:spPr>
          <a:xfrm>
            <a:off x="958141" y="3858817"/>
            <a:ext cx="1069524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54 Mbps</a:t>
            </a:r>
            <a:endParaRPr/>
          </a:p>
        </p:txBody>
      </p:sp>
      <p:sp>
        <p:nvSpPr>
          <p:cNvPr id="733" name="Google Shape;733;p9"/>
          <p:cNvSpPr txBox="1"/>
          <p:nvPr/>
        </p:nvSpPr>
        <p:spPr>
          <a:xfrm>
            <a:off x="949364" y="4142860"/>
            <a:ext cx="1069524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 Mbps</a:t>
            </a:r>
            <a:endParaRPr/>
          </a:p>
        </p:txBody>
      </p:sp>
      <p:grpSp>
        <p:nvGrpSpPr>
          <p:cNvPr id="734" name="Google Shape;734;p9"/>
          <p:cNvGrpSpPr/>
          <p:nvPr/>
        </p:nvGrpSpPr>
        <p:grpSpPr>
          <a:xfrm>
            <a:off x="2112109" y="4402526"/>
            <a:ext cx="998991" cy="323165"/>
            <a:chOff x="1521586" y="2918342"/>
            <a:chExt cx="1231554" cy="383375"/>
          </a:xfrm>
        </p:grpSpPr>
        <p:sp>
          <p:nvSpPr>
            <p:cNvPr id="735" name="Google Shape;735;p9"/>
            <p:cNvSpPr/>
            <p:nvPr/>
          </p:nvSpPr>
          <p:spPr>
            <a:xfrm>
              <a:off x="1532480" y="2966630"/>
              <a:ext cx="1127785" cy="254000"/>
            </a:xfrm>
            <a:prstGeom prst="rect">
              <a:avLst/>
            </a:prstGeom>
            <a:solidFill>
              <a:srgbClr val="8CB3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9"/>
            <p:cNvSpPr txBox="1"/>
            <p:nvPr/>
          </p:nvSpPr>
          <p:spPr>
            <a:xfrm>
              <a:off x="1521586" y="2918342"/>
              <a:ext cx="1231554" cy="38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Bluetooth</a:t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7" name="Google Shape;737;p9"/>
          <p:cNvGrpSpPr/>
          <p:nvPr/>
        </p:nvGrpSpPr>
        <p:grpSpPr>
          <a:xfrm>
            <a:off x="2130519" y="2350407"/>
            <a:ext cx="1866311" cy="323165"/>
            <a:chOff x="1532480" y="2933848"/>
            <a:chExt cx="1331008" cy="370931"/>
          </a:xfrm>
        </p:grpSpPr>
        <p:sp>
          <p:nvSpPr>
            <p:cNvPr id="738" name="Google Shape;738;p9"/>
            <p:cNvSpPr/>
            <p:nvPr/>
          </p:nvSpPr>
          <p:spPr>
            <a:xfrm>
              <a:off x="1532480" y="2966630"/>
              <a:ext cx="1331008" cy="254000"/>
            </a:xfrm>
            <a:prstGeom prst="rect">
              <a:avLst/>
            </a:prstGeom>
            <a:solidFill>
              <a:srgbClr val="8CB3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9"/>
            <p:cNvSpPr txBox="1"/>
            <p:nvPr/>
          </p:nvSpPr>
          <p:spPr>
            <a:xfrm>
              <a:off x="1839189" y="2933848"/>
              <a:ext cx="697595" cy="370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802.11ax</a:t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0" name="Google Shape;740;p9"/>
          <p:cNvSpPr txBox="1"/>
          <p:nvPr/>
        </p:nvSpPr>
        <p:spPr>
          <a:xfrm>
            <a:off x="988258" y="2350408"/>
            <a:ext cx="1056700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 Gbps</a:t>
            </a:r>
            <a:endParaRPr/>
          </a:p>
        </p:txBody>
      </p:sp>
      <p:sp>
        <p:nvSpPr>
          <p:cNvPr id="741" name="Google Shape;741;p9"/>
          <p:cNvSpPr/>
          <p:nvPr/>
        </p:nvSpPr>
        <p:spPr>
          <a:xfrm>
            <a:off x="2130509" y="2618556"/>
            <a:ext cx="3394606" cy="198676"/>
          </a:xfrm>
          <a:prstGeom prst="rect">
            <a:avLst/>
          </a:prstGeom>
          <a:solidFill>
            <a:srgbClr val="8CB3E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9"/>
          <p:cNvSpPr txBox="1"/>
          <p:nvPr/>
        </p:nvSpPr>
        <p:spPr>
          <a:xfrm>
            <a:off x="4993878" y="2580241"/>
            <a:ext cx="441146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5G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9"/>
          <p:cNvSpPr txBox="1"/>
          <p:nvPr/>
        </p:nvSpPr>
        <p:spPr>
          <a:xfrm>
            <a:off x="983996" y="2583349"/>
            <a:ext cx="10567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Gbps</a:t>
            </a:r>
            <a:endParaRPr/>
          </a:p>
        </p:txBody>
      </p:sp>
      <p:sp>
        <p:nvSpPr>
          <p:cNvPr id="744" name="Google Shape;744;p9"/>
          <p:cNvSpPr txBox="1"/>
          <p:nvPr/>
        </p:nvSpPr>
        <p:spPr>
          <a:xfrm>
            <a:off x="4584578" y="3228853"/>
            <a:ext cx="1255472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802.11 af,ah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5" name="Google Shape;745;p9"/>
          <p:cNvCxnSpPr/>
          <p:nvPr/>
        </p:nvCxnSpPr>
        <p:spPr>
          <a:xfrm flipH="1">
            <a:off x="5059373" y="3451443"/>
            <a:ext cx="2" cy="13548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6" name="Google Shape;746;p9"/>
          <p:cNvCxnSpPr/>
          <p:nvPr/>
        </p:nvCxnSpPr>
        <p:spPr>
          <a:xfrm rot="10800000">
            <a:off x="2117063" y="2266041"/>
            <a:ext cx="0" cy="242291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47" name="Google Shape;747;p9"/>
          <p:cNvSpPr txBox="1"/>
          <p:nvPr/>
        </p:nvSpPr>
        <p:spPr>
          <a:xfrm>
            <a:off x="203200" y="228600"/>
            <a:ext cx="86645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Characteristics of selected wireless links</a:t>
            </a:r>
            <a:endParaRPr/>
          </a:p>
        </p:txBody>
      </p:sp>
      <p:pic>
        <p:nvPicPr>
          <p:cNvPr descr="underline_base" id="748" name="Google Shape;7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738" y="1015024"/>
            <a:ext cx="7313612" cy="173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zzle" id="749" name="Google Shape;74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653558">
            <a:off x="8415852" y="71951"/>
            <a:ext cx="603250" cy="60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0"/>
          <p:cNvSpPr/>
          <p:nvPr/>
        </p:nvSpPr>
        <p:spPr>
          <a:xfrm>
            <a:off x="4816475" y="4378325"/>
            <a:ext cx="2152650" cy="2093913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0"/>
          <p:cNvSpPr/>
          <p:nvPr/>
        </p:nvSpPr>
        <p:spPr>
          <a:xfrm>
            <a:off x="650875" y="1290638"/>
            <a:ext cx="2252663" cy="2286000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7" name="Google Shape;757;p10"/>
          <p:cNvCxnSpPr/>
          <p:nvPr/>
        </p:nvCxnSpPr>
        <p:spPr>
          <a:xfrm>
            <a:off x="1798638" y="2447925"/>
            <a:ext cx="1277937" cy="6556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8" name="Google Shape;758;p10"/>
          <p:cNvSpPr/>
          <p:nvPr/>
        </p:nvSpPr>
        <p:spPr>
          <a:xfrm>
            <a:off x="1524000" y="4033838"/>
            <a:ext cx="1038225" cy="1004887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9" name="Google Shape;759;p10"/>
          <p:cNvCxnSpPr/>
          <p:nvPr/>
        </p:nvCxnSpPr>
        <p:spPr>
          <a:xfrm flipH="1" rot="10800000">
            <a:off x="2197100" y="3636963"/>
            <a:ext cx="1257300" cy="8096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0" name="Google Shape;760;p10"/>
          <p:cNvSpPr/>
          <p:nvPr/>
        </p:nvSpPr>
        <p:spPr>
          <a:xfrm>
            <a:off x="3108325" y="4440238"/>
            <a:ext cx="2278063" cy="2052637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1" name="Google Shape;761;p10"/>
          <p:cNvCxnSpPr/>
          <p:nvPr/>
        </p:nvCxnSpPr>
        <p:spPr>
          <a:xfrm>
            <a:off x="5360988" y="5424488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2" name="Google Shape;762;p10"/>
          <p:cNvCxnSpPr/>
          <p:nvPr/>
        </p:nvCxnSpPr>
        <p:spPr>
          <a:xfrm rot="10800000">
            <a:off x="4873625" y="5327650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10"/>
          <p:cNvCxnSpPr/>
          <p:nvPr/>
        </p:nvCxnSpPr>
        <p:spPr>
          <a:xfrm rot="10800000">
            <a:off x="4887913" y="5403850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10"/>
          <p:cNvCxnSpPr/>
          <p:nvPr/>
        </p:nvCxnSpPr>
        <p:spPr>
          <a:xfrm rot="10800000">
            <a:off x="4830763" y="5470525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10"/>
          <p:cNvCxnSpPr/>
          <p:nvPr/>
        </p:nvCxnSpPr>
        <p:spPr>
          <a:xfrm rot="10800000">
            <a:off x="4867275" y="4105275"/>
            <a:ext cx="949325" cy="12938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10"/>
          <p:cNvCxnSpPr/>
          <p:nvPr/>
        </p:nvCxnSpPr>
        <p:spPr>
          <a:xfrm flipH="1" rot="10800000">
            <a:off x="4308475" y="4144963"/>
            <a:ext cx="50800" cy="111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7" name="Google Shape;767;p10"/>
          <p:cNvGrpSpPr/>
          <p:nvPr/>
        </p:nvGrpSpPr>
        <p:grpSpPr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descr="laptop_stylized_small" id="768" name="Google Shape;76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769" name="Google Shape;76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0" name="Google Shape;770;p10"/>
          <p:cNvGrpSpPr/>
          <p:nvPr/>
        </p:nvGrpSpPr>
        <p:grpSpPr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descr="access_point_stylized_small" id="771" name="Google Shape;771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772" name="Google Shape;772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3" name="Google Shape;773;p10"/>
          <p:cNvGrpSpPr/>
          <p:nvPr/>
        </p:nvGrpSpPr>
        <p:grpSpPr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774" name="Google Shape;774;p10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775" name="Google Shape;775;p10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" name="Google Shape;776;p10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" name="Google Shape;777;p10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" name="Google Shape;778;p10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9" name="Google Shape;779;p10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" name="Google Shape;780;p10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1" name="Google Shape;781;p10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2" name="Google Shape;782;p10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3" name="Google Shape;783;p10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4" name="Google Shape;784;p10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" name="Google Shape;785;p10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6" name="Google Shape;786;p10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7" name="Google Shape;787;p10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8" name="Google Shape;788;p10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9" name="Google Shape;789;p10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790" name="Google Shape;790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1" name="Google Shape;791;p10"/>
          <p:cNvGrpSpPr/>
          <p:nvPr/>
        </p:nvGrpSpPr>
        <p:grpSpPr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descr="iphone_stylized_small" id="792" name="Google Shape;792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793" name="Google Shape;793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4" name="Google Shape;794;p10"/>
          <p:cNvGrpSpPr/>
          <p:nvPr/>
        </p:nvGrpSpPr>
        <p:grpSpPr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795" name="Google Shape;795;p10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796" name="Google Shape;796;p10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7" name="Google Shape;797;p10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8" name="Google Shape;798;p10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9" name="Google Shape;799;p10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0" name="Google Shape;800;p10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1" name="Google Shape;801;p10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2" name="Google Shape;802;p10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3" name="Google Shape;803;p10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4" name="Google Shape;804;p10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5" name="Google Shape;805;p10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6" name="Google Shape;806;p10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" name="Google Shape;807;p10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8" name="Google Shape;808;p10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9" name="Google Shape;809;p10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0" name="Google Shape;810;p10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811" name="Google Shape;811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2" name="Google Shape;812;p10"/>
          <p:cNvGrpSpPr/>
          <p:nvPr/>
        </p:nvGrpSpPr>
        <p:grpSpPr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descr="laptop_stylized_small" id="813" name="Google Shape;813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14" name="Google Shape;814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5" name="Google Shape;815;p10"/>
          <p:cNvGrpSpPr/>
          <p:nvPr/>
        </p:nvGrpSpPr>
        <p:grpSpPr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descr="laptop_stylized_small" id="816" name="Google Shape;816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17" name="Google Shape;817;p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8" name="Google Shape;818;p10"/>
          <p:cNvGrpSpPr/>
          <p:nvPr/>
        </p:nvGrpSpPr>
        <p:grpSpPr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descr="laptop_stylized_small" id="819" name="Google Shape;819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20" name="Google Shape;820;p1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1" name="Google Shape;821;p10"/>
          <p:cNvGrpSpPr/>
          <p:nvPr/>
        </p:nvGrpSpPr>
        <p:grpSpPr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descr="iphone_stylized_small" id="822" name="Google Shape;822;p1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823" name="Google Shape;823;p1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4" name="Google Shape;824;p10"/>
          <p:cNvGrpSpPr/>
          <p:nvPr/>
        </p:nvGrpSpPr>
        <p:grpSpPr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descr="iphone_stylized_small" id="825" name="Google Shape;825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826" name="Google Shape;826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7" name="Google Shape;827;p10"/>
          <p:cNvGrpSpPr/>
          <p:nvPr/>
        </p:nvGrpSpPr>
        <p:grpSpPr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descr="laptop_stylized_small" id="828" name="Google Shape;828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29" name="Google Shape;829;p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0" name="Google Shape;830;p10"/>
          <p:cNvGrpSpPr/>
          <p:nvPr/>
        </p:nvGrpSpPr>
        <p:grpSpPr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descr="laptop_stylized_small" id="831" name="Google Shape;831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32" name="Google Shape;832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3" name="Google Shape;833;p10"/>
          <p:cNvGrpSpPr/>
          <p:nvPr/>
        </p:nvGrpSpPr>
        <p:grpSpPr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descr="iphone_stylized_small" id="834" name="Google Shape;834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835" name="Google Shape;835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6" name="Google Shape;836;p10"/>
          <p:cNvGrpSpPr/>
          <p:nvPr/>
        </p:nvGrpSpPr>
        <p:grpSpPr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837" name="Google Shape;837;p10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838" name="Google Shape;838;p10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" name="Google Shape;839;p10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" name="Google Shape;840;p10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1" name="Google Shape;841;p10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2" name="Google Shape;842;p10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3" name="Google Shape;843;p10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4" name="Google Shape;844;p10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5" name="Google Shape;845;p10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6" name="Google Shape;846;p10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7" name="Google Shape;847;p10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" name="Google Shape;848;p10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9" name="Google Shape;849;p10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0" name="Google Shape;850;p10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1" name="Google Shape;851;p10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2" name="Google Shape;852;p10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853" name="Google Shape;853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4" name="Google Shape;854;p10"/>
          <p:cNvGrpSpPr/>
          <p:nvPr/>
        </p:nvGrpSpPr>
        <p:grpSpPr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descr="laptop_stylized_small" id="855" name="Google Shape;855;p1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56" name="Google Shape;856;p1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7" name="Google Shape;857;p10"/>
          <p:cNvGrpSpPr/>
          <p:nvPr/>
        </p:nvGrpSpPr>
        <p:grpSpPr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descr="laptop_stylized_small" id="858" name="Google Shape;85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59" name="Google Shape;85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0" name="Google Shape;860;p10"/>
          <p:cNvGrpSpPr/>
          <p:nvPr/>
        </p:nvGrpSpPr>
        <p:grpSpPr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descr="laptop_stylized_small" id="861" name="Google Shape;861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62" name="Google Shape;862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3" name="Google Shape;863;p10"/>
          <p:cNvGrpSpPr/>
          <p:nvPr/>
        </p:nvGrpSpPr>
        <p:grpSpPr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descr="iphone_stylized_small" id="864" name="Google Shape;864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865" name="Google Shape;865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6" name="Google Shape;866;p10"/>
          <p:cNvGrpSpPr/>
          <p:nvPr/>
        </p:nvGrpSpPr>
        <p:grpSpPr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descr="laptop_stylized_small" id="867" name="Google Shape;867;p10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68" name="Google Shape;868;p10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9" name="Google Shape;869;p10"/>
          <p:cNvGrpSpPr/>
          <p:nvPr/>
        </p:nvGrpSpPr>
        <p:grpSpPr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descr="iphone_stylized_small" id="870" name="Google Shape;870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871" name="Google Shape;871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2" name="Google Shape;872;p10"/>
          <p:cNvGrpSpPr/>
          <p:nvPr/>
        </p:nvGrpSpPr>
        <p:grpSpPr>
          <a:xfrm>
            <a:off x="4597400" y="1362075"/>
            <a:ext cx="4233863" cy="4064000"/>
            <a:chOff x="2896" y="858"/>
            <a:chExt cx="2667" cy="2560"/>
          </a:xfrm>
        </p:grpSpPr>
        <p:sp>
          <p:nvSpPr>
            <p:cNvPr id="873" name="Google Shape;873;p10"/>
            <p:cNvSpPr/>
            <p:nvPr/>
          </p:nvSpPr>
          <p:spPr>
            <a:xfrm>
              <a:off x="3455" y="981"/>
              <a:ext cx="2108" cy="1464"/>
            </a:xfrm>
            <a:prstGeom prst="rect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10"/>
            <p:cNvSpPr/>
            <p:nvPr/>
          </p:nvSpPr>
          <p:spPr>
            <a:xfrm>
              <a:off x="3489" y="884"/>
              <a:ext cx="1719" cy="15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10"/>
            <p:cNvSpPr/>
            <p:nvPr/>
          </p:nvSpPr>
          <p:spPr>
            <a:xfrm>
              <a:off x="3488" y="858"/>
              <a:ext cx="1984" cy="1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u="sng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infrastructure mode</a:t>
              </a:r>
              <a:endParaRPr/>
            </a:p>
            <a:p>
              <a:pPr indent="-238125" lvl="0" marL="2381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Noto Sans Symbols"/>
                <a:buChar char="▪"/>
              </a:pPr>
              <a:r>
                <a:rPr lang="en-US" sz="20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base station connects mobiles into wired network</a:t>
              </a:r>
              <a:endParaRPr/>
            </a:p>
            <a:p>
              <a:pPr indent="-238125" lvl="0" marL="2381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Noto Sans Symbols"/>
                <a:buChar char="▪"/>
              </a:pPr>
              <a:r>
                <a:rPr lang="en-US" sz="20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handoff: mobile changes base station providing connection into wired network</a:t>
              </a:r>
              <a:endParaRPr/>
            </a:p>
          </p:txBody>
        </p:sp>
        <p:cxnSp>
          <p:nvCxnSpPr>
            <p:cNvPr id="876" name="Google Shape;876;p10"/>
            <p:cNvCxnSpPr/>
            <p:nvPr/>
          </p:nvCxnSpPr>
          <p:spPr>
            <a:xfrm flipH="1">
              <a:off x="3314" y="2446"/>
              <a:ext cx="1072" cy="886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7" name="Google Shape;877;p10"/>
            <p:cNvCxnSpPr/>
            <p:nvPr/>
          </p:nvCxnSpPr>
          <p:spPr>
            <a:xfrm flipH="1">
              <a:off x="3747" y="2445"/>
              <a:ext cx="637" cy="903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8" name="Google Shape;878;p10"/>
            <p:cNvCxnSpPr/>
            <p:nvPr/>
          </p:nvCxnSpPr>
          <p:spPr>
            <a:xfrm flipH="1">
              <a:off x="2896" y="2453"/>
              <a:ext cx="1470" cy="965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79" name="Google Shape;879;p10"/>
          <p:cNvSpPr txBox="1"/>
          <p:nvPr>
            <p:ph type="title"/>
          </p:nvPr>
        </p:nvSpPr>
        <p:spPr>
          <a:xfrm>
            <a:off x="461963" y="193675"/>
            <a:ext cx="7772400" cy="95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Elements of a wireless network</a:t>
            </a:r>
            <a:endParaRPr/>
          </a:p>
        </p:txBody>
      </p:sp>
      <p:pic>
        <p:nvPicPr>
          <p:cNvPr descr="underline_base" id="880" name="Google Shape;880;p10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50863" y="881063"/>
            <a:ext cx="7313612" cy="173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1" name="Google Shape;881;p10"/>
          <p:cNvGrpSpPr/>
          <p:nvPr/>
        </p:nvGrpSpPr>
        <p:grpSpPr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882" name="Google Shape;882;p10"/>
            <p:cNvSpPr/>
            <p:nvPr/>
          </p:nvSpPr>
          <p:spPr>
            <a:xfrm>
              <a:off x="3839" y="1737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0"/>
            <p:cNvSpPr txBox="1"/>
            <p:nvPr/>
          </p:nvSpPr>
          <p:spPr>
            <a:xfrm>
              <a:off x="4146" y="2030"/>
              <a:ext cx="965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infrastructure</a:t>
              </a:r>
              <a:endParaRPr/>
            </a:p>
          </p:txBody>
        </p:sp>
      </p:grpSp>
      <p:sp>
        <p:nvSpPr>
          <p:cNvPr id="884" name="Google Shape;884;p10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5" name="Google Shape;885;p10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1"/>
          <p:cNvSpPr/>
          <p:nvPr/>
        </p:nvSpPr>
        <p:spPr>
          <a:xfrm>
            <a:off x="5484813" y="1557338"/>
            <a:ext cx="3346450" cy="3451225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11"/>
          <p:cNvSpPr/>
          <p:nvPr/>
        </p:nvSpPr>
        <p:spPr>
          <a:xfrm>
            <a:off x="5562600" y="1384300"/>
            <a:ext cx="1752600" cy="31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11"/>
          <p:cNvSpPr/>
          <p:nvPr/>
        </p:nvSpPr>
        <p:spPr>
          <a:xfrm>
            <a:off x="5537200" y="1362075"/>
            <a:ext cx="3149600" cy="257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lang="en-US" sz="24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 hoc mode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 base stations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nodes can only transmit to other nodes within link coverage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nodes organize themselves into a network: route among themselves</a:t>
            </a:r>
            <a:endParaRPr/>
          </a:p>
        </p:txBody>
      </p:sp>
      <p:sp>
        <p:nvSpPr>
          <p:cNvPr id="894" name="Google Shape;894;p11"/>
          <p:cNvSpPr/>
          <p:nvPr/>
        </p:nvSpPr>
        <p:spPr>
          <a:xfrm>
            <a:off x="2693988" y="1468438"/>
            <a:ext cx="1728787" cy="238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1"/>
          <p:cNvSpPr txBox="1"/>
          <p:nvPr>
            <p:ph type="title"/>
          </p:nvPr>
        </p:nvSpPr>
        <p:spPr>
          <a:xfrm>
            <a:off x="461963" y="193675"/>
            <a:ext cx="7772400" cy="95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Elements of a wireless network</a:t>
            </a:r>
            <a:endParaRPr/>
          </a:p>
        </p:txBody>
      </p:sp>
      <p:pic>
        <p:nvPicPr>
          <p:cNvPr descr="underline_base" id="896" name="Google Shape;89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63" y="881063"/>
            <a:ext cx="7313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11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98" name="Google Shape;898;p11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grpSp>
        <p:nvGrpSpPr>
          <p:cNvPr id="899" name="Google Shape;899;p11"/>
          <p:cNvGrpSpPr/>
          <p:nvPr/>
        </p:nvGrpSpPr>
        <p:grpSpPr>
          <a:xfrm>
            <a:off x="905670" y="1384300"/>
            <a:ext cx="3035300" cy="4645025"/>
            <a:chOff x="1460500" y="1438275"/>
            <a:chExt cx="3035300" cy="4645025"/>
          </a:xfrm>
        </p:grpSpPr>
        <p:sp>
          <p:nvSpPr>
            <p:cNvPr id="900" name="Google Shape;900;p11"/>
            <p:cNvSpPr/>
            <p:nvPr/>
          </p:nvSpPr>
          <p:spPr>
            <a:xfrm>
              <a:off x="1460500" y="1438275"/>
              <a:ext cx="1755775" cy="1625600"/>
            </a:xfrm>
            <a:prstGeom prst="ellipse">
              <a:avLst/>
            </a:prstGeom>
            <a:gradFill>
              <a:gsLst>
                <a:gs pos="0">
                  <a:srgbClr val="2E75B5"/>
                </a:gs>
                <a:gs pos="100000">
                  <a:srgbClr val="DDEAF6">
                    <a:alpha val="49803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12700">
              <a:solidFill>
                <a:srgbClr val="3333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2740025" y="2749550"/>
              <a:ext cx="1755775" cy="1625600"/>
            </a:xfrm>
            <a:prstGeom prst="ellipse">
              <a:avLst/>
            </a:prstGeom>
            <a:gradFill>
              <a:gsLst>
                <a:gs pos="0">
                  <a:srgbClr val="2E75B5"/>
                </a:gs>
                <a:gs pos="100000">
                  <a:srgbClr val="DDEAF6"/>
                </a:gs>
              </a:gsLst>
              <a:path path="circle">
                <a:fillToRect b="50%" l="50%" r="50%" t="50%"/>
              </a:path>
              <a:tileRect/>
            </a:gradFill>
            <a:ln cap="flat" cmpd="sng" w="12700">
              <a:solidFill>
                <a:srgbClr val="3333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2492375" y="4457700"/>
              <a:ext cx="1755775" cy="1625600"/>
            </a:xfrm>
            <a:prstGeom prst="ellipse">
              <a:avLst/>
            </a:prstGeom>
            <a:gradFill>
              <a:gsLst>
                <a:gs pos="0">
                  <a:srgbClr val="2E75B5"/>
                </a:gs>
                <a:gs pos="100000">
                  <a:srgbClr val="DDEAF6">
                    <a:alpha val="38823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12700">
              <a:solidFill>
                <a:srgbClr val="3333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1581150" y="2139950"/>
              <a:ext cx="1755775" cy="1625600"/>
            </a:xfrm>
            <a:prstGeom prst="ellipse">
              <a:avLst/>
            </a:prstGeom>
            <a:gradFill>
              <a:gsLst>
                <a:gs pos="0">
                  <a:srgbClr val="2E75B5"/>
                </a:gs>
                <a:gs pos="100000">
                  <a:srgbClr val="DDEAF6">
                    <a:alpha val="49803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12700">
              <a:solidFill>
                <a:srgbClr val="3333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2205038" y="2474913"/>
              <a:ext cx="1755775" cy="1625600"/>
            </a:xfrm>
            <a:prstGeom prst="ellipse">
              <a:avLst/>
            </a:prstGeom>
            <a:gradFill>
              <a:gsLst>
                <a:gs pos="0">
                  <a:srgbClr val="2E75B5"/>
                </a:gs>
                <a:gs pos="100000">
                  <a:srgbClr val="DDEAF6">
                    <a:alpha val="46666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12700">
              <a:solidFill>
                <a:srgbClr val="3333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5" name="Google Shape;905;p11"/>
            <p:cNvGrpSpPr/>
            <p:nvPr/>
          </p:nvGrpSpPr>
          <p:grpSpPr>
            <a:xfrm>
              <a:off x="2100263" y="1943100"/>
              <a:ext cx="465137" cy="481013"/>
              <a:chOff x="313" y="1497"/>
              <a:chExt cx="1152" cy="1014"/>
            </a:xfrm>
          </p:grpSpPr>
          <p:pic>
            <p:nvPicPr>
              <p:cNvPr descr="laptop_stylized_small" id="906" name="Google Shape;906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907" name="Google Shape;907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08" name="Google Shape;908;p11"/>
            <p:cNvGrpSpPr/>
            <p:nvPr/>
          </p:nvGrpSpPr>
          <p:grpSpPr>
            <a:xfrm>
              <a:off x="3076575" y="5032375"/>
              <a:ext cx="463550" cy="479425"/>
              <a:chOff x="313" y="1497"/>
              <a:chExt cx="1152" cy="1014"/>
            </a:xfrm>
          </p:grpSpPr>
          <p:pic>
            <p:nvPicPr>
              <p:cNvPr descr="laptop_stylized_small" id="909" name="Google Shape;909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910" name="Google Shape;910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11" name="Google Shape;911;p11"/>
            <p:cNvGrpSpPr/>
            <p:nvPr/>
          </p:nvGrpSpPr>
          <p:grpSpPr>
            <a:xfrm>
              <a:off x="3360738" y="3335338"/>
              <a:ext cx="465137" cy="481012"/>
              <a:chOff x="313" y="1497"/>
              <a:chExt cx="1152" cy="1014"/>
            </a:xfrm>
          </p:grpSpPr>
          <p:pic>
            <p:nvPicPr>
              <p:cNvPr descr="laptop_stylized_small" id="912" name="Google Shape;912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913" name="Google Shape;913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14" name="Google Shape;914;p11"/>
            <p:cNvGrpSpPr/>
            <p:nvPr/>
          </p:nvGrpSpPr>
          <p:grpSpPr>
            <a:xfrm>
              <a:off x="2201863" y="2695575"/>
              <a:ext cx="465137" cy="479425"/>
              <a:chOff x="313" y="1497"/>
              <a:chExt cx="1152" cy="1014"/>
            </a:xfrm>
          </p:grpSpPr>
          <p:pic>
            <p:nvPicPr>
              <p:cNvPr descr="laptop_stylized_small" id="915" name="Google Shape;915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916" name="Google Shape;916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17" name="Google Shape;917;p11"/>
            <p:cNvGrpSpPr/>
            <p:nvPr/>
          </p:nvGrpSpPr>
          <p:grpSpPr>
            <a:xfrm>
              <a:off x="2841625" y="3019425"/>
              <a:ext cx="465138" cy="481013"/>
              <a:chOff x="313" y="1497"/>
              <a:chExt cx="1152" cy="1014"/>
            </a:xfrm>
          </p:grpSpPr>
          <p:pic>
            <p:nvPicPr>
              <p:cNvPr descr="laptop_stylized_small" id="918" name="Google Shape;918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919" name="Google Shape;919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descr="Puzzle" id="920" name="Google Shape;92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2653558">
            <a:off x="8415852" y="71951"/>
            <a:ext cx="603250" cy="60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2"/>
          <p:cNvSpPr txBox="1"/>
          <p:nvPr>
            <p:ph idx="11" type="ftr"/>
          </p:nvPr>
        </p:nvSpPr>
        <p:spPr>
          <a:xfrm>
            <a:off x="6231731" y="6400800"/>
            <a:ext cx="3862387" cy="322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Wireless, Mobile Networks</a:t>
            </a:r>
            <a:endParaRPr/>
          </a:p>
        </p:txBody>
      </p:sp>
      <p:sp>
        <p:nvSpPr>
          <p:cNvPr id="927" name="Google Shape;927;p12"/>
          <p:cNvSpPr txBox="1"/>
          <p:nvPr>
            <p:ph idx="12" type="sldNum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28" name="Google Shape;92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130608"/>
            <a:ext cx="8567928" cy="3956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zzle" id="929" name="Google Shape;92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653558">
            <a:off x="8415852" y="71951"/>
            <a:ext cx="603250" cy="6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12"/>
          <p:cNvSpPr/>
          <p:nvPr/>
        </p:nvSpPr>
        <p:spPr>
          <a:xfrm>
            <a:off x="6583680" y="62384"/>
            <a:ext cx="1789569" cy="5989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Slide </a:t>
            </a:r>
            <a:endParaRPr/>
          </a:p>
        </p:txBody>
      </p:sp>
      <p:sp>
        <p:nvSpPr>
          <p:cNvPr id="931" name="Google Shape;931;p12"/>
          <p:cNvSpPr txBox="1"/>
          <p:nvPr/>
        </p:nvSpPr>
        <p:spPr>
          <a:xfrm>
            <a:off x="2587752" y="5094938"/>
            <a:ext cx="457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Single Hop vs. Multiple Hop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3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Wireless network taxonomy</a:t>
            </a:r>
            <a:endParaRPr/>
          </a:p>
        </p:txBody>
      </p:sp>
      <p:sp>
        <p:nvSpPr>
          <p:cNvPr id="938" name="Google Shape;938;p13"/>
          <p:cNvSpPr txBox="1"/>
          <p:nvPr/>
        </p:nvSpPr>
        <p:spPr>
          <a:xfrm>
            <a:off x="2879725" y="1584325"/>
            <a:ext cx="143351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single hop</a:t>
            </a:r>
            <a:endParaRPr/>
          </a:p>
        </p:txBody>
      </p:sp>
      <p:sp>
        <p:nvSpPr>
          <p:cNvPr id="939" name="Google Shape;939;p13"/>
          <p:cNvSpPr txBox="1"/>
          <p:nvPr/>
        </p:nvSpPr>
        <p:spPr>
          <a:xfrm>
            <a:off x="5575300" y="1577975"/>
            <a:ext cx="185896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multiple hops</a:t>
            </a:r>
            <a:endParaRPr/>
          </a:p>
        </p:txBody>
      </p:sp>
      <p:sp>
        <p:nvSpPr>
          <p:cNvPr id="940" name="Google Shape;940;p13"/>
          <p:cNvSpPr txBox="1"/>
          <p:nvPr/>
        </p:nvSpPr>
        <p:spPr>
          <a:xfrm>
            <a:off x="674688" y="2425700"/>
            <a:ext cx="1749425" cy="769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infrastructure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(e.g., APs)</a:t>
            </a:r>
            <a:endParaRPr/>
          </a:p>
        </p:txBody>
      </p:sp>
      <p:sp>
        <p:nvSpPr>
          <p:cNvPr id="941" name="Google Shape;941;p13"/>
          <p:cNvSpPr txBox="1"/>
          <p:nvPr/>
        </p:nvSpPr>
        <p:spPr>
          <a:xfrm>
            <a:off x="722313" y="4121150"/>
            <a:ext cx="1749425" cy="769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no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infrastructure</a:t>
            </a:r>
            <a:endParaRPr/>
          </a:p>
        </p:txBody>
      </p:sp>
      <p:sp>
        <p:nvSpPr>
          <p:cNvPr id="942" name="Google Shape;942;p13"/>
          <p:cNvSpPr txBox="1"/>
          <p:nvPr/>
        </p:nvSpPr>
        <p:spPr>
          <a:xfrm>
            <a:off x="2792413" y="2179638"/>
            <a:ext cx="1966912" cy="14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host connects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base station (WiFi,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WiMAX, cellular)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which connects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larger Internet</a:t>
            </a:r>
            <a:endParaRPr/>
          </a:p>
        </p:txBody>
      </p:sp>
      <p:sp>
        <p:nvSpPr>
          <p:cNvPr id="943" name="Google Shape;943;p13"/>
          <p:cNvSpPr txBox="1"/>
          <p:nvPr/>
        </p:nvSpPr>
        <p:spPr>
          <a:xfrm>
            <a:off x="2722563" y="4121150"/>
            <a:ext cx="21621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 base station, no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connection to larger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Internet (Bluetooth,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 hoc nets)</a:t>
            </a:r>
            <a:endParaRPr/>
          </a:p>
        </p:txBody>
      </p:sp>
      <p:sp>
        <p:nvSpPr>
          <p:cNvPr id="944" name="Google Shape;944;p13"/>
          <p:cNvSpPr txBox="1"/>
          <p:nvPr/>
        </p:nvSpPr>
        <p:spPr>
          <a:xfrm>
            <a:off x="5480050" y="2133600"/>
            <a:ext cx="2127250" cy="147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host may have 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relay through several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wireless nodes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connect to larger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Internet: </a:t>
            </a:r>
            <a:r>
              <a:rPr i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mesh net</a:t>
            </a:r>
            <a:endParaRPr/>
          </a:p>
        </p:txBody>
      </p:sp>
      <p:sp>
        <p:nvSpPr>
          <p:cNvPr id="945" name="Google Shape;945;p13"/>
          <p:cNvSpPr txBox="1"/>
          <p:nvPr/>
        </p:nvSpPr>
        <p:spPr>
          <a:xfrm>
            <a:off x="5487988" y="3716338"/>
            <a:ext cx="2170112" cy="175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 base station, no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connection to larger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Internet. May have 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relay to reach other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given wireless node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MANET, VANET</a:t>
            </a:r>
            <a:endParaRPr i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46" name="Google Shape;946;p13"/>
          <p:cNvSpPr/>
          <p:nvPr/>
        </p:nvSpPr>
        <p:spPr>
          <a:xfrm>
            <a:off x="701675" y="1606550"/>
            <a:ext cx="7232650" cy="3849688"/>
          </a:xfrm>
          <a:prstGeom prst="rect">
            <a:avLst/>
          </a:prstGeom>
          <a:noFill/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947" name="Google Shape;947;p13"/>
          <p:cNvCxnSpPr/>
          <p:nvPr/>
        </p:nvCxnSpPr>
        <p:spPr>
          <a:xfrm>
            <a:off x="701675" y="2052638"/>
            <a:ext cx="7232650" cy="0"/>
          </a:xfrm>
          <a:prstGeom prst="straightConnector1">
            <a:avLst/>
          </a:prstGeom>
          <a:noFill/>
          <a:ln cap="flat" cmpd="sng" w="19050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3"/>
          <p:cNvCxnSpPr/>
          <p:nvPr/>
        </p:nvCxnSpPr>
        <p:spPr>
          <a:xfrm>
            <a:off x="2425700" y="1604963"/>
            <a:ext cx="0" cy="3851275"/>
          </a:xfrm>
          <a:prstGeom prst="straightConnector1">
            <a:avLst/>
          </a:prstGeom>
          <a:noFill/>
          <a:ln cap="flat" cmpd="sng" w="19050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3"/>
          <p:cNvCxnSpPr/>
          <p:nvPr/>
        </p:nvCxnSpPr>
        <p:spPr>
          <a:xfrm>
            <a:off x="5037138" y="1604963"/>
            <a:ext cx="0" cy="3851275"/>
          </a:xfrm>
          <a:prstGeom prst="straightConnector1">
            <a:avLst/>
          </a:prstGeom>
          <a:noFill/>
          <a:ln cap="flat" cmpd="sng" w="19050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underline_base" id="950" name="Google Shape;9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300" y="1020763"/>
            <a:ext cx="68564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13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2" name="Google Shape;952;p13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4"/>
          <p:cNvSpPr txBox="1"/>
          <p:nvPr>
            <p:ph type="title"/>
          </p:nvPr>
        </p:nvSpPr>
        <p:spPr>
          <a:xfrm>
            <a:off x="533400" y="1682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Chapter 7 outline</a:t>
            </a:r>
            <a:endParaRPr/>
          </a:p>
        </p:txBody>
      </p:sp>
      <p:sp>
        <p:nvSpPr>
          <p:cNvPr id="959" name="Google Shape;959;p14"/>
          <p:cNvSpPr txBox="1"/>
          <p:nvPr>
            <p:ph idx="1" type="body"/>
          </p:nvPr>
        </p:nvSpPr>
        <p:spPr>
          <a:xfrm>
            <a:off x="533400" y="1519238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7.1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Introduction 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 u="sng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Wireless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7.2 Wireless links, characteristics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CDMA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7.3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IEEE 802.11 wireless LANs (“Wi-Fi”)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7.4</a:t>
            </a:r>
            <a:r>
              <a:rPr lang="en-US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Cellular Internet Access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architecture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standards (e.g., 3G, LTE, 4G and 5G )</a:t>
            </a:r>
            <a:endParaRPr/>
          </a:p>
        </p:txBody>
      </p:sp>
      <p:sp>
        <p:nvSpPr>
          <p:cNvPr id="960" name="Google Shape;960;p14"/>
          <p:cNvSpPr txBox="1"/>
          <p:nvPr>
            <p:ph idx="2" type="body"/>
          </p:nvPr>
        </p:nvSpPr>
        <p:spPr>
          <a:xfrm>
            <a:off x="4495800" y="1519238"/>
            <a:ext cx="405447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 u="sng">
                <a:solidFill>
                  <a:srgbClr val="000099"/>
                </a:solidFill>
              </a:rPr>
              <a:t>Mobility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</a:rPr>
              <a:t>7.5</a:t>
            </a:r>
            <a:r>
              <a:rPr lang="en-US" sz="2400"/>
              <a:t> Principles: addressing and routing to mobile users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</a:rPr>
              <a:t>7.6</a:t>
            </a:r>
            <a:r>
              <a:rPr lang="en-US" sz="2400"/>
              <a:t> Mobile IP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</a:rPr>
              <a:t>7.7</a:t>
            </a:r>
            <a:r>
              <a:rPr lang="en-US" sz="2400"/>
              <a:t> Handling mobility in cellular networks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</a:rPr>
              <a:t>7.8</a:t>
            </a:r>
            <a:r>
              <a:rPr lang="en-US" sz="2400"/>
              <a:t> Mobility and higher-layer protocols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descr="underline_base" id="961" name="Google Shape;9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38" y="1017588"/>
            <a:ext cx="41132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14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63" name="Google Shape;963;p14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5"/>
          <p:cNvSpPr txBox="1"/>
          <p:nvPr>
            <p:ph type="title"/>
          </p:nvPr>
        </p:nvSpPr>
        <p:spPr>
          <a:xfrm>
            <a:off x="533400" y="13652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Wireless Link Characteristics (1)</a:t>
            </a:r>
            <a:endParaRPr/>
          </a:p>
        </p:txBody>
      </p:sp>
      <p:sp>
        <p:nvSpPr>
          <p:cNvPr id="970" name="Google Shape;970;p15"/>
          <p:cNvSpPr txBox="1"/>
          <p:nvPr>
            <p:ph idx="1" type="body"/>
          </p:nvPr>
        </p:nvSpPr>
        <p:spPr>
          <a:xfrm>
            <a:off x="465137" y="1251090"/>
            <a:ext cx="8213725" cy="5197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i="1"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important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differences from wired link ….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i="1" lang="en-US" sz="26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decreased signal strength: </a:t>
            </a: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radio signal attenuates as it propagates through matter (path loss)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i="1" lang="en-US" sz="26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interference from other sources: </a:t>
            </a: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standardized wireless network frequencies (e.g., 2.4 GHz) shared by many (e.g., WiFi, cellular, motors): interference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i="1" lang="en-US" sz="26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multipath propagation: </a:t>
            </a: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radio signal reflects off objects ground, arriving to the destination at slightly different times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 sz="2600"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…. make communication across (even a point to point) wireless link much more “difficult” </a:t>
            </a:r>
            <a:endParaRPr/>
          </a:p>
          <a:p>
            <a:pPr indent="-1905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971" name="Google Shape;9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788" y="895350"/>
            <a:ext cx="63992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15"/>
          <p:cNvSpPr txBox="1"/>
          <p:nvPr>
            <p:ph idx="12" type="sldNum"/>
          </p:nvPr>
        </p:nvSpPr>
        <p:spPr>
          <a:xfrm>
            <a:off x="8456154" y="651192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73" name="Google Shape;973;p15"/>
          <p:cNvSpPr txBox="1"/>
          <p:nvPr>
            <p:ph idx="11" type="ftr"/>
          </p:nvPr>
        </p:nvSpPr>
        <p:spPr>
          <a:xfrm>
            <a:off x="5757727" y="6488998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6"/>
          <p:cNvSpPr txBox="1"/>
          <p:nvPr>
            <p:ph type="title"/>
          </p:nvPr>
        </p:nvSpPr>
        <p:spPr>
          <a:xfrm>
            <a:off x="533400" y="13652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Wireless Link Characteristics (2)</a:t>
            </a:r>
            <a:endParaRPr/>
          </a:p>
        </p:txBody>
      </p:sp>
      <p:sp>
        <p:nvSpPr>
          <p:cNvPr id="980" name="Google Shape;980;p16"/>
          <p:cNvSpPr txBox="1"/>
          <p:nvPr>
            <p:ph idx="1" type="body"/>
          </p:nvPr>
        </p:nvSpPr>
        <p:spPr>
          <a:xfrm>
            <a:off x="533400" y="1273175"/>
            <a:ext cx="4276725" cy="5197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SNR: signal-to-noise ratio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larger SNR – easier to extract signal from noise (a “good thing”)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i="1"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SNR versus BER tradeoffs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i="1" lang="en-US" sz="20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given physical layer:</a:t>
            </a: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 increase power -&gt; increase SNR-&gt;decrease BER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i="1" lang="en-US" sz="20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given SNR:</a:t>
            </a: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 choose physical layer that meets BER requirement, giving highest thruput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SNR may change with mobility: dynamically adapt physical layer (modulation technique, rate) </a:t>
            </a:r>
            <a:endParaRPr/>
          </a:p>
          <a:p>
            <a:pPr indent="-158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1" name="Google Shape;981;p16"/>
          <p:cNvSpPr/>
          <p:nvPr/>
        </p:nvSpPr>
        <p:spPr>
          <a:xfrm>
            <a:off x="5483225" y="1781175"/>
            <a:ext cx="609600" cy="2527300"/>
          </a:xfrm>
          <a:custGeom>
            <a:rect b="b" l="l" r="r" t="t"/>
            <a:pathLst>
              <a:path extrusionOk="0" h="1592" w="384">
                <a:moveTo>
                  <a:pt x="0" y="0"/>
                </a:moveTo>
                <a:cubicBezTo>
                  <a:pt x="66" y="110"/>
                  <a:pt x="133" y="220"/>
                  <a:pt x="184" y="384"/>
                </a:cubicBezTo>
                <a:cubicBezTo>
                  <a:pt x="235" y="548"/>
                  <a:pt x="271" y="783"/>
                  <a:pt x="304" y="984"/>
                </a:cubicBezTo>
                <a:cubicBezTo>
                  <a:pt x="337" y="1185"/>
                  <a:pt x="371" y="1492"/>
                  <a:pt x="384" y="1592"/>
                </a:cubicBez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16"/>
          <p:cNvSpPr/>
          <p:nvPr/>
        </p:nvSpPr>
        <p:spPr>
          <a:xfrm>
            <a:off x="6130925" y="1450975"/>
            <a:ext cx="685800" cy="2857500"/>
          </a:xfrm>
          <a:custGeom>
            <a:rect b="b" l="l" r="r" t="t"/>
            <a:pathLst>
              <a:path extrusionOk="0" h="1800" w="432">
                <a:moveTo>
                  <a:pt x="0" y="0"/>
                </a:moveTo>
                <a:cubicBezTo>
                  <a:pt x="62" y="98"/>
                  <a:pt x="125" y="196"/>
                  <a:pt x="168" y="296"/>
                </a:cubicBezTo>
                <a:cubicBezTo>
                  <a:pt x="211" y="396"/>
                  <a:pt x="224" y="451"/>
                  <a:pt x="256" y="600"/>
                </a:cubicBezTo>
                <a:cubicBezTo>
                  <a:pt x="288" y="749"/>
                  <a:pt x="331" y="992"/>
                  <a:pt x="360" y="1192"/>
                </a:cubicBezTo>
                <a:cubicBezTo>
                  <a:pt x="389" y="1392"/>
                  <a:pt x="410" y="1596"/>
                  <a:pt x="432" y="180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16"/>
          <p:cNvSpPr/>
          <p:nvPr/>
        </p:nvSpPr>
        <p:spPr>
          <a:xfrm>
            <a:off x="7045325" y="1450975"/>
            <a:ext cx="647700" cy="2844800"/>
          </a:xfrm>
          <a:custGeom>
            <a:rect b="b" l="l" r="r" t="t"/>
            <a:pathLst>
              <a:path extrusionOk="0" h="1792" w="408">
                <a:moveTo>
                  <a:pt x="0" y="0"/>
                </a:moveTo>
                <a:cubicBezTo>
                  <a:pt x="56" y="98"/>
                  <a:pt x="113" y="197"/>
                  <a:pt x="152" y="296"/>
                </a:cubicBezTo>
                <a:cubicBezTo>
                  <a:pt x="191" y="395"/>
                  <a:pt x="200" y="443"/>
                  <a:pt x="232" y="592"/>
                </a:cubicBezTo>
                <a:cubicBezTo>
                  <a:pt x="264" y="741"/>
                  <a:pt x="315" y="992"/>
                  <a:pt x="344" y="1192"/>
                </a:cubicBezTo>
                <a:cubicBezTo>
                  <a:pt x="373" y="1392"/>
                  <a:pt x="397" y="1691"/>
                  <a:pt x="408" y="1792"/>
                </a:cubicBezTo>
              </a:path>
            </a:pathLst>
          </a:custGeom>
          <a:noFill/>
          <a:ln cap="flat" cmpd="sng" w="28575">
            <a:solidFill>
              <a:srgbClr val="00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16"/>
          <p:cNvSpPr/>
          <p:nvPr/>
        </p:nvSpPr>
        <p:spPr>
          <a:xfrm>
            <a:off x="5475288" y="1438275"/>
            <a:ext cx="2862262" cy="287813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5" name="Google Shape;985;p16"/>
          <p:cNvCxnSpPr/>
          <p:nvPr/>
        </p:nvCxnSpPr>
        <p:spPr>
          <a:xfrm>
            <a:off x="5475288" y="1931988"/>
            <a:ext cx="28479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6" name="Google Shape;986;p16"/>
          <p:cNvCxnSpPr/>
          <p:nvPr/>
        </p:nvCxnSpPr>
        <p:spPr>
          <a:xfrm>
            <a:off x="5484813" y="2398713"/>
            <a:ext cx="28479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7" name="Google Shape;987;p16"/>
          <p:cNvCxnSpPr/>
          <p:nvPr/>
        </p:nvCxnSpPr>
        <p:spPr>
          <a:xfrm>
            <a:off x="5494338" y="2879725"/>
            <a:ext cx="28479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8" name="Google Shape;988;p16"/>
          <p:cNvCxnSpPr/>
          <p:nvPr/>
        </p:nvCxnSpPr>
        <p:spPr>
          <a:xfrm>
            <a:off x="5503863" y="3346450"/>
            <a:ext cx="28479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16"/>
          <p:cNvCxnSpPr/>
          <p:nvPr/>
        </p:nvCxnSpPr>
        <p:spPr>
          <a:xfrm>
            <a:off x="5513388" y="3827463"/>
            <a:ext cx="28479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16"/>
          <p:cNvCxnSpPr/>
          <p:nvPr/>
        </p:nvCxnSpPr>
        <p:spPr>
          <a:xfrm>
            <a:off x="6224588" y="1438275"/>
            <a:ext cx="0" cy="28781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16"/>
          <p:cNvCxnSpPr/>
          <p:nvPr/>
        </p:nvCxnSpPr>
        <p:spPr>
          <a:xfrm>
            <a:off x="6931025" y="1455738"/>
            <a:ext cx="0" cy="28781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16"/>
          <p:cNvCxnSpPr/>
          <p:nvPr/>
        </p:nvCxnSpPr>
        <p:spPr>
          <a:xfrm>
            <a:off x="7637463" y="1444625"/>
            <a:ext cx="0" cy="28781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3" name="Google Shape;993;p16"/>
          <p:cNvSpPr txBox="1"/>
          <p:nvPr/>
        </p:nvSpPr>
        <p:spPr>
          <a:xfrm>
            <a:off x="6037263" y="4294188"/>
            <a:ext cx="352425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aseline="30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16"/>
          <p:cNvSpPr txBox="1"/>
          <p:nvPr/>
        </p:nvSpPr>
        <p:spPr>
          <a:xfrm>
            <a:off x="6745288" y="4295775"/>
            <a:ext cx="3524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aseline="30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16"/>
          <p:cNvSpPr txBox="1"/>
          <p:nvPr/>
        </p:nvSpPr>
        <p:spPr>
          <a:xfrm>
            <a:off x="7435850" y="4298950"/>
            <a:ext cx="3524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aseline="30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16"/>
          <p:cNvSpPr txBox="1"/>
          <p:nvPr/>
        </p:nvSpPr>
        <p:spPr>
          <a:xfrm>
            <a:off x="8158163" y="4302125"/>
            <a:ext cx="3524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aseline="30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7" name="Google Shape;997;p16"/>
          <p:cNvCxnSpPr/>
          <p:nvPr/>
        </p:nvCxnSpPr>
        <p:spPr>
          <a:xfrm>
            <a:off x="5780088" y="5965825"/>
            <a:ext cx="4318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16"/>
          <p:cNvCxnSpPr/>
          <p:nvPr/>
        </p:nvCxnSpPr>
        <p:spPr>
          <a:xfrm>
            <a:off x="5780088" y="5572125"/>
            <a:ext cx="431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9" name="Google Shape;999;p16"/>
          <p:cNvCxnSpPr/>
          <p:nvPr/>
        </p:nvCxnSpPr>
        <p:spPr>
          <a:xfrm>
            <a:off x="5792788" y="5153025"/>
            <a:ext cx="393700" cy="0"/>
          </a:xfrm>
          <a:prstGeom prst="straightConnector1">
            <a:avLst/>
          </a:prstGeom>
          <a:noFill/>
          <a:ln cap="flat" cmpd="sng" w="28575">
            <a:solidFill>
              <a:srgbClr val="0099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0" name="Google Shape;1000;p16"/>
          <p:cNvSpPr txBox="1"/>
          <p:nvPr/>
        </p:nvSpPr>
        <p:spPr>
          <a:xfrm>
            <a:off x="6191250" y="5019675"/>
            <a:ext cx="163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QAM256 (8 Mbps)</a:t>
            </a:r>
            <a:endParaRPr/>
          </a:p>
        </p:txBody>
      </p:sp>
      <p:sp>
        <p:nvSpPr>
          <p:cNvPr id="1001" name="Google Shape;1001;p16"/>
          <p:cNvSpPr txBox="1"/>
          <p:nvPr/>
        </p:nvSpPr>
        <p:spPr>
          <a:xfrm>
            <a:off x="6178550" y="5411788"/>
            <a:ext cx="15335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QAM16 (4 Mbps)</a:t>
            </a:r>
            <a:endParaRPr/>
          </a:p>
        </p:txBody>
      </p:sp>
      <p:sp>
        <p:nvSpPr>
          <p:cNvPr id="1002" name="Google Shape;1002;p16"/>
          <p:cNvSpPr txBox="1"/>
          <p:nvPr/>
        </p:nvSpPr>
        <p:spPr>
          <a:xfrm>
            <a:off x="6194425" y="5818188"/>
            <a:ext cx="14081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BPSK (1 Mbps)</a:t>
            </a:r>
            <a:endParaRPr/>
          </a:p>
        </p:txBody>
      </p:sp>
      <p:sp>
        <p:nvSpPr>
          <p:cNvPr id="1003" name="Google Shape;1003;p16"/>
          <p:cNvSpPr txBox="1"/>
          <p:nvPr/>
        </p:nvSpPr>
        <p:spPr>
          <a:xfrm>
            <a:off x="6445250" y="4494213"/>
            <a:ext cx="895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SNR(dB)</a:t>
            </a:r>
            <a:endParaRPr/>
          </a:p>
        </p:txBody>
      </p:sp>
      <p:sp>
        <p:nvSpPr>
          <p:cNvPr id="1004" name="Google Shape;1004;p16"/>
          <p:cNvSpPr txBox="1"/>
          <p:nvPr/>
        </p:nvSpPr>
        <p:spPr>
          <a:xfrm rot="-5400000">
            <a:off x="4636294" y="2767806"/>
            <a:ext cx="48418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BER</a:t>
            </a:r>
            <a:endParaRPr/>
          </a:p>
        </p:txBody>
      </p:sp>
      <p:sp>
        <p:nvSpPr>
          <p:cNvPr id="1005" name="Google Shape;1005;p16"/>
          <p:cNvSpPr txBox="1"/>
          <p:nvPr/>
        </p:nvSpPr>
        <p:spPr>
          <a:xfrm>
            <a:off x="4960938" y="1301750"/>
            <a:ext cx="442912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1006" name="Google Shape;1006;p16"/>
          <p:cNvSpPr txBox="1"/>
          <p:nvPr/>
        </p:nvSpPr>
        <p:spPr>
          <a:xfrm>
            <a:off x="4979988" y="1782763"/>
            <a:ext cx="442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/>
          </a:p>
        </p:txBody>
      </p:sp>
      <p:sp>
        <p:nvSpPr>
          <p:cNvPr id="1007" name="Google Shape;1007;p16"/>
          <p:cNvSpPr txBox="1"/>
          <p:nvPr/>
        </p:nvSpPr>
        <p:spPr>
          <a:xfrm>
            <a:off x="4970463" y="2249488"/>
            <a:ext cx="442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1008" name="Google Shape;1008;p16"/>
          <p:cNvSpPr txBox="1"/>
          <p:nvPr/>
        </p:nvSpPr>
        <p:spPr>
          <a:xfrm>
            <a:off x="4979988" y="3182938"/>
            <a:ext cx="442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-5</a:t>
            </a:r>
            <a:endParaRPr/>
          </a:p>
        </p:txBody>
      </p:sp>
      <p:sp>
        <p:nvSpPr>
          <p:cNvPr id="1009" name="Google Shape;1009;p16"/>
          <p:cNvSpPr txBox="1"/>
          <p:nvPr/>
        </p:nvSpPr>
        <p:spPr>
          <a:xfrm>
            <a:off x="4984750" y="3663950"/>
            <a:ext cx="4429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-6</a:t>
            </a:r>
            <a:endParaRPr/>
          </a:p>
        </p:txBody>
      </p:sp>
      <p:sp>
        <p:nvSpPr>
          <p:cNvPr id="1010" name="Google Shape;1010;p16"/>
          <p:cNvSpPr txBox="1"/>
          <p:nvPr/>
        </p:nvSpPr>
        <p:spPr>
          <a:xfrm>
            <a:off x="4975225" y="4159250"/>
            <a:ext cx="4429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-7</a:t>
            </a:r>
            <a:endParaRPr/>
          </a:p>
        </p:txBody>
      </p:sp>
      <p:sp>
        <p:nvSpPr>
          <p:cNvPr id="1011" name="Google Shape;1011;p16"/>
          <p:cNvSpPr txBox="1"/>
          <p:nvPr/>
        </p:nvSpPr>
        <p:spPr>
          <a:xfrm>
            <a:off x="4962525" y="2738438"/>
            <a:ext cx="442913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-4</a:t>
            </a:r>
            <a:endParaRPr/>
          </a:p>
        </p:txBody>
      </p:sp>
      <p:pic>
        <p:nvPicPr>
          <p:cNvPr descr="underline_base" id="1012" name="Google Shape;10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788" y="895350"/>
            <a:ext cx="63992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16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14" name="Google Shape;1014;p16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0" name="Google Shape;1020;p17"/>
          <p:cNvGrpSpPr/>
          <p:nvPr/>
        </p:nvGrpSpPr>
        <p:grpSpPr>
          <a:xfrm>
            <a:off x="2163763" y="2570163"/>
            <a:ext cx="627062" cy="642937"/>
            <a:chOff x="313" y="1497"/>
            <a:chExt cx="1152" cy="1014"/>
          </a:xfrm>
        </p:grpSpPr>
        <p:pic>
          <p:nvPicPr>
            <p:cNvPr descr="laptop_stylized_small" id="1021" name="Google Shape;1021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022" name="Google Shape;102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3" name="Google Shape;1023;p17"/>
          <p:cNvSpPr txBox="1"/>
          <p:nvPr>
            <p:ph type="title"/>
          </p:nvPr>
        </p:nvSpPr>
        <p:spPr>
          <a:xfrm>
            <a:off x="458788" y="1301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Wireless network characteristics</a:t>
            </a:r>
            <a:endParaRPr/>
          </a:p>
        </p:txBody>
      </p:sp>
      <p:sp>
        <p:nvSpPr>
          <p:cNvPr id="1024" name="Google Shape;1024;p17"/>
          <p:cNvSpPr txBox="1"/>
          <p:nvPr>
            <p:ph idx="1" type="body"/>
          </p:nvPr>
        </p:nvSpPr>
        <p:spPr>
          <a:xfrm>
            <a:off x="463550" y="1150938"/>
            <a:ext cx="7772400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Multiple wireless senders and receivers create additional problems (beyond multiple access):</a:t>
            </a:r>
            <a:endParaRPr/>
          </a:p>
        </p:txBody>
      </p:sp>
      <p:sp>
        <p:nvSpPr>
          <p:cNvPr id="1025" name="Google Shape;1025;p17"/>
          <p:cNvSpPr/>
          <p:nvPr/>
        </p:nvSpPr>
        <p:spPr>
          <a:xfrm>
            <a:off x="698500" y="2413000"/>
            <a:ext cx="2020888" cy="1085850"/>
          </a:xfrm>
          <a:custGeom>
            <a:rect b="b" l="l" r="r" t="t"/>
            <a:pathLst>
              <a:path extrusionOk="0" h="684" w="1273">
                <a:moveTo>
                  <a:pt x="9" y="675"/>
                </a:moveTo>
                <a:lnTo>
                  <a:pt x="316" y="0"/>
                </a:lnTo>
                <a:lnTo>
                  <a:pt x="461" y="228"/>
                </a:lnTo>
                <a:lnTo>
                  <a:pt x="510" y="119"/>
                </a:lnTo>
                <a:lnTo>
                  <a:pt x="631" y="467"/>
                </a:lnTo>
                <a:lnTo>
                  <a:pt x="667" y="391"/>
                </a:lnTo>
                <a:lnTo>
                  <a:pt x="739" y="464"/>
                </a:lnTo>
                <a:lnTo>
                  <a:pt x="1058" y="57"/>
                </a:lnTo>
                <a:lnTo>
                  <a:pt x="1273" y="684"/>
                </a:lnTo>
                <a:lnTo>
                  <a:pt x="0" y="674"/>
                </a:lnTo>
              </a:path>
            </a:pathLst>
          </a:custGeom>
          <a:gradFill>
            <a:gsLst>
              <a:gs pos="0">
                <a:srgbClr val="FFFFFF"/>
              </a:gs>
              <a:gs pos="100000">
                <a:srgbClr val="00CC66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6" name="Google Shape;1026;p17"/>
          <p:cNvCxnSpPr/>
          <p:nvPr/>
        </p:nvCxnSpPr>
        <p:spPr>
          <a:xfrm flipH="1" rot="10800000">
            <a:off x="1971675" y="3627438"/>
            <a:ext cx="998538" cy="16986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27" name="Google Shape;1027;p17"/>
          <p:cNvCxnSpPr/>
          <p:nvPr/>
        </p:nvCxnSpPr>
        <p:spPr>
          <a:xfrm>
            <a:off x="2644775" y="3148013"/>
            <a:ext cx="407988" cy="32226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28" name="Google Shape;1028;p17"/>
          <p:cNvSpPr txBox="1"/>
          <p:nvPr/>
        </p:nvSpPr>
        <p:spPr>
          <a:xfrm>
            <a:off x="1090613" y="3519488"/>
            <a:ext cx="3508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029" name="Google Shape;1029;p17"/>
          <p:cNvSpPr txBox="1"/>
          <p:nvPr/>
        </p:nvSpPr>
        <p:spPr>
          <a:xfrm>
            <a:off x="3563938" y="3292475"/>
            <a:ext cx="33813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030" name="Google Shape;1030;p17"/>
          <p:cNvSpPr txBox="1"/>
          <p:nvPr/>
        </p:nvSpPr>
        <p:spPr>
          <a:xfrm>
            <a:off x="2741613" y="2587625"/>
            <a:ext cx="35083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1031" name="Google Shape;1031;p17"/>
          <p:cNvSpPr/>
          <p:nvPr/>
        </p:nvSpPr>
        <p:spPr>
          <a:xfrm>
            <a:off x="471488" y="4175125"/>
            <a:ext cx="4148137" cy="224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i="1"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Hidden terminal problem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B, A hear each other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B, C hear each other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A, C can not hear each other means A, C unaware of their interference at B</a:t>
            </a:r>
            <a:endParaRPr/>
          </a:p>
          <a:p>
            <a:pPr indent="-24765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5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17"/>
          <p:cNvSpPr txBox="1"/>
          <p:nvPr/>
        </p:nvSpPr>
        <p:spPr>
          <a:xfrm>
            <a:off x="4943475" y="2292350"/>
            <a:ext cx="35083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033" name="Google Shape;1033;p17"/>
          <p:cNvSpPr txBox="1"/>
          <p:nvPr/>
        </p:nvSpPr>
        <p:spPr>
          <a:xfrm>
            <a:off x="6853238" y="2289175"/>
            <a:ext cx="328612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034" name="Google Shape;1034;p17"/>
          <p:cNvSpPr txBox="1"/>
          <p:nvPr/>
        </p:nvSpPr>
        <p:spPr>
          <a:xfrm>
            <a:off x="8034338" y="2332038"/>
            <a:ext cx="3508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1035" name="Google Shape;1035;p17"/>
          <p:cNvSpPr txBox="1"/>
          <p:nvPr/>
        </p:nvSpPr>
        <p:spPr>
          <a:xfrm>
            <a:off x="5016500" y="3119438"/>
            <a:ext cx="9366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A’s signal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strength</a:t>
            </a:r>
            <a:endParaRPr/>
          </a:p>
        </p:txBody>
      </p:sp>
      <p:cxnSp>
        <p:nvCxnSpPr>
          <p:cNvPr id="1036" name="Google Shape;1036;p17"/>
          <p:cNvCxnSpPr/>
          <p:nvPr/>
        </p:nvCxnSpPr>
        <p:spPr>
          <a:xfrm>
            <a:off x="5078413" y="4148138"/>
            <a:ext cx="3263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17"/>
          <p:cNvCxnSpPr/>
          <p:nvPr/>
        </p:nvCxnSpPr>
        <p:spPr>
          <a:xfrm>
            <a:off x="5024438" y="2968625"/>
            <a:ext cx="0" cy="11382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8" name="Google Shape;1038;p17"/>
          <p:cNvSpPr/>
          <p:nvPr/>
        </p:nvSpPr>
        <p:spPr>
          <a:xfrm>
            <a:off x="5106988" y="3024188"/>
            <a:ext cx="2995612" cy="1081087"/>
          </a:xfrm>
          <a:custGeom>
            <a:rect b="b" l="l" r="r" t="t"/>
            <a:pathLst>
              <a:path extrusionOk="0" h="681" w="1887">
                <a:moveTo>
                  <a:pt x="0" y="0"/>
                </a:moveTo>
                <a:cubicBezTo>
                  <a:pt x="161" y="25"/>
                  <a:pt x="737" y="52"/>
                  <a:pt x="966" y="151"/>
                </a:cubicBezTo>
                <a:cubicBezTo>
                  <a:pt x="1195" y="250"/>
                  <a:pt x="1220" y="507"/>
                  <a:pt x="1373" y="594"/>
                </a:cubicBezTo>
                <a:cubicBezTo>
                  <a:pt x="1526" y="681"/>
                  <a:pt x="1780" y="657"/>
                  <a:pt x="1887" y="673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17"/>
          <p:cNvSpPr txBox="1"/>
          <p:nvPr/>
        </p:nvSpPr>
        <p:spPr>
          <a:xfrm>
            <a:off x="6362700" y="4111625"/>
            <a:ext cx="5937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</a:t>
            </a:r>
            <a:endParaRPr/>
          </a:p>
        </p:txBody>
      </p:sp>
      <p:sp>
        <p:nvSpPr>
          <p:cNvPr id="1040" name="Google Shape;1040;p17"/>
          <p:cNvSpPr/>
          <p:nvPr/>
        </p:nvSpPr>
        <p:spPr>
          <a:xfrm flipH="1">
            <a:off x="5202238" y="2994025"/>
            <a:ext cx="2995612" cy="1081088"/>
          </a:xfrm>
          <a:custGeom>
            <a:rect b="b" l="l" r="r" t="t"/>
            <a:pathLst>
              <a:path extrusionOk="0" h="681" w="1887">
                <a:moveTo>
                  <a:pt x="0" y="0"/>
                </a:moveTo>
                <a:cubicBezTo>
                  <a:pt x="161" y="25"/>
                  <a:pt x="737" y="52"/>
                  <a:pt x="966" y="151"/>
                </a:cubicBezTo>
                <a:cubicBezTo>
                  <a:pt x="1195" y="250"/>
                  <a:pt x="1220" y="507"/>
                  <a:pt x="1373" y="594"/>
                </a:cubicBezTo>
                <a:cubicBezTo>
                  <a:pt x="1526" y="681"/>
                  <a:pt x="1780" y="657"/>
                  <a:pt x="1887" y="673"/>
                </a:cubicBez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7"/>
          <p:cNvSpPr txBox="1"/>
          <p:nvPr/>
        </p:nvSpPr>
        <p:spPr>
          <a:xfrm>
            <a:off x="7643813" y="3048000"/>
            <a:ext cx="9588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C’s signal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strength</a:t>
            </a:r>
            <a:endParaRPr/>
          </a:p>
        </p:txBody>
      </p:sp>
      <p:cxnSp>
        <p:nvCxnSpPr>
          <p:cNvPr id="1042" name="Google Shape;1042;p17"/>
          <p:cNvCxnSpPr/>
          <p:nvPr/>
        </p:nvCxnSpPr>
        <p:spPr>
          <a:xfrm flipH="1">
            <a:off x="5403850" y="2855913"/>
            <a:ext cx="26988" cy="12636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17"/>
          <p:cNvCxnSpPr/>
          <p:nvPr/>
        </p:nvCxnSpPr>
        <p:spPr>
          <a:xfrm>
            <a:off x="6624638" y="2924175"/>
            <a:ext cx="0" cy="12080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44" name="Google Shape;1044;p17"/>
          <p:cNvCxnSpPr/>
          <p:nvPr/>
        </p:nvCxnSpPr>
        <p:spPr>
          <a:xfrm>
            <a:off x="7705725" y="2908300"/>
            <a:ext cx="0" cy="118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45" name="Google Shape;1045;p17"/>
          <p:cNvSpPr/>
          <p:nvPr/>
        </p:nvSpPr>
        <p:spPr>
          <a:xfrm>
            <a:off x="4995863" y="4432300"/>
            <a:ext cx="4148137" cy="2075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i="1"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Signal attenuation: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B, A hear each other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B, C hear each other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A, C can not hear each other interfering at B</a:t>
            </a:r>
            <a:endParaRPr/>
          </a:p>
        </p:txBody>
      </p:sp>
      <p:grpSp>
        <p:nvGrpSpPr>
          <p:cNvPr id="1046" name="Google Shape;1046;p17"/>
          <p:cNvGrpSpPr/>
          <p:nvPr/>
        </p:nvGrpSpPr>
        <p:grpSpPr>
          <a:xfrm>
            <a:off x="2925763" y="3119438"/>
            <a:ext cx="627062" cy="642937"/>
            <a:chOff x="313" y="1497"/>
            <a:chExt cx="1152" cy="1014"/>
          </a:xfrm>
        </p:grpSpPr>
        <p:pic>
          <p:nvPicPr>
            <p:cNvPr descr="laptop_stylized_small" id="1047" name="Google Shape;1047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048" name="Google Shape;1048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9" name="Google Shape;1049;p17"/>
          <p:cNvGrpSpPr/>
          <p:nvPr/>
        </p:nvGrpSpPr>
        <p:grpSpPr>
          <a:xfrm>
            <a:off x="1401763" y="3260725"/>
            <a:ext cx="627062" cy="644525"/>
            <a:chOff x="313" y="1497"/>
            <a:chExt cx="1152" cy="1014"/>
          </a:xfrm>
        </p:grpSpPr>
        <p:pic>
          <p:nvPicPr>
            <p:cNvPr descr="laptop_stylized_small" id="1050" name="Google Shape;105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051" name="Google Shape;1051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2" name="Google Shape;1052;p17"/>
          <p:cNvGrpSpPr/>
          <p:nvPr/>
        </p:nvGrpSpPr>
        <p:grpSpPr>
          <a:xfrm>
            <a:off x="5130800" y="2154238"/>
            <a:ext cx="627063" cy="642937"/>
            <a:chOff x="313" y="1497"/>
            <a:chExt cx="1152" cy="1014"/>
          </a:xfrm>
        </p:grpSpPr>
        <p:pic>
          <p:nvPicPr>
            <p:cNvPr descr="laptop_stylized_small" id="1053" name="Google Shape;105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054" name="Google Shape;1054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5" name="Google Shape;1055;p17"/>
          <p:cNvGrpSpPr/>
          <p:nvPr/>
        </p:nvGrpSpPr>
        <p:grpSpPr>
          <a:xfrm>
            <a:off x="6319838" y="2193925"/>
            <a:ext cx="627062" cy="644525"/>
            <a:chOff x="313" y="1497"/>
            <a:chExt cx="1152" cy="1014"/>
          </a:xfrm>
        </p:grpSpPr>
        <p:pic>
          <p:nvPicPr>
            <p:cNvPr descr="laptop_stylized_small" id="1056" name="Google Shape;1056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057" name="Google Shape;1057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8" name="Google Shape;1058;p17"/>
          <p:cNvGrpSpPr/>
          <p:nvPr/>
        </p:nvGrpSpPr>
        <p:grpSpPr>
          <a:xfrm>
            <a:off x="7396163" y="2124075"/>
            <a:ext cx="627062" cy="642938"/>
            <a:chOff x="313" y="1497"/>
            <a:chExt cx="1152" cy="1014"/>
          </a:xfrm>
        </p:grpSpPr>
        <p:pic>
          <p:nvPicPr>
            <p:cNvPr descr="laptop_stylized_small" id="1059" name="Google Shape;1059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060" name="Google Shape;1060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underline_base" id="1061" name="Google Shape;10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788" y="895350"/>
            <a:ext cx="63992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17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63" name="Google Shape;1063;p17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8"/>
          <p:cNvSpPr txBox="1"/>
          <p:nvPr>
            <p:ph type="title"/>
          </p:nvPr>
        </p:nvSpPr>
        <p:spPr>
          <a:xfrm>
            <a:off x="284163" y="114300"/>
            <a:ext cx="83645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Code Division Multiple Access (CDMA)</a:t>
            </a:r>
            <a:endParaRPr/>
          </a:p>
        </p:txBody>
      </p:sp>
      <p:sp>
        <p:nvSpPr>
          <p:cNvPr id="1070" name="Google Shape;1070;p18"/>
          <p:cNvSpPr txBox="1"/>
          <p:nvPr>
            <p:ph idx="1" type="body"/>
          </p:nvPr>
        </p:nvSpPr>
        <p:spPr>
          <a:xfrm>
            <a:off x="492125" y="1265238"/>
            <a:ext cx="793432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unique “code” assigned to each user; i.e., code set partitioning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all users share same frequency, but each user has own “chipping” sequence (i.e., code) to encode data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allows multiple users to “coexist” and transmit simultaneously with minimal interference (if codes are “orthogonal”)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i="1"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encoded signal</a:t>
            </a:r>
            <a:r>
              <a:rPr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= (original data) X (chipping sequence)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i="1"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decoding:</a:t>
            </a:r>
            <a:r>
              <a:rPr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inner-product of encoded signal and chipping sequence</a:t>
            </a:r>
            <a:endParaRPr/>
          </a:p>
          <a:p>
            <a:pPr indent="-13970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1071" name="Google Shape;10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075" y="876300"/>
            <a:ext cx="7769225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18"/>
          <p:cNvSpPr txBox="1"/>
          <p:nvPr>
            <p:ph idx="12" type="sldNum"/>
          </p:nvPr>
        </p:nvSpPr>
        <p:spPr>
          <a:xfrm>
            <a:off x="8426450" y="6261101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73" name="Google Shape;1073;p18"/>
          <p:cNvSpPr txBox="1"/>
          <p:nvPr>
            <p:ph idx="11" type="ftr"/>
          </p:nvPr>
        </p:nvSpPr>
        <p:spPr>
          <a:xfrm>
            <a:off x="5827110" y="6261101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9"/>
          <p:cNvSpPr txBox="1"/>
          <p:nvPr>
            <p:ph type="title"/>
          </p:nvPr>
        </p:nvSpPr>
        <p:spPr>
          <a:xfrm>
            <a:off x="320675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CDMA encode/decode</a:t>
            </a:r>
            <a:endParaRPr/>
          </a:p>
        </p:txBody>
      </p:sp>
      <p:cxnSp>
        <p:nvCxnSpPr>
          <p:cNvPr id="1080" name="Google Shape;1080;p19"/>
          <p:cNvCxnSpPr/>
          <p:nvPr/>
        </p:nvCxnSpPr>
        <p:spPr>
          <a:xfrm>
            <a:off x="3219450" y="1552575"/>
            <a:ext cx="0" cy="1624013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81" name="Google Shape;1081;p19"/>
          <p:cNvCxnSpPr/>
          <p:nvPr/>
        </p:nvCxnSpPr>
        <p:spPr>
          <a:xfrm>
            <a:off x="4276725" y="1528763"/>
            <a:ext cx="0" cy="1624012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82" name="Google Shape;1082;p19"/>
          <p:cNvSpPr txBox="1"/>
          <p:nvPr/>
        </p:nvSpPr>
        <p:spPr>
          <a:xfrm>
            <a:off x="2389188" y="2960688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slot 1</a:t>
            </a:r>
            <a:endParaRPr/>
          </a:p>
        </p:txBody>
      </p:sp>
      <p:sp>
        <p:nvSpPr>
          <p:cNvPr id="1083" name="Google Shape;1083;p19"/>
          <p:cNvSpPr txBox="1"/>
          <p:nvPr/>
        </p:nvSpPr>
        <p:spPr>
          <a:xfrm>
            <a:off x="3408363" y="2965450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slot 0</a:t>
            </a:r>
            <a:endParaRPr/>
          </a:p>
        </p:txBody>
      </p:sp>
      <p:grpSp>
        <p:nvGrpSpPr>
          <p:cNvPr id="1084" name="Google Shape;1084;p19"/>
          <p:cNvGrpSpPr/>
          <p:nvPr/>
        </p:nvGrpSpPr>
        <p:grpSpPr>
          <a:xfrm>
            <a:off x="2084388" y="1462088"/>
            <a:ext cx="1254125" cy="1624012"/>
            <a:chOff x="1313" y="921"/>
            <a:chExt cx="790" cy="1023"/>
          </a:xfrm>
        </p:grpSpPr>
        <p:cxnSp>
          <p:nvCxnSpPr>
            <p:cNvPr id="1085" name="Google Shape;1085;p19"/>
            <p:cNvCxnSpPr/>
            <p:nvPr/>
          </p:nvCxnSpPr>
          <p:spPr>
            <a:xfrm>
              <a:off x="1350" y="921"/>
              <a:ext cx="0" cy="1023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086" name="Google Shape;1086;p19"/>
            <p:cNvSpPr/>
            <p:nvPr/>
          </p:nvSpPr>
          <p:spPr>
            <a:xfrm>
              <a:off x="1350" y="1218"/>
              <a:ext cx="678" cy="13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19"/>
            <p:cNvSpPr txBox="1"/>
            <p:nvPr/>
          </p:nvSpPr>
          <p:spPr>
            <a:xfrm>
              <a:off x="1436" y="1194"/>
              <a:ext cx="40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aseline="-25000"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-1</a:t>
              </a:r>
              <a:endParaRPr/>
            </a:p>
          </p:txBody>
        </p:sp>
        <p:grpSp>
          <p:nvGrpSpPr>
            <p:cNvPr id="1088" name="Google Shape;1088;p19"/>
            <p:cNvGrpSpPr/>
            <p:nvPr/>
          </p:nvGrpSpPr>
          <p:grpSpPr>
            <a:xfrm>
              <a:off x="1313" y="1534"/>
              <a:ext cx="790" cy="307"/>
              <a:chOff x="1313" y="1534"/>
              <a:chExt cx="790" cy="307"/>
            </a:xfrm>
          </p:grpSpPr>
          <p:sp>
            <p:nvSpPr>
              <p:cNvPr id="1089" name="Google Shape;1089;p19"/>
              <p:cNvSpPr txBox="1"/>
              <p:nvPr/>
            </p:nvSpPr>
            <p:spPr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090" name="Google Shape;1090;p19"/>
              <p:cNvGrpSpPr/>
              <p:nvPr/>
            </p:nvGrpSpPr>
            <p:grpSpPr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1091" name="Google Shape;1091;p19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92" name="Google Shape;1092;p19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3" name="Google Shape;1093;p19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94" name="Google Shape;1094;p19"/>
              <p:cNvGrpSpPr/>
              <p:nvPr/>
            </p:nvGrpSpPr>
            <p:grpSpPr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1095" name="Google Shape;1095;p19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96" name="Google Shape;1096;p19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7" name="Google Shape;1097;p19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098" name="Google Shape;1098;p19"/>
              <p:cNvSpPr/>
              <p:nvPr/>
            </p:nvSpPr>
            <p:spPr>
              <a:xfrm>
                <a:off x="1611" y="1686"/>
                <a:ext cx="81" cy="14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9" name="Google Shape;1099;p19"/>
              <p:cNvSpPr/>
              <p:nvPr/>
            </p:nvSpPr>
            <p:spPr>
              <a:xfrm>
                <a:off x="1692" y="1536"/>
                <a:ext cx="81" cy="15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0" name="Google Shape;1100;p19"/>
              <p:cNvSpPr txBox="1"/>
              <p:nvPr/>
            </p:nvSpPr>
            <p:spPr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101" name="Google Shape;1101;p19"/>
              <p:cNvSpPr txBox="1"/>
              <p:nvPr/>
            </p:nvSpPr>
            <p:spPr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102" name="Google Shape;1102;p19"/>
              <p:cNvSpPr txBox="1"/>
              <p:nvPr/>
            </p:nvSpPr>
            <p:spPr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103" name="Google Shape;1103;p19"/>
              <p:cNvGrpSpPr/>
              <p:nvPr/>
            </p:nvGrpSpPr>
            <p:grpSpPr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1104" name="Google Shape;1104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105" name="Google Shape;1105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106" name="Google Shape;1106;p19"/>
              <p:cNvGrpSpPr/>
              <p:nvPr/>
            </p:nvGrpSpPr>
            <p:grpSpPr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1107" name="Google Shape;1107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108" name="Google Shape;1108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109" name="Google Shape;1109;p19"/>
              <p:cNvGrpSpPr/>
              <p:nvPr/>
            </p:nvGrpSpPr>
            <p:grpSpPr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1110" name="Google Shape;1110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111" name="Google Shape;1111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112" name="Google Shape;1112;p19"/>
              <p:cNvGrpSpPr/>
              <p:nvPr/>
            </p:nvGrpSpPr>
            <p:grpSpPr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1113" name="Google Shape;1113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114" name="Google Shape;1114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</p:grpSp>
      </p:grpSp>
      <p:sp>
        <p:nvSpPr>
          <p:cNvPr id="1115" name="Google Shape;1115;p19"/>
          <p:cNvSpPr/>
          <p:nvPr/>
        </p:nvSpPr>
        <p:spPr>
          <a:xfrm>
            <a:off x="4672013" y="1855788"/>
            <a:ext cx="419100" cy="42386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19"/>
          <p:cNvSpPr txBox="1"/>
          <p:nvPr/>
        </p:nvSpPr>
        <p:spPr>
          <a:xfrm>
            <a:off x="4298950" y="1444625"/>
            <a:ext cx="11977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i,m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d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cxnSp>
        <p:nvCxnSpPr>
          <p:cNvPr id="1117" name="Google Shape;1117;p19"/>
          <p:cNvCxnSpPr/>
          <p:nvPr/>
        </p:nvCxnSpPr>
        <p:spPr>
          <a:xfrm>
            <a:off x="4319588" y="1985963"/>
            <a:ext cx="319087" cy="476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8" name="Google Shape;1118;p19"/>
          <p:cNvCxnSpPr/>
          <p:nvPr/>
        </p:nvCxnSpPr>
        <p:spPr>
          <a:xfrm flipH="1" rot="10800000">
            <a:off x="4333875" y="2251075"/>
            <a:ext cx="403225" cy="43021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19" name="Google Shape;1119;p19"/>
          <p:cNvGrpSpPr/>
          <p:nvPr/>
        </p:nvGrpSpPr>
        <p:grpSpPr>
          <a:xfrm>
            <a:off x="3141663" y="1695450"/>
            <a:ext cx="1254125" cy="1236663"/>
            <a:chOff x="1979" y="1068"/>
            <a:chExt cx="790" cy="779"/>
          </a:xfrm>
        </p:grpSpPr>
        <p:sp>
          <p:nvSpPr>
            <p:cNvPr id="1120" name="Google Shape;1120;p19"/>
            <p:cNvSpPr/>
            <p:nvPr/>
          </p:nvSpPr>
          <p:spPr>
            <a:xfrm>
              <a:off x="2028" y="1092"/>
              <a:ext cx="669" cy="13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9"/>
            <p:cNvSpPr txBox="1"/>
            <p:nvPr/>
          </p:nvSpPr>
          <p:spPr>
            <a:xfrm>
              <a:off x="2186" y="1068"/>
              <a:ext cx="368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aseline="-25000"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1</a:t>
              </a:r>
              <a:endParaRPr/>
            </a:p>
          </p:txBody>
        </p:sp>
        <p:grpSp>
          <p:nvGrpSpPr>
            <p:cNvPr id="1122" name="Google Shape;1122;p19"/>
            <p:cNvGrpSpPr/>
            <p:nvPr/>
          </p:nvGrpSpPr>
          <p:grpSpPr>
            <a:xfrm>
              <a:off x="1979" y="1540"/>
              <a:ext cx="790" cy="307"/>
              <a:chOff x="1313" y="1534"/>
              <a:chExt cx="790" cy="307"/>
            </a:xfrm>
          </p:grpSpPr>
          <p:sp>
            <p:nvSpPr>
              <p:cNvPr id="1123" name="Google Shape;1123;p19"/>
              <p:cNvSpPr txBox="1"/>
              <p:nvPr/>
            </p:nvSpPr>
            <p:spPr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124" name="Google Shape;1124;p19"/>
              <p:cNvGrpSpPr/>
              <p:nvPr/>
            </p:nvGrpSpPr>
            <p:grpSpPr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1125" name="Google Shape;1125;p19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26" name="Google Shape;1126;p19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27" name="Google Shape;1127;p19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128" name="Google Shape;1128;p19"/>
              <p:cNvGrpSpPr/>
              <p:nvPr/>
            </p:nvGrpSpPr>
            <p:grpSpPr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1129" name="Google Shape;1129;p19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30" name="Google Shape;1130;p19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1" name="Google Shape;1131;p19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132" name="Google Shape;1132;p19"/>
              <p:cNvSpPr/>
              <p:nvPr/>
            </p:nvSpPr>
            <p:spPr>
              <a:xfrm>
                <a:off x="1611" y="1686"/>
                <a:ext cx="81" cy="14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19"/>
              <p:cNvSpPr/>
              <p:nvPr/>
            </p:nvSpPr>
            <p:spPr>
              <a:xfrm>
                <a:off x="1692" y="1536"/>
                <a:ext cx="81" cy="15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19"/>
              <p:cNvSpPr txBox="1"/>
              <p:nvPr/>
            </p:nvSpPr>
            <p:spPr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135" name="Google Shape;1135;p19"/>
              <p:cNvSpPr txBox="1"/>
              <p:nvPr/>
            </p:nvSpPr>
            <p:spPr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136" name="Google Shape;1136;p19"/>
              <p:cNvSpPr txBox="1"/>
              <p:nvPr/>
            </p:nvSpPr>
            <p:spPr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137" name="Google Shape;1137;p19"/>
              <p:cNvGrpSpPr/>
              <p:nvPr/>
            </p:nvGrpSpPr>
            <p:grpSpPr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1138" name="Google Shape;1138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139" name="Google Shape;1139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140" name="Google Shape;1140;p19"/>
              <p:cNvGrpSpPr/>
              <p:nvPr/>
            </p:nvGrpSpPr>
            <p:grpSpPr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1141" name="Google Shape;1141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142" name="Google Shape;1142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143" name="Google Shape;1143;p19"/>
              <p:cNvGrpSpPr/>
              <p:nvPr/>
            </p:nvGrpSpPr>
            <p:grpSpPr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1144" name="Google Shape;1144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145" name="Google Shape;1145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146" name="Google Shape;1146;p19"/>
              <p:cNvGrpSpPr/>
              <p:nvPr/>
            </p:nvGrpSpPr>
            <p:grpSpPr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1147" name="Google Shape;1147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148" name="Google Shape;1148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</p:grpSp>
      </p:grpSp>
      <p:grpSp>
        <p:nvGrpSpPr>
          <p:cNvPr id="1149" name="Google Shape;1149;p19"/>
          <p:cNvGrpSpPr/>
          <p:nvPr/>
        </p:nvGrpSpPr>
        <p:grpSpPr>
          <a:xfrm>
            <a:off x="6461125" y="1830388"/>
            <a:ext cx="1254125" cy="487362"/>
            <a:chOff x="1313" y="1534"/>
            <a:chExt cx="790" cy="307"/>
          </a:xfrm>
        </p:grpSpPr>
        <p:sp>
          <p:nvSpPr>
            <p:cNvPr id="1150" name="Google Shape;1150;p19"/>
            <p:cNvSpPr txBox="1"/>
            <p:nvPr/>
          </p:nvSpPr>
          <p:spPr>
            <a:xfrm>
              <a:off x="1313" y="1534"/>
              <a:ext cx="196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grpSp>
          <p:nvGrpSpPr>
            <p:cNvPr id="1151" name="Google Shape;1151;p19"/>
            <p:cNvGrpSpPr/>
            <p:nvPr/>
          </p:nvGrpSpPr>
          <p:grpSpPr>
            <a:xfrm>
              <a:off x="1353" y="1539"/>
              <a:ext cx="258" cy="147"/>
              <a:chOff x="1353" y="1539"/>
              <a:chExt cx="258" cy="144"/>
            </a:xfrm>
          </p:grpSpPr>
          <p:sp>
            <p:nvSpPr>
              <p:cNvPr id="1152" name="Google Shape;1152;p19"/>
              <p:cNvSpPr/>
              <p:nvPr/>
            </p:nvSpPr>
            <p:spPr>
              <a:xfrm>
                <a:off x="1353" y="1539"/>
                <a:ext cx="258" cy="14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53" name="Google Shape;1153;p19"/>
              <p:cNvCxnSpPr/>
              <p:nvPr/>
            </p:nvCxnSpPr>
            <p:spPr>
              <a:xfrm>
                <a:off x="1521" y="1542"/>
                <a:ext cx="0" cy="13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4" name="Google Shape;1154;p19"/>
              <p:cNvCxnSpPr/>
              <p:nvPr/>
            </p:nvCxnSpPr>
            <p:spPr>
              <a:xfrm>
                <a:off x="1437" y="1545"/>
                <a:ext cx="0" cy="13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55" name="Google Shape;1155;p19"/>
            <p:cNvGrpSpPr/>
            <p:nvPr/>
          </p:nvGrpSpPr>
          <p:grpSpPr>
            <a:xfrm>
              <a:off x="1773" y="1686"/>
              <a:ext cx="258" cy="144"/>
              <a:chOff x="1353" y="1539"/>
              <a:chExt cx="258" cy="144"/>
            </a:xfrm>
          </p:grpSpPr>
          <p:sp>
            <p:nvSpPr>
              <p:cNvPr id="1156" name="Google Shape;1156;p19"/>
              <p:cNvSpPr/>
              <p:nvPr/>
            </p:nvSpPr>
            <p:spPr>
              <a:xfrm>
                <a:off x="1353" y="1539"/>
                <a:ext cx="258" cy="14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57" name="Google Shape;1157;p19"/>
              <p:cNvCxnSpPr/>
              <p:nvPr/>
            </p:nvCxnSpPr>
            <p:spPr>
              <a:xfrm>
                <a:off x="1521" y="1542"/>
                <a:ext cx="0" cy="13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8" name="Google Shape;1158;p19"/>
              <p:cNvCxnSpPr/>
              <p:nvPr/>
            </p:nvCxnSpPr>
            <p:spPr>
              <a:xfrm>
                <a:off x="1437" y="1545"/>
                <a:ext cx="0" cy="13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59" name="Google Shape;1159;p19"/>
            <p:cNvSpPr/>
            <p:nvPr/>
          </p:nvSpPr>
          <p:spPr>
            <a:xfrm>
              <a:off x="1611" y="1686"/>
              <a:ext cx="81" cy="144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19"/>
            <p:cNvSpPr/>
            <p:nvPr/>
          </p:nvSpPr>
          <p:spPr>
            <a:xfrm>
              <a:off x="1692" y="1536"/>
              <a:ext cx="81" cy="15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19"/>
            <p:cNvSpPr txBox="1"/>
            <p:nvPr/>
          </p:nvSpPr>
          <p:spPr>
            <a:xfrm>
              <a:off x="1391" y="1534"/>
              <a:ext cx="196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162" name="Google Shape;1162;p19"/>
            <p:cNvSpPr txBox="1"/>
            <p:nvPr/>
          </p:nvSpPr>
          <p:spPr>
            <a:xfrm>
              <a:off x="1478" y="1534"/>
              <a:ext cx="196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163" name="Google Shape;1163;p19"/>
            <p:cNvSpPr txBox="1"/>
            <p:nvPr/>
          </p:nvSpPr>
          <p:spPr>
            <a:xfrm>
              <a:off x="1652" y="1540"/>
              <a:ext cx="196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grpSp>
          <p:nvGrpSpPr>
            <p:cNvPr id="1164" name="Google Shape;1164;p19"/>
            <p:cNvGrpSpPr/>
            <p:nvPr/>
          </p:nvGrpSpPr>
          <p:grpSpPr>
            <a:xfrm>
              <a:off x="1565" y="1684"/>
              <a:ext cx="211" cy="157"/>
              <a:chOff x="857" y="1909"/>
              <a:chExt cx="211" cy="157"/>
            </a:xfrm>
          </p:grpSpPr>
          <p:sp>
            <p:nvSpPr>
              <p:cNvPr id="1165" name="Google Shape;1165;p19"/>
              <p:cNvSpPr txBox="1"/>
              <p:nvPr/>
            </p:nvSpPr>
            <p:spPr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166" name="Google Shape;1166;p19"/>
              <p:cNvSpPr txBox="1"/>
              <p:nvPr/>
            </p:nvSpPr>
            <p:spPr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  <p:grpSp>
          <p:nvGrpSpPr>
            <p:cNvPr id="1167" name="Google Shape;1167;p19"/>
            <p:cNvGrpSpPr/>
            <p:nvPr/>
          </p:nvGrpSpPr>
          <p:grpSpPr>
            <a:xfrm>
              <a:off x="1730" y="1684"/>
              <a:ext cx="211" cy="157"/>
              <a:chOff x="857" y="1909"/>
              <a:chExt cx="211" cy="157"/>
            </a:xfrm>
          </p:grpSpPr>
          <p:sp>
            <p:nvSpPr>
              <p:cNvPr id="1168" name="Google Shape;1168;p19"/>
              <p:cNvSpPr txBox="1"/>
              <p:nvPr/>
            </p:nvSpPr>
            <p:spPr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169" name="Google Shape;1169;p19"/>
              <p:cNvSpPr txBox="1"/>
              <p:nvPr/>
            </p:nvSpPr>
            <p:spPr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  <p:grpSp>
          <p:nvGrpSpPr>
            <p:cNvPr id="1170" name="Google Shape;1170;p19"/>
            <p:cNvGrpSpPr/>
            <p:nvPr/>
          </p:nvGrpSpPr>
          <p:grpSpPr>
            <a:xfrm>
              <a:off x="1808" y="1684"/>
              <a:ext cx="211" cy="157"/>
              <a:chOff x="857" y="1909"/>
              <a:chExt cx="211" cy="157"/>
            </a:xfrm>
          </p:grpSpPr>
          <p:sp>
            <p:nvSpPr>
              <p:cNvPr id="1171" name="Google Shape;1171;p19"/>
              <p:cNvSpPr txBox="1"/>
              <p:nvPr/>
            </p:nvSpPr>
            <p:spPr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172" name="Google Shape;1172;p19"/>
              <p:cNvSpPr txBox="1"/>
              <p:nvPr/>
            </p:nvSpPr>
            <p:spPr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  <p:grpSp>
          <p:nvGrpSpPr>
            <p:cNvPr id="1173" name="Google Shape;1173;p19"/>
            <p:cNvGrpSpPr/>
            <p:nvPr/>
          </p:nvGrpSpPr>
          <p:grpSpPr>
            <a:xfrm>
              <a:off x="1892" y="1681"/>
              <a:ext cx="211" cy="157"/>
              <a:chOff x="857" y="1909"/>
              <a:chExt cx="211" cy="157"/>
            </a:xfrm>
          </p:grpSpPr>
          <p:sp>
            <p:nvSpPr>
              <p:cNvPr id="1174" name="Google Shape;1174;p19"/>
              <p:cNvSpPr txBox="1"/>
              <p:nvPr/>
            </p:nvSpPr>
            <p:spPr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175" name="Google Shape;1175;p19"/>
              <p:cNvSpPr txBox="1"/>
              <p:nvPr/>
            </p:nvSpPr>
            <p:spPr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</p:grpSp>
      <p:grpSp>
        <p:nvGrpSpPr>
          <p:cNvPr id="1176" name="Google Shape;1176;p19"/>
          <p:cNvGrpSpPr/>
          <p:nvPr/>
        </p:nvGrpSpPr>
        <p:grpSpPr>
          <a:xfrm>
            <a:off x="5360988" y="1830388"/>
            <a:ext cx="1249362" cy="487362"/>
            <a:chOff x="4928" y="1534"/>
            <a:chExt cx="787" cy="307"/>
          </a:xfrm>
        </p:grpSpPr>
        <p:grpSp>
          <p:nvGrpSpPr>
            <p:cNvPr id="1177" name="Google Shape;1177;p19"/>
            <p:cNvGrpSpPr/>
            <p:nvPr/>
          </p:nvGrpSpPr>
          <p:grpSpPr>
            <a:xfrm>
              <a:off x="5354" y="1534"/>
              <a:ext cx="361" cy="154"/>
              <a:chOff x="5009" y="1132"/>
              <a:chExt cx="361" cy="154"/>
            </a:xfrm>
          </p:grpSpPr>
          <p:sp>
            <p:nvSpPr>
              <p:cNvPr id="1178" name="Google Shape;1178;p19"/>
              <p:cNvSpPr txBox="1"/>
              <p:nvPr/>
            </p:nvSpPr>
            <p:spPr>
              <a:xfrm>
                <a:off x="5009" y="1132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179" name="Google Shape;1179;p19"/>
              <p:cNvGrpSpPr/>
              <p:nvPr/>
            </p:nvGrpSpPr>
            <p:grpSpPr>
              <a:xfrm>
                <a:off x="5049" y="1137"/>
                <a:ext cx="258" cy="147"/>
                <a:chOff x="1353" y="1539"/>
                <a:chExt cx="258" cy="144"/>
              </a:xfrm>
            </p:grpSpPr>
            <p:sp>
              <p:nvSpPr>
                <p:cNvPr id="1180" name="Google Shape;1180;p19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81" name="Google Shape;1181;p19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82" name="Google Shape;1182;p19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183" name="Google Shape;1183;p19"/>
              <p:cNvSpPr txBox="1"/>
              <p:nvPr/>
            </p:nvSpPr>
            <p:spPr>
              <a:xfrm>
                <a:off x="5087" y="1132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184" name="Google Shape;1184;p19"/>
              <p:cNvSpPr txBox="1"/>
              <p:nvPr/>
            </p:nvSpPr>
            <p:spPr>
              <a:xfrm>
                <a:off x="5174" y="1132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1185" name="Google Shape;1185;p19"/>
            <p:cNvGrpSpPr/>
            <p:nvPr/>
          </p:nvGrpSpPr>
          <p:grpSpPr>
            <a:xfrm>
              <a:off x="4928" y="1536"/>
              <a:ext cx="550" cy="305"/>
              <a:chOff x="5114" y="1518"/>
              <a:chExt cx="550" cy="305"/>
            </a:xfrm>
          </p:grpSpPr>
          <p:grpSp>
            <p:nvGrpSpPr>
              <p:cNvPr id="1186" name="Google Shape;1186;p19"/>
              <p:cNvGrpSpPr/>
              <p:nvPr/>
            </p:nvGrpSpPr>
            <p:grpSpPr>
              <a:xfrm>
                <a:off x="5375" y="1518"/>
                <a:ext cx="196" cy="158"/>
                <a:chOff x="5378" y="1518"/>
                <a:chExt cx="196" cy="158"/>
              </a:xfrm>
            </p:grpSpPr>
            <p:sp>
              <p:nvSpPr>
                <p:cNvPr id="1187" name="Google Shape;1187;p19"/>
                <p:cNvSpPr/>
                <p:nvPr/>
              </p:nvSpPr>
              <p:spPr>
                <a:xfrm>
                  <a:off x="5418" y="1518"/>
                  <a:ext cx="81" cy="15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88" name="Google Shape;1188;p19"/>
                <p:cNvSpPr txBox="1"/>
                <p:nvPr/>
              </p:nvSpPr>
              <p:spPr>
                <a:xfrm>
                  <a:off x="5378" y="152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1189" name="Google Shape;1189;p19"/>
              <p:cNvGrpSpPr/>
              <p:nvPr/>
            </p:nvGrpSpPr>
            <p:grpSpPr>
              <a:xfrm>
                <a:off x="5453" y="1666"/>
                <a:ext cx="211" cy="157"/>
                <a:chOff x="5261" y="1282"/>
                <a:chExt cx="211" cy="157"/>
              </a:xfrm>
            </p:grpSpPr>
            <p:sp>
              <p:nvSpPr>
                <p:cNvPr id="1190" name="Google Shape;1190;p19"/>
                <p:cNvSpPr/>
                <p:nvPr/>
              </p:nvSpPr>
              <p:spPr>
                <a:xfrm>
                  <a:off x="5307" y="1284"/>
                  <a:ext cx="81" cy="144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91" name="Google Shape;1191;p19"/>
                <p:cNvGrpSpPr/>
                <p:nvPr/>
              </p:nvGrpSpPr>
              <p:grpSpPr>
                <a:xfrm>
                  <a:off x="5261" y="1282"/>
                  <a:ext cx="211" cy="157"/>
                  <a:chOff x="857" y="1909"/>
                  <a:chExt cx="211" cy="157"/>
                </a:xfrm>
              </p:grpSpPr>
              <p:sp>
                <p:nvSpPr>
                  <p:cNvPr id="1192" name="Google Shape;1192;p19"/>
                  <p:cNvSpPr txBox="1"/>
                  <p:nvPr/>
                </p:nvSpPr>
                <p:spPr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</a:t>
                    </a:r>
                    <a:endParaRPr/>
                  </a:p>
                </p:txBody>
              </p:sp>
              <p:sp>
                <p:nvSpPr>
                  <p:cNvPr id="1193" name="Google Shape;1193;p19"/>
                  <p:cNvSpPr txBox="1"/>
                  <p:nvPr/>
                </p:nvSpPr>
                <p:spPr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-</a:t>
                    </a:r>
                    <a:endParaRPr/>
                  </a:p>
                </p:txBody>
              </p:sp>
            </p:grpSp>
          </p:grpSp>
          <p:grpSp>
            <p:nvGrpSpPr>
              <p:cNvPr id="1194" name="Google Shape;1194;p19"/>
              <p:cNvGrpSpPr/>
              <p:nvPr/>
            </p:nvGrpSpPr>
            <p:grpSpPr>
              <a:xfrm>
                <a:off x="5114" y="1663"/>
                <a:ext cx="373" cy="160"/>
                <a:chOff x="5426" y="1279"/>
                <a:chExt cx="373" cy="160"/>
              </a:xfrm>
            </p:grpSpPr>
            <p:grpSp>
              <p:nvGrpSpPr>
                <p:cNvPr id="1195" name="Google Shape;1195;p19"/>
                <p:cNvGrpSpPr/>
                <p:nvPr/>
              </p:nvGrpSpPr>
              <p:grpSpPr>
                <a:xfrm>
                  <a:off x="5469" y="1284"/>
                  <a:ext cx="258" cy="144"/>
                  <a:chOff x="1353" y="1539"/>
                  <a:chExt cx="258" cy="144"/>
                </a:xfrm>
              </p:grpSpPr>
              <p:sp>
                <p:nvSpPr>
                  <p:cNvPr id="1196" name="Google Shape;1196;p19"/>
                  <p:cNvSpPr/>
                  <p:nvPr/>
                </p:nvSpPr>
                <p:spPr>
                  <a:xfrm>
                    <a:off x="1353" y="1539"/>
                    <a:ext cx="258" cy="14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197" name="Google Shape;1197;p19"/>
                  <p:cNvCxnSpPr/>
                  <p:nvPr/>
                </p:nvCxnSpPr>
                <p:spPr>
                  <a:xfrm>
                    <a:off x="1521" y="1542"/>
                    <a:ext cx="0" cy="13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198" name="Google Shape;1198;p19"/>
                  <p:cNvCxnSpPr/>
                  <p:nvPr/>
                </p:nvCxnSpPr>
                <p:spPr>
                  <a:xfrm>
                    <a:off x="1437" y="1545"/>
                    <a:ext cx="0" cy="13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1199" name="Google Shape;1199;p19"/>
                <p:cNvGrpSpPr/>
                <p:nvPr/>
              </p:nvGrpSpPr>
              <p:grpSpPr>
                <a:xfrm>
                  <a:off x="5426" y="1282"/>
                  <a:ext cx="211" cy="157"/>
                  <a:chOff x="857" y="1909"/>
                  <a:chExt cx="211" cy="157"/>
                </a:xfrm>
              </p:grpSpPr>
              <p:sp>
                <p:nvSpPr>
                  <p:cNvPr id="1200" name="Google Shape;1200;p19"/>
                  <p:cNvSpPr txBox="1"/>
                  <p:nvPr/>
                </p:nvSpPr>
                <p:spPr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</a:t>
                    </a:r>
                    <a:endParaRPr/>
                  </a:p>
                </p:txBody>
              </p:sp>
              <p:sp>
                <p:nvSpPr>
                  <p:cNvPr id="1201" name="Google Shape;1201;p19"/>
                  <p:cNvSpPr txBox="1"/>
                  <p:nvPr/>
                </p:nvSpPr>
                <p:spPr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-</a:t>
                    </a:r>
                    <a:endParaRPr/>
                  </a:p>
                </p:txBody>
              </p:sp>
            </p:grpSp>
            <p:grpSp>
              <p:nvGrpSpPr>
                <p:cNvPr id="1202" name="Google Shape;1202;p19"/>
                <p:cNvGrpSpPr/>
                <p:nvPr/>
              </p:nvGrpSpPr>
              <p:grpSpPr>
                <a:xfrm>
                  <a:off x="5504" y="1282"/>
                  <a:ext cx="211" cy="157"/>
                  <a:chOff x="857" y="1909"/>
                  <a:chExt cx="211" cy="157"/>
                </a:xfrm>
              </p:grpSpPr>
              <p:sp>
                <p:nvSpPr>
                  <p:cNvPr id="1203" name="Google Shape;1203;p19"/>
                  <p:cNvSpPr txBox="1"/>
                  <p:nvPr/>
                </p:nvSpPr>
                <p:spPr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</a:t>
                    </a:r>
                    <a:endParaRPr/>
                  </a:p>
                </p:txBody>
              </p:sp>
              <p:sp>
                <p:nvSpPr>
                  <p:cNvPr id="1204" name="Google Shape;1204;p19"/>
                  <p:cNvSpPr txBox="1"/>
                  <p:nvPr/>
                </p:nvSpPr>
                <p:spPr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-</a:t>
                    </a:r>
                    <a:endParaRPr/>
                  </a:p>
                </p:txBody>
              </p:sp>
            </p:grpSp>
            <p:grpSp>
              <p:nvGrpSpPr>
                <p:cNvPr id="1205" name="Google Shape;1205;p19"/>
                <p:cNvGrpSpPr/>
                <p:nvPr/>
              </p:nvGrpSpPr>
              <p:grpSpPr>
                <a:xfrm>
                  <a:off x="5588" y="1279"/>
                  <a:ext cx="211" cy="157"/>
                  <a:chOff x="857" y="1909"/>
                  <a:chExt cx="211" cy="157"/>
                </a:xfrm>
              </p:grpSpPr>
              <p:sp>
                <p:nvSpPr>
                  <p:cNvPr id="1206" name="Google Shape;1206;p19"/>
                  <p:cNvSpPr txBox="1"/>
                  <p:nvPr/>
                </p:nvSpPr>
                <p:spPr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</a:t>
                    </a:r>
                    <a:endParaRPr/>
                  </a:p>
                </p:txBody>
              </p:sp>
              <p:sp>
                <p:nvSpPr>
                  <p:cNvPr id="1207" name="Google Shape;1207;p19"/>
                  <p:cNvSpPr txBox="1"/>
                  <p:nvPr/>
                </p:nvSpPr>
                <p:spPr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-</a:t>
                    </a:r>
                    <a:endParaRPr/>
                  </a:p>
                </p:txBody>
              </p:sp>
            </p:grpSp>
          </p:grpSp>
        </p:grpSp>
      </p:grpSp>
      <p:sp>
        <p:nvSpPr>
          <p:cNvPr id="1208" name="Google Shape;1208;p19"/>
          <p:cNvSpPr txBox="1"/>
          <p:nvPr/>
        </p:nvSpPr>
        <p:spPr>
          <a:xfrm>
            <a:off x="6556375" y="2308225"/>
            <a:ext cx="893763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slot 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  <p:sp>
        <p:nvSpPr>
          <p:cNvPr id="1209" name="Google Shape;1209;p19"/>
          <p:cNvSpPr txBox="1"/>
          <p:nvPr/>
        </p:nvSpPr>
        <p:spPr>
          <a:xfrm>
            <a:off x="5513388" y="2327275"/>
            <a:ext cx="893762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slot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  <p:cxnSp>
        <p:nvCxnSpPr>
          <p:cNvPr id="1210" name="Google Shape;1210;p19"/>
          <p:cNvCxnSpPr/>
          <p:nvPr/>
        </p:nvCxnSpPr>
        <p:spPr>
          <a:xfrm flipH="1">
            <a:off x="5438775" y="1666875"/>
            <a:ext cx="9525" cy="947738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11" name="Google Shape;1211;p19"/>
          <p:cNvCxnSpPr/>
          <p:nvPr/>
        </p:nvCxnSpPr>
        <p:spPr>
          <a:xfrm flipH="1">
            <a:off x="6510338" y="1647825"/>
            <a:ext cx="9525" cy="947738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12" name="Google Shape;1212;p19"/>
          <p:cNvCxnSpPr/>
          <p:nvPr/>
        </p:nvCxnSpPr>
        <p:spPr>
          <a:xfrm flipH="1">
            <a:off x="7624763" y="1657350"/>
            <a:ext cx="9525" cy="947738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13" name="Google Shape;1213;p19"/>
          <p:cNvSpPr txBox="1"/>
          <p:nvPr/>
        </p:nvSpPr>
        <p:spPr>
          <a:xfrm>
            <a:off x="5418138" y="1184275"/>
            <a:ext cx="24272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channel output Z</a:t>
            </a:r>
            <a:r>
              <a:rPr baseline="-2500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i,m</a:t>
            </a:r>
            <a:endParaRPr/>
          </a:p>
        </p:txBody>
      </p:sp>
      <p:sp>
        <p:nvSpPr>
          <p:cNvPr id="1214" name="Google Shape;1214;p19"/>
          <p:cNvSpPr txBox="1"/>
          <p:nvPr/>
        </p:nvSpPr>
        <p:spPr>
          <a:xfrm>
            <a:off x="315913" y="2103438"/>
            <a:ext cx="9921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sender</a:t>
            </a:r>
            <a:endParaRPr/>
          </a:p>
        </p:txBody>
      </p:sp>
      <p:sp>
        <p:nvSpPr>
          <p:cNvPr id="1215" name="Google Shape;1215;p19"/>
          <p:cNvSpPr txBox="1"/>
          <p:nvPr/>
        </p:nvSpPr>
        <p:spPr>
          <a:xfrm>
            <a:off x="1485900" y="2454275"/>
            <a:ext cx="679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/>
          </a:p>
        </p:txBody>
      </p:sp>
      <p:sp>
        <p:nvSpPr>
          <p:cNvPr id="1216" name="Google Shape;1216;p19"/>
          <p:cNvSpPr txBox="1"/>
          <p:nvPr/>
        </p:nvSpPr>
        <p:spPr>
          <a:xfrm>
            <a:off x="1525588" y="1679575"/>
            <a:ext cx="6286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endParaRPr/>
          </a:p>
        </p:txBody>
      </p:sp>
      <p:cxnSp>
        <p:nvCxnSpPr>
          <p:cNvPr id="1217" name="Google Shape;1217;p19"/>
          <p:cNvCxnSpPr/>
          <p:nvPr/>
        </p:nvCxnSpPr>
        <p:spPr>
          <a:xfrm>
            <a:off x="5132388" y="2054225"/>
            <a:ext cx="319087" cy="476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8" name="Google Shape;1218;p19"/>
          <p:cNvCxnSpPr/>
          <p:nvPr/>
        </p:nvCxnSpPr>
        <p:spPr>
          <a:xfrm>
            <a:off x="4033838" y="4167188"/>
            <a:ext cx="0" cy="1624012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19" name="Google Shape;1219;p19"/>
          <p:cNvCxnSpPr/>
          <p:nvPr/>
        </p:nvCxnSpPr>
        <p:spPr>
          <a:xfrm>
            <a:off x="5110163" y="4143375"/>
            <a:ext cx="0" cy="1624013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20" name="Google Shape;1220;p19"/>
          <p:cNvSpPr txBox="1"/>
          <p:nvPr/>
        </p:nvSpPr>
        <p:spPr>
          <a:xfrm>
            <a:off x="3222625" y="5575300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slot 1</a:t>
            </a:r>
            <a:endParaRPr/>
          </a:p>
        </p:txBody>
      </p:sp>
      <p:sp>
        <p:nvSpPr>
          <p:cNvPr id="1221" name="Google Shape;1221;p19"/>
          <p:cNvSpPr txBox="1"/>
          <p:nvPr/>
        </p:nvSpPr>
        <p:spPr>
          <a:xfrm>
            <a:off x="4241800" y="5580063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slot 0</a:t>
            </a:r>
            <a:endParaRPr/>
          </a:p>
        </p:txBody>
      </p:sp>
      <p:cxnSp>
        <p:nvCxnSpPr>
          <p:cNvPr id="1222" name="Google Shape;1222;p19"/>
          <p:cNvCxnSpPr/>
          <p:nvPr/>
        </p:nvCxnSpPr>
        <p:spPr>
          <a:xfrm>
            <a:off x="2957513" y="4206875"/>
            <a:ext cx="0" cy="1624013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223" name="Google Shape;1223;p19"/>
          <p:cNvGrpSpPr/>
          <p:nvPr/>
        </p:nvGrpSpPr>
        <p:grpSpPr>
          <a:xfrm>
            <a:off x="6289675" y="4638675"/>
            <a:ext cx="1076325" cy="274638"/>
            <a:chOff x="3962" y="2922"/>
            <a:chExt cx="678" cy="173"/>
          </a:xfrm>
        </p:grpSpPr>
        <p:sp>
          <p:nvSpPr>
            <p:cNvPr id="1224" name="Google Shape;1224;p19"/>
            <p:cNvSpPr/>
            <p:nvPr/>
          </p:nvSpPr>
          <p:spPr>
            <a:xfrm>
              <a:off x="3962" y="2946"/>
              <a:ext cx="678" cy="13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9"/>
            <p:cNvSpPr txBox="1"/>
            <p:nvPr/>
          </p:nvSpPr>
          <p:spPr>
            <a:xfrm>
              <a:off x="4048" y="2922"/>
              <a:ext cx="40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aseline="-25000"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-1</a:t>
              </a:r>
              <a:endParaRPr/>
            </a:p>
          </p:txBody>
        </p:sp>
      </p:grpSp>
      <p:sp>
        <p:nvSpPr>
          <p:cNvPr id="1226" name="Google Shape;1226;p19"/>
          <p:cNvSpPr/>
          <p:nvPr/>
        </p:nvSpPr>
        <p:spPr>
          <a:xfrm>
            <a:off x="5505450" y="4470400"/>
            <a:ext cx="419100" cy="42386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7" name="Google Shape;1227;p19"/>
          <p:cNvCxnSpPr/>
          <p:nvPr/>
        </p:nvCxnSpPr>
        <p:spPr>
          <a:xfrm>
            <a:off x="5153025" y="4600575"/>
            <a:ext cx="319088" cy="476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8" name="Google Shape;1228;p19"/>
          <p:cNvCxnSpPr/>
          <p:nvPr/>
        </p:nvCxnSpPr>
        <p:spPr>
          <a:xfrm flipH="1" rot="10800000">
            <a:off x="5167313" y="4865688"/>
            <a:ext cx="403225" cy="43021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229" name="Google Shape;1229;p19"/>
          <p:cNvGrpSpPr/>
          <p:nvPr/>
        </p:nvGrpSpPr>
        <p:grpSpPr>
          <a:xfrm>
            <a:off x="7366000" y="4438650"/>
            <a:ext cx="1062038" cy="274638"/>
            <a:chOff x="4640" y="2796"/>
            <a:chExt cx="669" cy="173"/>
          </a:xfrm>
        </p:grpSpPr>
        <p:sp>
          <p:nvSpPr>
            <p:cNvPr id="1230" name="Google Shape;1230;p19"/>
            <p:cNvSpPr/>
            <p:nvPr/>
          </p:nvSpPr>
          <p:spPr>
            <a:xfrm>
              <a:off x="4640" y="2820"/>
              <a:ext cx="669" cy="13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9"/>
            <p:cNvSpPr txBox="1"/>
            <p:nvPr/>
          </p:nvSpPr>
          <p:spPr>
            <a:xfrm>
              <a:off x="4798" y="2796"/>
              <a:ext cx="368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aseline="-25000"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1</a:t>
              </a:r>
              <a:endParaRPr/>
            </a:p>
          </p:txBody>
        </p:sp>
      </p:grpSp>
      <p:grpSp>
        <p:nvGrpSpPr>
          <p:cNvPr id="1232" name="Google Shape;1232;p19"/>
          <p:cNvGrpSpPr/>
          <p:nvPr/>
        </p:nvGrpSpPr>
        <p:grpSpPr>
          <a:xfrm>
            <a:off x="3965575" y="4362450"/>
            <a:ext cx="1263650" cy="1184275"/>
            <a:chOff x="2498" y="2748"/>
            <a:chExt cx="796" cy="746"/>
          </a:xfrm>
        </p:grpSpPr>
        <p:grpSp>
          <p:nvGrpSpPr>
            <p:cNvPr id="1233" name="Google Shape;1233;p19"/>
            <p:cNvGrpSpPr/>
            <p:nvPr/>
          </p:nvGrpSpPr>
          <p:grpSpPr>
            <a:xfrm>
              <a:off x="2504" y="3187"/>
              <a:ext cx="790" cy="307"/>
              <a:chOff x="1313" y="1534"/>
              <a:chExt cx="790" cy="307"/>
            </a:xfrm>
          </p:grpSpPr>
          <p:sp>
            <p:nvSpPr>
              <p:cNvPr id="1234" name="Google Shape;1234;p19"/>
              <p:cNvSpPr txBox="1"/>
              <p:nvPr/>
            </p:nvSpPr>
            <p:spPr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235" name="Google Shape;1235;p19"/>
              <p:cNvGrpSpPr/>
              <p:nvPr/>
            </p:nvGrpSpPr>
            <p:grpSpPr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1236" name="Google Shape;1236;p19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37" name="Google Shape;1237;p19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8" name="Google Shape;1238;p19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239" name="Google Shape;1239;p19"/>
              <p:cNvGrpSpPr/>
              <p:nvPr/>
            </p:nvGrpSpPr>
            <p:grpSpPr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1240" name="Google Shape;1240;p19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41" name="Google Shape;1241;p19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2" name="Google Shape;1242;p19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243" name="Google Shape;1243;p19"/>
              <p:cNvSpPr/>
              <p:nvPr/>
            </p:nvSpPr>
            <p:spPr>
              <a:xfrm>
                <a:off x="1611" y="1686"/>
                <a:ext cx="81" cy="14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19"/>
              <p:cNvSpPr/>
              <p:nvPr/>
            </p:nvSpPr>
            <p:spPr>
              <a:xfrm>
                <a:off x="1692" y="1536"/>
                <a:ext cx="81" cy="15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p19"/>
              <p:cNvSpPr txBox="1"/>
              <p:nvPr/>
            </p:nvSpPr>
            <p:spPr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246" name="Google Shape;1246;p19"/>
              <p:cNvSpPr txBox="1"/>
              <p:nvPr/>
            </p:nvSpPr>
            <p:spPr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247" name="Google Shape;1247;p19"/>
              <p:cNvSpPr txBox="1"/>
              <p:nvPr/>
            </p:nvSpPr>
            <p:spPr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248" name="Google Shape;1248;p19"/>
              <p:cNvGrpSpPr/>
              <p:nvPr/>
            </p:nvGrpSpPr>
            <p:grpSpPr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1249" name="Google Shape;1249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250" name="Google Shape;1250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251" name="Google Shape;1251;p19"/>
              <p:cNvGrpSpPr/>
              <p:nvPr/>
            </p:nvGrpSpPr>
            <p:grpSpPr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1252" name="Google Shape;1252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253" name="Google Shape;1253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254" name="Google Shape;1254;p19"/>
              <p:cNvGrpSpPr/>
              <p:nvPr/>
            </p:nvGrpSpPr>
            <p:grpSpPr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1255" name="Google Shape;1255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256" name="Google Shape;1256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257" name="Google Shape;1257;p19"/>
              <p:cNvGrpSpPr/>
              <p:nvPr/>
            </p:nvGrpSpPr>
            <p:grpSpPr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1258" name="Google Shape;1258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259" name="Google Shape;1259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</p:grpSp>
        <p:grpSp>
          <p:nvGrpSpPr>
            <p:cNvPr id="1260" name="Google Shape;1260;p19"/>
            <p:cNvGrpSpPr/>
            <p:nvPr/>
          </p:nvGrpSpPr>
          <p:grpSpPr>
            <a:xfrm>
              <a:off x="2498" y="2748"/>
              <a:ext cx="790" cy="307"/>
              <a:chOff x="1313" y="1534"/>
              <a:chExt cx="790" cy="307"/>
            </a:xfrm>
          </p:grpSpPr>
          <p:sp>
            <p:nvSpPr>
              <p:cNvPr id="1261" name="Google Shape;1261;p19"/>
              <p:cNvSpPr txBox="1"/>
              <p:nvPr/>
            </p:nvSpPr>
            <p:spPr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262" name="Google Shape;1262;p19"/>
              <p:cNvGrpSpPr/>
              <p:nvPr/>
            </p:nvGrpSpPr>
            <p:grpSpPr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1263" name="Google Shape;1263;p19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64" name="Google Shape;1264;p19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5" name="Google Shape;1265;p19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266" name="Google Shape;1266;p19"/>
              <p:cNvGrpSpPr/>
              <p:nvPr/>
            </p:nvGrpSpPr>
            <p:grpSpPr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1267" name="Google Shape;1267;p19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68" name="Google Shape;1268;p19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9" name="Google Shape;1269;p19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270" name="Google Shape;1270;p19"/>
              <p:cNvSpPr/>
              <p:nvPr/>
            </p:nvSpPr>
            <p:spPr>
              <a:xfrm>
                <a:off x="1611" y="1686"/>
                <a:ext cx="81" cy="14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19"/>
              <p:cNvSpPr/>
              <p:nvPr/>
            </p:nvSpPr>
            <p:spPr>
              <a:xfrm>
                <a:off x="1692" y="1536"/>
                <a:ext cx="81" cy="15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19"/>
              <p:cNvSpPr txBox="1"/>
              <p:nvPr/>
            </p:nvSpPr>
            <p:spPr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273" name="Google Shape;1273;p19"/>
              <p:cNvSpPr txBox="1"/>
              <p:nvPr/>
            </p:nvSpPr>
            <p:spPr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274" name="Google Shape;1274;p19"/>
              <p:cNvSpPr txBox="1"/>
              <p:nvPr/>
            </p:nvSpPr>
            <p:spPr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275" name="Google Shape;1275;p19"/>
              <p:cNvGrpSpPr/>
              <p:nvPr/>
            </p:nvGrpSpPr>
            <p:grpSpPr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1276" name="Google Shape;1276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277" name="Google Shape;1277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278" name="Google Shape;1278;p19"/>
              <p:cNvGrpSpPr/>
              <p:nvPr/>
            </p:nvGrpSpPr>
            <p:grpSpPr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1279" name="Google Shape;1279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280" name="Google Shape;1280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281" name="Google Shape;1281;p19"/>
              <p:cNvGrpSpPr/>
              <p:nvPr/>
            </p:nvGrpSpPr>
            <p:grpSpPr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1282" name="Google Shape;1282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283" name="Google Shape;1283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284" name="Google Shape;1284;p19"/>
              <p:cNvGrpSpPr/>
              <p:nvPr/>
            </p:nvGrpSpPr>
            <p:grpSpPr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1285" name="Google Shape;1285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286" name="Google Shape;1286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</p:grpSp>
      </p:grpSp>
      <p:grpSp>
        <p:nvGrpSpPr>
          <p:cNvPr id="1287" name="Google Shape;1287;p19"/>
          <p:cNvGrpSpPr/>
          <p:nvPr/>
        </p:nvGrpSpPr>
        <p:grpSpPr>
          <a:xfrm>
            <a:off x="2874963" y="4362450"/>
            <a:ext cx="1277937" cy="1174750"/>
            <a:chOff x="1811" y="2748"/>
            <a:chExt cx="805" cy="740"/>
          </a:xfrm>
        </p:grpSpPr>
        <p:grpSp>
          <p:nvGrpSpPr>
            <p:cNvPr id="1288" name="Google Shape;1288;p19"/>
            <p:cNvGrpSpPr/>
            <p:nvPr/>
          </p:nvGrpSpPr>
          <p:grpSpPr>
            <a:xfrm>
              <a:off x="1826" y="3181"/>
              <a:ext cx="790" cy="307"/>
              <a:chOff x="1313" y="1534"/>
              <a:chExt cx="790" cy="307"/>
            </a:xfrm>
          </p:grpSpPr>
          <p:sp>
            <p:nvSpPr>
              <p:cNvPr id="1289" name="Google Shape;1289;p19"/>
              <p:cNvSpPr txBox="1"/>
              <p:nvPr/>
            </p:nvSpPr>
            <p:spPr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290" name="Google Shape;1290;p19"/>
              <p:cNvGrpSpPr/>
              <p:nvPr/>
            </p:nvGrpSpPr>
            <p:grpSpPr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1291" name="Google Shape;1291;p19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92" name="Google Shape;1292;p19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3" name="Google Shape;1293;p19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294" name="Google Shape;1294;p19"/>
              <p:cNvGrpSpPr/>
              <p:nvPr/>
            </p:nvGrpSpPr>
            <p:grpSpPr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1295" name="Google Shape;1295;p19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96" name="Google Shape;1296;p19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7" name="Google Shape;1297;p19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298" name="Google Shape;1298;p19"/>
              <p:cNvSpPr/>
              <p:nvPr/>
            </p:nvSpPr>
            <p:spPr>
              <a:xfrm>
                <a:off x="1611" y="1686"/>
                <a:ext cx="81" cy="14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p19"/>
              <p:cNvSpPr/>
              <p:nvPr/>
            </p:nvSpPr>
            <p:spPr>
              <a:xfrm>
                <a:off x="1692" y="1536"/>
                <a:ext cx="81" cy="15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p19"/>
              <p:cNvSpPr txBox="1"/>
              <p:nvPr/>
            </p:nvSpPr>
            <p:spPr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301" name="Google Shape;1301;p19"/>
              <p:cNvSpPr txBox="1"/>
              <p:nvPr/>
            </p:nvSpPr>
            <p:spPr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302" name="Google Shape;1302;p19"/>
              <p:cNvSpPr txBox="1"/>
              <p:nvPr/>
            </p:nvSpPr>
            <p:spPr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303" name="Google Shape;1303;p19"/>
              <p:cNvGrpSpPr/>
              <p:nvPr/>
            </p:nvGrpSpPr>
            <p:grpSpPr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1304" name="Google Shape;1304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305" name="Google Shape;1305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306" name="Google Shape;1306;p19"/>
              <p:cNvGrpSpPr/>
              <p:nvPr/>
            </p:nvGrpSpPr>
            <p:grpSpPr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1307" name="Google Shape;1307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308" name="Google Shape;1308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309" name="Google Shape;1309;p19"/>
              <p:cNvGrpSpPr/>
              <p:nvPr/>
            </p:nvGrpSpPr>
            <p:grpSpPr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1310" name="Google Shape;1310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311" name="Google Shape;1311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312" name="Google Shape;1312;p19"/>
              <p:cNvGrpSpPr/>
              <p:nvPr/>
            </p:nvGrpSpPr>
            <p:grpSpPr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1313" name="Google Shape;1313;p19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314" name="Google Shape;1314;p19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</p:grpSp>
        <p:grpSp>
          <p:nvGrpSpPr>
            <p:cNvPr id="1315" name="Google Shape;1315;p19"/>
            <p:cNvGrpSpPr/>
            <p:nvPr/>
          </p:nvGrpSpPr>
          <p:grpSpPr>
            <a:xfrm>
              <a:off x="1811" y="2748"/>
              <a:ext cx="787" cy="307"/>
              <a:chOff x="4928" y="1534"/>
              <a:chExt cx="787" cy="307"/>
            </a:xfrm>
          </p:grpSpPr>
          <p:grpSp>
            <p:nvGrpSpPr>
              <p:cNvPr id="1316" name="Google Shape;1316;p19"/>
              <p:cNvGrpSpPr/>
              <p:nvPr/>
            </p:nvGrpSpPr>
            <p:grpSpPr>
              <a:xfrm>
                <a:off x="5354" y="1534"/>
                <a:ext cx="361" cy="154"/>
                <a:chOff x="5009" y="1132"/>
                <a:chExt cx="361" cy="154"/>
              </a:xfrm>
            </p:grpSpPr>
            <p:sp>
              <p:nvSpPr>
                <p:cNvPr id="1317" name="Google Shape;1317;p19"/>
                <p:cNvSpPr txBox="1"/>
                <p:nvPr/>
              </p:nvSpPr>
              <p:spPr>
                <a:xfrm>
                  <a:off x="5009" y="113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grpSp>
              <p:nvGrpSpPr>
                <p:cNvPr id="1318" name="Google Shape;1318;p19"/>
                <p:cNvGrpSpPr/>
                <p:nvPr/>
              </p:nvGrpSpPr>
              <p:grpSpPr>
                <a:xfrm>
                  <a:off x="5049" y="1137"/>
                  <a:ext cx="258" cy="147"/>
                  <a:chOff x="1353" y="1539"/>
                  <a:chExt cx="258" cy="144"/>
                </a:xfrm>
              </p:grpSpPr>
              <p:sp>
                <p:nvSpPr>
                  <p:cNvPr id="1319" name="Google Shape;1319;p19"/>
                  <p:cNvSpPr/>
                  <p:nvPr/>
                </p:nvSpPr>
                <p:spPr>
                  <a:xfrm>
                    <a:off x="1353" y="1539"/>
                    <a:ext cx="258" cy="14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320" name="Google Shape;1320;p19"/>
                  <p:cNvCxnSpPr/>
                  <p:nvPr/>
                </p:nvCxnSpPr>
                <p:spPr>
                  <a:xfrm>
                    <a:off x="1521" y="1542"/>
                    <a:ext cx="0" cy="13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21" name="Google Shape;1321;p19"/>
                  <p:cNvCxnSpPr/>
                  <p:nvPr/>
                </p:nvCxnSpPr>
                <p:spPr>
                  <a:xfrm>
                    <a:off x="1437" y="1545"/>
                    <a:ext cx="0" cy="13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1322" name="Google Shape;1322;p19"/>
                <p:cNvSpPr txBox="1"/>
                <p:nvPr/>
              </p:nvSpPr>
              <p:spPr>
                <a:xfrm>
                  <a:off x="5087" y="113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323" name="Google Shape;1323;p19"/>
                <p:cNvSpPr txBox="1"/>
                <p:nvPr/>
              </p:nvSpPr>
              <p:spPr>
                <a:xfrm>
                  <a:off x="5174" y="113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1324" name="Google Shape;1324;p19"/>
              <p:cNvGrpSpPr/>
              <p:nvPr/>
            </p:nvGrpSpPr>
            <p:grpSpPr>
              <a:xfrm>
                <a:off x="4928" y="1536"/>
                <a:ext cx="550" cy="305"/>
                <a:chOff x="5114" y="1518"/>
                <a:chExt cx="550" cy="305"/>
              </a:xfrm>
            </p:grpSpPr>
            <p:grpSp>
              <p:nvGrpSpPr>
                <p:cNvPr id="1325" name="Google Shape;1325;p19"/>
                <p:cNvGrpSpPr/>
                <p:nvPr/>
              </p:nvGrpSpPr>
              <p:grpSpPr>
                <a:xfrm>
                  <a:off x="5375" y="1518"/>
                  <a:ext cx="196" cy="158"/>
                  <a:chOff x="5378" y="1518"/>
                  <a:chExt cx="196" cy="158"/>
                </a:xfrm>
              </p:grpSpPr>
              <p:sp>
                <p:nvSpPr>
                  <p:cNvPr id="1326" name="Google Shape;1326;p19"/>
                  <p:cNvSpPr/>
                  <p:nvPr/>
                </p:nvSpPr>
                <p:spPr>
                  <a:xfrm>
                    <a:off x="5418" y="1518"/>
                    <a:ext cx="81" cy="15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7" name="Google Shape;1327;p19"/>
                  <p:cNvSpPr txBox="1"/>
                  <p:nvPr/>
                </p:nvSpPr>
                <p:spPr>
                  <a:xfrm>
                    <a:off x="5378" y="152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</a:t>
                    </a:r>
                    <a:endParaRPr/>
                  </a:p>
                </p:txBody>
              </p:sp>
            </p:grpSp>
            <p:grpSp>
              <p:nvGrpSpPr>
                <p:cNvPr id="1328" name="Google Shape;1328;p19"/>
                <p:cNvGrpSpPr/>
                <p:nvPr/>
              </p:nvGrpSpPr>
              <p:grpSpPr>
                <a:xfrm>
                  <a:off x="5453" y="1666"/>
                  <a:ext cx="211" cy="157"/>
                  <a:chOff x="5261" y="1282"/>
                  <a:chExt cx="211" cy="157"/>
                </a:xfrm>
              </p:grpSpPr>
              <p:sp>
                <p:nvSpPr>
                  <p:cNvPr id="1329" name="Google Shape;1329;p19"/>
                  <p:cNvSpPr/>
                  <p:nvPr/>
                </p:nvSpPr>
                <p:spPr>
                  <a:xfrm>
                    <a:off x="5307" y="1284"/>
                    <a:ext cx="81" cy="14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330" name="Google Shape;1330;p19"/>
                  <p:cNvGrpSpPr/>
                  <p:nvPr/>
                </p:nvGrpSpPr>
                <p:grpSpPr>
                  <a:xfrm>
                    <a:off x="5261" y="1282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1331" name="Google Shape;1331;p19"/>
                    <p:cNvSpPr txBox="1"/>
                    <p:nvPr/>
                  </p:nvSpPr>
                  <p:spPr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p:txBody>
                </p:sp>
                <p:sp>
                  <p:nvSpPr>
                    <p:cNvPr id="1332" name="Google Shape;1332;p19"/>
                    <p:cNvSpPr txBox="1"/>
                    <p:nvPr/>
                  </p:nvSpPr>
                  <p:spPr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1333" name="Google Shape;1333;p19"/>
                <p:cNvGrpSpPr/>
                <p:nvPr/>
              </p:nvGrpSpPr>
              <p:grpSpPr>
                <a:xfrm>
                  <a:off x="5114" y="1663"/>
                  <a:ext cx="373" cy="160"/>
                  <a:chOff x="5426" y="1279"/>
                  <a:chExt cx="373" cy="160"/>
                </a:xfrm>
              </p:grpSpPr>
              <p:grpSp>
                <p:nvGrpSpPr>
                  <p:cNvPr id="1334" name="Google Shape;1334;p19"/>
                  <p:cNvGrpSpPr/>
                  <p:nvPr/>
                </p:nvGrpSpPr>
                <p:grpSpPr>
                  <a:xfrm>
                    <a:off x="5469" y="1284"/>
                    <a:ext cx="258" cy="144"/>
                    <a:chOff x="1353" y="1539"/>
                    <a:chExt cx="258" cy="144"/>
                  </a:xfrm>
                </p:grpSpPr>
                <p:sp>
                  <p:nvSpPr>
                    <p:cNvPr id="1335" name="Google Shape;1335;p19"/>
                    <p:cNvSpPr/>
                    <p:nvPr/>
                  </p:nvSpPr>
                  <p:spPr>
                    <a:xfrm>
                      <a:off x="1353" y="1539"/>
                      <a:ext cx="258" cy="144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336" name="Google Shape;1336;p19"/>
                    <p:cNvCxnSpPr/>
                    <p:nvPr/>
                  </p:nvCxnSpPr>
                  <p:spPr>
                    <a:xfrm>
                      <a:off x="1521" y="1542"/>
                      <a:ext cx="0" cy="138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337" name="Google Shape;1337;p19"/>
                    <p:cNvCxnSpPr/>
                    <p:nvPr/>
                  </p:nvCxnSpPr>
                  <p:spPr>
                    <a:xfrm>
                      <a:off x="1437" y="1545"/>
                      <a:ext cx="0" cy="138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1338" name="Google Shape;1338;p19"/>
                  <p:cNvGrpSpPr/>
                  <p:nvPr/>
                </p:nvGrpSpPr>
                <p:grpSpPr>
                  <a:xfrm>
                    <a:off x="5426" y="1282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1339" name="Google Shape;1339;p19"/>
                    <p:cNvSpPr txBox="1"/>
                    <p:nvPr/>
                  </p:nvSpPr>
                  <p:spPr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p:txBody>
                </p:sp>
                <p:sp>
                  <p:nvSpPr>
                    <p:cNvPr id="1340" name="Google Shape;1340;p19"/>
                    <p:cNvSpPr txBox="1"/>
                    <p:nvPr/>
                  </p:nvSpPr>
                  <p:spPr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p:txBody>
                </p:sp>
              </p:grpSp>
              <p:grpSp>
                <p:nvGrpSpPr>
                  <p:cNvPr id="1341" name="Google Shape;1341;p19"/>
                  <p:cNvGrpSpPr/>
                  <p:nvPr/>
                </p:nvGrpSpPr>
                <p:grpSpPr>
                  <a:xfrm>
                    <a:off x="5504" y="1282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1342" name="Google Shape;1342;p19"/>
                    <p:cNvSpPr txBox="1"/>
                    <p:nvPr/>
                  </p:nvSpPr>
                  <p:spPr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p:txBody>
                </p:sp>
                <p:sp>
                  <p:nvSpPr>
                    <p:cNvPr id="1343" name="Google Shape;1343;p19"/>
                    <p:cNvSpPr txBox="1"/>
                    <p:nvPr/>
                  </p:nvSpPr>
                  <p:spPr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p:txBody>
                </p:sp>
              </p:grpSp>
              <p:grpSp>
                <p:nvGrpSpPr>
                  <p:cNvPr id="1344" name="Google Shape;1344;p19"/>
                  <p:cNvGrpSpPr/>
                  <p:nvPr/>
                </p:nvGrpSpPr>
                <p:grpSpPr>
                  <a:xfrm>
                    <a:off x="5588" y="1279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1345" name="Google Shape;1345;p19"/>
                    <p:cNvSpPr txBox="1"/>
                    <p:nvPr/>
                  </p:nvSpPr>
                  <p:spPr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p:txBody>
                </p:sp>
                <p:sp>
                  <p:nvSpPr>
                    <p:cNvPr id="1346" name="Google Shape;1346;p19"/>
                    <p:cNvSpPr txBox="1"/>
                    <p:nvPr/>
                  </p:nvSpPr>
                  <p:spPr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p:txBody>
                </p:sp>
              </p:grpSp>
            </p:grpSp>
          </p:grpSp>
        </p:grpSp>
      </p:grpSp>
      <p:sp>
        <p:nvSpPr>
          <p:cNvPr id="1347" name="Google Shape;1347;p19"/>
          <p:cNvSpPr txBox="1"/>
          <p:nvPr/>
        </p:nvSpPr>
        <p:spPr>
          <a:xfrm>
            <a:off x="7389813" y="4922838"/>
            <a:ext cx="893762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slot 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  <p:sp>
        <p:nvSpPr>
          <p:cNvPr id="1348" name="Google Shape;1348;p19"/>
          <p:cNvSpPr txBox="1"/>
          <p:nvPr/>
        </p:nvSpPr>
        <p:spPr>
          <a:xfrm>
            <a:off x="6346825" y="4941888"/>
            <a:ext cx="893763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slot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  <p:cxnSp>
        <p:nvCxnSpPr>
          <p:cNvPr id="1349" name="Google Shape;1349;p19"/>
          <p:cNvCxnSpPr/>
          <p:nvPr/>
        </p:nvCxnSpPr>
        <p:spPr>
          <a:xfrm flipH="1">
            <a:off x="6272213" y="4281488"/>
            <a:ext cx="9525" cy="947737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50" name="Google Shape;1350;p19"/>
          <p:cNvCxnSpPr/>
          <p:nvPr/>
        </p:nvCxnSpPr>
        <p:spPr>
          <a:xfrm flipH="1">
            <a:off x="7343775" y="4262438"/>
            <a:ext cx="9525" cy="947737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51" name="Google Shape;1351;p19"/>
          <p:cNvCxnSpPr/>
          <p:nvPr/>
        </p:nvCxnSpPr>
        <p:spPr>
          <a:xfrm flipH="1">
            <a:off x="8458200" y="4271963"/>
            <a:ext cx="9525" cy="947737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52" name="Google Shape;1352;p19"/>
          <p:cNvSpPr txBox="1"/>
          <p:nvPr/>
        </p:nvSpPr>
        <p:spPr>
          <a:xfrm>
            <a:off x="1233488" y="5446713"/>
            <a:ext cx="10969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receiver</a:t>
            </a:r>
            <a:endParaRPr/>
          </a:p>
        </p:txBody>
      </p:sp>
      <p:sp>
        <p:nvSpPr>
          <p:cNvPr id="1353" name="Google Shape;1353;p19"/>
          <p:cNvSpPr txBox="1"/>
          <p:nvPr/>
        </p:nvSpPr>
        <p:spPr>
          <a:xfrm>
            <a:off x="2319338" y="5068888"/>
            <a:ext cx="679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/>
          </a:p>
        </p:txBody>
      </p:sp>
      <p:sp>
        <p:nvSpPr>
          <p:cNvPr id="1354" name="Google Shape;1354;p19"/>
          <p:cNvSpPr txBox="1"/>
          <p:nvPr/>
        </p:nvSpPr>
        <p:spPr>
          <a:xfrm>
            <a:off x="1341438" y="4303713"/>
            <a:ext cx="1047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received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/>
          </a:p>
        </p:txBody>
      </p:sp>
      <p:cxnSp>
        <p:nvCxnSpPr>
          <p:cNvPr id="1355" name="Google Shape;1355;p19"/>
          <p:cNvCxnSpPr/>
          <p:nvPr/>
        </p:nvCxnSpPr>
        <p:spPr>
          <a:xfrm>
            <a:off x="5965825" y="4668838"/>
            <a:ext cx="319088" cy="476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356" name="Google Shape;1356;p19"/>
          <p:cNvGrpSpPr/>
          <p:nvPr/>
        </p:nvGrpSpPr>
        <p:grpSpPr>
          <a:xfrm>
            <a:off x="5003800" y="3530600"/>
            <a:ext cx="1517650" cy="977900"/>
            <a:chOff x="4239" y="2007"/>
            <a:chExt cx="956" cy="616"/>
          </a:xfrm>
        </p:grpSpPr>
        <p:sp>
          <p:nvSpPr>
            <p:cNvPr id="1357" name="Google Shape;1357;p19"/>
            <p:cNvSpPr txBox="1"/>
            <p:nvPr/>
          </p:nvSpPr>
          <p:spPr>
            <a:xfrm>
              <a:off x="4239" y="2047"/>
              <a:ext cx="956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 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</a:t>
              </a:r>
              <a:r>
                <a:rPr lang="en-US" sz="28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Σ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i,m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sp>
          <p:nvSpPr>
            <p:cNvPr id="1358" name="Google Shape;1358;p19"/>
            <p:cNvSpPr txBox="1"/>
            <p:nvPr/>
          </p:nvSpPr>
          <p:spPr>
            <a:xfrm>
              <a:off x="4498" y="2258"/>
              <a:ext cx="305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m=1</a:t>
              </a:r>
              <a:endParaRPr/>
            </a:p>
          </p:txBody>
        </p:sp>
        <p:sp>
          <p:nvSpPr>
            <p:cNvPr id="1359" name="Google Shape;1359;p19"/>
            <p:cNvSpPr txBox="1"/>
            <p:nvPr/>
          </p:nvSpPr>
          <p:spPr>
            <a:xfrm>
              <a:off x="4541" y="2007"/>
              <a:ext cx="196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sp>
          <p:nvSpPr>
            <p:cNvPr id="1360" name="Google Shape;1360;p19"/>
            <p:cNvSpPr txBox="1"/>
            <p:nvPr/>
          </p:nvSpPr>
          <p:spPr>
            <a:xfrm>
              <a:off x="4718" y="2392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361" name="Google Shape;1361;p19"/>
            <p:cNvCxnSpPr/>
            <p:nvPr/>
          </p:nvCxnSpPr>
          <p:spPr>
            <a:xfrm>
              <a:off x="4561" y="2410"/>
              <a:ext cx="55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62" name="Google Shape;1362;p19"/>
          <p:cNvSpPr/>
          <p:nvPr/>
        </p:nvSpPr>
        <p:spPr>
          <a:xfrm>
            <a:off x="7745413" y="2060575"/>
            <a:ext cx="341312" cy="1376363"/>
          </a:xfrm>
          <a:custGeom>
            <a:rect b="b" l="l" r="r" t="t"/>
            <a:pathLst>
              <a:path extrusionOk="0" h="819" w="215">
                <a:moveTo>
                  <a:pt x="0" y="0"/>
                </a:moveTo>
                <a:lnTo>
                  <a:pt x="215" y="0"/>
                </a:lnTo>
                <a:lnTo>
                  <a:pt x="215" y="819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3" name="Google Shape;1363;p19"/>
          <p:cNvCxnSpPr/>
          <p:nvPr/>
        </p:nvCxnSpPr>
        <p:spPr>
          <a:xfrm rot="10800000">
            <a:off x="2522538" y="3436938"/>
            <a:ext cx="5553075" cy="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4" name="Google Shape;1364;p19"/>
          <p:cNvSpPr/>
          <p:nvPr/>
        </p:nvSpPr>
        <p:spPr>
          <a:xfrm>
            <a:off x="2522538" y="3436938"/>
            <a:ext cx="396875" cy="1157287"/>
          </a:xfrm>
          <a:custGeom>
            <a:rect b="b" l="l" r="r" t="t"/>
            <a:pathLst>
              <a:path extrusionOk="0" h="729" w="250">
                <a:moveTo>
                  <a:pt x="0" y="0"/>
                </a:moveTo>
                <a:lnTo>
                  <a:pt x="0" y="729"/>
                </a:lnTo>
                <a:lnTo>
                  <a:pt x="250" y="729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derline_base" id="1365" name="Google Shape;13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513" y="811213"/>
            <a:ext cx="54848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19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7" name="Google Shape;1367;p19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20"/>
          <p:cNvSpPr txBox="1"/>
          <p:nvPr>
            <p:ph type="title"/>
          </p:nvPr>
        </p:nvSpPr>
        <p:spPr>
          <a:xfrm>
            <a:off x="330200" y="111125"/>
            <a:ext cx="7772400" cy="1036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CDMA: two-sender interference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5" id="1374" name="Google Shape;13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1450" y="1181100"/>
            <a:ext cx="5026025" cy="5322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rline_base" id="1375" name="Google Shape;13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188" y="825500"/>
            <a:ext cx="63992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20"/>
          <p:cNvSpPr txBox="1"/>
          <p:nvPr/>
        </p:nvSpPr>
        <p:spPr>
          <a:xfrm>
            <a:off x="6488113" y="4802188"/>
            <a:ext cx="2486025" cy="12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using same code as sender 1, receiver recovers sender 1’s original data from summed channel data!</a:t>
            </a:r>
            <a:endParaRPr/>
          </a:p>
        </p:txBody>
      </p:sp>
      <p:sp>
        <p:nvSpPr>
          <p:cNvPr id="1377" name="Google Shape;1377;p20"/>
          <p:cNvSpPr txBox="1"/>
          <p:nvPr/>
        </p:nvSpPr>
        <p:spPr>
          <a:xfrm>
            <a:off x="417513" y="1773238"/>
            <a:ext cx="24860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Sender 1</a:t>
            </a:r>
            <a:endParaRPr/>
          </a:p>
        </p:txBody>
      </p:sp>
      <p:sp>
        <p:nvSpPr>
          <p:cNvPr id="1378" name="Google Shape;1378;p20"/>
          <p:cNvSpPr txBox="1"/>
          <p:nvPr/>
        </p:nvSpPr>
        <p:spPr>
          <a:xfrm>
            <a:off x="423863" y="2840038"/>
            <a:ext cx="24860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Sender 2</a:t>
            </a:r>
            <a:endParaRPr/>
          </a:p>
        </p:txBody>
      </p:sp>
      <p:sp>
        <p:nvSpPr>
          <p:cNvPr id="1379" name="Google Shape;1379;p20"/>
          <p:cNvSpPr txBox="1"/>
          <p:nvPr/>
        </p:nvSpPr>
        <p:spPr>
          <a:xfrm>
            <a:off x="6399213" y="1076325"/>
            <a:ext cx="2484437" cy="922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channel sums together transmissions by sender 1 and 2</a:t>
            </a:r>
            <a:endParaRPr/>
          </a:p>
        </p:txBody>
      </p:sp>
      <p:cxnSp>
        <p:nvCxnSpPr>
          <p:cNvPr id="1380" name="Google Shape;1380;p20"/>
          <p:cNvCxnSpPr/>
          <p:nvPr/>
        </p:nvCxnSpPr>
        <p:spPr>
          <a:xfrm flipH="1">
            <a:off x="6015038" y="1316038"/>
            <a:ext cx="438150" cy="646112"/>
          </a:xfrm>
          <a:prstGeom prst="straightConnector1">
            <a:avLst/>
          </a:prstGeom>
          <a:noFill/>
          <a:ln cap="flat" cmpd="sng" w="25400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1" name="Google Shape;1381;p20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82" name="Google Shape;1382;p20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21"/>
          <p:cNvSpPr txBox="1"/>
          <p:nvPr>
            <p:ph type="title"/>
          </p:nvPr>
        </p:nvSpPr>
        <p:spPr>
          <a:xfrm>
            <a:off x="533400" y="1682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Chapter 7 outline</a:t>
            </a:r>
            <a:endParaRPr/>
          </a:p>
        </p:txBody>
      </p:sp>
      <p:sp>
        <p:nvSpPr>
          <p:cNvPr id="1389" name="Google Shape;1389;p21"/>
          <p:cNvSpPr txBox="1"/>
          <p:nvPr>
            <p:ph idx="1" type="body"/>
          </p:nvPr>
        </p:nvSpPr>
        <p:spPr>
          <a:xfrm>
            <a:off x="533400" y="1519238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7.1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Introduction 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 u="sng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Wireless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7.2</a:t>
            </a:r>
            <a:r>
              <a:rPr lang="en-US" sz="2400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Wireless links, characteristics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CDMA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7.3 IEEE 802.11 wireless LANs (“Wi-Fi”)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7.4</a:t>
            </a:r>
            <a:r>
              <a:rPr lang="en-US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Cellular Internet Access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architecture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standards (e.g., 3G, LTE, 4G and 5G)</a:t>
            </a:r>
            <a:endParaRPr/>
          </a:p>
        </p:txBody>
      </p:sp>
      <p:sp>
        <p:nvSpPr>
          <p:cNvPr id="1390" name="Google Shape;1390;p21"/>
          <p:cNvSpPr txBox="1"/>
          <p:nvPr>
            <p:ph idx="2" type="body"/>
          </p:nvPr>
        </p:nvSpPr>
        <p:spPr>
          <a:xfrm>
            <a:off x="4495800" y="1519238"/>
            <a:ext cx="405447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 u="sng">
                <a:solidFill>
                  <a:srgbClr val="000099"/>
                </a:solidFill>
              </a:rPr>
              <a:t>Mobility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</a:rPr>
              <a:t>7.5</a:t>
            </a:r>
            <a:r>
              <a:rPr lang="en-US" sz="2400"/>
              <a:t> Principles: addressing and routing to mobile users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</a:rPr>
              <a:t>7.6</a:t>
            </a:r>
            <a:r>
              <a:rPr lang="en-US" sz="2400"/>
              <a:t> Mobile IP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</a:rPr>
              <a:t>7.7</a:t>
            </a:r>
            <a:r>
              <a:rPr lang="en-US" sz="2400"/>
              <a:t> Handling mobility in cellular networks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</a:rPr>
              <a:t>7.8</a:t>
            </a:r>
            <a:r>
              <a:rPr lang="en-US" sz="2400"/>
              <a:t> Mobility and higher-layer protocols</a:t>
            </a:r>
            <a:endParaRPr/>
          </a:p>
        </p:txBody>
      </p:sp>
      <p:pic>
        <p:nvPicPr>
          <p:cNvPr descr="underline_base" id="1391" name="Google Shape;13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38" y="1017588"/>
            <a:ext cx="41132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21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93" name="Google Shape;1393;p21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22"/>
          <p:cNvSpPr txBox="1"/>
          <p:nvPr>
            <p:ph type="title"/>
          </p:nvPr>
        </p:nvSpPr>
        <p:spPr>
          <a:xfrm>
            <a:off x="526851" y="336192"/>
            <a:ext cx="7886700" cy="67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IEEE 802.11 Wireless LAN</a:t>
            </a:r>
            <a:endParaRPr/>
          </a:p>
        </p:txBody>
      </p:sp>
      <p:sp>
        <p:nvSpPr>
          <p:cNvPr id="1400" name="Google Shape;1400;p22"/>
          <p:cNvSpPr txBox="1"/>
          <p:nvPr>
            <p:ph idx="12" type="sldNum"/>
          </p:nvPr>
        </p:nvSpPr>
        <p:spPr>
          <a:xfrm>
            <a:off x="6400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Wireless and Mobile Networks: 7- </a:t>
            </a:r>
            <a:fld id="{00000000-1234-1234-1234-123412341234}" type="slidenum"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100">
              <a:solidFill>
                <a:srgbClr val="7F7F7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1401" name="Google Shape;1401;p22"/>
          <p:cNvGraphicFramePr/>
          <p:nvPr/>
        </p:nvGraphicFramePr>
        <p:xfrm>
          <a:off x="739378" y="150537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{9758D0AF-A450-474D-B81D-3D948D419B95}</a:tableStyleId>
              </a:tblPr>
              <a:tblGrid>
                <a:gridCol w="2009775"/>
                <a:gridCol w="1064175"/>
                <a:gridCol w="1473800"/>
                <a:gridCol w="1072000"/>
                <a:gridCol w="197167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IEEE 802.11 standard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Year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Max data rate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Range 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Frequency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802.11b</a:t>
                      </a:r>
                      <a:endParaRPr b="0"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1999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 Mbps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30 m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2.4 Ghz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802.11g</a:t>
                      </a:r>
                      <a:endParaRPr b="0"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2003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54 Mbps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30m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2.4 Ghz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</a:tr>
              <a:tr h="38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802.11n  (WiFi 4)</a:t>
                      </a:r>
                      <a:endParaRPr b="0"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2009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600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70m 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2.4, 5 Ghz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</a:tr>
              <a:tr h="38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802.11ac (WiFi 5)</a:t>
                      </a:r>
                      <a:endParaRPr b="0"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2013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 3.47Gpbs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70m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 5 Ghz 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</a:tr>
              <a:tr h="38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802.11ax (WiFi 6)</a:t>
                      </a:r>
                      <a:endParaRPr b="0"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2020 </a:t>
                      </a:r>
                      <a:r>
                        <a:rPr lang="en-US" sz="1200" u="none" cap="none" strike="noStrike"/>
                        <a:t>(exp.)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14 Gbps 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70m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2.4, 5 Ghz 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802.11af</a:t>
                      </a:r>
                      <a:endParaRPr b="0"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2014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35 – 560 Mbps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 Km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unused TV bands (54-790 MHz)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802.11ah</a:t>
                      </a:r>
                      <a:endParaRPr b="0"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2017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347Mbps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 Km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900 Mhz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51425" marL="51425"/>
                </a:tc>
              </a:tr>
            </a:tbl>
          </a:graphicData>
        </a:graphic>
      </p:graphicFrame>
      <p:sp>
        <p:nvSpPr>
          <p:cNvPr id="1402" name="Google Shape;1402;p22"/>
          <p:cNvSpPr/>
          <p:nvPr/>
        </p:nvSpPr>
        <p:spPr>
          <a:xfrm>
            <a:off x="739378" y="5073254"/>
            <a:ext cx="7461647" cy="789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8360" lvl="0" marL="20836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use CSMA/CA for multiple access, and have base-station and ad-hoc network versions</a:t>
            </a:r>
            <a:endParaRPr/>
          </a:p>
        </p:txBody>
      </p:sp>
      <p:pic>
        <p:nvPicPr>
          <p:cNvPr descr="underline_base" id="1403" name="Google Shape;14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851" y="943984"/>
            <a:ext cx="6399212" cy="173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zzle" id="1404" name="Google Shape;14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653558">
            <a:off x="8187251" y="124899"/>
            <a:ext cx="603250" cy="60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23"/>
          <p:cNvSpPr txBox="1"/>
          <p:nvPr>
            <p:ph type="title"/>
          </p:nvPr>
        </p:nvSpPr>
        <p:spPr>
          <a:xfrm>
            <a:off x="523875" y="147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802.11 LAN architecture</a:t>
            </a:r>
            <a:endParaRPr/>
          </a:p>
        </p:txBody>
      </p:sp>
      <p:sp>
        <p:nvSpPr>
          <p:cNvPr id="1411" name="Google Shape;1411;p23"/>
          <p:cNvSpPr/>
          <p:nvPr/>
        </p:nvSpPr>
        <p:spPr>
          <a:xfrm>
            <a:off x="4355619" y="1729346"/>
            <a:ext cx="4614201" cy="434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wireless host communicates with base station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base station = access point (AP</a:t>
            </a:r>
            <a:r>
              <a:rPr b="0" i="0" lang="en-US" sz="2000" u="none" cap="none" strike="noStrik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Basic Service Set (BSS)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(aka “cell”) in infrastructure mode contains:</a:t>
            </a:r>
            <a:endParaRPr/>
          </a:p>
          <a:p>
            <a:pPr indent="-238125" lvl="1" marL="6953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wireless hosts</a:t>
            </a:r>
            <a:endParaRPr/>
          </a:p>
          <a:p>
            <a:pPr indent="-238125" lvl="1" marL="6953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access point (AP): base station</a:t>
            </a:r>
            <a:endParaRPr/>
          </a:p>
          <a:p>
            <a:pPr indent="-238125" lvl="1" marL="6953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 hoc mode: hosts only</a:t>
            </a:r>
            <a:endParaRPr/>
          </a:p>
        </p:txBody>
      </p:sp>
      <p:grpSp>
        <p:nvGrpSpPr>
          <p:cNvPr id="1412" name="Google Shape;1412;p23"/>
          <p:cNvGrpSpPr/>
          <p:nvPr/>
        </p:nvGrpSpPr>
        <p:grpSpPr>
          <a:xfrm>
            <a:off x="591490" y="1521652"/>
            <a:ext cx="3395294" cy="4101908"/>
            <a:chOff x="487363" y="1503363"/>
            <a:chExt cx="4251325" cy="4949825"/>
          </a:xfrm>
        </p:grpSpPr>
        <p:grpSp>
          <p:nvGrpSpPr>
            <p:cNvPr id="1413" name="Google Shape;1413;p23"/>
            <p:cNvGrpSpPr/>
            <p:nvPr/>
          </p:nvGrpSpPr>
          <p:grpSpPr>
            <a:xfrm>
              <a:off x="3013075" y="3606800"/>
              <a:ext cx="417513" cy="192088"/>
              <a:chOff x="3600" y="219"/>
              <a:chExt cx="360" cy="175"/>
            </a:xfrm>
          </p:grpSpPr>
          <p:sp>
            <p:nvSpPr>
              <p:cNvPr id="1414" name="Google Shape;1414;p23"/>
              <p:cNvSpPr/>
              <p:nvPr/>
            </p:nvSpPr>
            <p:spPr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15" name="Google Shape;1415;p23"/>
              <p:cNvCxnSpPr/>
              <p:nvPr/>
            </p:nvCxnSpPr>
            <p:spPr>
              <a:xfrm>
                <a:off x="3603" y="288"/>
                <a:ext cx="0" cy="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6" name="Google Shape;1416;p23"/>
              <p:cNvCxnSpPr/>
              <p:nvPr/>
            </p:nvCxnSpPr>
            <p:spPr>
              <a:xfrm>
                <a:off x="3960" y="288"/>
                <a:ext cx="0" cy="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7" name="Google Shape;1417;p23"/>
              <p:cNvSpPr/>
              <p:nvPr/>
            </p:nvSpPr>
            <p:spPr>
              <a:xfrm>
                <a:off x="3603" y="288"/>
                <a:ext cx="355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19" name="Google Shape;1419;p23"/>
              <p:cNvGrpSpPr/>
              <p:nvPr/>
            </p:nvGrpSpPr>
            <p:grpSpPr>
              <a:xfrm>
                <a:off x="3686" y="243"/>
                <a:ext cx="176" cy="67"/>
                <a:chOff x="2848" y="847"/>
                <a:chExt cx="139" cy="100"/>
              </a:xfrm>
            </p:grpSpPr>
            <p:cxnSp>
              <p:nvCxnSpPr>
                <p:cNvPr id="1420" name="Google Shape;1420;p23"/>
                <p:cNvCxnSpPr/>
                <p:nvPr/>
              </p:nvCxnSpPr>
              <p:spPr>
                <a:xfrm flipH="1" rot="10800000">
                  <a:off x="2848" y="847"/>
                  <a:ext cx="50" cy="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21" name="Google Shape;1421;p23"/>
                <p:cNvCxnSpPr/>
                <p:nvPr/>
              </p:nvCxnSpPr>
              <p:spPr>
                <a:xfrm>
                  <a:off x="2943" y="946"/>
                  <a:ext cx="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22" name="Google Shape;1422;p23"/>
                <p:cNvCxnSpPr/>
                <p:nvPr/>
              </p:nvCxnSpPr>
              <p:spPr>
                <a:xfrm>
                  <a:off x="2894" y="850"/>
                  <a:ext cx="52" cy="9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423" name="Google Shape;1423;p23"/>
              <p:cNvGrpSpPr/>
              <p:nvPr/>
            </p:nvGrpSpPr>
            <p:grpSpPr>
              <a:xfrm flipH="1" rot="10800000">
                <a:off x="3686" y="244"/>
                <a:ext cx="176" cy="65"/>
                <a:chOff x="2848" y="848"/>
                <a:chExt cx="139" cy="97"/>
              </a:xfrm>
            </p:grpSpPr>
            <p:cxnSp>
              <p:nvCxnSpPr>
                <p:cNvPr id="1424" name="Google Shape;1424;p23"/>
                <p:cNvCxnSpPr/>
                <p:nvPr/>
              </p:nvCxnSpPr>
              <p:spPr>
                <a:xfrm flipH="1" rot="10800000">
                  <a:off x="2848" y="848"/>
                  <a:ext cx="50" cy="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25" name="Google Shape;1425;p23"/>
                <p:cNvCxnSpPr/>
                <p:nvPr/>
              </p:nvCxnSpPr>
              <p:spPr>
                <a:xfrm>
                  <a:off x="2943" y="945"/>
                  <a:ext cx="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26" name="Google Shape;1426;p23"/>
                <p:cNvCxnSpPr/>
                <p:nvPr/>
              </p:nvCxnSpPr>
              <p:spPr>
                <a:xfrm>
                  <a:off x="2894" y="851"/>
                  <a:ext cx="52" cy="9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1427" name="Google Shape;1427;p23"/>
            <p:cNvSpPr txBox="1"/>
            <p:nvPr/>
          </p:nvSpPr>
          <p:spPr>
            <a:xfrm>
              <a:off x="917575" y="4652963"/>
              <a:ext cx="1054100" cy="3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BSS 1</a:t>
              </a:r>
              <a:endParaRPr/>
            </a:p>
          </p:txBody>
        </p:sp>
        <p:sp>
          <p:nvSpPr>
            <p:cNvPr id="1428" name="Google Shape;1428;p23"/>
            <p:cNvSpPr txBox="1"/>
            <p:nvPr/>
          </p:nvSpPr>
          <p:spPr>
            <a:xfrm>
              <a:off x="3211513" y="6086475"/>
              <a:ext cx="854075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BSS 2</a:t>
              </a:r>
              <a:endParaRPr/>
            </a:p>
          </p:txBody>
        </p:sp>
        <p:cxnSp>
          <p:nvCxnSpPr>
            <p:cNvPr id="1429" name="Google Shape;1429;p23"/>
            <p:cNvCxnSpPr/>
            <p:nvPr/>
          </p:nvCxnSpPr>
          <p:spPr>
            <a:xfrm flipH="1" rot="10800000">
              <a:off x="3176588" y="2684463"/>
              <a:ext cx="214312" cy="908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30" name="Google Shape;1430;p23"/>
            <p:cNvGrpSpPr/>
            <p:nvPr/>
          </p:nvGrpSpPr>
          <p:grpSpPr>
            <a:xfrm>
              <a:off x="2447925" y="1503363"/>
              <a:ext cx="1978025" cy="1444625"/>
              <a:chOff x="3744" y="1392"/>
              <a:chExt cx="1488" cy="1110"/>
            </a:xfrm>
          </p:grpSpPr>
          <p:sp>
            <p:nvSpPr>
              <p:cNvPr id="1431" name="Google Shape;1431;p23"/>
              <p:cNvSpPr/>
              <p:nvPr/>
            </p:nvSpPr>
            <p:spPr>
              <a:xfrm>
                <a:off x="3744" y="1392"/>
                <a:ext cx="1488" cy="1110"/>
              </a:xfrm>
              <a:custGeom>
                <a:rect b="b" l="l" r="r" t="t"/>
                <a:pathLst>
                  <a:path extrusionOk="0" h="1662" w="2135">
                    <a:moveTo>
                      <a:pt x="27" y="652"/>
                    </a:moveTo>
                    <a:cubicBezTo>
                      <a:pt x="14" y="487"/>
                      <a:pt x="0" y="152"/>
                      <a:pt x="105" y="76"/>
                    </a:cubicBezTo>
                    <a:cubicBezTo>
                      <a:pt x="210" y="0"/>
                      <a:pt x="473" y="192"/>
                      <a:pt x="657" y="196"/>
                    </a:cubicBezTo>
                    <a:cubicBezTo>
                      <a:pt x="841" y="200"/>
                      <a:pt x="985" y="65"/>
                      <a:pt x="1209" y="100"/>
                    </a:cubicBezTo>
                    <a:cubicBezTo>
                      <a:pt x="1433" y="135"/>
                      <a:pt x="1867" y="232"/>
                      <a:pt x="2001" y="406"/>
                    </a:cubicBezTo>
                    <a:cubicBezTo>
                      <a:pt x="2135" y="580"/>
                      <a:pt x="2083" y="945"/>
                      <a:pt x="2013" y="1144"/>
                    </a:cubicBezTo>
                    <a:cubicBezTo>
                      <a:pt x="1943" y="1343"/>
                      <a:pt x="1781" y="1538"/>
                      <a:pt x="1581" y="1600"/>
                    </a:cubicBezTo>
                    <a:cubicBezTo>
                      <a:pt x="1381" y="1662"/>
                      <a:pt x="993" y="1571"/>
                      <a:pt x="813" y="1516"/>
                    </a:cubicBezTo>
                    <a:cubicBezTo>
                      <a:pt x="633" y="1461"/>
                      <a:pt x="606" y="1345"/>
                      <a:pt x="501" y="1270"/>
                    </a:cubicBezTo>
                    <a:cubicBezTo>
                      <a:pt x="396" y="1195"/>
                      <a:pt x="262" y="1169"/>
                      <a:pt x="183" y="1066"/>
                    </a:cubicBezTo>
                    <a:cubicBezTo>
                      <a:pt x="104" y="963"/>
                      <a:pt x="25" y="819"/>
                      <a:pt x="27" y="652"/>
                    </a:cubicBezTo>
                    <a:close/>
                  </a:path>
                </a:pathLst>
              </a:custGeom>
              <a:solidFill>
                <a:srgbClr val="00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23"/>
              <p:cNvSpPr txBox="1"/>
              <p:nvPr/>
            </p:nvSpPr>
            <p:spPr>
              <a:xfrm>
                <a:off x="4129" y="1776"/>
                <a:ext cx="727" cy="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Internet</a:t>
                </a:r>
                <a:endParaRPr/>
              </a:p>
            </p:txBody>
          </p:sp>
        </p:grpSp>
        <p:sp>
          <p:nvSpPr>
            <p:cNvPr id="1433" name="Google Shape;1433;p23"/>
            <p:cNvSpPr txBox="1"/>
            <p:nvPr/>
          </p:nvSpPr>
          <p:spPr>
            <a:xfrm>
              <a:off x="3348038" y="3408363"/>
              <a:ext cx="139065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hub, switch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 router</a:t>
              </a:r>
              <a:endParaRPr/>
            </a:p>
          </p:txBody>
        </p:sp>
        <p:sp>
          <p:nvSpPr>
            <p:cNvPr id="1434" name="Google Shape;1434;p23"/>
            <p:cNvSpPr/>
            <p:nvPr/>
          </p:nvSpPr>
          <p:spPr>
            <a:xfrm>
              <a:off x="487363" y="2874963"/>
              <a:ext cx="1960562" cy="1798637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5" name="Google Shape;1435;p23"/>
            <p:cNvGrpSpPr/>
            <p:nvPr/>
          </p:nvGrpSpPr>
          <p:grpSpPr>
            <a:xfrm>
              <a:off x="1554163" y="3302000"/>
              <a:ext cx="639762" cy="581025"/>
              <a:chOff x="2967" y="478"/>
              <a:chExt cx="788" cy="625"/>
            </a:xfrm>
          </p:grpSpPr>
          <p:pic>
            <p:nvPicPr>
              <p:cNvPr descr="access_point_stylized_small" id="1436" name="Google Shape;1436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437" name="Google Shape;1437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38" name="Google Shape;1438;p23"/>
            <p:cNvGrpSpPr/>
            <p:nvPr/>
          </p:nvGrpSpPr>
          <p:grpSpPr>
            <a:xfrm>
              <a:off x="1798638" y="3860800"/>
              <a:ext cx="436562" cy="498475"/>
              <a:chOff x="313" y="1497"/>
              <a:chExt cx="1152" cy="1014"/>
            </a:xfrm>
          </p:grpSpPr>
          <p:pic>
            <p:nvPicPr>
              <p:cNvPr descr="laptop_stylized_small" id="1439" name="Google Shape;1439;p2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440" name="Google Shape;1440;p2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41" name="Google Shape;1441;p23"/>
            <p:cNvGrpSpPr/>
            <p:nvPr/>
          </p:nvGrpSpPr>
          <p:grpSpPr>
            <a:xfrm>
              <a:off x="1127125" y="3068638"/>
              <a:ext cx="446088" cy="382587"/>
              <a:chOff x="2751" y="1851"/>
              <a:chExt cx="462" cy="478"/>
            </a:xfrm>
          </p:grpSpPr>
          <p:pic>
            <p:nvPicPr>
              <p:cNvPr descr="iphone_stylized_small" id="1442" name="Google Shape;1442;p2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443" name="Google Shape;1443;p2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44" name="Google Shape;1444;p23"/>
            <p:cNvGrpSpPr/>
            <p:nvPr/>
          </p:nvGrpSpPr>
          <p:grpSpPr>
            <a:xfrm>
              <a:off x="1147763" y="3738563"/>
              <a:ext cx="436562" cy="498475"/>
              <a:chOff x="313" y="1497"/>
              <a:chExt cx="1152" cy="1014"/>
            </a:xfrm>
          </p:grpSpPr>
          <p:pic>
            <p:nvPicPr>
              <p:cNvPr descr="laptop_stylized_small" id="1445" name="Google Shape;1445;p2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446" name="Google Shape;1446;p2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47" name="Google Shape;1447;p23"/>
            <p:cNvGrpSpPr/>
            <p:nvPr/>
          </p:nvGrpSpPr>
          <p:grpSpPr>
            <a:xfrm>
              <a:off x="720725" y="3352800"/>
              <a:ext cx="438150" cy="498475"/>
              <a:chOff x="313" y="1497"/>
              <a:chExt cx="1152" cy="1014"/>
            </a:xfrm>
          </p:grpSpPr>
          <p:pic>
            <p:nvPicPr>
              <p:cNvPr descr="laptop_stylized_small" id="1448" name="Google Shape;1448;p2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449" name="Google Shape;1449;p23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1450" name="Google Shape;1450;p23"/>
            <p:cNvCxnSpPr/>
            <p:nvPr/>
          </p:nvCxnSpPr>
          <p:spPr>
            <a:xfrm>
              <a:off x="1990725" y="3732213"/>
              <a:ext cx="10223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51" name="Google Shape;1451;p23"/>
            <p:cNvSpPr/>
            <p:nvPr/>
          </p:nvSpPr>
          <p:spPr>
            <a:xfrm>
              <a:off x="2682875" y="4195763"/>
              <a:ext cx="1960563" cy="1798637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52" name="Google Shape;1452;p23"/>
            <p:cNvGrpSpPr/>
            <p:nvPr/>
          </p:nvGrpSpPr>
          <p:grpSpPr>
            <a:xfrm>
              <a:off x="3749675" y="4622800"/>
              <a:ext cx="639763" cy="581025"/>
              <a:chOff x="2967" y="478"/>
              <a:chExt cx="788" cy="625"/>
            </a:xfrm>
          </p:grpSpPr>
          <p:pic>
            <p:nvPicPr>
              <p:cNvPr descr="access_point_stylized_small" id="1453" name="Google Shape;1453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454" name="Google Shape;1454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55" name="Google Shape;1455;p23"/>
            <p:cNvGrpSpPr/>
            <p:nvPr/>
          </p:nvGrpSpPr>
          <p:grpSpPr>
            <a:xfrm>
              <a:off x="3992563" y="5181600"/>
              <a:ext cx="436562" cy="498475"/>
              <a:chOff x="313" y="1497"/>
              <a:chExt cx="1152" cy="1014"/>
            </a:xfrm>
          </p:grpSpPr>
          <p:pic>
            <p:nvPicPr>
              <p:cNvPr descr="laptop_stylized_small" id="1456" name="Google Shape;1456;p2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457" name="Google Shape;1457;p2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58" name="Google Shape;1458;p23"/>
            <p:cNvGrpSpPr/>
            <p:nvPr/>
          </p:nvGrpSpPr>
          <p:grpSpPr>
            <a:xfrm>
              <a:off x="3535363" y="5172075"/>
              <a:ext cx="569912" cy="544513"/>
              <a:chOff x="2751" y="1851"/>
              <a:chExt cx="462" cy="478"/>
            </a:xfrm>
          </p:grpSpPr>
          <p:pic>
            <p:nvPicPr>
              <p:cNvPr descr="iphone_stylized_small" id="1459" name="Google Shape;1459;p23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460" name="Google Shape;1460;p23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61" name="Google Shape;1461;p23"/>
            <p:cNvGrpSpPr/>
            <p:nvPr/>
          </p:nvGrpSpPr>
          <p:grpSpPr>
            <a:xfrm>
              <a:off x="3078163" y="5191125"/>
              <a:ext cx="436562" cy="498475"/>
              <a:chOff x="313" y="1497"/>
              <a:chExt cx="1152" cy="1014"/>
            </a:xfrm>
          </p:grpSpPr>
          <p:pic>
            <p:nvPicPr>
              <p:cNvPr descr="laptop_stylized_small" id="1462" name="Google Shape;1462;p2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463" name="Google Shape;1463;p2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64" name="Google Shape;1464;p23"/>
            <p:cNvGrpSpPr/>
            <p:nvPr/>
          </p:nvGrpSpPr>
          <p:grpSpPr>
            <a:xfrm>
              <a:off x="3027363" y="4602163"/>
              <a:ext cx="436562" cy="498475"/>
              <a:chOff x="313" y="1497"/>
              <a:chExt cx="1152" cy="1014"/>
            </a:xfrm>
          </p:grpSpPr>
          <p:pic>
            <p:nvPicPr>
              <p:cNvPr descr="laptop_stylized_small" id="1465" name="Google Shape;1465;p2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466" name="Google Shape;1466;p2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1467" name="Google Shape;1467;p23"/>
            <p:cNvCxnSpPr/>
            <p:nvPr/>
          </p:nvCxnSpPr>
          <p:spPr>
            <a:xfrm>
              <a:off x="3203575" y="3794125"/>
              <a:ext cx="738188" cy="1092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68" name="Google Shape;1468;p23"/>
            <p:cNvGrpSpPr/>
            <p:nvPr/>
          </p:nvGrpSpPr>
          <p:grpSpPr>
            <a:xfrm>
              <a:off x="3322638" y="4246563"/>
              <a:ext cx="568325" cy="544512"/>
              <a:chOff x="2751" y="1851"/>
              <a:chExt cx="462" cy="478"/>
            </a:xfrm>
          </p:grpSpPr>
          <p:pic>
            <p:nvPicPr>
              <p:cNvPr descr="iphone_stylized_small" id="1469" name="Google Shape;1469;p23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470" name="Google Shape;1470;p23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descr="underline_base" id="1471" name="Google Shape;1471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06425" y="969963"/>
            <a:ext cx="59420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p23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73" name="Google Shape;1473;p23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24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802.11: Channels, association</a:t>
            </a:r>
            <a:endParaRPr/>
          </a:p>
        </p:txBody>
      </p:sp>
      <p:sp>
        <p:nvSpPr>
          <p:cNvPr id="1480" name="Google Shape;1480;p24"/>
          <p:cNvSpPr txBox="1"/>
          <p:nvPr>
            <p:ph idx="1" type="body"/>
          </p:nvPr>
        </p:nvSpPr>
        <p:spPr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802.11b: 2.4GHz-2.485GHz spectrum divided into 11 channels at different frequencies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AP admin chooses frequency for AP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interference possible: channel can be same as that chosen by neighboring AP!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host: must </a:t>
            </a:r>
            <a:r>
              <a:rPr i="1"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associate</a:t>
            </a:r>
            <a:r>
              <a:rPr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with an AP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scans channels, listening for </a:t>
            </a:r>
            <a:r>
              <a:rPr i="1" lang="en-US">
                <a:latin typeface="Gill Sans"/>
                <a:ea typeface="Gill Sans"/>
                <a:cs typeface="Gill Sans"/>
                <a:sym typeface="Gill Sans"/>
              </a:rPr>
              <a:t>beacon frames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containing AP’s name (SSID) and MAC address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selects AP to associate with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may perform authentication [Chapter 8]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will typically run DHCP to get IP address in AP’s subnet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1481" name="Google Shape;14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8" y="1031875"/>
            <a:ext cx="68564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p24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83" name="Google Shape;1483;p24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25"/>
          <p:cNvSpPr txBox="1"/>
          <p:nvPr>
            <p:ph type="title"/>
          </p:nvPr>
        </p:nvSpPr>
        <p:spPr>
          <a:xfrm>
            <a:off x="533400" y="157163"/>
            <a:ext cx="81121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802.11: passive/active scanning</a:t>
            </a:r>
            <a:endParaRPr/>
          </a:p>
        </p:txBody>
      </p:sp>
      <p:sp>
        <p:nvSpPr>
          <p:cNvPr id="1490" name="Google Shape;1490;p25"/>
          <p:cNvSpPr/>
          <p:nvPr/>
        </p:nvSpPr>
        <p:spPr>
          <a:xfrm>
            <a:off x="2208213" y="1484313"/>
            <a:ext cx="2335212" cy="2224087"/>
          </a:xfrm>
          <a:prstGeom prst="ellipse">
            <a:avLst/>
          </a:prstGeom>
          <a:solidFill>
            <a:srgbClr val="00CCFF">
              <a:alpha val="4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25"/>
          <p:cNvSpPr/>
          <p:nvPr/>
        </p:nvSpPr>
        <p:spPr>
          <a:xfrm>
            <a:off x="352425" y="1419225"/>
            <a:ext cx="2335213" cy="2224088"/>
          </a:xfrm>
          <a:prstGeom prst="ellipse">
            <a:avLst/>
          </a:prstGeom>
          <a:solidFill>
            <a:srgbClr val="00CCFF">
              <a:alpha val="4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25"/>
          <p:cNvSpPr txBox="1"/>
          <p:nvPr/>
        </p:nvSpPr>
        <p:spPr>
          <a:xfrm>
            <a:off x="3578225" y="2536825"/>
            <a:ext cx="62388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 2</a:t>
            </a:r>
            <a:endParaRPr/>
          </a:p>
        </p:txBody>
      </p:sp>
      <p:sp>
        <p:nvSpPr>
          <p:cNvPr id="1493" name="Google Shape;1493;p25"/>
          <p:cNvSpPr txBox="1"/>
          <p:nvPr/>
        </p:nvSpPr>
        <p:spPr>
          <a:xfrm>
            <a:off x="1839913" y="2190750"/>
            <a:ext cx="1841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25"/>
          <p:cNvSpPr txBox="1"/>
          <p:nvPr/>
        </p:nvSpPr>
        <p:spPr>
          <a:xfrm>
            <a:off x="846138" y="2547938"/>
            <a:ext cx="6238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 1</a:t>
            </a:r>
            <a:endParaRPr/>
          </a:p>
        </p:txBody>
      </p:sp>
      <p:sp>
        <p:nvSpPr>
          <p:cNvPr id="1495" name="Google Shape;1495;p25"/>
          <p:cNvSpPr txBox="1"/>
          <p:nvPr/>
        </p:nvSpPr>
        <p:spPr>
          <a:xfrm>
            <a:off x="2205038" y="3206750"/>
            <a:ext cx="446087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H1</a:t>
            </a:r>
            <a:endParaRPr/>
          </a:p>
        </p:txBody>
      </p:sp>
      <p:sp>
        <p:nvSpPr>
          <p:cNvPr id="1496" name="Google Shape;1496;p25"/>
          <p:cNvSpPr txBox="1"/>
          <p:nvPr/>
        </p:nvSpPr>
        <p:spPr>
          <a:xfrm>
            <a:off x="2995613" y="1541463"/>
            <a:ext cx="7667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BBS 2</a:t>
            </a:r>
            <a:endParaRPr/>
          </a:p>
        </p:txBody>
      </p:sp>
      <p:sp>
        <p:nvSpPr>
          <p:cNvPr id="1497" name="Google Shape;1497;p25"/>
          <p:cNvSpPr txBox="1"/>
          <p:nvPr/>
        </p:nvSpPr>
        <p:spPr>
          <a:xfrm>
            <a:off x="1179513" y="1490663"/>
            <a:ext cx="76517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BBS 1</a:t>
            </a:r>
            <a:endParaRPr/>
          </a:p>
        </p:txBody>
      </p:sp>
      <p:cxnSp>
        <p:nvCxnSpPr>
          <p:cNvPr id="1498" name="Google Shape;1498;p25"/>
          <p:cNvCxnSpPr/>
          <p:nvPr/>
        </p:nvCxnSpPr>
        <p:spPr>
          <a:xfrm>
            <a:off x="1701800" y="2571750"/>
            <a:ext cx="644525" cy="2254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9" name="Google Shape;1499;p25"/>
          <p:cNvCxnSpPr/>
          <p:nvPr/>
        </p:nvCxnSpPr>
        <p:spPr>
          <a:xfrm flipH="1">
            <a:off x="2589213" y="2587625"/>
            <a:ext cx="644525" cy="2254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0" name="Google Shape;1500;p25"/>
          <p:cNvCxnSpPr/>
          <p:nvPr/>
        </p:nvCxnSpPr>
        <p:spPr>
          <a:xfrm flipH="1">
            <a:off x="2787650" y="2919413"/>
            <a:ext cx="644525" cy="2254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1" name="Google Shape;1501;p25"/>
          <p:cNvCxnSpPr/>
          <p:nvPr/>
        </p:nvCxnSpPr>
        <p:spPr>
          <a:xfrm flipH="1" rot="10800000">
            <a:off x="2743200" y="2740025"/>
            <a:ext cx="644525" cy="2254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502" name="Google Shape;1502;p25"/>
          <p:cNvGrpSpPr/>
          <p:nvPr/>
        </p:nvGrpSpPr>
        <p:grpSpPr>
          <a:xfrm>
            <a:off x="2898775" y="2489200"/>
            <a:ext cx="282575" cy="304800"/>
            <a:chOff x="1255" y="3461"/>
            <a:chExt cx="178" cy="192"/>
          </a:xfrm>
        </p:grpSpPr>
        <p:sp>
          <p:nvSpPr>
            <p:cNvPr id="1503" name="Google Shape;1503;p25"/>
            <p:cNvSpPr/>
            <p:nvPr/>
          </p:nvSpPr>
          <p:spPr>
            <a:xfrm>
              <a:off x="1274" y="3494"/>
              <a:ext cx="151" cy="133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25"/>
            <p:cNvSpPr txBox="1"/>
            <p:nvPr/>
          </p:nvSpPr>
          <p:spPr>
            <a:xfrm>
              <a:off x="1255" y="3461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505" name="Google Shape;1505;p25"/>
          <p:cNvGrpSpPr/>
          <p:nvPr/>
        </p:nvGrpSpPr>
        <p:grpSpPr>
          <a:xfrm>
            <a:off x="2811463" y="2746375"/>
            <a:ext cx="282575" cy="304800"/>
            <a:chOff x="1851" y="2490"/>
            <a:chExt cx="178" cy="192"/>
          </a:xfrm>
        </p:grpSpPr>
        <p:sp>
          <p:nvSpPr>
            <p:cNvPr id="1506" name="Google Shape;1506;p25"/>
            <p:cNvSpPr/>
            <p:nvPr/>
          </p:nvSpPr>
          <p:spPr>
            <a:xfrm>
              <a:off x="1861" y="2514"/>
              <a:ext cx="151" cy="133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25"/>
            <p:cNvSpPr txBox="1"/>
            <p:nvPr/>
          </p:nvSpPr>
          <p:spPr>
            <a:xfrm>
              <a:off x="1851" y="2490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508" name="Google Shape;1508;p25"/>
          <p:cNvGrpSpPr/>
          <p:nvPr/>
        </p:nvGrpSpPr>
        <p:grpSpPr>
          <a:xfrm>
            <a:off x="3097213" y="2852738"/>
            <a:ext cx="282575" cy="304800"/>
            <a:chOff x="1851" y="2490"/>
            <a:chExt cx="178" cy="192"/>
          </a:xfrm>
        </p:grpSpPr>
        <p:sp>
          <p:nvSpPr>
            <p:cNvPr id="1509" name="Google Shape;1509;p25"/>
            <p:cNvSpPr/>
            <p:nvPr/>
          </p:nvSpPr>
          <p:spPr>
            <a:xfrm>
              <a:off x="1861" y="2514"/>
              <a:ext cx="151" cy="133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25"/>
            <p:cNvSpPr txBox="1"/>
            <p:nvPr/>
          </p:nvSpPr>
          <p:spPr>
            <a:xfrm>
              <a:off x="1851" y="2490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1511" name="Google Shape;1511;p25"/>
          <p:cNvGrpSpPr/>
          <p:nvPr/>
        </p:nvGrpSpPr>
        <p:grpSpPr>
          <a:xfrm>
            <a:off x="1731963" y="2462213"/>
            <a:ext cx="282575" cy="304800"/>
            <a:chOff x="1255" y="3461"/>
            <a:chExt cx="178" cy="192"/>
          </a:xfrm>
        </p:grpSpPr>
        <p:sp>
          <p:nvSpPr>
            <p:cNvPr id="1512" name="Google Shape;1512;p25"/>
            <p:cNvSpPr/>
            <p:nvPr/>
          </p:nvSpPr>
          <p:spPr>
            <a:xfrm>
              <a:off x="1274" y="3494"/>
              <a:ext cx="151" cy="133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25"/>
            <p:cNvSpPr txBox="1"/>
            <p:nvPr/>
          </p:nvSpPr>
          <p:spPr>
            <a:xfrm>
              <a:off x="1255" y="3461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1514" name="Google Shape;1514;p25"/>
          <p:cNvSpPr txBox="1"/>
          <p:nvPr/>
        </p:nvSpPr>
        <p:spPr>
          <a:xfrm>
            <a:off x="265113" y="3703638"/>
            <a:ext cx="4116387" cy="184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 u="sng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passive scanning:</a:t>
            </a:r>
            <a:r>
              <a:rPr lang="en-US" sz="2400" u="sng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arenBoth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beacon frames sent from APs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arenBoth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association Request frame sent: H1 to selected AP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arenBoth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association Response frame sent from  selected AP to H1</a:t>
            </a:r>
            <a:endParaRPr/>
          </a:p>
        </p:txBody>
      </p:sp>
      <p:grpSp>
        <p:nvGrpSpPr>
          <p:cNvPr id="1515" name="Google Shape;1515;p25"/>
          <p:cNvGrpSpPr/>
          <p:nvPr/>
        </p:nvGrpSpPr>
        <p:grpSpPr>
          <a:xfrm>
            <a:off x="1260475" y="2092325"/>
            <a:ext cx="649288" cy="561975"/>
            <a:chOff x="2967" y="478"/>
            <a:chExt cx="788" cy="625"/>
          </a:xfrm>
        </p:grpSpPr>
        <p:pic>
          <p:nvPicPr>
            <p:cNvPr descr="access_point_stylized_small" id="1516" name="Google Shape;1516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517" name="Google Shape;151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8" name="Google Shape;1518;p25"/>
          <p:cNvGrpSpPr/>
          <p:nvPr/>
        </p:nvGrpSpPr>
        <p:grpSpPr>
          <a:xfrm>
            <a:off x="3170238" y="2112963"/>
            <a:ext cx="649287" cy="561975"/>
            <a:chOff x="2967" y="478"/>
            <a:chExt cx="788" cy="625"/>
          </a:xfrm>
        </p:grpSpPr>
        <p:pic>
          <p:nvPicPr>
            <p:cNvPr descr="access_point_stylized_small" id="1519" name="Google Shape;1519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520" name="Google Shape;1520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1" name="Google Shape;1521;p25"/>
          <p:cNvGrpSpPr/>
          <p:nvPr/>
        </p:nvGrpSpPr>
        <p:grpSpPr>
          <a:xfrm>
            <a:off x="2205038" y="2519363"/>
            <a:ext cx="436562" cy="498475"/>
            <a:chOff x="313" y="1497"/>
            <a:chExt cx="1152" cy="1014"/>
          </a:xfrm>
        </p:grpSpPr>
        <p:pic>
          <p:nvPicPr>
            <p:cNvPr descr="laptop_stylized_small" id="1522" name="Google Shape;1522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523" name="Google Shape;1523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4" name="Google Shape;1524;p25"/>
          <p:cNvGrpSpPr/>
          <p:nvPr/>
        </p:nvGrpSpPr>
        <p:grpSpPr>
          <a:xfrm>
            <a:off x="4618038" y="1390650"/>
            <a:ext cx="4297362" cy="4976813"/>
            <a:chOff x="4618038" y="1390650"/>
            <a:chExt cx="4297362" cy="4976356"/>
          </a:xfrm>
        </p:grpSpPr>
        <p:sp>
          <p:nvSpPr>
            <p:cNvPr id="1525" name="Google Shape;1525;p25"/>
            <p:cNvSpPr/>
            <p:nvPr/>
          </p:nvSpPr>
          <p:spPr>
            <a:xfrm>
              <a:off x="6580188" y="1455732"/>
              <a:ext cx="2335212" cy="2223883"/>
            </a:xfrm>
            <a:prstGeom prst="ellipse">
              <a:avLst/>
            </a:prstGeom>
            <a:solidFill>
              <a:srgbClr val="00CCFF">
                <a:alpha val="4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25"/>
            <p:cNvSpPr/>
            <p:nvPr/>
          </p:nvSpPr>
          <p:spPr>
            <a:xfrm>
              <a:off x="4724400" y="1390650"/>
              <a:ext cx="2335213" cy="2223884"/>
            </a:xfrm>
            <a:prstGeom prst="ellipse">
              <a:avLst/>
            </a:prstGeom>
            <a:solidFill>
              <a:srgbClr val="00CCFF">
                <a:alpha val="4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25"/>
            <p:cNvSpPr txBox="1"/>
            <p:nvPr/>
          </p:nvSpPr>
          <p:spPr>
            <a:xfrm>
              <a:off x="7961313" y="2406557"/>
              <a:ext cx="623887" cy="3365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 2</a:t>
              </a:r>
              <a:endParaRPr/>
            </a:p>
          </p:txBody>
        </p:sp>
        <p:sp>
          <p:nvSpPr>
            <p:cNvPr id="1528" name="Google Shape;1528;p25"/>
            <p:cNvSpPr txBox="1"/>
            <p:nvPr/>
          </p:nvSpPr>
          <p:spPr>
            <a:xfrm>
              <a:off x="6211888" y="2162104"/>
              <a:ext cx="184150" cy="3365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25"/>
            <p:cNvSpPr txBox="1"/>
            <p:nvPr/>
          </p:nvSpPr>
          <p:spPr>
            <a:xfrm>
              <a:off x="5289550" y="2590690"/>
              <a:ext cx="623888" cy="338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 1</a:t>
              </a:r>
              <a:endParaRPr/>
            </a:p>
          </p:txBody>
        </p:sp>
        <p:sp>
          <p:nvSpPr>
            <p:cNvPr id="1530" name="Google Shape;1530;p25"/>
            <p:cNvSpPr txBox="1"/>
            <p:nvPr/>
          </p:nvSpPr>
          <p:spPr>
            <a:xfrm>
              <a:off x="6577013" y="3178011"/>
              <a:ext cx="446087" cy="338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H1</a:t>
              </a:r>
              <a:endParaRPr/>
            </a:p>
          </p:txBody>
        </p:sp>
        <p:sp>
          <p:nvSpPr>
            <p:cNvPr id="1531" name="Google Shape;1531;p25"/>
            <p:cNvSpPr txBox="1"/>
            <p:nvPr/>
          </p:nvSpPr>
          <p:spPr>
            <a:xfrm>
              <a:off x="8218488" y="2981179"/>
              <a:ext cx="184150" cy="3365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25"/>
            <p:cNvSpPr txBox="1"/>
            <p:nvPr/>
          </p:nvSpPr>
          <p:spPr>
            <a:xfrm>
              <a:off x="7367588" y="1512877"/>
              <a:ext cx="766762" cy="3365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BBS 2</a:t>
              </a:r>
              <a:endParaRPr/>
            </a:p>
          </p:txBody>
        </p:sp>
        <p:sp>
          <p:nvSpPr>
            <p:cNvPr id="1533" name="Google Shape;1533;p25"/>
            <p:cNvSpPr txBox="1"/>
            <p:nvPr/>
          </p:nvSpPr>
          <p:spPr>
            <a:xfrm>
              <a:off x="5551488" y="1462081"/>
              <a:ext cx="765175" cy="33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BBS 1</a:t>
              </a:r>
              <a:endParaRPr/>
            </a:p>
          </p:txBody>
        </p:sp>
        <p:sp>
          <p:nvSpPr>
            <p:cNvPr id="1534" name="Google Shape;1534;p25"/>
            <p:cNvSpPr/>
            <p:nvPr/>
          </p:nvSpPr>
          <p:spPr>
            <a:xfrm>
              <a:off x="6837363" y="2466975"/>
              <a:ext cx="869950" cy="225425"/>
            </a:xfrm>
            <a:custGeom>
              <a:rect b="b" l="l" r="r" t="t"/>
              <a:pathLst>
                <a:path extrusionOk="0" h="142" w="548">
                  <a:moveTo>
                    <a:pt x="0" y="142"/>
                  </a:moveTo>
                  <a:lnTo>
                    <a:pt x="0" y="0"/>
                  </a:lnTo>
                  <a:lnTo>
                    <a:pt x="548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35" name="Google Shape;1535;p25"/>
            <p:cNvCxnSpPr/>
            <p:nvPr/>
          </p:nvCxnSpPr>
          <p:spPr>
            <a:xfrm rot="10800000">
              <a:off x="6011863" y="2466876"/>
              <a:ext cx="82391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36" name="Google Shape;1536;p25"/>
            <p:cNvCxnSpPr/>
            <p:nvPr/>
          </p:nvCxnSpPr>
          <p:spPr>
            <a:xfrm>
              <a:off x="6073775" y="2543069"/>
              <a:ext cx="644525" cy="22540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37" name="Google Shape;1537;p25"/>
            <p:cNvCxnSpPr/>
            <p:nvPr/>
          </p:nvCxnSpPr>
          <p:spPr>
            <a:xfrm flipH="1">
              <a:off x="6961188" y="2558943"/>
              <a:ext cx="644525" cy="22540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38" name="Google Shape;1538;p25"/>
            <p:cNvCxnSpPr/>
            <p:nvPr/>
          </p:nvCxnSpPr>
          <p:spPr>
            <a:xfrm flipH="1">
              <a:off x="7159625" y="2890700"/>
              <a:ext cx="644525" cy="22540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39" name="Google Shape;1539;p25"/>
            <p:cNvCxnSpPr/>
            <p:nvPr/>
          </p:nvCxnSpPr>
          <p:spPr>
            <a:xfrm flipH="1" rot="10800000">
              <a:off x="7115175" y="2711329"/>
              <a:ext cx="644525" cy="22540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540" name="Google Shape;1540;p25"/>
            <p:cNvGrpSpPr/>
            <p:nvPr/>
          </p:nvGrpSpPr>
          <p:grpSpPr>
            <a:xfrm>
              <a:off x="6686550" y="2295525"/>
              <a:ext cx="282575" cy="304800"/>
              <a:chOff x="1255" y="3461"/>
              <a:chExt cx="178" cy="192"/>
            </a:xfrm>
          </p:grpSpPr>
          <p:sp>
            <p:nvSpPr>
              <p:cNvPr id="1541" name="Google Shape;1541;p25"/>
              <p:cNvSpPr/>
              <p:nvPr/>
            </p:nvSpPr>
            <p:spPr>
              <a:xfrm>
                <a:off x="1274" y="3494"/>
                <a:ext cx="151" cy="133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25"/>
              <p:cNvSpPr txBox="1"/>
              <p:nvPr/>
            </p:nvSpPr>
            <p:spPr>
              <a:xfrm>
                <a:off x="1255" y="3461"/>
                <a:ext cx="178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1543" name="Google Shape;1543;p25"/>
            <p:cNvGrpSpPr/>
            <p:nvPr/>
          </p:nvGrpSpPr>
          <p:grpSpPr>
            <a:xfrm>
              <a:off x="7258050" y="2492375"/>
              <a:ext cx="282575" cy="304800"/>
              <a:chOff x="1851" y="2490"/>
              <a:chExt cx="178" cy="192"/>
            </a:xfrm>
          </p:grpSpPr>
          <p:sp>
            <p:nvSpPr>
              <p:cNvPr id="1544" name="Google Shape;1544;p25"/>
              <p:cNvSpPr/>
              <p:nvPr/>
            </p:nvSpPr>
            <p:spPr>
              <a:xfrm>
                <a:off x="1861" y="2514"/>
                <a:ext cx="151" cy="133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25"/>
              <p:cNvSpPr txBox="1"/>
              <p:nvPr/>
            </p:nvSpPr>
            <p:spPr>
              <a:xfrm>
                <a:off x="1851" y="2490"/>
                <a:ext cx="178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grpSp>
          <p:nvGrpSpPr>
            <p:cNvPr id="1546" name="Google Shape;1546;p25"/>
            <p:cNvGrpSpPr/>
            <p:nvPr/>
          </p:nvGrpSpPr>
          <p:grpSpPr>
            <a:xfrm>
              <a:off x="6180138" y="2509838"/>
              <a:ext cx="282575" cy="304800"/>
              <a:chOff x="1851" y="2490"/>
              <a:chExt cx="178" cy="192"/>
            </a:xfrm>
          </p:grpSpPr>
          <p:sp>
            <p:nvSpPr>
              <p:cNvPr id="1547" name="Google Shape;1547;p25"/>
              <p:cNvSpPr/>
              <p:nvPr/>
            </p:nvSpPr>
            <p:spPr>
              <a:xfrm>
                <a:off x="1861" y="2514"/>
                <a:ext cx="151" cy="133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8" name="Google Shape;1548;p25"/>
              <p:cNvSpPr txBox="1"/>
              <p:nvPr/>
            </p:nvSpPr>
            <p:spPr>
              <a:xfrm>
                <a:off x="1851" y="2490"/>
                <a:ext cx="178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grpSp>
          <p:nvGrpSpPr>
            <p:cNvPr id="1549" name="Google Shape;1549;p25"/>
            <p:cNvGrpSpPr/>
            <p:nvPr/>
          </p:nvGrpSpPr>
          <p:grpSpPr>
            <a:xfrm>
              <a:off x="7200900" y="2735263"/>
              <a:ext cx="282575" cy="304800"/>
              <a:chOff x="1851" y="2490"/>
              <a:chExt cx="178" cy="192"/>
            </a:xfrm>
          </p:grpSpPr>
          <p:sp>
            <p:nvSpPr>
              <p:cNvPr id="1550" name="Google Shape;1550;p25"/>
              <p:cNvSpPr/>
              <p:nvPr/>
            </p:nvSpPr>
            <p:spPr>
              <a:xfrm>
                <a:off x="1861" y="2514"/>
                <a:ext cx="151" cy="133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1" name="Google Shape;1551;p25"/>
              <p:cNvSpPr txBox="1"/>
              <p:nvPr/>
            </p:nvSpPr>
            <p:spPr>
              <a:xfrm>
                <a:off x="1851" y="2490"/>
                <a:ext cx="178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  <p:grpSp>
          <p:nvGrpSpPr>
            <p:cNvPr id="1552" name="Google Shape;1552;p25"/>
            <p:cNvGrpSpPr/>
            <p:nvPr/>
          </p:nvGrpSpPr>
          <p:grpSpPr>
            <a:xfrm>
              <a:off x="7489825" y="2827338"/>
              <a:ext cx="282575" cy="304800"/>
              <a:chOff x="1851" y="2490"/>
              <a:chExt cx="178" cy="192"/>
            </a:xfrm>
          </p:grpSpPr>
          <p:sp>
            <p:nvSpPr>
              <p:cNvPr id="1553" name="Google Shape;1553;p25"/>
              <p:cNvSpPr/>
              <p:nvPr/>
            </p:nvSpPr>
            <p:spPr>
              <a:xfrm>
                <a:off x="1861" y="2514"/>
                <a:ext cx="151" cy="133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25"/>
              <p:cNvSpPr txBox="1"/>
              <p:nvPr/>
            </p:nvSpPr>
            <p:spPr>
              <a:xfrm>
                <a:off x="1851" y="2490"/>
                <a:ext cx="178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  <p:sp>
          <p:nvSpPr>
            <p:cNvPr id="1555" name="Google Shape;1555;p25"/>
            <p:cNvSpPr txBox="1"/>
            <p:nvPr/>
          </p:nvSpPr>
          <p:spPr>
            <a:xfrm>
              <a:off x="4618038" y="3689139"/>
              <a:ext cx="3962400" cy="26778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 u="sng">
                  <a:solidFill>
                    <a:srgbClr val="C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active  scanning</a:t>
              </a:r>
              <a:r>
                <a:rPr lang="en-US" sz="2400">
                  <a:solidFill>
                    <a:srgbClr val="C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: 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AutoNum type="arabicParenBoth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Probe Request frame broadcast from H1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AutoNum type="arabicParenBoth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Probe Response frames sent from APs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AutoNum type="arabicParenBoth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Association Request frame sent: H1 to selected AP 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AutoNum type="arabicParenBoth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Association Response frame sent from selected AP to H1</a:t>
              </a:r>
              <a:endParaRPr/>
            </a:p>
          </p:txBody>
        </p:sp>
        <p:grpSp>
          <p:nvGrpSpPr>
            <p:cNvPr id="1556" name="Google Shape;1556;p25"/>
            <p:cNvGrpSpPr/>
            <p:nvPr/>
          </p:nvGrpSpPr>
          <p:grpSpPr>
            <a:xfrm>
              <a:off x="5557520" y="2062480"/>
              <a:ext cx="650240" cy="561340"/>
              <a:chOff x="2967" y="478"/>
              <a:chExt cx="788" cy="625"/>
            </a:xfrm>
          </p:grpSpPr>
          <p:pic>
            <p:nvPicPr>
              <p:cNvPr descr="access_point_stylized_small" id="1557" name="Google Shape;1557;p2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558" name="Google Shape;1558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59" name="Google Shape;1559;p25"/>
            <p:cNvGrpSpPr/>
            <p:nvPr/>
          </p:nvGrpSpPr>
          <p:grpSpPr>
            <a:xfrm>
              <a:off x="7599680" y="2001520"/>
              <a:ext cx="650240" cy="561340"/>
              <a:chOff x="2967" y="478"/>
              <a:chExt cx="788" cy="625"/>
            </a:xfrm>
          </p:grpSpPr>
          <p:pic>
            <p:nvPicPr>
              <p:cNvPr descr="access_point_stylized_small" id="1560" name="Google Shape;1560;p2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561" name="Google Shape;1561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62" name="Google Shape;1562;p25"/>
            <p:cNvGrpSpPr/>
            <p:nvPr/>
          </p:nvGrpSpPr>
          <p:grpSpPr>
            <a:xfrm>
              <a:off x="6532880" y="2590799"/>
              <a:ext cx="436880" cy="497841"/>
              <a:chOff x="313" y="1497"/>
              <a:chExt cx="1152" cy="1014"/>
            </a:xfrm>
          </p:grpSpPr>
          <p:pic>
            <p:nvPicPr>
              <p:cNvPr descr="laptop_stylized_small" id="1563" name="Google Shape;1563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564" name="Google Shape;1564;p2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descr="underline_base" id="1565" name="Google Shape;1565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1188" y="1031875"/>
            <a:ext cx="68564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566" name="Google Shape;1566;p25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67" name="Google Shape;1567;p25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26"/>
          <p:cNvSpPr txBox="1"/>
          <p:nvPr>
            <p:ph type="title"/>
          </p:nvPr>
        </p:nvSpPr>
        <p:spPr>
          <a:xfrm>
            <a:off x="509588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IEEE 802.11: multiple access</a:t>
            </a:r>
            <a:endParaRPr/>
          </a:p>
        </p:txBody>
      </p:sp>
      <p:sp>
        <p:nvSpPr>
          <p:cNvPr id="1574" name="Google Shape;1574;p26"/>
          <p:cNvSpPr txBox="1"/>
          <p:nvPr>
            <p:ph idx="1" type="body"/>
          </p:nvPr>
        </p:nvSpPr>
        <p:spPr>
          <a:xfrm>
            <a:off x="533400" y="1160463"/>
            <a:ext cx="818832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avoid collisions: 2</a:t>
            </a:r>
            <a:r>
              <a:rPr baseline="30000" lang="en-US" sz="2400">
                <a:latin typeface="Gill Sans"/>
                <a:ea typeface="Gill Sans"/>
                <a:cs typeface="Gill Sans"/>
                <a:sym typeface="Gill Sans"/>
              </a:rPr>
              <a:t>+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nodes transmitting at same time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802.11: CSMA - sense before transmitting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don’t collide with ongoing transmission by other node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802.11: </a:t>
            </a:r>
            <a:r>
              <a:rPr i="1" lang="en-US" sz="2400">
                <a:latin typeface="Gill Sans"/>
                <a:ea typeface="Gill Sans"/>
                <a:cs typeface="Gill Sans"/>
                <a:sym typeface="Gill Sans"/>
              </a:rPr>
              <a:t>no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collision detection!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difficult to receive (sense collisions) when transmitting due to weak received signals (fading)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can’t sense all collisions in any case: hidden terminal, fading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goal: </a:t>
            </a:r>
            <a:r>
              <a:rPr i="1" lang="en-US" sz="20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avoid collisions</a:t>
            </a:r>
            <a:r>
              <a:rPr i="1" lang="en-US" sz="20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 CSMA/</a:t>
            </a:r>
            <a:r>
              <a:rPr lang="en-US" sz="2000" u="sng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(ollision)</a:t>
            </a:r>
            <a:r>
              <a:rPr lang="en-US" sz="2000" u="sng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(voidance)</a:t>
            </a:r>
            <a:endParaRPr sz="20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75" name="Google Shape;1575;p26"/>
          <p:cNvSpPr txBox="1"/>
          <p:nvPr/>
        </p:nvSpPr>
        <p:spPr>
          <a:xfrm>
            <a:off x="5824538" y="6032500"/>
            <a:ext cx="5937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</a:t>
            </a:r>
            <a:endParaRPr/>
          </a:p>
        </p:txBody>
      </p:sp>
      <p:grpSp>
        <p:nvGrpSpPr>
          <p:cNvPr id="1576" name="Google Shape;1576;p26"/>
          <p:cNvGrpSpPr/>
          <p:nvPr/>
        </p:nvGrpSpPr>
        <p:grpSpPr>
          <a:xfrm>
            <a:off x="1371600" y="4664075"/>
            <a:ext cx="2273300" cy="1028700"/>
            <a:chOff x="576580" y="4516120"/>
            <a:chExt cx="3170330" cy="1491615"/>
          </a:xfrm>
        </p:grpSpPr>
        <p:grpSp>
          <p:nvGrpSpPr>
            <p:cNvPr id="1577" name="Google Shape;1577;p26"/>
            <p:cNvGrpSpPr/>
            <p:nvPr/>
          </p:nvGrpSpPr>
          <p:grpSpPr>
            <a:xfrm>
              <a:off x="2042160" y="4673600"/>
              <a:ext cx="627380" cy="643255"/>
              <a:chOff x="313" y="1497"/>
              <a:chExt cx="1152" cy="1014"/>
            </a:xfrm>
          </p:grpSpPr>
          <p:pic>
            <p:nvPicPr>
              <p:cNvPr descr="laptop_stylized_small" id="1578" name="Google Shape;1578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579" name="Google Shape;1579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80" name="Google Shape;1580;p26"/>
            <p:cNvSpPr/>
            <p:nvPr/>
          </p:nvSpPr>
          <p:spPr>
            <a:xfrm>
              <a:off x="576580" y="4516120"/>
              <a:ext cx="2020888" cy="1085850"/>
            </a:xfrm>
            <a:custGeom>
              <a:rect b="b" l="l" r="r" t="t"/>
              <a:pathLst>
                <a:path extrusionOk="0" h="684" w="1273">
                  <a:moveTo>
                    <a:pt x="9" y="675"/>
                  </a:moveTo>
                  <a:lnTo>
                    <a:pt x="316" y="0"/>
                  </a:lnTo>
                  <a:lnTo>
                    <a:pt x="461" y="228"/>
                  </a:lnTo>
                  <a:lnTo>
                    <a:pt x="510" y="119"/>
                  </a:lnTo>
                  <a:lnTo>
                    <a:pt x="631" y="467"/>
                  </a:lnTo>
                  <a:lnTo>
                    <a:pt x="667" y="391"/>
                  </a:lnTo>
                  <a:lnTo>
                    <a:pt x="739" y="464"/>
                  </a:lnTo>
                  <a:lnTo>
                    <a:pt x="1058" y="57"/>
                  </a:lnTo>
                  <a:lnTo>
                    <a:pt x="1273" y="684"/>
                  </a:lnTo>
                  <a:lnTo>
                    <a:pt x="0" y="674"/>
                  </a:lnTo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00CC66"/>
                </a:gs>
              </a:gsLst>
              <a:lin ang="540000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1" name="Google Shape;1581;p26"/>
            <p:cNvCxnSpPr/>
            <p:nvPr/>
          </p:nvCxnSpPr>
          <p:spPr>
            <a:xfrm flipH="1" rot="10800000">
              <a:off x="1849583" y="5731510"/>
              <a:ext cx="998476" cy="168038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82" name="Google Shape;1582;p26"/>
            <p:cNvCxnSpPr/>
            <p:nvPr/>
          </p:nvCxnSpPr>
          <p:spPr>
            <a:xfrm>
              <a:off x="2522614" y="5250419"/>
              <a:ext cx="407361" cy="322263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83" name="Google Shape;1583;p26"/>
            <p:cNvSpPr txBox="1"/>
            <p:nvPr/>
          </p:nvSpPr>
          <p:spPr>
            <a:xfrm>
              <a:off x="968444" y="5623323"/>
              <a:ext cx="305521" cy="3061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584" name="Google Shape;1584;p26"/>
            <p:cNvSpPr txBox="1"/>
            <p:nvPr/>
          </p:nvSpPr>
          <p:spPr>
            <a:xfrm>
              <a:off x="3441389" y="5395436"/>
              <a:ext cx="305521" cy="308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585" name="Google Shape;1585;p26"/>
            <p:cNvSpPr txBox="1"/>
            <p:nvPr/>
          </p:nvSpPr>
          <p:spPr>
            <a:xfrm>
              <a:off x="2620027" y="4691063"/>
              <a:ext cx="314376" cy="308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grpSp>
          <p:nvGrpSpPr>
            <p:cNvPr id="1586" name="Google Shape;1586;p26"/>
            <p:cNvGrpSpPr/>
            <p:nvPr/>
          </p:nvGrpSpPr>
          <p:grpSpPr>
            <a:xfrm>
              <a:off x="2804160" y="5222240"/>
              <a:ext cx="627380" cy="643255"/>
              <a:chOff x="313" y="1497"/>
              <a:chExt cx="1152" cy="1014"/>
            </a:xfrm>
          </p:grpSpPr>
          <p:pic>
            <p:nvPicPr>
              <p:cNvPr descr="laptop_stylized_small" id="1587" name="Google Shape;1587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588" name="Google Shape;1588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89" name="Google Shape;1589;p26"/>
            <p:cNvGrpSpPr/>
            <p:nvPr/>
          </p:nvGrpSpPr>
          <p:grpSpPr>
            <a:xfrm>
              <a:off x="1280160" y="5364480"/>
              <a:ext cx="627380" cy="643255"/>
              <a:chOff x="313" y="1497"/>
              <a:chExt cx="1152" cy="1014"/>
            </a:xfrm>
          </p:grpSpPr>
          <p:pic>
            <p:nvPicPr>
              <p:cNvPr descr="laptop_stylized_small" id="1590" name="Google Shape;1590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591" name="Google Shape;1591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592" name="Google Shape;1592;p26"/>
          <p:cNvGrpSpPr/>
          <p:nvPr/>
        </p:nvGrpSpPr>
        <p:grpSpPr>
          <a:xfrm>
            <a:off x="4724400" y="4460875"/>
            <a:ext cx="2809875" cy="1536700"/>
            <a:chOff x="4821555" y="4226560"/>
            <a:chExt cx="3545890" cy="2024698"/>
          </a:xfrm>
        </p:grpSpPr>
        <p:sp>
          <p:nvSpPr>
            <p:cNvPr id="1593" name="Google Shape;1593;p26"/>
            <p:cNvSpPr txBox="1"/>
            <p:nvPr/>
          </p:nvSpPr>
          <p:spPr>
            <a:xfrm>
              <a:off x="4821555" y="4395983"/>
              <a:ext cx="304506" cy="3074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594" name="Google Shape;1594;p26"/>
            <p:cNvSpPr txBox="1"/>
            <p:nvPr/>
          </p:nvSpPr>
          <p:spPr>
            <a:xfrm>
              <a:off x="6730727" y="4391799"/>
              <a:ext cx="328546" cy="3074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595" name="Google Shape;1595;p26"/>
            <p:cNvSpPr txBox="1"/>
            <p:nvPr/>
          </p:nvSpPr>
          <p:spPr>
            <a:xfrm>
              <a:off x="7912690" y="4435723"/>
              <a:ext cx="314522" cy="307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sp>
          <p:nvSpPr>
            <p:cNvPr id="1596" name="Google Shape;1596;p26"/>
            <p:cNvSpPr txBox="1"/>
            <p:nvPr/>
          </p:nvSpPr>
          <p:spPr>
            <a:xfrm>
              <a:off x="4893675" y="5222176"/>
              <a:ext cx="827375" cy="462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A’s signal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strength</a:t>
              </a:r>
              <a:endParaRPr/>
            </a:p>
          </p:txBody>
        </p:sp>
        <p:cxnSp>
          <p:nvCxnSpPr>
            <p:cNvPr id="1597" name="Google Shape;1597;p26"/>
            <p:cNvCxnSpPr/>
            <p:nvPr/>
          </p:nvCxnSpPr>
          <p:spPr>
            <a:xfrm>
              <a:off x="4955779" y="6251258"/>
              <a:ext cx="326542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8" name="Google Shape;1598;p26"/>
            <p:cNvCxnSpPr/>
            <p:nvPr/>
          </p:nvCxnSpPr>
          <p:spPr>
            <a:xfrm>
              <a:off x="4901688" y="5071579"/>
              <a:ext cx="0" cy="11378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9" name="Google Shape;1599;p26"/>
            <p:cNvSpPr/>
            <p:nvPr/>
          </p:nvSpPr>
          <p:spPr>
            <a:xfrm>
              <a:off x="4985068" y="5127308"/>
              <a:ext cx="2995613" cy="1081088"/>
            </a:xfrm>
            <a:custGeom>
              <a:rect b="b" l="l" r="r" t="t"/>
              <a:pathLst>
                <a:path extrusionOk="0" h="681" w="1887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26"/>
            <p:cNvSpPr/>
            <p:nvPr/>
          </p:nvSpPr>
          <p:spPr>
            <a:xfrm flipH="1">
              <a:off x="5080318" y="5097145"/>
              <a:ext cx="2995613" cy="1081088"/>
            </a:xfrm>
            <a:custGeom>
              <a:rect b="b" l="l" r="r" t="t"/>
              <a:pathLst>
                <a:path extrusionOk="0" h="681" w="1887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26"/>
            <p:cNvSpPr txBox="1"/>
            <p:nvPr/>
          </p:nvSpPr>
          <p:spPr>
            <a:xfrm>
              <a:off x="7522041" y="5151061"/>
              <a:ext cx="845404" cy="462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C’s signal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strength</a:t>
              </a:r>
              <a:endParaRPr/>
            </a:p>
          </p:txBody>
        </p:sp>
        <p:cxnSp>
          <p:nvCxnSpPr>
            <p:cNvPr id="1602" name="Google Shape;1602;p26"/>
            <p:cNvCxnSpPr/>
            <p:nvPr/>
          </p:nvCxnSpPr>
          <p:spPr>
            <a:xfrm flipH="1">
              <a:off x="5282320" y="4958631"/>
              <a:ext cx="26044" cy="12633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603" name="Google Shape;1603;p26"/>
            <p:cNvCxnSpPr/>
            <p:nvPr/>
          </p:nvCxnSpPr>
          <p:spPr>
            <a:xfrm>
              <a:off x="6502348" y="5027655"/>
              <a:ext cx="0" cy="12068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604" name="Google Shape;1604;p26"/>
            <p:cNvCxnSpPr/>
            <p:nvPr/>
          </p:nvCxnSpPr>
          <p:spPr>
            <a:xfrm>
              <a:off x="7584145" y="5010922"/>
              <a:ext cx="0" cy="11817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grpSp>
          <p:nvGrpSpPr>
            <p:cNvPr id="1605" name="Google Shape;1605;p26"/>
            <p:cNvGrpSpPr/>
            <p:nvPr/>
          </p:nvGrpSpPr>
          <p:grpSpPr>
            <a:xfrm>
              <a:off x="5008880" y="4257040"/>
              <a:ext cx="627380" cy="643255"/>
              <a:chOff x="313" y="1497"/>
              <a:chExt cx="1152" cy="1014"/>
            </a:xfrm>
          </p:grpSpPr>
          <p:pic>
            <p:nvPicPr>
              <p:cNvPr descr="laptop_stylized_small" id="1606" name="Google Shape;1606;p2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607" name="Google Shape;1607;p2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08" name="Google Shape;1608;p26"/>
            <p:cNvGrpSpPr/>
            <p:nvPr/>
          </p:nvGrpSpPr>
          <p:grpSpPr>
            <a:xfrm>
              <a:off x="6197600" y="4297680"/>
              <a:ext cx="627380" cy="643255"/>
              <a:chOff x="313" y="1497"/>
              <a:chExt cx="1152" cy="1014"/>
            </a:xfrm>
          </p:grpSpPr>
          <p:pic>
            <p:nvPicPr>
              <p:cNvPr descr="laptop_stylized_small" id="1609" name="Google Shape;1609;p2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610" name="Google Shape;1610;p2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11" name="Google Shape;1611;p26"/>
            <p:cNvGrpSpPr/>
            <p:nvPr/>
          </p:nvGrpSpPr>
          <p:grpSpPr>
            <a:xfrm>
              <a:off x="7274560" y="4226560"/>
              <a:ext cx="627380" cy="643255"/>
              <a:chOff x="313" y="1497"/>
              <a:chExt cx="1152" cy="1014"/>
            </a:xfrm>
          </p:grpSpPr>
          <p:pic>
            <p:nvPicPr>
              <p:cNvPr descr="laptop_stylized_small" id="1612" name="Google Shape;1612;p2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613" name="Google Shape;1613;p2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descr="underline_base" id="1614" name="Google Shape;161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5625" y="814388"/>
            <a:ext cx="63992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615" name="Google Shape;1615;p26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16" name="Google Shape;1616;p26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27"/>
          <p:cNvSpPr txBox="1"/>
          <p:nvPr>
            <p:ph type="title"/>
          </p:nvPr>
        </p:nvSpPr>
        <p:spPr>
          <a:xfrm>
            <a:off x="415925" y="157163"/>
            <a:ext cx="8220075" cy="950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IEEE 802.11 MAC Protocol: CSMA/CA</a:t>
            </a:r>
            <a:endParaRPr/>
          </a:p>
        </p:txBody>
      </p:sp>
      <p:sp>
        <p:nvSpPr>
          <p:cNvPr id="1623" name="Google Shape;1623;p27"/>
          <p:cNvSpPr txBox="1"/>
          <p:nvPr>
            <p:ph idx="1" type="body"/>
          </p:nvPr>
        </p:nvSpPr>
        <p:spPr>
          <a:xfrm>
            <a:off x="450850" y="1222375"/>
            <a:ext cx="5630863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i="1" lang="en-US" sz="24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802.11 sender</a:t>
            </a:r>
            <a:endParaRPr i="1" sz="24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0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if sense channel idle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DIFS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0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transmit entire frame (no CD)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sz="20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2 if sense channel busy then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start random backoff time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timer counts down while channel idle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transmit when timer expires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if no ACK, increase random backoff interval, repeat 2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i="1" lang="en-US" sz="24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802.11 receiver</a:t>
            </a:r>
            <a:endParaRPr i="1" sz="24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0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if frame received OK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return ACK after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SIFS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(ACK needed due to hidden terminal problem) 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4" name="Google Shape;1624;p27"/>
          <p:cNvCxnSpPr/>
          <p:nvPr/>
        </p:nvCxnSpPr>
        <p:spPr>
          <a:xfrm>
            <a:off x="6432550" y="2270125"/>
            <a:ext cx="0" cy="3338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5" name="Google Shape;1625;p27"/>
          <p:cNvCxnSpPr/>
          <p:nvPr/>
        </p:nvCxnSpPr>
        <p:spPr>
          <a:xfrm>
            <a:off x="8351838" y="2257425"/>
            <a:ext cx="0" cy="3338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6" name="Google Shape;1626;p27"/>
          <p:cNvSpPr txBox="1"/>
          <p:nvPr/>
        </p:nvSpPr>
        <p:spPr>
          <a:xfrm>
            <a:off x="6022975" y="1912938"/>
            <a:ext cx="8286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sender</a:t>
            </a:r>
            <a:endParaRPr/>
          </a:p>
        </p:txBody>
      </p:sp>
      <p:sp>
        <p:nvSpPr>
          <p:cNvPr id="1627" name="Google Shape;1627;p27"/>
          <p:cNvSpPr txBox="1"/>
          <p:nvPr/>
        </p:nvSpPr>
        <p:spPr>
          <a:xfrm>
            <a:off x="7861300" y="1922463"/>
            <a:ext cx="9144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receiver</a:t>
            </a:r>
            <a:endParaRPr/>
          </a:p>
        </p:txBody>
      </p:sp>
      <p:grpSp>
        <p:nvGrpSpPr>
          <p:cNvPr id="1628" name="Google Shape;1628;p27"/>
          <p:cNvGrpSpPr/>
          <p:nvPr/>
        </p:nvGrpSpPr>
        <p:grpSpPr>
          <a:xfrm>
            <a:off x="5737225" y="2566988"/>
            <a:ext cx="2616200" cy="1690687"/>
            <a:chOff x="3614" y="1617"/>
            <a:chExt cx="1648" cy="1065"/>
          </a:xfrm>
        </p:grpSpPr>
        <p:grpSp>
          <p:nvGrpSpPr>
            <p:cNvPr id="1629" name="Google Shape;1629;p27"/>
            <p:cNvGrpSpPr/>
            <p:nvPr/>
          </p:nvGrpSpPr>
          <p:grpSpPr>
            <a:xfrm>
              <a:off x="3614" y="1617"/>
              <a:ext cx="424" cy="194"/>
              <a:chOff x="3614" y="1617"/>
              <a:chExt cx="424" cy="194"/>
            </a:xfrm>
          </p:grpSpPr>
          <p:sp>
            <p:nvSpPr>
              <p:cNvPr id="1630" name="Google Shape;1630;p27"/>
              <p:cNvSpPr/>
              <p:nvPr/>
            </p:nvSpPr>
            <p:spPr>
              <a:xfrm>
                <a:off x="3984" y="1620"/>
                <a:ext cx="54" cy="162"/>
              </a:xfrm>
              <a:prstGeom prst="leftBrace">
                <a:avLst>
                  <a:gd fmla="val 25000" name="adj1"/>
                  <a:gd fmla="val 50000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27"/>
              <p:cNvSpPr txBox="1"/>
              <p:nvPr/>
            </p:nvSpPr>
            <p:spPr>
              <a:xfrm>
                <a:off x="3614" y="1617"/>
                <a:ext cx="374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DIFS</a:t>
                </a:r>
                <a:endParaRPr/>
              </a:p>
            </p:txBody>
          </p:sp>
        </p:grpSp>
        <p:grpSp>
          <p:nvGrpSpPr>
            <p:cNvPr id="1632" name="Google Shape;1632;p27"/>
            <p:cNvGrpSpPr/>
            <p:nvPr/>
          </p:nvGrpSpPr>
          <p:grpSpPr>
            <a:xfrm>
              <a:off x="4050" y="1782"/>
              <a:ext cx="1212" cy="900"/>
              <a:chOff x="4050" y="1782"/>
              <a:chExt cx="1212" cy="900"/>
            </a:xfrm>
          </p:grpSpPr>
          <p:sp>
            <p:nvSpPr>
              <p:cNvPr id="1633" name="Google Shape;1633;p27"/>
              <p:cNvSpPr/>
              <p:nvPr/>
            </p:nvSpPr>
            <p:spPr>
              <a:xfrm>
                <a:off x="4050" y="1782"/>
                <a:ext cx="1212" cy="900"/>
              </a:xfrm>
              <a:custGeom>
                <a:rect b="b" l="l" r="r" t="t"/>
                <a:pathLst>
                  <a:path extrusionOk="0" h="900" w="1212">
                    <a:moveTo>
                      <a:pt x="6" y="0"/>
                    </a:moveTo>
                    <a:lnTo>
                      <a:pt x="1212" y="228"/>
                    </a:lnTo>
                    <a:lnTo>
                      <a:pt x="1212" y="900"/>
                    </a:lnTo>
                    <a:lnTo>
                      <a:pt x="0" y="66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27"/>
              <p:cNvSpPr txBox="1"/>
              <p:nvPr/>
            </p:nvSpPr>
            <p:spPr>
              <a:xfrm>
                <a:off x="4394" y="2108"/>
                <a:ext cx="399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635" name="Google Shape;1635;p27"/>
          <p:cNvGrpSpPr/>
          <p:nvPr/>
        </p:nvGrpSpPr>
        <p:grpSpPr>
          <a:xfrm>
            <a:off x="6419850" y="4267200"/>
            <a:ext cx="2511425" cy="923925"/>
            <a:chOff x="4044" y="2688"/>
            <a:chExt cx="1582" cy="582"/>
          </a:xfrm>
        </p:grpSpPr>
        <p:sp>
          <p:nvSpPr>
            <p:cNvPr id="1636" name="Google Shape;1636;p27"/>
            <p:cNvSpPr txBox="1"/>
            <p:nvPr/>
          </p:nvSpPr>
          <p:spPr>
            <a:xfrm>
              <a:off x="5258" y="2697"/>
              <a:ext cx="36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SIFS</a:t>
              </a:r>
              <a:endParaRPr/>
            </a:p>
          </p:txBody>
        </p:sp>
        <p:sp>
          <p:nvSpPr>
            <p:cNvPr id="1637" name="Google Shape;1637;p27"/>
            <p:cNvSpPr/>
            <p:nvPr/>
          </p:nvSpPr>
          <p:spPr>
            <a:xfrm flipH="1">
              <a:off x="5262" y="2688"/>
              <a:ext cx="54" cy="162"/>
            </a:xfrm>
            <a:prstGeom prst="leftBrace">
              <a:avLst>
                <a:gd fmla="val 25000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38" name="Google Shape;1638;p27"/>
            <p:cNvGrpSpPr/>
            <p:nvPr/>
          </p:nvGrpSpPr>
          <p:grpSpPr>
            <a:xfrm>
              <a:off x="4044" y="2856"/>
              <a:ext cx="1212" cy="414"/>
              <a:chOff x="4044" y="2856"/>
              <a:chExt cx="1212" cy="414"/>
            </a:xfrm>
          </p:grpSpPr>
          <p:sp>
            <p:nvSpPr>
              <p:cNvPr id="1639" name="Google Shape;1639;p27"/>
              <p:cNvSpPr/>
              <p:nvPr/>
            </p:nvSpPr>
            <p:spPr>
              <a:xfrm flipH="1" rot="10800000">
                <a:off x="4044" y="2856"/>
                <a:ext cx="1212" cy="414"/>
              </a:xfrm>
              <a:custGeom>
                <a:rect b="b" l="l" r="r" t="t"/>
                <a:pathLst>
                  <a:path extrusionOk="0" h="414" w="1212">
                    <a:moveTo>
                      <a:pt x="0" y="0"/>
                    </a:moveTo>
                    <a:lnTo>
                      <a:pt x="1212" y="246"/>
                    </a:lnTo>
                    <a:lnTo>
                      <a:pt x="1212" y="414"/>
                    </a:lnTo>
                    <a:lnTo>
                      <a:pt x="6" y="1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27"/>
              <p:cNvSpPr txBox="1"/>
              <p:nvPr/>
            </p:nvSpPr>
            <p:spPr>
              <a:xfrm>
                <a:off x="4436" y="2954"/>
                <a:ext cx="415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ACK</a:t>
                </a:r>
                <a:endParaRPr/>
              </a:p>
            </p:txBody>
          </p:sp>
        </p:grpSp>
      </p:grpSp>
      <p:pic>
        <p:nvPicPr>
          <p:cNvPr descr="underline_base" id="1641" name="Google Shape;164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849313"/>
            <a:ext cx="82280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642" name="Google Shape;1642;p27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3" name="Google Shape;1643;p27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28"/>
          <p:cNvSpPr txBox="1"/>
          <p:nvPr>
            <p:ph type="title"/>
          </p:nvPr>
        </p:nvSpPr>
        <p:spPr>
          <a:xfrm>
            <a:off x="503238" y="212725"/>
            <a:ext cx="83708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Avoiding collisions (more)</a:t>
            </a:r>
            <a:endParaRPr/>
          </a:p>
        </p:txBody>
      </p:sp>
      <p:sp>
        <p:nvSpPr>
          <p:cNvPr id="1650" name="Google Shape;1650;p28"/>
          <p:cNvSpPr txBox="1"/>
          <p:nvPr>
            <p:ph idx="1" type="body"/>
          </p:nvPr>
        </p:nvSpPr>
        <p:spPr>
          <a:xfrm>
            <a:off x="561975" y="1439863"/>
            <a:ext cx="7772400" cy="3611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i="1"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idea:</a:t>
            </a:r>
            <a:r>
              <a:rPr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allow sender to “reserve” channel rather than random access of data frames: avoid  collisions of long  data frames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sender first transmits </a:t>
            </a:r>
            <a:r>
              <a:rPr i="1" lang="en-US" sz="2400">
                <a:latin typeface="Gill Sans"/>
                <a:ea typeface="Gill Sans"/>
                <a:cs typeface="Gill Sans"/>
                <a:sym typeface="Gill Sans"/>
              </a:rPr>
              <a:t>small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request-to-send (RTS) packets to BS using CSMA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RTSs may still collide with each other (but they’re short)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BS broadcasts clear-to-send CTS in response to RTS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CTS heard by all nodes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sender transmits data frame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other stations defer transmissions 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 sz="2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1" name="Google Shape;1651;p28"/>
          <p:cNvSpPr txBox="1"/>
          <p:nvPr/>
        </p:nvSpPr>
        <p:spPr>
          <a:xfrm>
            <a:off x="1857375" y="5203825"/>
            <a:ext cx="5356225" cy="95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avoid data frame collisions completely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using small reservation packets!</a:t>
            </a:r>
            <a:endParaRPr/>
          </a:p>
        </p:txBody>
      </p:sp>
      <p:sp>
        <p:nvSpPr>
          <p:cNvPr id="1652" name="Google Shape;1652;p28"/>
          <p:cNvSpPr/>
          <p:nvPr/>
        </p:nvSpPr>
        <p:spPr>
          <a:xfrm>
            <a:off x="1630363" y="5246688"/>
            <a:ext cx="5853112" cy="914400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derline_base" id="1653" name="Google Shape;16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988" y="1008063"/>
            <a:ext cx="63992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654" name="Google Shape;1654;p28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5" name="Google Shape;1655;p28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29"/>
          <p:cNvSpPr txBox="1"/>
          <p:nvPr>
            <p:ph type="title"/>
          </p:nvPr>
        </p:nvSpPr>
        <p:spPr>
          <a:xfrm>
            <a:off x="476250" y="115888"/>
            <a:ext cx="7772400" cy="9413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Collision Avoidance: RTS-CTS exchange</a:t>
            </a:r>
            <a:endParaRPr/>
          </a:p>
        </p:txBody>
      </p:sp>
      <p:sp>
        <p:nvSpPr>
          <p:cNvPr id="1662" name="Google Shape;1662;p29"/>
          <p:cNvSpPr txBox="1"/>
          <p:nvPr/>
        </p:nvSpPr>
        <p:spPr>
          <a:xfrm>
            <a:off x="3246438" y="746125"/>
            <a:ext cx="184150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3" name="Google Shape;1663;p29"/>
          <p:cNvSpPr txBox="1"/>
          <p:nvPr/>
        </p:nvSpPr>
        <p:spPr>
          <a:xfrm>
            <a:off x="4767263" y="1393825"/>
            <a:ext cx="4921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</a:t>
            </a:r>
            <a:endParaRPr/>
          </a:p>
        </p:txBody>
      </p:sp>
      <p:sp>
        <p:nvSpPr>
          <p:cNvPr id="1664" name="Google Shape;1664;p29"/>
          <p:cNvSpPr txBox="1"/>
          <p:nvPr/>
        </p:nvSpPr>
        <p:spPr>
          <a:xfrm>
            <a:off x="2073275" y="1243013"/>
            <a:ext cx="3508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665" name="Google Shape;1665;p29"/>
          <p:cNvSpPr txBox="1"/>
          <p:nvPr/>
        </p:nvSpPr>
        <p:spPr>
          <a:xfrm>
            <a:off x="7670800" y="1241425"/>
            <a:ext cx="33813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cxnSp>
        <p:nvCxnSpPr>
          <p:cNvPr id="1666" name="Google Shape;1666;p29"/>
          <p:cNvCxnSpPr/>
          <p:nvPr/>
        </p:nvCxnSpPr>
        <p:spPr>
          <a:xfrm>
            <a:off x="758825" y="1743075"/>
            <a:ext cx="41275" cy="39385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7" name="Google Shape;1667;p29"/>
          <p:cNvSpPr txBox="1"/>
          <p:nvPr/>
        </p:nvSpPr>
        <p:spPr>
          <a:xfrm>
            <a:off x="188913" y="5378450"/>
            <a:ext cx="620712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/>
          </a:p>
        </p:txBody>
      </p:sp>
      <p:cxnSp>
        <p:nvCxnSpPr>
          <p:cNvPr id="1668" name="Google Shape;1668;p29"/>
          <p:cNvCxnSpPr/>
          <p:nvPr/>
        </p:nvCxnSpPr>
        <p:spPr>
          <a:xfrm>
            <a:off x="744538" y="1728788"/>
            <a:ext cx="783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69" name="Google Shape;1669;p29"/>
          <p:cNvGrpSpPr/>
          <p:nvPr/>
        </p:nvGrpSpPr>
        <p:grpSpPr>
          <a:xfrm>
            <a:off x="1801813" y="1809286"/>
            <a:ext cx="6628265" cy="903752"/>
            <a:chOff x="1135" y="1140"/>
            <a:chExt cx="4175" cy="569"/>
          </a:xfrm>
        </p:grpSpPr>
        <p:grpSp>
          <p:nvGrpSpPr>
            <p:cNvPr id="1670" name="Google Shape;1670;p29"/>
            <p:cNvGrpSpPr/>
            <p:nvPr/>
          </p:nvGrpSpPr>
          <p:grpSpPr>
            <a:xfrm>
              <a:off x="1135" y="1194"/>
              <a:ext cx="4163" cy="515"/>
              <a:chOff x="594" y="1184"/>
              <a:chExt cx="4163" cy="515"/>
            </a:xfrm>
          </p:grpSpPr>
          <p:sp>
            <p:nvSpPr>
              <p:cNvPr id="1671" name="Google Shape;1671;p29"/>
              <p:cNvSpPr/>
              <p:nvPr/>
            </p:nvSpPr>
            <p:spPr>
              <a:xfrm>
                <a:off x="594" y="1238"/>
                <a:ext cx="3642" cy="461"/>
              </a:xfrm>
              <a:custGeom>
                <a:rect b="b" l="l" r="r" t="t"/>
                <a:pathLst>
                  <a:path extrusionOk="0" h="461" w="2996">
                    <a:moveTo>
                      <a:pt x="1" y="0"/>
                    </a:moveTo>
                    <a:lnTo>
                      <a:pt x="2996" y="298"/>
                    </a:lnTo>
                    <a:lnTo>
                      <a:pt x="2996" y="461"/>
                    </a:lnTo>
                    <a:lnTo>
                      <a:pt x="0" y="160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29"/>
              <p:cNvSpPr/>
              <p:nvPr/>
            </p:nvSpPr>
            <p:spPr>
              <a:xfrm flipH="1">
                <a:off x="1115" y="1184"/>
                <a:ext cx="3642" cy="461"/>
              </a:xfrm>
              <a:custGeom>
                <a:rect b="b" l="l" r="r" t="t"/>
                <a:pathLst>
                  <a:path extrusionOk="0" h="461" w="2996">
                    <a:moveTo>
                      <a:pt x="1" y="0"/>
                    </a:moveTo>
                    <a:lnTo>
                      <a:pt x="2996" y="298"/>
                    </a:lnTo>
                    <a:lnTo>
                      <a:pt x="2996" y="461"/>
                    </a:lnTo>
                    <a:lnTo>
                      <a:pt x="0" y="160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5882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73" name="Google Shape;1673;p29"/>
            <p:cNvSpPr txBox="1"/>
            <p:nvPr/>
          </p:nvSpPr>
          <p:spPr>
            <a:xfrm rot="356404">
              <a:off x="1544" y="1279"/>
              <a:ext cx="6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RTS(A)</a:t>
              </a:r>
              <a:endParaRPr/>
            </a:p>
          </p:txBody>
        </p:sp>
        <p:sp>
          <p:nvSpPr>
            <p:cNvPr id="1674" name="Google Shape;1674;p29"/>
            <p:cNvSpPr txBox="1"/>
            <p:nvPr/>
          </p:nvSpPr>
          <p:spPr>
            <a:xfrm rot="-354180">
              <a:off x="4699" y="1170"/>
              <a:ext cx="60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RTS(B)</a:t>
              </a:r>
              <a:endParaRPr/>
            </a:p>
          </p:txBody>
        </p:sp>
      </p:grpSp>
      <p:grpSp>
        <p:nvGrpSpPr>
          <p:cNvPr id="1675" name="Google Shape;1675;p29"/>
          <p:cNvGrpSpPr/>
          <p:nvPr/>
        </p:nvGrpSpPr>
        <p:grpSpPr>
          <a:xfrm>
            <a:off x="1800225" y="2693988"/>
            <a:ext cx="6472238" cy="1174750"/>
            <a:chOff x="1134" y="1697"/>
            <a:chExt cx="4077" cy="740"/>
          </a:xfrm>
        </p:grpSpPr>
        <p:sp>
          <p:nvSpPr>
            <p:cNvPr id="1676" name="Google Shape;1676;p29"/>
            <p:cNvSpPr/>
            <p:nvPr/>
          </p:nvSpPr>
          <p:spPr>
            <a:xfrm>
              <a:off x="1134" y="1697"/>
              <a:ext cx="3642" cy="461"/>
            </a:xfrm>
            <a:custGeom>
              <a:rect b="b" l="l" r="r" t="t"/>
              <a:pathLst>
                <a:path extrusionOk="0" h="461" w="2996">
                  <a:moveTo>
                    <a:pt x="1" y="0"/>
                  </a:moveTo>
                  <a:lnTo>
                    <a:pt x="2996" y="298"/>
                  </a:lnTo>
                  <a:lnTo>
                    <a:pt x="2996" y="461"/>
                  </a:lnTo>
                  <a:lnTo>
                    <a:pt x="0" y="16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29"/>
            <p:cNvSpPr txBox="1"/>
            <p:nvPr/>
          </p:nvSpPr>
          <p:spPr>
            <a:xfrm rot="356404">
              <a:off x="1551" y="1738"/>
              <a:ext cx="6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RTS(A)</a:t>
              </a:r>
              <a:endParaRPr/>
            </a:p>
          </p:txBody>
        </p:sp>
        <p:sp>
          <p:nvSpPr>
            <p:cNvPr id="1678" name="Google Shape;1678;p29"/>
            <p:cNvSpPr/>
            <p:nvPr/>
          </p:nvSpPr>
          <p:spPr>
            <a:xfrm>
              <a:off x="2951" y="2082"/>
              <a:ext cx="2260" cy="355"/>
            </a:xfrm>
            <a:custGeom>
              <a:rect b="b" l="l" r="r" t="t"/>
              <a:pathLst>
                <a:path extrusionOk="0" h="355" w="2260">
                  <a:moveTo>
                    <a:pt x="0" y="0"/>
                  </a:moveTo>
                  <a:lnTo>
                    <a:pt x="2260" y="186"/>
                  </a:lnTo>
                  <a:lnTo>
                    <a:pt x="2260" y="3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29"/>
            <p:cNvSpPr/>
            <p:nvPr/>
          </p:nvSpPr>
          <p:spPr>
            <a:xfrm>
              <a:off x="1134" y="2081"/>
              <a:ext cx="1860" cy="347"/>
            </a:xfrm>
            <a:custGeom>
              <a:rect b="b" l="l" r="r" t="t"/>
              <a:pathLst>
                <a:path extrusionOk="0" h="347" w="1860">
                  <a:moveTo>
                    <a:pt x="1860" y="0"/>
                  </a:moveTo>
                  <a:lnTo>
                    <a:pt x="0" y="179"/>
                  </a:lnTo>
                  <a:lnTo>
                    <a:pt x="0" y="347"/>
                  </a:lnTo>
                  <a:lnTo>
                    <a:pt x="1860" y="151"/>
                  </a:lnTo>
                  <a:lnTo>
                    <a:pt x="186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29"/>
            <p:cNvSpPr txBox="1"/>
            <p:nvPr/>
          </p:nvSpPr>
          <p:spPr>
            <a:xfrm rot="-379204">
              <a:off x="1584" y="2157"/>
              <a:ext cx="6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CTS(A)</a:t>
              </a:r>
              <a:endParaRPr/>
            </a:p>
          </p:txBody>
        </p:sp>
        <p:sp>
          <p:nvSpPr>
            <p:cNvPr id="1681" name="Google Shape;1681;p29"/>
            <p:cNvSpPr txBox="1"/>
            <p:nvPr/>
          </p:nvSpPr>
          <p:spPr>
            <a:xfrm rot="276164">
              <a:off x="3816" y="2147"/>
              <a:ext cx="6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CTS(A)</a:t>
              </a:r>
              <a:endParaRPr/>
            </a:p>
          </p:txBody>
        </p:sp>
      </p:grpSp>
      <p:grpSp>
        <p:nvGrpSpPr>
          <p:cNvPr id="1682" name="Google Shape;1682;p29"/>
          <p:cNvGrpSpPr/>
          <p:nvPr/>
        </p:nvGrpSpPr>
        <p:grpSpPr>
          <a:xfrm>
            <a:off x="1825625" y="3956050"/>
            <a:ext cx="6472238" cy="2174875"/>
            <a:chOff x="1150" y="2492"/>
            <a:chExt cx="4077" cy="1370"/>
          </a:xfrm>
        </p:grpSpPr>
        <p:sp>
          <p:nvSpPr>
            <p:cNvPr id="1683" name="Google Shape;1683;p29"/>
            <p:cNvSpPr/>
            <p:nvPr/>
          </p:nvSpPr>
          <p:spPr>
            <a:xfrm>
              <a:off x="1150" y="2492"/>
              <a:ext cx="3652" cy="1134"/>
            </a:xfrm>
            <a:custGeom>
              <a:rect b="b" l="l" r="r" t="t"/>
              <a:pathLst>
                <a:path extrusionOk="0" h="1134" w="3652">
                  <a:moveTo>
                    <a:pt x="0" y="0"/>
                  </a:moveTo>
                  <a:lnTo>
                    <a:pt x="3652" y="318"/>
                  </a:lnTo>
                  <a:lnTo>
                    <a:pt x="3652" y="1134"/>
                  </a:lnTo>
                  <a:lnTo>
                    <a:pt x="1" y="78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29"/>
            <p:cNvSpPr txBox="1"/>
            <p:nvPr/>
          </p:nvSpPr>
          <p:spPr>
            <a:xfrm>
              <a:off x="1594" y="2814"/>
              <a:ext cx="113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(A)</a:t>
              </a:r>
              <a:endParaRPr/>
            </a:p>
          </p:txBody>
        </p:sp>
        <p:sp>
          <p:nvSpPr>
            <p:cNvPr id="1685" name="Google Shape;1685;p29"/>
            <p:cNvSpPr/>
            <p:nvPr/>
          </p:nvSpPr>
          <p:spPr>
            <a:xfrm>
              <a:off x="2967" y="3507"/>
              <a:ext cx="2260" cy="355"/>
            </a:xfrm>
            <a:custGeom>
              <a:rect b="b" l="l" r="r" t="t"/>
              <a:pathLst>
                <a:path extrusionOk="0" h="355" w="2260">
                  <a:moveTo>
                    <a:pt x="0" y="0"/>
                  </a:moveTo>
                  <a:lnTo>
                    <a:pt x="2260" y="186"/>
                  </a:lnTo>
                  <a:lnTo>
                    <a:pt x="2260" y="3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29"/>
            <p:cNvSpPr/>
            <p:nvPr/>
          </p:nvSpPr>
          <p:spPr>
            <a:xfrm>
              <a:off x="1150" y="3506"/>
              <a:ext cx="1860" cy="347"/>
            </a:xfrm>
            <a:custGeom>
              <a:rect b="b" l="l" r="r" t="t"/>
              <a:pathLst>
                <a:path extrusionOk="0" h="347" w="1860">
                  <a:moveTo>
                    <a:pt x="1860" y="0"/>
                  </a:moveTo>
                  <a:lnTo>
                    <a:pt x="0" y="179"/>
                  </a:lnTo>
                  <a:lnTo>
                    <a:pt x="0" y="347"/>
                  </a:lnTo>
                  <a:lnTo>
                    <a:pt x="1860" y="151"/>
                  </a:lnTo>
                  <a:lnTo>
                    <a:pt x="1860" y="0"/>
                  </a:lnTo>
                  <a:close/>
                </a:path>
              </a:pathLst>
            </a:custGeom>
            <a:solidFill>
              <a:srgbClr val="FF99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29"/>
            <p:cNvSpPr txBox="1"/>
            <p:nvPr/>
          </p:nvSpPr>
          <p:spPr>
            <a:xfrm rot="-379204">
              <a:off x="1600" y="3582"/>
              <a:ext cx="60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ACK(A)</a:t>
              </a:r>
              <a:endParaRPr/>
            </a:p>
          </p:txBody>
        </p:sp>
        <p:sp>
          <p:nvSpPr>
            <p:cNvPr id="1688" name="Google Shape;1688;p29"/>
            <p:cNvSpPr txBox="1"/>
            <p:nvPr/>
          </p:nvSpPr>
          <p:spPr>
            <a:xfrm rot="276164">
              <a:off x="3832" y="3572"/>
              <a:ext cx="60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ACK(A)</a:t>
              </a:r>
              <a:endParaRPr/>
            </a:p>
          </p:txBody>
        </p:sp>
      </p:grpSp>
      <p:grpSp>
        <p:nvGrpSpPr>
          <p:cNvPr id="1689" name="Google Shape;1689;p29"/>
          <p:cNvGrpSpPr/>
          <p:nvPr/>
        </p:nvGrpSpPr>
        <p:grpSpPr>
          <a:xfrm>
            <a:off x="4418013" y="2046288"/>
            <a:ext cx="3109912" cy="715962"/>
            <a:chOff x="2596" y="1330"/>
            <a:chExt cx="1959" cy="451"/>
          </a:xfrm>
        </p:grpSpPr>
        <p:sp>
          <p:nvSpPr>
            <p:cNvPr id="1690" name="Google Shape;1690;p29"/>
            <p:cNvSpPr/>
            <p:nvPr/>
          </p:nvSpPr>
          <p:spPr>
            <a:xfrm>
              <a:off x="2596" y="1330"/>
              <a:ext cx="683" cy="293"/>
            </a:xfrm>
            <a:prstGeom prst="irregularSeal1">
              <a:avLst/>
            </a:prstGeom>
            <a:solidFill>
              <a:srgbClr val="FF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29"/>
            <p:cNvSpPr txBox="1"/>
            <p:nvPr/>
          </p:nvSpPr>
          <p:spPr>
            <a:xfrm>
              <a:off x="2778" y="1550"/>
              <a:ext cx="177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reservation collision</a:t>
              </a:r>
              <a:endParaRPr/>
            </a:p>
          </p:txBody>
        </p:sp>
      </p:grpSp>
      <p:grpSp>
        <p:nvGrpSpPr>
          <p:cNvPr id="1692" name="Google Shape;1692;p29"/>
          <p:cNvGrpSpPr/>
          <p:nvPr/>
        </p:nvGrpSpPr>
        <p:grpSpPr>
          <a:xfrm>
            <a:off x="8015288" y="3671888"/>
            <a:ext cx="711200" cy="2424112"/>
            <a:chOff x="8015288" y="3671888"/>
            <a:chExt cx="711200" cy="2424112"/>
          </a:xfrm>
        </p:grpSpPr>
        <p:cxnSp>
          <p:nvCxnSpPr>
            <p:cNvPr id="1693" name="Google Shape;1693;p29"/>
            <p:cNvCxnSpPr/>
            <p:nvPr/>
          </p:nvCxnSpPr>
          <p:spPr>
            <a:xfrm>
              <a:off x="8428038" y="3671888"/>
              <a:ext cx="0" cy="242411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94" name="Google Shape;1694;p29"/>
            <p:cNvSpPr txBox="1"/>
            <p:nvPr/>
          </p:nvSpPr>
          <p:spPr>
            <a:xfrm>
              <a:off x="8015288" y="4689475"/>
              <a:ext cx="711200" cy="36988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defer</a:t>
              </a:r>
              <a:endParaRPr/>
            </a:p>
          </p:txBody>
        </p:sp>
      </p:grpSp>
      <p:grpSp>
        <p:nvGrpSpPr>
          <p:cNvPr id="1695" name="Google Shape;1695;p29"/>
          <p:cNvGrpSpPr/>
          <p:nvPr/>
        </p:nvGrpSpPr>
        <p:grpSpPr>
          <a:xfrm>
            <a:off x="4327525" y="1117600"/>
            <a:ext cx="650875" cy="561975"/>
            <a:chOff x="2967" y="478"/>
            <a:chExt cx="788" cy="625"/>
          </a:xfrm>
        </p:grpSpPr>
        <p:pic>
          <p:nvPicPr>
            <p:cNvPr descr="access_point_stylized_small" id="1696" name="Google Shape;1696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697" name="Google Shape;1697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8" name="Google Shape;1698;p29"/>
          <p:cNvGrpSpPr/>
          <p:nvPr/>
        </p:nvGrpSpPr>
        <p:grpSpPr>
          <a:xfrm>
            <a:off x="1514475" y="1057275"/>
            <a:ext cx="609600" cy="598488"/>
            <a:chOff x="313" y="1497"/>
            <a:chExt cx="1152" cy="1014"/>
          </a:xfrm>
        </p:grpSpPr>
        <p:pic>
          <p:nvPicPr>
            <p:cNvPr descr="laptop_stylized_small" id="1699" name="Google Shape;1699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700" name="Google Shape;1700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01" name="Google Shape;1701;p29"/>
          <p:cNvGrpSpPr/>
          <p:nvPr/>
        </p:nvGrpSpPr>
        <p:grpSpPr>
          <a:xfrm>
            <a:off x="7966075" y="1087438"/>
            <a:ext cx="609600" cy="598487"/>
            <a:chOff x="313" y="1497"/>
            <a:chExt cx="1152" cy="1014"/>
          </a:xfrm>
        </p:grpSpPr>
        <p:pic>
          <p:nvPicPr>
            <p:cNvPr descr="laptop_stylized_small" id="1702" name="Google Shape;1702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703" name="Google Shape;1703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underline_base" id="1704" name="Google Shape;1704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" y="746125"/>
            <a:ext cx="6856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29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06" name="Google Shape;1706;p29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2" name="Google Shape;1712;p30"/>
          <p:cNvGrpSpPr/>
          <p:nvPr/>
        </p:nvGrpSpPr>
        <p:grpSpPr>
          <a:xfrm>
            <a:off x="288925" y="1812925"/>
            <a:ext cx="8077200" cy="985838"/>
            <a:chOff x="240" y="887"/>
            <a:chExt cx="5088" cy="621"/>
          </a:xfrm>
        </p:grpSpPr>
        <p:sp>
          <p:nvSpPr>
            <p:cNvPr id="1713" name="Google Shape;1713;p30"/>
            <p:cNvSpPr/>
            <p:nvPr/>
          </p:nvSpPr>
          <p:spPr>
            <a:xfrm>
              <a:off x="240" y="1104"/>
              <a:ext cx="528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</p:txBody>
        </p:sp>
        <p:sp>
          <p:nvSpPr>
            <p:cNvPr id="1714" name="Google Shape;1714;p30"/>
            <p:cNvSpPr/>
            <p:nvPr/>
          </p:nvSpPr>
          <p:spPr>
            <a:xfrm>
              <a:off x="768" y="1104"/>
              <a:ext cx="528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duration</a:t>
              </a:r>
              <a:endParaRPr/>
            </a:p>
          </p:txBody>
        </p:sp>
        <p:sp>
          <p:nvSpPr>
            <p:cNvPr id="1715" name="Google Shape;1715;p30"/>
            <p:cNvSpPr/>
            <p:nvPr/>
          </p:nvSpPr>
          <p:spPr>
            <a:xfrm>
              <a:off x="1296" y="1104"/>
              <a:ext cx="528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address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716" name="Google Shape;1716;p30"/>
            <p:cNvSpPr/>
            <p:nvPr/>
          </p:nvSpPr>
          <p:spPr>
            <a:xfrm>
              <a:off x="1824" y="1104"/>
              <a:ext cx="528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address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717" name="Google Shape;1717;p30"/>
            <p:cNvSpPr/>
            <p:nvPr/>
          </p:nvSpPr>
          <p:spPr>
            <a:xfrm>
              <a:off x="3408" y="1104"/>
              <a:ext cx="528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address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718" name="Google Shape;1718;p30"/>
            <p:cNvSpPr/>
            <p:nvPr/>
          </p:nvSpPr>
          <p:spPr>
            <a:xfrm>
              <a:off x="2352" y="1104"/>
              <a:ext cx="528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address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719" name="Google Shape;1719;p30"/>
            <p:cNvSpPr/>
            <p:nvPr/>
          </p:nvSpPr>
          <p:spPr>
            <a:xfrm>
              <a:off x="2880" y="1104"/>
              <a:ext cx="528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30"/>
            <p:cNvSpPr/>
            <p:nvPr/>
          </p:nvSpPr>
          <p:spPr>
            <a:xfrm>
              <a:off x="3936" y="1104"/>
              <a:ext cx="864" cy="384"/>
            </a:xfrm>
            <a:prstGeom prst="rect">
              <a:avLst/>
            </a:prstGeom>
            <a:solidFill>
              <a:srgbClr val="FFFF9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payload</a:t>
              </a:r>
              <a:endParaRPr/>
            </a:p>
          </p:txBody>
        </p:sp>
        <p:sp>
          <p:nvSpPr>
            <p:cNvPr id="1721" name="Google Shape;1721;p30"/>
            <p:cNvSpPr/>
            <p:nvPr/>
          </p:nvSpPr>
          <p:spPr>
            <a:xfrm>
              <a:off x="4800" y="1104"/>
              <a:ext cx="528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CRC</a:t>
              </a:r>
              <a:endParaRPr/>
            </a:p>
          </p:txBody>
        </p:sp>
        <p:sp>
          <p:nvSpPr>
            <p:cNvPr id="1722" name="Google Shape;1722;p30"/>
            <p:cNvSpPr txBox="1"/>
            <p:nvPr/>
          </p:nvSpPr>
          <p:spPr>
            <a:xfrm>
              <a:off x="480" y="91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723" name="Google Shape;1723;p30"/>
            <p:cNvSpPr txBox="1"/>
            <p:nvPr/>
          </p:nvSpPr>
          <p:spPr>
            <a:xfrm>
              <a:off x="960" y="91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724" name="Google Shape;1724;p30"/>
            <p:cNvSpPr txBox="1"/>
            <p:nvPr/>
          </p:nvSpPr>
          <p:spPr>
            <a:xfrm>
              <a:off x="1536" y="91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1725" name="Google Shape;1725;p30"/>
            <p:cNvSpPr txBox="1"/>
            <p:nvPr/>
          </p:nvSpPr>
          <p:spPr>
            <a:xfrm>
              <a:off x="2016" y="91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1726" name="Google Shape;1726;p30"/>
            <p:cNvSpPr txBox="1"/>
            <p:nvPr/>
          </p:nvSpPr>
          <p:spPr>
            <a:xfrm>
              <a:off x="2544" y="91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1727" name="Google Shape;1727;p30"/>
            <p:cNvSpPr txBox="1"/>
            <p:nvPr/>
          </p:nvSpPr>
          <p:spPr>
            <a:xfrm>
              <a:off x="3072" y="91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728" name="Google Shape;1728;p30"/>
            <p:cNvSpPr txBox="1"/>
            <p:nvPr/>
          </p:nvSpPr>
          <p:spPr>
            <a:xfrm>
              <a:off x="3638" y="8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1729" name="Google Shape;1729;p30"/>
            <p:cNvSpPr txBox="1"/>
            <p:nvPr/>
          </p:nvSpPr>
          <p:spPr>
            <a:xfrm>
              <a:off x="4032" y="912"/>
              <a:ext cx="64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0 - 2312</a:t>
              </a:r>
              <a:endParaRPr/>
            </a:p>
          </p:txBody>
        </p:sp>
        <p:sp>
          <p:nvSpPr>
            <p:cNvPr id="1730" name="Google Shape;1730;p30"/>
            <p:cNvSpPr txBox="1"/>
            <p:nvPr/>
          </p:nvSpPr>
          <p:spPr>
            <a:xfrm>
              <a:off x="4982" y="8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731" name="Google Shape;1731;p30"/>
            <p:cNvSpPr txBox="1"/>
            <p:nvPr/>
          </p:nvSpPr>
          <p:spPr>
            <a:xfrm>
              <a:off x="2918" y="1142"/>
              <a:ext cx="500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seq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</p:txBody>
        </p:sp>
      </p:grpSp>
      <p:sp>
        <p:nvSpPr>
          <p:cNvPr id="1732" name="Google Shape;1732;p30"/>
          <p:cNvSpPr txBox="1"/>
          <p:nvPr>
            <p:ph type="title"/>
          </p:nvPr>
        </p:nvSpPr>
        <p:spPr>
          <a:xfrm>
            <a:off x="533400" y="157163"/>
            <a:ext cx="640556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802.11 frame: addressing</a:t>
            </a:r>
            <a:endParaRPr/>
          </a:p>
        </p:txBody>
      </p:sp>
      <p:sp>
        <p:nvSpPr>
          <p:cNvPr id="1733" name="Google Shape;1733;p30"/>
          <p:cNvSpPr txBox="1"/>
          <p:nvPr/>
        </p:nvSpPr>
        <p:spPr>
          <a:xfrm>
            <a:off x="823913" y="4719638"/>
            <a:ext cx="2735262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Address 2: </a:t>
            </a: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of wireless host or AP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transmitting this frame</a:t>
            </a:r>
            <a:endParaRPr/>
          </a:p>
        </p:txBody>
      </p:sp>
      <p:cxnSp>
        <p:nvCxnSpPr>
          <p:cNvPr id="1734" name="Google Shape;1734;p30"/>
          <p:cNvCxnSpPr/>
          <p:nvPr/>
        </p:nvCxnSpPr>
        <p:spPr>
          <a:xfrm flipH="1" rot="10800000">
            <a:off x="974725" y="2835275"/>
            <a:ext cx="1235075" cy="73025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5" name="Google Shape;1735;p30"/>
          <p:cNvCxnSpPr/>
          <p:nvPr/>
        </p:nvCxnSpPr>
        <p:spPr>
          <a:xfrm rot="10800000">
            <a:off x="3186113" y="2849563"/>
            <a:ext cx="44450" cy="187325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6" name="Google Shape;1736;p30"/>
          <p:cNvSpPr txBox="1"/>
          <p:nvPr/>
        </p:nvSpPr>
        <p:spPr>
          <a:xfrm>
            <a:off x="274638" y="3486150"/>
            <a:ext cx="2735262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Address 1: </a:t>
            </a: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of wireless host or AP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 receive this frame</a:t>
            </a:r>
            <a:endParaRPr/>
          </a:p>
        </p:txBody>
      </p:sp>
      <p:cxnSp>
        <p:nvCxnSpPr>
          <p:cNvPr id="1737" name="Google Shape;1737;p30"/>
          <p:cNvCxnSpPr/>
          <p:nvPr/>
        </p:nvCxnSpPr>
        <p:spPr>
          <a:xfrm rot="10800000">
            <a:off x="3978275" y="2879725"/>
            <a:ext cx="609600" cy="83661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8" name="Google Shape;1738;p30"/>
          <p:cNvSpPr txBox="1"/>
          <p:nvPr/>
        </p:nvSpPr>
        <p:spPr>
          <a:xfrm>
            <a:off x="3598863" y="3851275"/>
            <a:ext cx="3049587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Address 3: </a:t>
            </a: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of router interface to which AP is attached</a:t>
            </a:r>
            <a:endParaRPr/>
          </a:p>
        </p:txBody>
      </p:sp>
      <p:sp>
        <p:nvSpPr>
          <p:cNvPr id="1739" name="Google Shape;1739;p30"/>
          <p:cNvSpPr txBox="1"/>
          <p:nvPr/>
        </p:nvSpPr>
        <p:spPr>
          <a:xfrm>
            <a:off x="5838825" y="3071813"/>
            <a:ext cx="260667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Address 4: </a:t>
            </a: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used only in ad hoc mode</a:t>
            </a:r>
            <a:endParaRPr/>
          </a:p>
        </p:txBody>
      </p:sp>
      <p:cxnSp>
        <p:nvCxnSpPr>
          <p:cNvPr id="1740" name="Google Shape;1740;p30"/>
          <p:cNvCxnSpPr/>
          <p:nvPr/>
        </p:nvCxnSpPr>
        <p:spPr>
          <a:xfrm rot="10800000">
            <a:off x="5594350" y="2833688"/>
            <a:ext cx="290513" cy="379412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underline_base" id="1741" name="Google Shape;174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900" y="960438"/>
            <a:ext cx="59420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742" name="Google Shape;1742;p30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43" name="Google Shape;1743;p30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31"/>
          <p:cNvSpPr/>
          <p:nvPr/>
        </p:nvSpPr>
        <p:spPr>
          <a:xfrm>
            <a:off x="1601788" y="1216025"/>
            <a:ext cx="2454275" cy="2374900"/>
          </a:xfrm>
          <a:prstGeom prst="ellipse">
            <a:avLst/>
          </a:pr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0" name="Google Shape;1750;p31"/>
          <p:cNvCxnSpPr/>
          <p:nvPr/>
        </p:nvCxnSpPr>
        <p:spPr>
          <a:xfrm>
            <a:off x="3581400" y="2728913"/>
            <a:ext cx="1219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1" name="Google Shape;1751;p31"/>
          <p:cNvCxnSpPr/>
          <p:nvPr/>
        </p:nvCxnSpPr>
        <p:spPr>
          <a:xfrm flipH="1" rot="10800000">
            <a:off x="5257800" y="2271713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52" name="Google Shape;1752;p31"/>
          <p:cNvGrpSpPr/>
          <p:nvPr/>
        </p:nvGrpSpPr>
        <p:grpSpPr>
          <a:xfrm>
            <a:off x="6019800" y="1433513"/>
            <a:ext cx="2362200" cy="1762125"/>
            <a:chOff x="3744" y="1392"/>
            <a:chExt cx="1488" cy="1110"/>
          </a:xfrm>
        </p:grpSpPr>
        <p:sp>
          <p:nvSpPr>
            <p:cNvPr id="1753" name="Google Shape;1753;p31"/>
            <p:cNvSpPr/>
            <p:nvPr/>
          </p:nvSpPr>
          <p:spPr>
            <a:xfrm>
              <a:off x="3744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31"/>
            <p:cNvSpPr txBox="1"/>
            <p:nvPr/>
          </p:nvSpPr>
          <p:spPr>
            <a:xfrm>
              <a:off x="4128" y="1776"/>
              <a:ext cx="60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Internet</a:t>
              </a:r>
              <a:endParaRPr/>
            </a:p>
          </p:txBody>
        </p:sp>
      </p:grpSp>
      <p:grpSp>
        <p:nvGrpSpPr>
          <p:cNvPr id="1755" name="Google Shape;1755;p31"/>
          <p:cNvGrpSpPr/>
          <p:nvPr/>
        </p:nvGrpSpPr>
        <p:grpSpPr>
          <a:xfrm>
            <a:off x="4699000" y="2284413"/>
            <a:ext cx="787400" cy="525462"/>
            <a:chOff x="2960" y="1439"/>
            <a:chExt cx="496" cy="331"/>
          </a:xfrm>
        </p:grpSpPr>
        <p:grpSp>
          <p:nvGrpSpPr>
            <p:cNvPr id="1756" name="Google Shape;1756;p31"/>
            <p:cNvGrpSpPr/>
            <p:nvPr/>
          </p:nvGrpSpPr>
          <p:grpSpPr>
            <a:xfrm>
              <a:off x="3024" y="1623"/>
              <a:ext cx="315" cy="147"/>
              <a:chOff x="3600" y="219"/>
              <a:chExt cx="360" cy="175"/>
            </a:xfrm>
          </p:grpSpPr>
          <p:sp>
            <p:nvSpPr>
              <p:cNvPr id="1757" name="Google Shape;1757;p31"/>
              <p:cNvSpPr/>
              <p:nvPr/>
            </p:nvSpPr>
            <p:spPr>
              <a:xfrm>
                <a:off x="3603" y="298"/>
                <a:ext cx="357" cy="96"/>
              </a:xfrm>
              <a:prstGeom prst="ellipse">
                <a:avLst/>
              </a:prstGeom>
              <a:solidFill>
                <a:schemeClr val="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58" name="Google Shape;1758;p31"/>
              <p:cNvCxnSpPr/>
              <p:nvPr/>
            </p:nvCxnSpPr>
            <p:spPr>
              <a:xfrm>
                <a:off x="3603" y="289"/>
                <a:ext cx="0" cy="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9" name="Google Shape;1759;p31"/>
              <p:cNvCxnSpPr/>
              <p:nvPr/>
            </p:nvCxnSpPr>
            <p:spPr>
              <a:xfrm>
                <a:off x="3960" y="289"/>
                <a:ext cx="0" cy="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60" name="Google Shape;1760;p31"/>
              <p:cNvSpPr/>
              <p:nvPr/>
            </p:nvSpPr>
            <p:spPr>
              <a:xfrm>
                <a:off x="3603" y="289"/>
                <a:ext cx="353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1" name="Google Shape;1761;p31"/>
              <p:cNvSpPr/>
              <p:nvPr/>
            </p:nvSpPr>
            <p:spPr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62" name="Google Shape;1762;p31"/>
              <p:cNvGrpSpPr/>
              <p:nvPr/>
            </p:nvGrpSpPr>
            <p:grpSpPr>
              <a:xfrm>
                <a:off x="3686" y="244"/>
                <a:ext cx="177" cy="65"/>
                <a:chOff x="2848" y="848"/>
                <a:chExt cx="140" cy="97"/>
              </a:xfrm>
            </p:grpSpPr>
            <p:cxnSp>
              <p:nvCxnSpPr>
                <p:cNvPr id="1763" name="Google Shape;1763;p31"/>
                <p:cNvCxnSpPr/>
                <p:nvPr/>
              </p:nvCxnSpPr>
              <p:spPr>
                <a:xfrm flipH="1" rot="10800000">
                  <a:off x="2848" y="848"/>
                  <a:ext cx="50" cy="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64" name="Google Shape;1764;p31"/>
                <p:cNvCxnSpPr/>
                <p:nvPr/>
              </p:nvCxnSpPr>
              <p:spPr>
                <a:xfrm>
                  <a:off x="2944" y="945"/>
                  <a:ext cx="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65" name="Google Shape;1765;p31"/>
                <p:cNvCxnSpPr/>
                <p:nvPr/>
              </p:nvCxnSpPr>
              <p:spPr>
                <a:xfrm>
                  <a:off x="2894" y="850"/>
                  <a:ext cx="52" cy="95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766" name="Google Shape;1766;p31"/>
              <p:cNvGrpSpPr/>
              <p:nvPr/>
            </p:nvGrpSpPr>
            <p:grpSpPr>
              <a:xfrm flipH="1" rot="10800000">
                <a:off x="3686" y="243"/>
                <a:ext cx="177" cy="67"/>
                <a:chOff x="2848" y="847"/>
                <a:chExt cx="140" cy="99"/>
              </a:xfrm>
            </p:grpSpPr>
            <p:cxnSp>
              <p:nvCxnSpPr>
                <p:cNvPr id="1767" name="Google Shape;1767;p31"/>
                <p:cNvCxnSpPr/>
                <p:nvPr/>
              </p:nvCxnSpPr>
              <p:spPr>
                <a:xfrm flipH="1" rot="10800000">
                  <a:off x="2848" y="847"/>
                  <a:ext cx="50" cy="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68" name="Google Shape;1768;p31"/>
                <p:cNvCxnSpPr/>
                <p:nvPr/>
              </p:nvCxnSpPr>
              <p:spPr>
                <a:xfrm>
                  <a:off x="2944" y="946"/>
                  <a:ext cx="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69" name="Google Shape;1769;p31"/>
                <p:cNvCxnSpPr/>
                <p:nvPr/>
              </p:nvCxnSpPr>
              <p:spPr>
                <a:xfrm>
                  <a:off x="2894" y="849"/>
                  <a:ext cx="52" cy="9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1770" name="Google Shape;1770;p31"/>
            <p:cNvSpPr txBox="1"/>
            <p:nvPr/>
          </p:nvSpPr>
          <p:spPr>
            <a:xfrm>
              <a:off x="2960" y="1439"/>
              <a:ext cx="49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router</a:t>
              </a:r>
              <a:endParaRPr/>
            </a:p>
          </p:txBody>
        </p:sp>
      </p:grpSp>
      <p:sp>
        <p:nvSpPr>
          <p:cNvPr id="1771" name="Google Shape;1771;p31"/>
          <p:cNvSpPr txBox="1"/>
          <p:nvPr/>
        </p:nvSpPr>
        <p:spPr>
          <a:xfrm>
            <a:off x="1727200" y="2347913"/>
            <a:ext cx="4794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H1</a:t>
            </a:r>
            <a:endParaRPr/>
          </a:p>
        </p:txBody>
      </p:sp>
      <p:sp>
        <p:nvSpPr>
          <p:cNvPr id="1772" name="Google Shape;1772;p31"/>
          <p:cNvSpPr txBox="1"/>
          <p:nvPr/>
        </p:nvSpPr>
        <p:spPr>
          <a:xfrm>
            <a:off x="4327525" y="2376488"/>
            <a:ext cx="4794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/>
          </a:p>
        </p:txBody>
      </p:sp>
      <p:grpSp>
        <p:nvGrpSpPr>
          <p:cNvPr id="1773" name="Google Shape;1773;p31"/>
          <p:cNvGrpSpPr/>
          <p:nvPr/>
        </p:nvGrpSpPr>
        <p:grpSpPr>
          <a:xfrm>
            <a:off x="349250" y="2392363"/>
            <a:ext cx="5356225" cy="3962399"/>
            <a:chOff x="268" y="1180"/>
            <a:chExt cx="3374" cy="2496"/>
          </a:xfrm>
        </p:grpSpPr>
        <p:cxnSp>
          <p:nvCxnSpPr>
            <p:cNvPr id="1774" name="Google Shape;1774;p31"/>
            <p:cNvCxnSpPr/>
            <p:nvPr/>
          </p:nvCxnSpPr>
          <p:spPr>
            <a:xfrm>
              <a:off x="1612" y="1180"/>
              <a:ext cx="566" cy="211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75" name="Google Shape;1775;p31"/>
            <p:cNvSpPr/>
            <p:nvPr/>
          </p:nvSpPr>
          <p:spPr>
            <a:xfrm>
              <a:off x="358" y="2897"/>
              <a:ext cx="3280" cy="26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31"/>
            <p:cNvSpPr/>
            <p:nvPr/>
          </p:nvSpPr>
          <p:spPr>
            <a:xfrm>
              <a:off x="268" y="1426"/>
              <a:ext cx="3374" cy="1668"/>
            </a:xfrm>
            <a:custGeom>
              <a:rect b="b" l="l" r="r" t="t"/>
              <a:pathLst>
                <a:path extrusionOk="0" h="1668" w="3374">
                  <a:moveTo>
                    <a:pt x="1397" y="0"/>
                  </a:moveTo>
                  <a:cubicBezTo>
                    <a:pt x="1255" y="557"/>
                    <a:pt x="999" y="1064"/>
                    <a:pt x="104" y="1445"/>
                  </a:cubicBezTo>
                  <a:cubicBezTo>
                    <a:pt x="0" y="1641"/>
                    <a:pt x="719" y="1436"/>
                    <a:pt x="1294" y="1418"/>
                  </a:cubicBezTo>
                  <a:cubicBezTo>
                    <a:pt x="1839" y="1418"/>
                    <a:pt x="3326" y="1668"/>
                    <a:pt x="3374" y="1445"/>
                  </a:cubicBezTo>
                  <a:cubicBezTo>
                    <a:pt x="1983" y="1002"/>
                    <a:pt x="1929" y="582"/>
                    <a:pt x="1585" y="75"/>
                  </a:cubicBezTo>
                  <a:cubicBezTo>
                    <a:pt x="1491" y="25"/>
                    <a:pt x="1529" y="67"/>
                    <a:pt x="1397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rgbClr val="FFFFFF">
                    <a:alpha val="17647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31"/>
            <p:cNvSpPr/>
            <p:nvPr/>
          </p:nvSpPr>
          <p:spPr>
            <a:xfrm rot="1284652">
              <a:off x="1621" y="1314"/>
              <a:ext cx="355" cy="115"/>
            </a:xfrm>
            <a:prstGeom prst="rect">
              <a:avLst/>
            </a:prstGeom>
            <a:solidFill>
              <a:srgbClr val="26269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31"/>
            <p:cNvSpPr txBox="1"/>
            <p:nvPr/>
          </p:nvSpPr>
          <p:spPr>
            <a:xfrm>
              <a:off x="540" y="2923"/>
              <a:ext cx="291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 MAC addr  H1 MAC addr R1 MAC addr</a:t>
              </a:r>
              <a:endParaRPr/>
            </a:p>
          </p:txBody>
        </p:sp>
        <p:cxnSp>
          <p:nvCxnSpPr>
            <p:cNvPr id="1779" name="Google Shape;1779;p31"/>
            <p:cNvCxnSpPr/>
            <p:nvPr/>
          </p:nvCxnSpPr>
          <p:spPr>
            <a:xfrm>
              <a:off x="560" y="2897"/>
              <a:ext cx="0" cy="2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0" name="Google Shape;1780;p31"/>
            <p:cNvCxnSpPr/>
            <p:nvPr/>
          </p:nvCxnSpPr>
          <p:spPr>
            <a:xfrm>
              <a:off x="1520" y="2897"/>
              <a:ext cx="0" cy="2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1" name="Google Shape;1781;p31"/>
            <p:cNvCxnSpPr/>
            <p:nvPr/>
          </p:nvCxnSpPr>
          <p:spPr>
            <a:xfrm>
              <a:off x="2480" y="2897"/>
              <a:ext cx="0" cy="2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782" name="Google Shape;1782;p31"/>
            <p:cNvGrpSpPr/>
            <p:nvPr/>
          </p:nvGrpSpPr>
          <p:grpSpPr>
            <a:xfrm>
              <a:off x="396" y="3107"/>
              <a:ext cx="120" cy="114"/>
              <a:chOff x="1300" y="3186"/>
              <a:chExt cx="120" cy="114"/>
            </a:xfrm>
          </p:grpSpPr>
          <p:sp>
            <p:nvSpPr>
              <p:cNvPr id="1783" name="Google Shape;1783;p31"/>
              <p:cNvSpPr/>
              <p:nvPr/>
            </p:nvSpPr>
            <p:spPr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4" name="Google Shape;1784;p31"/>
              <p:cNvSpPr/>
              <p:nvPr/>
            </p:nvSpPr>
            <p:spPr>
              <a:xfrm>
                <a:off x="130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5" name="Google Shape;1785;p31"/>
              <p:cNvSpPr/>
              <p:nvPr/>
            </p:nvSpPr>
            <p:spPr>
              <a:xfrm>
                <a:off x="135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86" name="Google Shape;1786;p31"/>
            <p:cNvGrpSpPr/>
            <p:nvPr/>
          </p:nvGrpSpPr>
          <p:grpSpPr>
            <a:xfrm>
              <a:off x="412" y="2839"/>
              <a:ext cx="120" cy="114"/>
              <a:chOff x="1300" y="3186"/>
              <a:chExt cx="120" cy="114"/>
            </a:xfrm>
          </p:grpSpPr>
          <p:sp>
            <p:nvSpPr>
              <p:cNvPr id="1787" name="Google Shape;1787;p31"/>
              <p:cNvSpPr/>
              <p:nvPr/>
            </p:nvSpPr>
            <p:spPr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8" name="Google Shape;1788;p31"/>
              <p:cNvSpPr/>
              <p:nvPr/>
            </p:nvSpPr>
            <p:spPr>
              <a:xfrm>
                <a:off x="130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9" name="Google Shape;1789;p31"/>
              <p:cNvSpPr/>
              <p:nvPr/>
            </p:nvSpPr>
            <p:spPr>
              <a:xfrm>
                <a:off x="135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90" name="Google Shape;1790;p31"/>
            <p:cNvGrpSpPr/>
            <p:nvPr/>
          </p:nvGrpSpPr>
          <p:grpSpPr>
            <a:xfrm>
              <a:off x="3456" y="2851"/>
              <a:ext cx="120" cy="114"/>
              <a:chOff x="1300" y="3186"/>
              <a:chExt cx="120" cy="114"/>
            </a:xfrm>
          </p:grpSpPr>
          <p:sp>
            <p:nvSpPr>
              <p:cNvPr id="1791" name="Google Shape;1791;p31"/>
              <p:cNvSpPr/>
              <p:nvPr/>
            </p:nvSpPr>
            <p:spPr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2" name="Google Shape;1792;p31"/>
              <p:cNvSpPr/>
              <p:nvPr/>
            </p:nvSpPr>
            <p:spPr>
              <a:xfrm>
                <a:off x="130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3" name="Google Shape;1793;p31"/>
              <p:cNvSpPr/>
              <p:nvPr/>
            </p:nvSpPr>
            <p:spPr>
              <a:xfrm>
                <a:off x="135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94" name="Google Shape;1794;p31"/>
            <p:cNvCxnSpPr/>
            <p:nvPr/>
          </p:nvCxnSpPr>
          <p:spPr>
            <a:xfrm>
              <a:off x="3404" y="2903"/>
              <a:ext cx="0" cy="2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795" name="Google Shape;1795;p31"/>
            <p:cNvGrpSpPr/>
            <p:nvPr/>
          </p:nvGrpSpPr>
          <p:grpSpPr>
            <a:xfrm>
              <a:off x="3462" y="3103"/>
              <a:ext cx="120" cy="114"/>
              <a:chOff x="1300" y="3186"/>
              <a:chExt cx="120" cy="114"/>
            </a:xfrm>
          </p:grpSpPr>
          <p:sp>
            <p:nvSpPr>
              <p:cNvPr id="1796" name="Google Shape;1796;p31"/>
              <p:cNvSpPr/>
              <p:nvPr/>
            </p:nvSpPr>
            <p:spPr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7" name="Google Shape;1797;p31"/>
              <p:cNvSpPr/>
              <p:nvPr/>
            </p:nvSpPr>
            <p:spPr>
              <a:xfrm>
                <a:off x="130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8" name="Google Shape;1798;p31"/>
              <p:cNvSpPr/>
              <p:nvPr/>
            </p:nvSpPr>
            <p:spPr>
              <a:xfrm>
                <a:off x="135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99" name="Google Shape;1799;p31"/>
            <p:cNvSpPr txBox="1"/>
            <p:nvPr/>
          </p:nvSpPr>
          <p:spPr>
            <a:xfrm>
              <a:off x="523" y="3182"/>
              <a:ext cx="60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address 1</a:t>
              </a:r>
              <a:endParaRPr/>
            </a:p>
          </p:txBody>
        </p:sp>
        <p:sp>
          <p:nvSpPr>
            <p:cNvPr id="1800" name="Google Shape;1800;p31"/>
            <p:cNvSpPr txBox="1"/>
            <p:nvPr/>
          </p:nvSpPr>
          <p:spPr>
            <a:xfrm>
              <a:off x="1500" y="3180"/>
              <a:ext cx="60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address 2</a:t>
              </a:r>
              <a:endParaRPr/>
            </a:p>
          </p:txBody>
        </p:sp>
        <p:sp>
          <p:nvSpPr>
            <p:cNvPr id="1801" name="Google Shape;1801;p31"/>
            <p:cNvSpPr txBox="1"/>
            <p:nvPr/>
          </p:nvSpPr>
          <p:spPr>
            <a:xfrm>
              <a:off x="2480" y="3171"/>
              <a:ext cx="60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address 3</a:t>
              </a:r>
              <a:endParaRPr/>
            </a:p>
          </p:txBody>
        </p:sp>
        <p:sp>
          <p:nvSpPr>
            <p:cNvPr id="1802" name="Google Shape;1802;p31"/>
            <p:cNvSpPr txBox="1"/>
            <p:nvPr/>
          </p:nvSpPr>
          <p:spPr>
            <a:xfrm>
              <a:off x="1330" y="3443"/>
              <a:ext cx="96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802.</a:t>
              </a:r>
              <a:r>
                <a:rPr b="1"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/>
            </a:p>
          </p:txBody>
        </p:sp>
      </p:grpSp>
      <p:grpSp>
        <p:nvGrpSpPr>
          <p:cNvPr id="1803" name="Google Shape;1803;p31"/>
          <p:cNvGrpSpPr/>
          <p:nvPr/>
        </p:nvGrpSpPr>
        <p:grpSpPr>
          <a:xfrm>
            <a:off x="3811588" y="2811463"/>
            <a:ext cx="4741865" cy="2101850"/>
            <a:chOff x="2401" y="1771"/>
            <a:chExt cx="2987" cy="1324"/>
          </a:xfrm>
        </p:grpSpPr>
        <p:sp>
          <p:nvSpPr>
            <p:cNvPr id="1804" name="Google Shape;1804;p31"/>
            <p:cNvSpPr/>
            <p:nvPr/>
          </p:nvSpPr>
          <p:spPr>
            <a:xfrm>
              <a:off x="2592" y="2002"/>
              <a:ext cx="2419" cy="441"/>
            </a:xfrm>
            <a:custGeom>
              <a:rect b="b" l="l" r="r" t="t"/>
              <a:pathLst>
                <a:path extrusionOk="0" h="441" w="2419">
                  <a:moveTo>
                    <a:pt x="54" y="9"/>
                  </a:moveTo>
                  <a:cubicBezTo>
                    <a:pt x="45" y="275"/>
                    <a:pt x="38" y="312"/>
                    <a:pt x="0" y="437"/>
                  </a:cubicBezTo>
                  <a:cubicBezTo>
                    <a:pt x="499" y="418"/>
                    <a:pt x="2363" y="441"/>
                    <a:pt x="2419" y="369"/>
                  </a:cubicBezTo>
                  <a:cubicBezTo>
                    <a:pt x="921" y="148"/>
                    <a:pt x="719" y="337"/>
                    <a:pt x="336" y="5"/>
                  </a:cubicBezTo>
                  <a:cubicBezTo>
                    <a:pt x="205" y="9"/>
                    <a:pt x="231" y="0"/>
                    <a:pt x="54" y="9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rgbClr val="FFFFFF">
                    <a:alpha val="17647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05" name="Google Shape;1805;p31"/>
            <p:cNvCxnSpPr/>
            <p:nvPr/>
          </p:nvCxnSpPr>
          <p:spPr>
            <a:xfrm>
              <a:off x="2401" y="1771"/>
              <a:ext cx="604" cy="0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06" name="Google Shape;1806;p31"/>
            <p:cNvSpPr/>
            <p:nvPr/>
          </p:nvSpPr>
          <p:spPr>
            <a:xfrm>
              <a:off x="2620" y="2398"/>
              <a:ext cx="2385" cy="26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31"/>
            <p:cNvSpPr/>
            <p:nvPr/>
          </p:nvSpPr>
          <p:spPr>
            <a:xfrm>
              <a:off x="2563" y="1848"/>
              <a:ext cx="355" cy="115"/>
            </a:xfrm>
            <a:prstGeom prst="rect">
              <a:avLst/>
            </a:prstGeom>
            <a:solidFill>
              <a:srgbClr val="26269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31"/>
            <p:cNvSpPr txBox="1"/>
            <p:nvPr/>
          </p:nvSpPr>
          <p:spPr>
            <a:xfrm>
              <a:off x="2802" y="2424"/>
              <a:ext cx="20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R1 MAC addr  H1 MAC addr </a:t>
              </a:r>
              <a:endParaRPr/>
            </a:p>
          </p:txBody>
        </p:sp>
        <p:cxnSp>
          <p:nvCxnSpPr>
            <p:cNvPr id="1809" name="Google Shape;1809;p31"/>
            <p:cNvCxnSpPr/>
            <p:nvPr/>
          </p:nvCxnSpPr>
          <p:spPr>
            <a:xfrm>
              <a:off x="2822" y="2398"/>
              <a:ext cx="0" cy="2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0" name="Google Shape;1810;p31"/>
            <p:cNvCxnSpPr/>
            <p:nvPr/>
          </p:nvCxnSpPr>
          <p:spPr>
            <a:xfrm>
              <a:off x="3782" y="2398"/>
              <a:ext cx="0" cy="2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1" name="Google Shape;1811;p31"/>
            <p:cNvCxnSpPr/>
            <p:nvPr/>
          </p:nvCxnSpPr>
          <p:spPr>
            <a:xfrm>
              <a:off x="4742" y="2398"/>
              <a:ext cx="0" cy="2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12" name="Google Shape;1812;p31"/>
            <p:cNvGrpSpPr/>
            <p:nvPr/>
          </p:nvGrpSpPr>
          <p:grpSpPr>
            <a:xfrm>
              <a:off x="2658" y="2608"/>
              <a:ext cx="120" cy="114"/>
              <a:chOff x="1300" y="3186"/>
              <a:chExt cx="120" cy="114"/>
            </a:xfrm>
          </p:grpSpPr>
          <p:sp>
            <p:nvSpPr>
              <p:cNvPr id="1813" name="Google Shape;1813;p31"/>
              <p:cNvSpPr/>
              <p:nvPr/>
            </p:nvSpPr>
            <p:spPr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4" name="Google Shape;1814;p31"/>
              <p:cNvSpPr/>
              <p:nvPr/>
            </p:nvSpPr>
            <p:spPr>
              <a:xfrm>
                <a:off x="130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5" name="Google Shape;1815;p31"/>
              <p:cNvSpPr/>
              <p:nvPr/>
            </p:nvSpPr>
            <p:spPr>
              <a:xfrm>
                <a:off x="135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16" name="Google Shape;1816;p31"/>
            <p:cNvGrpSpPr/>
            <p:nvPr/>
          </p:nvGrpSpPr>
          <p:grpSpPr>
            <a:xfrm>
              <a:off x="2674" y="2340"/>
              <a:ext cx="120" cy="114"/>
              <a:chOff x="1300" y="3186"/>
              <a:chExt cx="120" cy="114"/>
            </a:xfrm>
          </p:grpSpPr>
          <p:sp>
            <p:nvSpPr>
              <p:cNvPr id="1817" name="Google Shape;1817;p31"/>
              <p:cNvSpPr/>
              <p:nvPr/>
            </p:nvSpPr>
            <p:spPr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8" name="Google Shape;1818;p31"/>
              <p:cNvSpPr/>
              <p:nvPr/>
            </p:nvSpPr>
            <p:spPr>
              <a:xfrm>
                <a:off x="130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9" name="Google Shape;1819;p31"/>
              <p:cNvSpPr/>
              <p:nvPr/>
            </p:nvSpPr>
            <p:spPr>
              <a:xfrm>
                <a:off x="135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0" name="Google Shape;1820;p31"/>
            <p:cNvGrpSpPr/>
            <p:nvPr/>
          </p:nvGrpSpPr>
          <p:grpSpPr>
            <a:xfrm>
              <a:off x="4814" y="2352"/>
              <a:ext cx="120" cy="114"/>
              <a:chOff x="1300" y="3186"/>
              <a:chExt cx="120" cy="114"/>
            </a:xfrm>
          </p:grpSpPr>
          <p:sp>
            <p:nvSpPr>
              <p:cNvPr id="1821" name="Google Shape;1821;p31"/>
              <p:cNvSpPr/>
              <p:nvPr/>
            </p:nvSpPr>
            <p:spPr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2" name="Google Shape;1822;p31"/>
              <p:cNvSpPr/>
              <p:nvPr/>
            </p:nvSpPr>
            <p:spPr>
              <a:xfrm>
                <a:off x="130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3" name="Google Shape;1823;p31"/>
              <p:cNvSpPr/>
              <p:nvPr/>
            </p:nvSpPr>
            <p:spPr>
              <a:xfrm>
                <a:off x="135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4" name="Google Shape;1824;p31"/>
            <p:cNvGrpSpPr/>
            <p:nvPr/>
          </p:nvGrpSpPr>
          <p:grpSpPr>
            <a:xfrm>
              <a:off x="4820" y="2604"/>
              <a:ext cx="120" cy="114"/>
              <a:chOff x="1300" y="3186"/>
              <a:chExt cx="120" cy="114"/>
            </a:xfrm>
          </p:grpSpPr>
          <p:sp>
            <p:nvSpPr>
              <p:cNvPr id="1825" name="Google Shape;1825;p31"/>
              <p:cNvSpPr/>
              <p:nvPr/>
            </p:nvSpPr>
            <p:spPr>
              <a:xfrm>
                <a:off x="1300" y="3208"/>
                <a:ext cx="120" cy="5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6" name="Google Shape;1826;p31"/>
              <p:cNvSpPr/>
              <p:nvPr/>
            </p:nvSpPr>
            <p:spPr>
              <a:xfrm>
                <a:off x="130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7" name="Google Shape;1827;p31"/>
              <p:cNvSpPr/>
              <p:nvPr/>
            </p:nvSpPr>
            <p:spPr>
              <a:xfrm>
                <a:off x="135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28" name="Google Shape;1828;p31"/>
            <p:cNvSpPr txBox="1"/>
            <p:nvPr/>
          </p:nvSpPr>
          <p:spPr>
            <a:xfrm>
              <a:off x="2785" y="2683"/>
              <a:ext cx="817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dest. address </a:t>
              </a:r>
              <a:endParaRPr/>
            </a:p>
          </p:txBody>
        </p:sp>
        <p:sp>
          <p:nvSpPr>
            <p:cNvPr id="1829" name="Google Shape;1829;p31"/>
            <p:cNvSpPr txBox="1"/>
            <p:nvPr/>
          </p:nvSpPr>
          <p:spPr>
            <a:xfrm>
              <a:off x="3762" y="2681"/>
              <a:ext cx="910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source address </a:t>
              </a:r>
              <a:endParaRPr/>
            </a:p>
          </p:txBody>
        </p:sp>
        <p:sp>
          <p:nvSpPr>
            <p:cNvPr id="1830" name="Google Shape;1830;p31"/>
            <p:cNvSpPr txBox="1"/>
            <p:nvPr/>
          </p:nvSpPr>
          <p:spPr>
            <a:xfrm>
              <a:off x="3906" y="2862"/>
              <a:ext cx="148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802.</a:t>
              </a:r>
              <a:r>
                <a:rPr b="1"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 Ethernet 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/>
            </a:p>
          </p:txBody>
        </p:sp>
      </p:grpSp>
      <p:grpSp>
        <p:nvGrpSpPr>
          <p:cNvPr id="1831" name="Google Shape;1831;p31"/>
          <p:cNvGrpSpPr/>
          <p:nvPr/>
        </p:nvGrpSpPr>
        <p:grpSpPr>
          <a:xfrm>
            <a:off x="3311525" y="2235200"/>
            <a:ext cx="762000" cy="663575"/>
            <a:chOff x="2967" y="478"/>
            <a:chExt cx="788" cy="625"/>
          </a:xfrm>
        </p:grpSpPr>
        <p:pic>
          <p:nvPicPr>
            <p:cNvPr descr="access_point_stylized_small" id="1832" name="Google Shape;1832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833" name="Google Shape;1833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34" name="Google Shape;1834;p31"/>
          <p:cNvGrpSpPr/>
          <p:nvPr/>
        </p:nvGrpSpPr>
        <p:grpSpPr>
          <a:xfrm>
            <a:off x="1909763" y="1798638"/>
            <a:ext cx="609600" cy="598487"/>
            <a:chOff x="313" y="1497"/>
            <a:chExt cx="1152" cy="1014"/>
          </a:xfrm>
        </p:grpSpPr>
        <p:pic>
          <p:nvPicPr>
            <p:cNvPr descr="laptop_stylized_small" id="1835" name="Google Shape;1835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836" name="Google Shape;1836;p3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37" name="Google Shape;1837;p31"/>
          <p:cNvGrpSpPr/>
          <p:nvPr/>
        </p:nvGrpSpPr>
        <p:grpSpPr>
          <a:xfrm>
            <a:off x="2874963" y="1493838"/>
            <a:ext cx="609600" cy="598487"/>
            <a:chOff x="313" y="1497"/>
            <a:chExt cx="1152" cy="1014"/>
          </a:xfrm>
        </p:grpSpPr>
        <p:pic>
          <p:nvPicPr>
            <p:cNvPr descr="laptop_stylized_small" id="1838" name="Google Shape;1838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839" name="Google Shape;1839;p3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0" name="Google Shape;1840;p31"/>
          <p:cNvSpPr txBox="1"/>
          <p:nvPr/>
        </p:nvSpPr>
        <p:spPr>
          <a:xfrm>
            <a:off x="533400" y="157163"/>
            <a:ext cx="640556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802.11 frame: addressing</a:t>
            </a:r>
            <a:endParaRPr/>
          </a:p>
        </p:txBody>
      </p:sp>
      <p:pic>
        <p:nvPicPr>
          <p:cNvPr descr="underline_base" id="1841" name="Google Shape;1841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6900" y="960438"/>
            <a:ext cx="59420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42" name="Google Shape;1842;p31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43" name="Google Shape;1843;p31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9" name="Google Shape;1849;p32"/>
          <p:cNvGrpSpPr/>
          <p:nvPr/>
        </p:nvGrpSpPr>
        <p:grpSpPr>
          <a:xfrm>
            <a:off x="519113" y="2179638"/>
            <a:ext cx="8077200" cy="985837"/>
            <a:chOff x="240" y="887"/>
            <a:chExt cx="5088" cy="621"/>
          </a:xfrm>
        </p:grpSpPr>
        <p:sp>
          <p:nvSpPr>
            <p:cNvPr id="1850" name="Google Shape;1850;p32"/>
            <p:cNvSpPr/>
            <p:nvPr/>
          </p:nvSpPr>
          <p:spPr>
            <a:xfrm>
              <a:off x="240" y="1104"/>
              <a:ext cx="528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</p:txBody>
        </p:sp>
        <p:sp>
          <p:nvSpPr>
            <p:cNvPr id="1851" name="Google Shape;1851;p32"/>
            <p:cNvSpPr/>
            <p:nvPr/>
          </p:nvSpPr>
          <p:spPr>
            <a:xfrm>
              <a:off x="768" y="1104"/>
              <a:ext cx="528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duration</a:t>
              </a:r>
              <a:endParaRPr/>
            </a:p>
          </p:txBody>
        </p:sp>
        <p:sp>
          <p:nvSpPr>
            <p:cNvPr id="1852" name="Google Shape;1852;p32"/>
            <p:cNvSpPr/>
            <p:nvPr/>
          </p:nvSpPr>
          <p:spPr>
            <a:xfrm>
              <a:off x="1296" y="1104"/>
              <a:ext cx="528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address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853" name="Google Shape;1853;p32"/>
            <p:cNvSpPr/>
            <p:nvPr/>
          </p:nvSpPr>
          <p:spPr>
            <a:xfrm>
              <a:off x="1824" y="1104"/>
              <a:ext cx="528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address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854" name="Google Shape;1854;p32"/>
            <p:cNvSpPr/>
            <p:nvPr/>
          </p:nvSpPr>
          <p:spPr>
            <a:xfrm>
              <a:off x="3408" y="1104"/>
              <a:ext cx="528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address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855" name="Google Shape;1855;p32"/>
            <p:cNvSpPr/>
            <p:nvPr/>
          </p:nvSpPr>
          <p:spPr>
            <a:xfrm>
              <a:off x="2352" y="1104"/>
              <a:ext cx="528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address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856" name="Google Shape;1856;p32"/>
            <p:cNvSpPr/>
            <p:nvPr/>
          </p:nvSpPr>
          <p:spPr>
            <a:xfrm>
              <a:off x="2880" y="1104"/>
              <a:ext cx="528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32"/>
            <p:cNvSpPr/>
            <p:nvPr/>
          </p:nvSpPr>
          <p:spPr>
            <a:xfrm>
              <a:off x="3936" y="1104"/>
              <a:ext cx="864" cy="384"/>
            </a:xfrm>
            <a:prstGeom prst="rect">
              <a:avLst/>
            </a:prstGeom>
            <a:solidFill>
              <a:srgbClr val="FFFF9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payload</a:t>
              </a:r>
              <a:endParaRPr/>
            </a:p>
          </p:txBody>
        </p:sp>
        <p:sp>
          <p:nvSpPr>
            <p:cNvPr id="1858" name="Google Shape;1858;p32"/>
            <p:cNvSpPr/>
            <p:nvPr/>
          </p:nvSpPr>
          <p:spPr>
            <a:xfrm>
              <a:off x="4800" y="1104"/>
              <a:ext cx="528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CRC</a:t>
              </a:r>
              <a:endParaRPr/>
            </a:p>
          </p:txBody>
        </p:sp>
        <p:sp>
          <p:nvSpPr>
            <p:cNvPr id="1859" name="Google Shape;1859;p32"/>
            <p:cNvSpPr txBox="1"/>
            <p:nvPr/>
          </p:nvSpPr>
          <p:spPr>
            <a:xfrm>
              <a:off x="480" y="91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860" name="Google Shape;1860;p32"/>
            <p:cNvSpPr txBox="1"/>
            <p:nvPr/>
          </p:nvSpPr>
          <p:spPr>
            <a:xfrm>
              <a:off x="960" y="91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861" name="Google Shape;1861;p32"/>
            <p:cNvSpPr txBox="1"/>
            <p:nvPr/>
          </p:nvSpPr>
          <p:spPr>
            <a:xfrm>
              <a:off x="1536" y="91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1862" name="Google Shape;1862;p32"/>
            <p:cNvSpPr txBox="1"/>
            <p:nvPr/>
          </p:nvSpPr>
          <p:spPr>
            <a:xfrm>
              <a:off x="2016" y="91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1863" name="Google Shape;1863;p32"/>
            <p:cNvSpPr txBox="1"/>
            <p:nvPr/>
          </p:nvSpPr>
          <p:spPr>
            <a:xfrm>
              <a:off x="2544" y="91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1864" name="Google Shape;1864;p32"/>
            <p:cNvSpPr txBox="1"/>
            <p:nvPr/>
          </p:nvSpPr>
          <p:spPr>
            <a:xfrm>
              <a:off x="3072" y="91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865" name="Google Shape;1865;p32"/>
            <p:cNvSpPr txBox="1"/>
            <p:nvPr/>
          </p:nvSpPr>
          <p:spPr>
            <a:xfrm>
              <a:off x="3638" y="8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1866" name="Google Shape;1866;p32"/>
            <p:cNvSpPr txBox="1"/>
            <p:nvPr/>
          </p:nvSpPr>
          <p:spPr>
            <a:xfrm>
              <a:off x="4032" y="912"/>
              <a:ext cx="64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0 - 2312</a:t>
              </a:r>
              <a:endParaRPr/>
            </a:p>
          </p:txBody>
        </p:sp>
        <p:sp>
          <p:nvSpPr>
            <p:cNvPr id="1867" name="Google Shape;1867;p32"/>
            <p:cNvSpPr txBox="1"/>
            <p:nvPr/>
          </p:nvSpPr>
          <p:spPr>
            <a:xfrm>
              <a:off x="4982" y="8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868" name="Google Shape;1868;p32"/>
            <p:cNvSpPr txBox="1"/>
            <p:nvPr/>
          </p:nvSpPr>
          <p:spPr>
            <a:xfrm>
              <a:off x="2918" y="1142"/>
              <a:ext cx="500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seq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</p:txBody>
        </p:sp>
      </p:grpSp>
      <p:grpSp>
        <p:nvGrpSpPr>
          <p:cNvPr id="1869" name="Google Shape;1869;p32"/>
          <p:cNvGrpSpPr/>
          <p:nvPr/>
        </p:nvGrpSpPr>
        <p:grpSpPr>
          <a:xfrm>
            <a:off x="442913" y="3856038"/>
            <a:ext cx="8534400" cy="954087"/>
            <a:chOff x="240" y="1991"/>
            <a:chExt cx="5376" cy="601"/>
          </a:xfrm>
        </p:grpSpPr>
        <p:sp>
          <p:nvSpPr>
            <p:cNvPr id="1870" name="Google Shape;1870;p32"/>
            <p:cNvSpPr/>
            <p:nvPr/>
          </p:nvSpPr>
          <p:spPr>
            <a:xfrm>
              <a:off x="864" y="2208"/>
              <a:ext cx="624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Type</a:t>
              </a:r>
              <a:endParaRPr/>
            </a:p>
          </p:txBody>
        </p:sp>
        <p:sp>
          <p:nvSpPr>
            <p:cNvPr id="1871" name="Google Shape;1871;p32"/>
            <p:cNvSpPr/>
            <p:nvPr/>
          </p:nvSpPr>
          <p:spPr>
            <a:xfrm>
              <a:off x="2592" y="2208"/>
              <a:ext cx="432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</a:t>
              </a:r>
              <a:endParaRPr/>
            </a:p>
          </p:txBody>
        </p:sp>
        <p:sp>
          <p:nvSpPr>
            <p:cNvPr id="1872" name="Google Shape;1872;p32"/>
            <p:cNvSpPr/>
            <p:nvPr/>
          </p:nvSpPr>
          <p:spPr>
            <a:xfrm>
              <a:off x="1488" y="2208"/>
              <a:ext cx="672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Subtype</a:t>
              </a:r>
              <a:endParaRPr/>
            </a:p>
          </p:txBody>
        </p:sp>
        <p:sp>
          <p:nvSpPr>
            <p:cNvPr id="1873" name="Google Shape;1873;p32"/>
            <p:cNvSpPr/>
            <p:nvPr/>
          </p:nvSpPr>
          <p:spPr>
            <a:xfrm>
              <a:off x="2160" y="2208"/>
              <a:ext cx="432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</a:t>
              </a:r>
              <a:endParaRPr/>
            </a:p>
          </p:txBody>
        </p:sp>
        <p:sp>
          <p:nvSpPr>
            <p:cNvPr id="1874" name="Google Shape;1874;p32"/>
            <p:cNvSpPr/>
            <p:nvPr/>
          </p:nvSpPr>
          <p:spPr>
            <a:xfrm>
              <a:off x="3024" y="2208"/>
              <a:ext cx="432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More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frag</a:t>
              </a:r>
              <a:endParaRPr/>
            </a:p>
          </p:txBody>
        </p:sp>
        <p:sp>
          <p:nvSpPr>
            <p:cNvPr id="1875" name="Google Shape;1875;p32"/>
            <p:cNvSpPr/>
            <p:nvPr/>
          </p:nvSpPr>
          <p:spPr>
            <a:xfrm>
              <a:off x="4752" y="2208"/>
              <a:ext cx="432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WEP</a:t>
              </a:r>
              <a:endParaRPr/>
            </a:p>
          </p:txBody>
        </p:sp>
        <p:sp>
          <p:nvSpPr>
            <p:cNvPr id="1876" name="Google Shape;1876;p32"/>
            <p:cNvSpPr/>
            <p:nvPr/>
          </p:nvSpPr>
          <p:spPr>
            <a:xfrm>
              <a:off x="4320" y="2208"/>
              <a:ext cx="432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More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  <p:sp>
          <p:nvSpPr>
            <p:cNvPr id="1877" name="Google Shape;1877;p32"/>
            <p:cNvSpPr/>
            <p:nvPr/>
          </p:nvSpPr>
          <p:spPr>
            <a:xfrm>
              <a:off x="3888" y="2208"/>
              <a:ext cx="432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Power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mgt</a:t>
              </a:r>
              <a:endParaRPr/>
            </a:p>
          </p:txBody>
        </p:sp>
        <p:sp>
          <p:nvSpPr>
            <p:cNvPr id="1878" name="Google Shape;1878;p32"/>
            <p:cNvSpPr/>
            <p:nvPr/>
          </p:nvSpPr>
          <p:spPr>
            <a:xfrm>
              <a:off x="3456" y="2208"/>
              <a:ext cx="432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Retry</a:t>
              </a:r>
              <a:endParaRPr/>
            </a:p>
          </p:txBody>
        </p:sp>
        <p:sp>
          <p:nvSpPr>
            <p:cNvPr id="1879" name="Google Shape;1879;p32"/>
            <p:cNvSpPr/>
            <p:nvPr/>
          </p:nvSpPr>
          <p:spPr>
            <a:xfrm>
              <a:off x="5184" y="2208"/>
              <a:ext cx="432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Rsvd</a:t>
              </a:r>
              <a:endParaRPr/>
            </a:p>
          </p:txBody>
        </p:sp>
        <p:sp>
          <p:nvSpPr>
            <p:cNvPr id="1880" name="Google Shape;1880;p32"/>
            <p:cNvSpPr/>
            <p:nvPr/>
          </p:nvSpPr>
          <p:spPr>
            <a:xfrm>
              <a:off x="240" y="2208"/>
              <a:ext cx="624" cy="38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Protocol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version</a:t>
              </a:r>
              <a:endParaRPr/>
            </a:p>
          </p:txBody>
        </p:sp>
        <p:sp>
          <p:nvSpPr>
            <p:cNvPr id="1881" name="Google Shape;1881;p32"/>
            <p:cNvSpPr txBox="1"/>
            <p:nvPr/>
          </p:nvSpPr>
          <p:spPr>
            <a:xfrm>
              <a:off x="518" y="1991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882" name="Google Shape;1882;p32"/>
            <p:cNvSpPr txBox="1"/>
            <p:nvPr/>
          </p:nvSpPr>
          <p:spPr>
            <a:xfrm>
              <a:off x="1104" y="201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883" name="Google Shape;1883;p32"/>
            <p:cNvSpPr txBox="1"/>
            <p:nvPr/>
          </p:nvSpPr>
          <p:spPr>
            <a:xfrm>
              <a:off x="1728" y="201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884" name="Google Shape;1884;p32"/>
            <p:cNvSpPr txBox="1"/>
            <p:nvPr/>
          </p:nvSpPr>
          <p:spPr>
            <a:xfrm>
              <a:off x="2304" y="201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885" name="Google Shape;1885;p32"/>
            <p:cNvSpPr txBox="1"/>
            <p:nvPr/>
          </p:nvSpPr>
          <p:spPr>
            <a:xfrm>
              <a:off x="2688" y="201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886" name="Google Shape;1886;p32"/>
            <p:cNvSpPr txBox="1"/>
            <p:nvPr/>
          </p:nvSpPr>
          <p:spPr>
            <a:xfrm>
              <a:off x="3120" y="201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887" name="Google Shape;1887;p32"/>
            <p:cNvSpPr txBox="1"/>
            <p:nvPr/>
          </p:nvSpPr>
          <p:spPr>
            <a:xfrm>
              <a:off x="4464" y="201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888" name="Google Shape;1888;p32"/>
            <p:cNvSpPr txBox="1"/>
            <p:nvPr/>
          </p:nvSpPr>
          <p:spPr>
            <a:xfrm>
              <a:off x="4896" y="201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889" name="Google Shape;1889;p32"/>
            <p:cNvSpPr txBox="1"/>
            <p:nvPr/>
          </p:nvSpPr>
          <p:spPr>
            <a:xfrm>
              <a:off x="5280" y="201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890" name="Google Shape;1890;p32"/>
            <p:cNvSpPr txBox="1"/>
            <p:nvPr/>
          </p:nvSpPr>
          <p:spPr>
            <a:xfrm>
              <a:off x="3600" y="201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891" name="Google Shape;1891;p32"/>
            <p:cNvSpPr txBox="1"/>
            <p:nvPr/>
          </p:nvSpPr>
          <p:spPr>
            <a:xfrm>
              <a:off x="3984" y="201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1892" name="Google Shape;1892;p32"/>
          <p:cNvSpPr/>
          <p:nvPr/>
        </p:nvSpPr>
        <p:spPr>
          <a:xfrm>
            <a:off x="430213" y="3144838"/>
            <a:ext cx="8713787" cy="1066800"/>
          </a:xfrm>
          <a:custGeom>
            <a:rect b="b" l="l" r="r" t="t"/>
            <a:pathLst>
              <a:path extrusionOk="0" h="672" w="5489">
                <a:moveTo>
                  <a:pt x="64" y="0"/>
                </a:moveTo>
                <a:lnTo>
                  <a:pt x="0" y="664"/>
                </a:lnTo>
                <a:lnTo>
                  <a:pt x="5392" y="672"/>
                </a:lnTo>
                <a:cubicBezTo>
                  <a:pt x="5489" y="561"/>
                  <a:pt x="976" y="408"/>
                  <a:pt x="584" y="0"/>
                </a:cubicBezTo>
                <a:cubicBezTo>
                  <a:pt x="152" y="0"/>
                  <a:pt x="172" y="0"/>
                  <a:pt x="64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rgbClr val="FFFFFF">
                  <a:alpha val="17647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32"/>
          <p:cNvSpPr txBox="1"/>
          <p:nvPr/>
        </p:nvSpPr>
        <p:spPr>
          <a:xfrm>
            <a:off x="2132013" y="1335088"/>
            <a:ext cx="31813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duration of reserved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transmission time (RTS/CTS)</a:t>
            </a:r>
            <a:endParaRPr/>
          </a:p>
        </p:txBody>
      </p:sp>
      <p:cxnSp>
        <p:nvCxnSpPr>
          <p:cNvPr id="1894" name="Google Shape;1894;p32"/>
          <p:cNvCxnSpPr/>
          <p:nvPr/>
        </p:nvCxnSpPr>
        <p:spPr>
          <a:xfrm flipH="1">
            <a:off x="1905000" y="1554163"/>
            <a:ext cx="258763" cy="6397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5" name="Google Shape;1895;p32"/>
          <p:cNvSpPr txBox="1"/>
          <p:nvPr/>
        </p:nvSpPr>
        <p:spPr>
          <a:xfrm>
            <a:off x="5926138" y="1196975"/>
            <a:ext cx="1403350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 seq #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(for RDT)</a:t>
            </a:r>
            <a:endParaRPr/>
          </a:p>
        </p:txBody>
      </p:sp>
      <p:cxnSp>
        <p:nvCxnSpPr>
          <p:cNvPr id="1896" name="Google Shape;1896;p32"/>
          <p:cNvCxnSpPr/>
          <p:nvPr/>
        </p:nvCxnSpPr>
        <p:spPr>
          <a:xfrm flipH="1">
            <a:off x="5410200" y="1493838"/>
            <a:ext cx="487363" cy="9128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7" name="Google Shape;1897;p32"/>
          <p:cNvCxnSpPr/>
          <p:nvPr/>
        </p:nvCxnSpPr>
        <p:spPr>
          <a:xfrm rot="10800000">
            <a:off x="2012950" y="4908550"/>
            <a:ext cx="258763" cy="6397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8" name="Google Shape;1898;p32"/>
          <p:cNvSpPr txBox="1"/>
          <p:nvPr/>
        </p:nvSpPr>
        <p:spPr>
          <a:xfrm>
            <a:off x="2192338" y="5480050"/>
            <a:ext cx="2579687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 type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(RTS, CTS, ACK, data)</a:t>
            </a:r>
            <a:endParaRPr/>
          </a:p>
        </p:txBody>
      </p:sp>
      <p:sp>
        <p:nvSpPr>
          <p:cNvPr id="1899" name="Google Shape;1899;p32"/>
          <p:cNvSpPr txBox="1"/>
          <p:nvPr/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802.11 frame: more</a:t>
            </a:r>
            <a:endParaRPr/>
          </a:p>
        </p:txBody>
      </p:sp>
      <p:pic>
        <p:nvPicPr>
          <p:cNvPr descr="underline_base" id="1900" name="Google Shape;190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38" y="862013"/>
            <a:ext cx="45704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901" name="Google Shape;1901;p32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02" name="Google Shape;1902;p32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33"/>
          <p:cNvSpPr/>
          <p:nvPr/>
        </p:nvSpPr>
        <p:spPr>
          <a:xfrm>
            <a:off x="350838" y="274638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802.11: mobility within same subnet</a:t>
            </a:r>
            <a:endParaRPr/>
          </a:p>
        </p:txBody>
      </p:sp>
      <p:sp>
        <p:nvSpPr>
          <p:cNvPr id="1909" name="Google Shape;1909;p33"/>
          <p:cNvSpPr txBox="1"/>
          <p:nvPr>
            <p:ph idx="1" type="body"/>
          </p:nvPr>
        </p:nvSpPr>
        <p:spPr>
          <a:xfrm>
            <a:off x="452438" y="1325563"/>
            <a:ext cx="364331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H1 remains in same IP subnet: IP address can remain same</a:t>
            </a:r>
            <a:endParaRPr/>
          </a:p>
          <a:p>
            <a:pPr indent="-342900" lvl="0" marL="342900" rtl="0" algn="l">
              <a:lnSpc>
                <a:spcPct val="107142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switch: which AP is associated with H1?</a:t>
            </a:r>
            <a:endParaRPr/>
          </a:p>
          <a:p>
            <a:pPr indent="-228600" lvl="1" marL="685800" rtl="0" algn="l">
              <a:lnSpc>
                <a:spcPct val="108333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self-learning (Ch. 5): switch will see frame from H1 and “remember” which switch port can be used to reach H1</a:t>
            </a:r>
            <a:endParaRPr/>
          </a:p>
        </p:txBody>
      </p:sp>
      <p:sp>
        <p:nvSpPr>
          <p:cNvPr id="1910" name="Google Shape;1910;p33"/>
          <p:cNvSpPr/>
          <p:nvPr/>
        </p:nvSpPr>
        <p:spPr>
          <a:xfrm>
            <a:off x="6380163" y="3179763"/>
            <a:ext cx="2154237" cy="2093912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p33"/>
          <p:cNvSpPr/>
          <p:nvPr/>
        </p:nvSpPr>
        <p:spPr>
          <a:xfrm>
            <a:off x="4673600" y="3241675"/>
            <a:ext cx="2278063" cy="2051050"/>
          </a:xfrm>
          <a:prstGeom prst="ellipse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2" name="Google Shape;1912;p33"/>
          <p:cNvCxnSpPr/>
          <p:nvPr/>
        </p:nvCxnSpPr>
        <p:spPr>
          <a:xfrm>
            <a:off x="6792913" y="4225925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3" name="Google Shape;1913;p33"/>
          <p:cNvCxnSpPr/>
          <p:nvPr/>
        </p:nvCxnSpPr>
        <p:spPr>
          <a:xfrm rot="10800000">
            <a:off x="6305550" y="4129088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4" name="Google Shape;1914;p33"/>
          <p:cNvCxnSpPr/>
          <p:nvPr/>
        </p:nvCxnSpPr>
        <p:spPr>
          <a:xfrm rot="10800000">
            <a:off x="6319838" y="4205288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5" name="Google Shape;1915;p33"/>
          <p:cNvCxnSpPr/>
          <p:nvPr/>
        </p:nvCxnSpPr>
        <p:spPr>
          <a:xfrm rot="10800000">
            <a:off x="6262688" y="4271963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16" name="Google Shape;1916;p33"/>
          <p:cNvGrpSpPr/>
          <p:nvPr/>
        </p:nvGrpSpPr>
        <p:grpSpPr>
          <a:xfrm>
            <a:off x="8005763" y="3667125"/>
            <a:ext cx="333375" cy="369888"/>
            <a:chOff x="313" y="1497"/>
            <a:chExt cx="1152" cy="1014"/>
          </a:xfrm>
        </p:grpSpPr>
        <p:pic>
          <p:nvPicPr>
            <p:cNvPr descr="laptop_stylized_small" id="1917" name="Google Shape;1917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918" name="Google Shape;1918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9" name="Google Shape;1919;p33"/>
          <p:cNvGrpSpPr/>
          <p:nvPr/>
        </p:nvGrpSpPr>
        <p:grpSpPr>
          <a:xfrm>
            <a:off x="4968875" y="4156075"/>
            <a:ext cx="525463" cy="392113"/>
            <a:chOff x="2751" y="1851"/>
            <a:chExt cx="462" cy="478"/>
          </a:xfrm>
        </p:grpSpPr>
        <p:pic>
          <p:nvPicPr>
            <p:cNvPr descr="iphone_stylized_small" id="1920" name="Google Shape;1920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921" name="Google Shape;1921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2" name="Google Shape;1922;p33"/>
          <p:cNvGrpSpPr/>
          <p:nvPr/>
        </p:nvGrpSpPr>
        <p:grpSpPr>
          <a:xfrm>
            <a:off x="7345363" y="4592638"/>
            <a:ext cx="363537" cy="338137"/>
            <a:chOff x="313" y="1497"/>
            <a:chExt cx="1152" cy="1014"/>
          </a:xfrm>
        </p:grpSpPr>
        <p:pic>
          <p:nvPicPr>
            <p:cNvPr descr="laptop_stylized_small" id="1923" name="Google Shape;1923;p3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924" name="Google Shape;1924;p3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5" name="Google Shape;1925;p33"/>
          <p:cNvGrpSpPr/>
          <p:nvPr/>
        </p:nvGrpSpPr>
        <p:grpSpPr>
          <a:xfrm>
            <a:off x="6116638" y="4613275"/>
            <a:ext cx="376237" cy="347663"/>
            <a:chOff x="313" y="1497"/>
            <a:chExt cx="1152" cy="1014"/>
          </a:xfrm>
        </p:grpSpPr>
        <p:pic>
          <p:nvPicPr>
            <p:cNvPr descr="laptop_stylized_small" id="1926" name="Google Shape;1926;p3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927" name="Google Shape;1927;p3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8" name="Google Shape;1928;p33"/>
          <p:cNvGrpSpPr/>
          <p:nvPr/>
        </p:nvGrpSpPr>
        <p:grpSpPr>
          <a:xfrm>
            <a:off x="5394325" y="4632325"/>
            <a:ext cx="384175" cy="438150"/>
            <a:chOff x="313" y="1497"/>
            <a:chExt cx="1152" cy="1014"/>
          </a:xfrm>
        </p:grpSpPr>
        <p:pic>
          <p:nvPicPr>
            <p:cNvPr descr="laptop_stylized_small" id="1929" name="Google Shape;1929;p3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930" name="Google Shape;1930;p3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31" name="Google Shape;1931;p33"/>
          <p:cNvGrpSpPr/>
          <p:nvPr/>
        </p:nvGrpSpPr>
        <p:grpSpPr>
          <a:xfrm>
            <a:off x="5292725" y="3475038"/>
            <a:ext cx="487363" cy="401637"/>
            <a:chOff x="2751" y="1851"/>
            <a:chExt cx="462" cy="478"/>
          </a:xfrm>
        </p:grpSpPr>
        <p:pic>
          <p:nvPicPr>
            <p:cNvPr descr="iphone_stylized_small" id="1932" name="Google Shape;1932;p3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933" name="Google Shape;1933;p33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34" name="Google Shape;1934;p33"/>
          <p:cNvGrpSpPr/>
          <p:nvPr/>
        </p:nvGrpSpPr>
        <p:grpSpPr>
          <a:xfrm>
            <a:off x="7853363" y="4135438"/>
            <a:ext cx="527050" cy="392112"/>
            <a:chOff x="2751" y="1851"/>
            <a:chExt cx="462" cy="478"/>
          </a:xfrm>
        </p:grpSpPr>
        <p:pic>
          <p:nvPicPr>
            <p:cNvPr descr="iphone_stylized_small" id="1935" name="Google Shape;1935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936" name="Google Shape;1936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37" name="Google Shape;1937;p33"/>
          <p:cNvGrpSpPr/>
          <p:nvPr/>
        </p:nvGrpSpPr>
        <p:grpSpPr>
          <a:xfrm>
            <a:off x="6421438" y="3992563"/>
            <a:ext cx="376237" cy="349250"/>
            <a:chOff x="313" y="1497"/>
            <a:chExt cx="1152" cy="1014"/>
          </a:xfrm>
        </p:grpSpPr>
        <p:pic>
          <p:nvPicPr>
            <p:cNvPr descr="laptop_stylized_small" id="1938" name="Google Shape;1938;p3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939" name="Google Shape;1939;p3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0" name="Google Shape;1940;p33"/>
          <p:cNvGrpSpPr/>
          <p:nvPr/>
        </p:nvGrpSpPr>
        <p:grpSpPr>
          <a:xfrm>
            <a:off x="5516563" y="3810000"/>
            <a:ext cx="762000" cy="663575"/>
            <a:chOff x="2967" y="478"/>
            <a:chExt cx="788" cy="625"/>
          </a:xfrm>
        </p:grpSpPr>
        <p:pic>
          <p:nvPicPr>
            <p:cNvPr descr="access_point_stylized_small" id="1941" name="Google Shape;1941;p3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942" name="Google Shape;1942;p3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3" name="Google Shape;1943;p33"/>
          <p:cNvGrpSpPr/>
          <p:nvPr/>
        </p:nvGrpSpPr>
        <p:grpSpPr>
          <a:xfrm>
            <a:off x="7153275" y="3830638"/>
            <a:ext cx="762000" cy="661987"/>
            <a:chOff x="2967" y="478"/>
            <a:chExt cx="788" cy="625"/>
          </a:xfrm>
        </p:grpSpPr>
        <p:pic>
          <p:nvPicPr>
            <p:cNvPr descr="access_point_stylized_small" id="1944" name="Google Shape;1944;p3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945" name="Google Shape;1945;p3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46" name="Google Shape;1946;p33"/>
          <p:cNvSpPr txBox="1"/>
          <p:nvPr/>
        </p:nvSpPr>
        <p:spPr>
          <a:xfrm>
            <a:off x="5719763" y="4894263"/>
            <a:ext cx="446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H1</a:t>
            </a:r>
            <a:endParaRPr/>
          </a:p>
        </p:txBody>
      </p:sp>
      <p:sp>
        <p:nvSpPr>
          <p:cNvPr id="1947" name="Google Shape;1947;p33"/>
          <p:cNvSpPr txBox="1"/>
          <p:nvPr/>
        </p:nvSpPr>
        <p:spPr>
          <a:xfrm>
            <a:off x="7721600" y="4887913"/>
            <a:ext cx="7667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BBS 2</a:t>
            </a:r>
            <a:endParaRPr/>
          </a:p>
        </p:txBody>
      </p:sp>
      <p:sp>
        <p:nvSpPr>
          <p:cNvPr id="1948" name="Google Shape;1948;p33"/>
          <p:cNvSpPr txBox="1"/>
          <p:nvPr/>
        </p:nvSpPr>
        <p:spPr>
          <a:xfrm>
            <a:off x="4613275" y="4989513"/>
            <a:ext cx="7667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BBS 1</a:t>
            </a:r>
            <a:endParaRPr/>
          </a:p>
        </p:txBody>
      </p:sp>
      <p:cxnSp>
        <p:nvCxnSpPr>
          <p:cNvPr id="1949" name="Google Shape;1949;p33"/>
          <p:cNvCxnSpPr/>
          <p:nvPr/>
        </p:nvCxnSpPr>
        <p:spPr>
          <a:xfrm flipH="1" rot="10800000">
            <a:off x="6524625" y="1941513"/>
            <a:ext cx="14288" cy="7731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0" name="Google Shape;1950;p33"/>
          <p:cNvCxnSpPr/>
          <p:nvPr/>
        </p:nvCxnSpPr>
        <p:spPr>
          <a:xfrm rot="10800000">
            <a:off x="6630988" y="2997200"/>
            <a:ext cx="744537" cy="116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1" name="Google Shape;1951;p33"/>
          <p:cNvCxnSpPr/>
          <p:nvPr/>
        </p:nvCxnSpPr>
        <p:spPr>
          <a:xfrm flipH="1" rot="10800000">
            <a:off x="5784850" y="3017838"/>
            <a:ext cx="657225" cy="11382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52" name="Google Shape;1952;p33"/>
          <p:cNvGrpSpPr/>
          <p:nvPr/>
        </p:nvGrpSpPr>
        <p:grpSpPr>
          <a:xfrm>
            <a:off x="6075363" y="1689100"/>
            <a:ext cx="881062" cy="454025"/>
            <a:chOff x="2356" y="1300"/>
            <a:chExt cx="555" cy="194"/>
          </a:xfrm>
        </p:grpSpPr>
        <p:sp>
          <p:nvSpPr>
            <p:cNvPr id="1953" name="Google Shape;1953;p33"/>
            <p:cNvSpPr/>
            <p:nvPr/>
          </p:nvSpPr>
          <p:spPr>
            <a:xfrm>
              <a:off x="2357" y="1385"/>
              <a:ext cx="551" cy="109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54" name="Google Shape;1954;p33"/>
            <p:cNvSpPr/>
            <p:nvPr/>
          </p:nvSpPr>
          <p:spPr>
            <a:xfrm>
              <a:off x="2357" y="1374"/>
              <a:ext cx="554" cy="66"/>
            </a:xfrm>
            <a:prstGeom prst="rect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55" name="Google Shape;1955;p33"/>
            <p:cNvSpPr/>
            <p:nvPr/>
          </p:nvSpPr>
          <p:spPr>
            <a:xfrm>
              <a:off x="2356" y="1300"/>
              <a:ext cx="551" cy="127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956" name="Google Shape;1956;p33"/>
            <p:cNvGrpSpPr/>
            <p:nvPr/>
          </p:nvGrpSpPr>
          <p:grpSpPr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957" name="Google Shape;1957;p33"/>
              <p:cNvSpPr/>
              <p:nvPr/>
            </p:nvSpPr>
            <p:spPr>
              <a:xfrm>
                <a:off x="2468" y="1332"/>
                <a:ext cx="310" cy="60"/>
              </a:xfrm>
              <a:custGeom>
                <a:rect b="b" l="l" r="r" t="t"/>
                <a:pathLst>
                  <a:path extrusionOk="0" h="60" w="31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8" name="Google Shape;1958;p33"/>
              <p:cNvSpPr/>
              <p:nvPr/>
            </p:nvSpPr>
            <p:spPr>
              <a:xfrm>
                <a:off x="2482" y="1332"/>
                <a:ext cx="282" cy="60"/>
              </a:xfrm>
              <a:custGeom>
                <a:rect b="b" l="l" r="r" t="t"/>
                <a:pathLst>
                  <a:path extrusionOk="0" h="60" w="282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959" name="Google Shape;1959;p33"/>
            <p:cNvCxnSpPr/>
            <p:nvPr/>
          </p:nvCxnSpPr>
          <p:spPr>
            <a:xfrm>
              <a:off x="2357" y="1361"/>
              <a:ext cx="0" cy="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0" name="Google Shape;1960;p33"/>
            <p:cNvCxnSpPr/>
            <p:nvPr/>
          </p:nvCxnSpPr>
          <p:spPr>
            <a:xfrm>
              <a:off x="2907" y="1363"/>
              <a:ext cx="0" cy="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961" name="Google Shape;1961;p3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184900" y="2619375"/>
            <a:ext cx="703263" cy="39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rline_base" id="1962" name="Google Shape;1962;p3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19100" y="890588"/>
            <a:ext cx="73136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963" name="Google Shape;1963;p33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64" name="Google Shape;1964;p33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34"/>
          <p:cNvSpPr/>
          <p:nvPr/>
        </p:nvSpPr>
        <p:spPr>
          <a:xfrm>
            <a:off x="350838" y="274638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802.11: advanced capabilities</a:t>
            </a:r>
            <a:endParaRPr/>
          </a:p>
        </p:txBody>
      </p:sp>
      <p:sp>
        <p:nvSpPr>
          <p:cNvPr id="1971" name="Google Shape;1971;p34"/>
          <p:cNvSpPr txBox="1"/>
          <p:nvPr>
            <p:ph idx="1" type="body"/>
          </p:nvPr>
        </p:nvSpPr>
        <p:spPr>
          <a:xfrm>
            <a:off x="509588" y="1365250"/>
            <a:ext cx="374808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i="1"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Rate adaptation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base station, mobile dynamically change transmission rate (physical layer modulation technique) as mobile moves, SNR varies </a:t>
            </a:r>
            <a:endParaRPr/>
          </a:p>
        </p:txBody>
      </p:sp>
      <p:cxnSp>
        <p:nvCxnSpPr>
          <p:cNvPr id="1972" name="Google Shape;1972;p34"/>
          <p:cNvCxnSpPr/>
          <p:nvPr/>
        </p:nvCxnSpPr>
        <p:spPr>
          <a:xfrm>
            <a:off x="1997075" y="5237163"/>
            <a:ext cx="296863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3" name="Google Shape;1973;p34"/>
          <p:cNvCxnSpPr/>
          <p:nvPr/>
        </p:nvCxnSpPr>
        <p:spPr>
          <a:xfrm>
            <a:off x="1997075" y="5064125"/>
            <a:ext cx="29686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74" name="Google Shape;1974;p34"/>
          <p:cNvCxnSpPr/>
          <p:nvPr/>
        </p:nvCxnSpPr>
        <p:spPr>
          <a:xfrm>
            <a:off x="2006600" y="4894263"/>
            <a:ext cx="269875" cy="0"/>
          </a:xfrm>
          <a:prstGeom prst="straightConnector1">
            <a:avLst/>
          </a:prstGeom>
          <a:noFill/>
          <a:ln cap="flat" cmpd="sng" w="28575">
            <a:solidFill>
              <a:srgbClr val="0099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975" name="Google Shape;1975;p34"/>
          <p:cNvSpPr txBox="1"/>
          <p:nvPr/>
        </p:nvSpPr>
        <p:spPr>
          <a:xfrm>
            <a:off x="2279650" y="4768850"/>
            <a:ext cx="1217613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QAM256 (8 Mbps)</a:t>
            </a:r>
            <a:endParaRPr/>
          </a:p>
        </p:txBody>
      </p:sp>
      <p:sp>
        <p:nvSpPr>
          <p:cNvPr id="1976" name="Google Shape;1976;p34"/>
          <p:cNvSpPr txBox="1"/>
          <p:nvPr/>
        </p:nvSpPr>
        <p:spPr>
          <a:xfrm>
            <a:off x="2271713" y="4922838"/>
            <a:ext cx="1147762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QAM16 (4 Mbps)</a:t>
            </a:r>
            <a:endParaRPr/>
          </a:p>
        </p:txBody>
      </p:sp>
      <p:sp>
        <p:nvSpPr>
          <p:cNvPr id="1977" name="Google Shape;1977;p34"/>
          <p:cNvSpPr txBox="1"/>
          <p:nvPr/>
        </p:nvSpPr>
        <p:spPr>
          <a:xfrm>
            <a:off x="2281238" y="5103813"/>
            <a:ext cx="1055687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BPSK (1 Mbps)</a:t>
            </a:r>
            <a:endParaRPr/>
          </a:p>
        </p:txBody>
      </p:sp>
      <p:sp>
        <p:nvSpPr>
          <p:cNvPr id="1978" name="Google Shape;1978;p34"/>
          <p:cNvSpPr/>
          <p:nvPr/>
        </p:nvSpPr>
        <p:spPr>
          <a:xfrm>
            <a:off x="5357813" y="1806575"/>
            <a:ext cx="631825" cy="1687513"/>
          </a:xfrm>
          <a:custGeom>
            <a:rect b="b" l="l" r="r" t="t"/>
            <a:pathLst>
              <a:path extrusionOk="0" h="1592" w="384">
                <a:moveTo>
                  <a:pt x="0" y="0"/>
                </a:moveTo>
                <a:cubicBezTo>
                  <a:pt x="66" y="110"/>
                  <a:pt x="133" y="220"/>
                  <a:pt x="184" y="384"/>
                </a:cubicBezTo>
                <a:cubicBezTo>
                  <a:pt x="235" y="548"/>
                  <a:pt x="271" y="783"/>
                  <a:pt x="304" y="984"/>
                </a:cubicBezTo>
                <a:cubicBezTo>
                  <a:pt x="337" y="1185"/>
                  <a:pt x="371" y="1492"/>
                  <a:pt x="384" y="1592"/>
                </a:cubicBez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9" name="Google Shape;1979;p34"/>
          <p:cNvSpPr/>
          <p:nvPr/>
        </p:nvSpPr>
        <p:spPr>
          <a:xfrm>
            <a:off x="5765800" y="1652588"/>
            <a:ext cx="604838" cy="1879600"/>
          </a:xfrm>
          <a:custGeom>
            <a:rect b="b" l="l" r="r" t="t"/>
            <a:pathLst>
              <a:path extrusionOk="0" h="1800" w="432">
                <a:moveTo>
                  <a:pt x="0" y="0"/>
                </a:moveTo>
                <a:cubicBezTo>
                  <a:pt x="62" y="98"/>
                  <a:pt x="125" y="196"/>
                  <a:pt x="168" y="296"/>
                </a:cubicBezTo>
                <a:cubicBezTo>
                  <a:pt x="211" y="396"/>
                  <a:pt x="224" y="451"/>
                  <a:pt x="256" y="600"/>
                </a:cubicBezTo>
                <a:cubicBezTo>
                  <a:pt x="288" y="749"/>
                  <a:pt x="331" y="992"/>
                  <a:pt x="360" y="1192"/>
                </a:cubicBezTo>
                <a:cubicBezTo>
                  <a:pt x="389" y="1392"/>
                  <a:pt x="410" y="1596"/>
                  <a:pt x="432" y="180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34"/>
          <p:cNvSpPr/>
          <p:nvPr/>
        </p:nvSpPr>
        <p:spPr>
          <a:xfrm>
            <a:off x="6203950" y="1652588"/>
            <a:ext cx="571500" cy="1889125"/>
          </a:xfrm>
          <a:custGeom>
            <a:rect b="b" l="l" r="r" t="t"/>
            <a:pathLst>
              <a:path extrusionOk="0" h="1792" w="408">
                <a:moveTo>
                  <a:pt x="0" y="0"/>
                </a:moveTo>
                <a:cubicBezTo>
                  <a:pt x="56" y="98"/>
                  <a:pt x="113" y="197"/>
                  <a:pt x="152" y="296"/>
                </a:cubicBezTo>
                <a:cubicBezTo>
                  <a:pt x="191" y="395"/>
                  <a:pt x="200" y="443"/>
                  <a:pt x="232" y="592"/>
                </a:cubicBezTo>
                <a:cubicBezTo>
                  <a:pt x="264" y="741"/>
                  <a:pt x="315" y="992"/>
                  <a:pt x="344" y="1192"/>
                </a:cubicBezTo>
                <a:cubicBezTo>
                  <a:pt x="373" y="1392"/>
                  <a:pt x="397" y="1691"/>
                  <a:pt x="408" y="1792"/>
                </a:cubicBezTo>
              </a:path>
            </a:pathLst>
          </a:custGeom>
          <a:noFill/>
          <a:ln cap="flat" cmpd="sng" w="28575">
            <a:solidFill>
              <a:srgbClr val="00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34"/>
          <p:cNvSpPr/>
          <p:nvPr/>
        </p:nvSpPr>
        <p:spPr>
          <a:xfrm>
            <a:off x="5343525" y="1644650"/>
            <a:ext cx="1847850" cy="19113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2" name="Google Shape;1982;p34"/>
          <p:cNvCxnSpPr/>
          <p:nvPr/>
        </p:nvCxnSpPr>
        <p:spPr>
          <a:xfrm>
            <a:off x="5343525" y="1973263"/>
            <a:ext cx="18383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3" name="Google Shape;1983;p34"/>
          <p:cNvCxnSpPr/>
          <p:nvPr/>
        </p:nvCxnSpPr>
        <p:spPr>
          <a:xfrm>
            <a:off x="5349875" y="2282825"/>
            <a:ext cx="18383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4" name="Google Shape;1984;p34"/>
          <p:cNvCxnSpPr/>
          <p:nvPr/>
        </p:nvCxnSpPr>
        <p:spPr>
          <a:xfrm>
            <a:off x="5354638" y="2601913"/>
            <a:ext cx="183991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5" name="Google Shape;1985;p34"/>
          <p:cNvCxnSpPr/>
          <p:nvPr/>
        </p:nvCxnSpPr>
        <p:spPr>
          <a:xfrm>
            <a:off x="5360988" y="2911475"/>
            <a:ext cx="183991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6" name="Google Shape;1986;p34"/>
          <p:cNvCxnSpPr/>
          <p:nvPr/>
        </p:nvCxnSpPr>
        <p:spPr>
          <a:xfrm>
            <a:off x="5367338" y="3232150"/>
            <a:ext cx="183991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7" name="Google Shape;1987;p34"/>
          <p:cNvCxnSpPr/>
          <p:nvPr/>
        </p:nvCxnSpPr>
        <p:spPr>
          <a:xfrm>
            <a:off x="5826125" y="1644650"/>
            <a:ext cx="0" cy="1911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8" name="Google Shape;1988;p34"/>
          <p:cNvCxnSpPr/>
          <p:nvPr/>
        </p:nvCxnSpPr>
        <p:spPr>
          <a:xfrm>
            <a:off x="6283325" y="1655763"/>
            <a:ext cx="0" cy="1911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9" name="Google Shape;1989;p34"/>
          <p:cNvCxnSpPr/>
          <p:nvPr/>
        </p:nvCxnSpPr>
        <p:spPr>
          <a:xfrm>
            <a:off x="6738938" y="1649413"/>
            <a:ext cx="0" cy="1911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0" name="Google Shape;1990;p34"/>
          <p:cNvSpPr txBox="1"/>
          <p:nvPr/>
        </p:nvSpPr>
        <p:spPr>
          <a:xfrm>
            <a:off x="5707063" y="3541713"/>
            <a:ext cx="352425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aseline="30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34"/>
          <p:cNvSpPr txBox="1"/>
          <p:nvPr/>
        </p:nvSpPr>
        <p:spPr>
          <a:xfrm>
            <a:off x="6162675" y="3541713"/>
            <a:ext cx="352425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aseline="30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34"/>
          <p:cNvSpPr txBox="1"/>
          <p:nvPr/>
        </p:nvSpPr>
        <p:spPr>
          <a:xfrm>
            <a:off x="6608763" y="3543300"/>
            <a:ext cx="3524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aseline="30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34"/>
          <p:cNvSpPr txBox="1"/>
          <p:nvPr/>
        </p:nvSpPr>
        <p:spPr>
          <a:xfrm>
            <a:off x="7075488" y="3546475"/>
            <a:ext cx="3524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aseline="30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4" name="Google Shape;1994;p34"/>
          <p:cNvSpPr txBox="1"/>
          <p:nvPr/>
        </p:nvSpPr>
        <p:spPr>
          <a:xfrm>
            <a:off x="5970588" y="3675063"/>
            <a:ext cx="895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SNR(dB)</a:t>
            </a:r>
            <a:endParaRPr/>
          </a:p>
        </p:txBody>
      </p:sp>
      <p:sp>
        <p:nvSpPr>
          <p:cNvPr id="1995" name="Google Shape;1995;p34"/>
          <p:cNvSpPr txBox="1"/>
          <p:nvPr/>
        </p:nvSpPr>
        <p:spPr>
          <a:xfrm rot="-5400000">
            <a:off x="4641057" y="2382044"/>
            <a:ext cx="5508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</a:t>
            </a:r>
            <a:endParaRPr/>
          </a:p>
        </p:txBody>
      </p:sp>
      <p:sp>
        <p:nvSpPr>
          <p:cNvPr id="1996" name="Google Shape;1996;p34"/>
          <p:cNvSpPr txBox="1"/>
          <p:nvPr/>
        </p:nvSpPr>
        <p:spPr>
          <a:xfrm>
            <a:off x="4973638" y="1487488"/>
            <a:ext cx="442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1997" name="Google Shape;1997;p34"/>
          <p:cNvSpPr txBox="1"/>
          <p:nvPr/>
        </p:nvSpPr>
        <p:spPr>
          <a:xfrm>
            <a:off x="4986338" y="1806575"/>
            <a:ext cx="442912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/>
          </a:p>
        </p:txBody>
      </p:sp>
      <p:sp>
        <p:nvSpPr>
          <p:cNvPr id="1998" name="Google Shape;1998;p34"/>
          <p:cNvSpPr txBox="1"/>
          <p:nvPr/>
        </p:nvSpPr>
        <p:spPr>
          <a:xfrm>
            <a:off x="4978400" y="2117725"/>
            <a:ext cx="4429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1999" name="Google Shape;1999;p34"/>
          <p:cNvSpPr txBox="1"/>
          <p:nvPr/>
        </p:nvSpPr>
        <p:spPr>
          <a:xfrm>
            <a:off x="4986338" y="2738438"/>
            <a:ext cx="442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-5</a:t>
            </a:r>
            <a:endParaRPr/>
          </a:p>
        </p:txBody>
      </p:sp>
      <p:sp>
        <p:nvSpPr>
          <p:cNvPr id="2000" name="Google Shape;2000;p34"/>
          <p:cNvSpPr txBox="1"/>
          <p:nvPr/>
        </p:nvSpPr>
        <p:spPr>
          <a:xfrm>
            <a:off x="4987925" y="3057525"/>
            <a:ext cx="4429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-6</a:t>
            </a:r>
            <a:endParaRPr/>
          </a:p>
        </p:txBody>
      </p:sp>
      <p:sp>
        <p:nvSpPr>
          <p:cNvPr id="2001" name="Google Shape;2001;p34"/>
          <p:cNvSpPr txBox="1"/>
          <p:nvPr/>
        </p:nvSpPr>
        <p:spPr>
          <a:xfrm>
            <a:off x="4981575" y="3386138"/>
            <a:ext cx="442913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-7</a:t>
            </a:r>
            <a:endParaRPr/>
          </a:p>
        </p:txBody>
      </p:sp>
      <p:sp>
        <p:nvSpPr>
          <p:cNvPr id="2002" name="Google Shape;2002;p34"/>
          <p:cNvSpPr txBox="1"/>
          <p:nvPr/>
        </p:nvSpPr>
        <p:spPr>
          <a:xfrm>
            <a:off x="4975225" y="2441575"/>
            <a:ext cx="4429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-4</a:t>
            </a:r>
            <a:endParaRPr/>
          </a:p>
        </p:txBody>
      </p:sp>
      <p:sp>
        <p:nvSpPr>
          <p:cNvPr id="2003" name="Google Shape;2003;p34"/>
          <p:cNvSpPr/>
          <p:nvPr/>
        </p:nvSpPr>
        <p:spPr>
          <a:xfrm>
            <a:off x="6667500" y="3176588"/>
            <a:ext cx="152400" cy="1619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34"/>
          <p:cNvSpPr/>
          <p:nvPr/>
        </p:nvSpPr>
        <p:spPr>
          <a:xfrm>
            <a:off x="2065338" y="5330825"/>
            <a:ext cx="152400" cy="1619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34"/>
          <p:cNvSpPr txBox="1"/>
          <p:nvPr/>
        </p:nvSpPr>
        <p:spPr>
          <a:xfrm>
            <a:off x="2290763" y="5294313"/>
            <a:ext cx="1017587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operating point</a:t>
            </a:r>
            <a:endParaRPr/>
          </a:p>
        </p:txBody>
      </p:sp>
      <p:sp>
        <p:nvSpPr>
          <p:cNvPr id="2006" name="Google Shape;2006;p34"/>
          <p:cNvSpPr txBox="1"/>
          <p:nvPr/>
        </p:nvSpPr>
        <p:spPr>
          <a:xfrm>
            <a:off x="4983163" y="4121150"/>
            <a:ext cx="3203575" cy="91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SNR decreases, BER increase as node moves away from base station</a:t>
            </a:r>
            <a:endParaRPr/>
          </a:p>
        </p:txBody>
      </p:sp>
      <p:sp>
        <p:nvSpPr>
          <p:cNvPr id="2007" name="Google Shape;2007;p34"/>
          <p:cNvSpPr txBox="1"/>
          <p:nvPr/>
        </p:nvSpPr>
        <p:spPr>
          <a:xfrm>
            <a:off x="4994275" y="5059363"/>
            <a:ext cx="3203575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When BER becomes too high, switch to lower transmission rate but with lower BER</a:t>
            </a:r>
            <a:endParaRPr/>
          </a:p>
        </p:txBody>
      </p:sp>
      <p:pic>
        <p:nvPicPr>
          <p:cNvPr descr="underline_base" id="2008" name="Google Shape;200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388" y="927100"/>
            <a:ext cx="63992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009" name="Google Shape;2009;p34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10" name="Google Shape;2010;p34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35"/>
          <p:cNvSpPr/>
          <p:nvPr/>
        </p:nvSpPr>
        <p:spPr>
          <a:xfrm>
            <a:off x="461963" y="1266825"/>
            <a:ext cx="7327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i="1" lang="en-US" sz="28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power management</a:t>
            </a:r>
            <a:endParaRPr/>
          </a:p>
          <a:p>
            <a:pPr indent="-277813" lvl="0" marL="277813" marR="0" rtl="0" algn="l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node-to-AP: “I am going to sleep until next beacon frame”</a:t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38125" lvl="1" marL="695325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 knows not to transmit frames to this node</a:t>
            </a:r>
            <a:endParaRPr/>
          </a:p>
          <a:p>
            <a:pPr indent="-238125" lvl="1" marL="695325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node wakes up before next beacon frame</a:t>
            </a:r>
            <a:endParaRPr/>
          </a:p>
          <a:p>
            <a:pPr indent="-277813" lvl="0" marL="277813" marR="0" rtl="0" algn="l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beacon frame: contains list of mobiles with AP-to-mobile frames waiting to be sent</a:t>
            </a:r>
            <a:endParaRPr/>
          </a:p>
          <a:p>
            <a:pPr indent="-244475" lvl="1" marL="701675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node will stay awake if AP-to-mobile frames to be sent; otherwise sleep again until next beacon frame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p35"/>
          <p:cNvSpPr/>
          <p:nvPr/>
        </p:nvSpPr>
        <p:spPr>
          <a:xfrm>
            <a:off x="350838" y="274638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802.11: advanced capabilities</a:t>
            </a:r>
            <a:endParaRPr/>
          </a:p>
        </p:txBody>
      </p:sp>
      <p:pic>
        <p:nvPicPr>
          <p:cNvPr descr="underline_base" id="2018" name="Google Shape;201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388" y="927100"/>
            <a:ext cx="63992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019" name="Google Shape;2019;p35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20" name="Google Shape;2020;p35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36"/>
          <p:cNvSpPr/>
          <p:nvPr/>
        </p:nvSpPr>
        <p:spPr>
          <a:xfrm>
            <a:off x="5029200" y="1292225"/>
            <a:ext cx="3479800" cy="3416300"/>
          </a:xfrm>
          <a:prstGeom prst="ellipse">
            <a:avLst/>
          </a:prstGeom>
          <a:solidFill>
            <a:schemeClr val="accent1">
              <a:alpha val="4862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7" name="Google Shape;2027;p36"/>
          <p:cNvGrpSpPr/>
          <p:nvPr/>
        </p:nvGrpSpPr>
        <p:grpSpPr>
          <a:xfrm>
            <a:off x="6626225" y="2863850"/>
            <a:ext cx="333375" cy="336550"/>
            <a:chOff x="1334" y="2718"/>
            <a:chExt cx="210" cy="212"/>
          </a:xfrm>
        </p:grpSpPr>
        <p:sp>
          <p:nvSpPr>
            <p:cNvPr id="2028" name="Google Shape;2028;p36"/>
            <p:cNvSpPr/>
            <p:nvPr/>
          </p:nvSpPr>
          <p:spPr>
            <a:xfrm>
              <a:off x="1352" y="2728"/>
              <a:ext cx="192" cy="18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36"/>
            <p:cNvSpPr txBox="1"/>
            <p:nvPr/>
          </p:nvSpPr>
          <p:spPr>
            <a:xfrm>
              <a:off x="1334" y="2718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cxnSp>
        <p:nvCxnSpPr>
          <p:cNvPr id="2030" name="Google Shape;2030;p36"/>
          <p:cNvCxnSpPr/>
          <p:nvPr/>
        </p:nvCxnSpPr>
        <p:spPr>
          <a:xfrm>
            <a:off x="6972300" y="3019425"/>
            <a:ext cx="15240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1" name="Google Shape;2031;p36"/>
          <p:cNvCxnSpPr/>
          <p:nvPr/>
        </p:nvCxnSpPr>
        <p:spPr>
          <a:xfrm>
            <a:off x="5029200" y="3019425"/>
            <a:ext cx="15875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032" name="Google Shape;2032;p36"/>
          <p:cNvSpPr txBox="1"/>
          <p:nvPr/>
        </p:nvSpPr>
        <p:spPr>
          <a:xfrm>
            <a:off x="7591425" y="2736850"/>
            <a:ext cx="10191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radius of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coverage</a:t>
            </a:r>
            <a:endParaRPr/>
          </a:p>
        </p:txBody>
      </p:sp>
      <p:grpSp>
        <p:nvGrpSpPr>
          <p:cNvPr id="2033" name="Google Shape;2033;p36"/>
          <p:cNvGrpSpPr/>
          <p:nvPr/>
        </p:nvGrpSpPr>
        <p:grpSpPr>
          <a:xfrm>
            <a:off x="6067425" y="2228850"/>
            <a:ext cx="320675" cy="336550"/>
            <a:chOff x="4166" y="3398"/>
            <a:chExt cx="202" cy="212"/>
          </a:xfrm>
        </p:grpSpPr>
        <p:sp>
          <p:nvSpPr>
            <p:cNvPr id="2034" name="Google Shape;2034;p36"/>
            <p:cNvSpPr/>
            <p:nvPr/>
          </p:nvSpPr>
          <p:spPr>
            <a:xfrm>
              <a:off x="4176" y="3408"/>
              <a:ext cx="192" cy="184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36"/>
            <p:cNvSpPr txBox="1"/>
            <p:nvPr/>
          </p:nvSpPr>
          <p:spPr>
            <a:xfrm>
              <a:off x="4166" y="3398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/>
            </a:p>
          </p:txBody>
        </p:sp>
      </p:grpSp>
      <p:grpSp>
        <p:nvGrpSpPr>
          <p:cNvPr id="2036" name="Google Shape;2036;p36"/>
          <p:cNvGrpSpPr/>
          <p:nvPr/>
        </p:nvGrpSpPr>
        <p:grpSpPr>
          <a:xfrm>
            <a:off x="6981825" y="3524250"/>
            <a:ext cx="320675" cy="336550"/>
            <a:chOff x="4166" y="3398"/>
            <a:chExt cx="202" cy="212"/>
          </a:xfrm>
        </p:grpSpPr>
        <p:sp>
          <p:nvSpPr>
            <p:cNvPr id="2037" name="Google Shape;2037;p36"/>
            <p:cNvSpPr/>
            <p:nvPr/>
          </p:nvSpPr>
          <p:spPr>
            <a:xfrm>
              <a:off x="4176" y="3408"/>
              <a:ext cx="192" cy="184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36"/>
            <p:cNvSpPr txBox="1"/>
            <p:nvPr/>
          </p:nvSpPr>
          <p:spPr>
            <a:xfrm>
              <a:off x="4166" y="3398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/>
            </a:p>
          </p:txBody>
        </p:sp>
      </p:grpSp>
      <p:grpSp>
        <p:nvGrpSpPr>
          <p:cNvPr id="2039" name="Google Shape;2039;p36"/>
          <p:cNvGrpSpPr/>
          <p:nvPr/>
        </p:nvGrpSpPr>
        <p:grpSpPr>
          <a:xfrm>
            <a:off x="5775325" y="3587750"/>
            <a:ext cx="320675" cy="336550"/>
            <a:chOff x="4166" y="3398"/>
            <a:chExt cx="202" cy="212"/>
          </a:xfrm>
        </p:grpSpPr>
        <p:sp>
          <p:nvSpPr>
            <p:cNvPr id="2040" name="Google Shape;2040;p36"/>
            <p:cNvSpPr/>
            <p:nvPr/>
          </p:nvSpPr>
          <p:spPr>
            <a:xfrm>
              <a:off x="4176" y="3408"/>
              <a:ext cx="192" cy="184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36"/>
            <p:cNvSpPr txBox="1"/>
            <p:nvPr/>
          </p:nvSpPr>
          <p:spPr>
            <a:xfrm>
              <a:off x="4166" y="3398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/>
            </a:p>
          </p:txBody>
        </p:sp>
      </p:grpSp>
      <p:grpSp>
        <p:nvGrpSpPr>
          <p:cNvPr id="2042" name="Google Shape;2042;p36"/>
          <p:cNvGrpSpPr/>
          <p:nvPr/>
        </p:nvGrpSpPr>
        <p:grpSpPr>
          <a:xfrm>
            <a:off x="7131050" y="2127250"/>
            <a:ext cx="306388" cy="336550"/>
            <a:chOff x="4784" y="2710"/>
            <a:chExt cx="193" cy="212"/>
          </a:xfrm>
        </p:grpSpPr>
        <p:sp>
          <p:nvSpPr>
            <p:cNvPr id="2043" name="Google Shape;2043;p36"/>
            <p:cNvSpPr/>
            <p:nvPr/>
          </p:nvSpPr>
          <p:spPr>
            <a:xfrm>
              <a:off x="4784" y="2720"/>
              <a:ext cx="192" cy="184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chemeClr val="lt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36"/>
            <p:cNvSpPr txBox="1"/>
            <p:nvPr/>
          </p:nvSpPr>
          <p:spPr>
            <a:xfrm>
              <a:off x="4786" y="2710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969696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</p:grpSp>
      <p:grpSp>
        <p:nvGrpSpPr>
          <p:cNvPr id="2045" name="Google Shape;2045;p36"/>
          <p:cNvGrpSpPr/>
          <p:nvPr/>
        </p:nvGrpSpPr>
        <p:grpSpPr>
          <a:xfrm>
            <a:off x="6584950" y="3676650"/>
            <a:ext cx="306388" cy="336550"/>
            <a:chOff x="4784" y="2710"/>
            <a:chExt cx="193" cy="212"/>
          </a:xfrm>
        </p:grpSpPr>
        <p:sp>
          <p:nvSpPr>
            <p:cNvPr id="2046" name="Google Shape;2046;p36"/>
            <p:cNvSpPr/>
            <p:nvPr/>
          </p:nvSpPr>
          <p:spPr>
            <a:xfrm>
              <a:off x="4784" y="2720"/>
              <a:ext cx="192" cy="184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chemeClr val="lt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36"/>
            <p:cNvSpPr txBox="1"/>
            <p:nvPr/>
          </p:nvSpPr>
          <p:spPr>
            <a:xfrm>
              <a:off x="4786" y="2710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969696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</p:grpSp>
      <p:grpSp>
        <p:nvGrpSpPr>
          <p:cNvPr id="2048" name="Google Shape;2048;p36"/>
          <p:cNvGrpSpPr/>
          <p:nvPr/>
        </p:nvGrpSpPr>
        <p:grpSpPr>
          <a:xfrm>
            <a:off x="6305550" y="2635250"/>
            <a:ext cx="306388" cy="336550"/>
            <a:chOff x="4784" y="2710"/>
            <a:chExt cx="193" cy="212"/>
          </a:xfrm>
        </p:grpSpPr>
        <p:sp>
          <p:nvSpPr>
            <p:cNvPr id="2049" name="Google Shape;2049;p36"/>
            <p:cNvSpPr/>
            <p:nvPr/>
          </p:nvSpPr>
          <p:spPr>
            <a:xfrm>
              <a:off x="4784" y="2720"/>
              <a:ext cx="192" cy="184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chemeClr val="lt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36"/>
            <p:cNvSpPr txBox="1"/>
            <p:nvPr/>
          </p:nvSpPr>
          <p:spPr>
            <a:xfrm>
              <a:off x="4786" y="2710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969696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</p:grpSp>
      <p:grpSp>
        <p:nvGrpSpPr>
          <p:cNvPr id="2051" name="Google Shape;2051;p36"/>
          <p:cNvGrpSpPr/>
          <p:nvPr/>
        </p:nvGrpSpPr>
        <p:grpSpPr>
          <a:xfrm>
            <a:off x="7626350" y="3498850"/>
            <a:ext cx="306388" cy="336550"/>
            <a:chOff x="4784" y="2710"/>
            <a:chExt cx="193" cy="212"/>
          </a:xfrm>
        </p:grpSpPr>
        <p:sp>
          <p:nvSpPr>
            <p:cNvPr id="2052" name="Google Shape;2052;p36"/>
            <p:cNvSpPr/>
            <p:nvPr/>
          </p:nvSpPr>
          <p:spPr>
            <a:xfrm>
              <a:off x="4784" y="2720"/>
              <a:ext cx="192" cy="184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chemeClr val="lt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36"/>
            <p:cNvSpPr txBox="1"/>
            <p:nvPr/>
          </p:nvSpPr>
          <p:spPr>
            <a:xfrm>
              <a:off x="4786" y="2710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969696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</p:grpSp>
      <p:grpSp>
        <p:nvGrpSpPr>
          <p:cNvPr id="2054" name="Google Shape;2054;p36"/>
          <p:cNvGrpSpPr/>
          <p:nvPr/>
        </p:nvGrpSpPr>
        <p:grpSpPr>
          <a:xfrm>
            <a:off x="5699125" y="4741863"/>
            <a:ext cx="2927350" cy="1330325"/>
            <a:chOff x="4270" y="2809"/>
            <a:chExt cx="1844" cy="838"/>
          </a:xfrm>
        </p:grpSpPr>
        <p:grpSp>
          <p:nvGrpSpPr>
            <p:cNvPr id="2055" name="Google Shape;2055;p36"/>
            <p:cNvGrpSpPr/>
            <p:nvPr/>
          </p:nvGrpSpPr>
          <p:grpSpPr>
            <a:xfrm>
              <a:off x="4270" y="2878"/>
              <a:ext cx="210" cy="212"/>
              <a:chOff x="1334" y="2718"/>
              <a:chExt cx="210" cy="212"/>
            </a:xfrm>
          </p:grpSpPr>
          <p:sp>
            <p:nvSpPr>
              <p:cNvPr id="2056" name="Google Shape;2056;p36"/>
              <p:cNvSpPr/>
              <p:nvPr/>
            </p:nvSpPr>
            <p:spPr>
              <a:xfrm>
                <a:off x="1352" y="2728"/>
                <a:ext cx="192" cy="184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7" name="Google Shape;2057;p36"/>
              <p:cNvSpPr txBox="1"/>
              <p:nvPr/>
            </p:nvSpPr>
            <p:spPr>
              <a:xfrm>
                <a:off x="1334" y="2718"/>
                <a:ext cx="191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grpSp>
          <p:nvGrpSpPr>
            <p:cNvPr id="2058" name="Google Shape;2058;p36"/>
            <p:cNvGrpSpPr/>
            <p:nvPr/>
          </p:nvGrpSpPr>
          <p:grpSpPr>
            <a:xfrm>
              <a:off x="4294" y="3166"/>
              <a:ext cx="202" cy="212"/>
              <a:chOff x="4166" y="3398"/>
              <a:chExt cx="202" cy="212"/>
            </a:xfrm>
          </p:grpSpPr>
          <p:sp>
            <p:nvSpPr>
              <p:cNvPr id="2059" name="Google Shape;2059;p36"/>
              <p:cNvSpPr/>
              <p:nvPr/>
            </p:nvSpPr>
            <p:spPr>
              <a:xfrm>
                <a:off x="4176" y="3408"/>
                <a:ext cx="192" cy="184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0" name="Google Shape;2060;p36"/>
              <p:cNvSpPr txBox="1"/>
              <p:nvPr/>
            </p:nvSpPr>
            <p:spPr>
              <a:xfrm>
                <a:off x="4166" y="3398"/>
                <a:ext cx="191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endParaRPr/>
              </a:p>
            </p:txBody>
          </p:sp>
        </p:grpSp>
        <p:sp>
          <p:nvSpPr>
            <p:cNvPr id="2061" name="Google Shape;2061;p36"/>
            <p:cNvSpPr txBox="1"/>
            <p:nvPr/>
          </p:nvSpPr>
          <p:spPr>
            <a:xfrm>
              <a:off x="4462" y="2809"/>
              <a:ext cx="1652" cy="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Master device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Slave device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Parked device (inactive)</a:t>
              </a:r>
              <a:endParaRPr/>
            </a:p>
          </p:txBody>
        </p:sp>
        <p:grpSp>
          <p:nvGrpSpPr>
            <p:cNvPr id="2062" name="Google Shape;2062;p36"/>
            <p:cNvGrpSpPr/>
            <p:nvPr/>
          </p:nvGrpSpPr>
          <p:grpSpPr>
            <a:xfrm>
              <a:off x="4292" y="3398"/>
              <a:ext cx="193" cy="212"/>
              <a:chOff x="4784" y="2710"/>
              <a:chExt cx="193" cy="212"/>
            </a:xfrm>
          </p:grpSpPr>
          <p:sp>
            <p:nvSpPr>
              <p:cNvPr id="2063" name="Google Shape;2063;p36"/>
              <p:cNvSpPr/>
              <p:nvPr/>
            </p:nvSpPr>
            <p:spPr>
              <a:xfrm>
                <a:off x="4784" y="2720"/>
                <a:ext cx="192" cy="184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chemeClr val="lt2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4" name="Google Shape;2064;p36"/>
              <p:cNvSpPr txBox="1"/>
              <p:nvPr/>
            </p:nvSpPr>
            <p:spPr>
              <a:xfrm>
                <a:off x="4786" y="2710"/>
                <a:ext cx="191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969696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/>
              </a:p>
            </p:txBody>
          </p:sp>
        </p:grpSp>
      </p:grpSp>
      <p:sp>
        <p:nvSpPr>
          <p:cNvPr id="2065" name="Google Shape;2065;p36"/>
          <p:cNvSpPr/>
          <p:nvPr/>
        </p:nvSpPr>
        <p:spPr>
          <a:xfrm>
            <a:off x="350838" y="274638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802.15: personal area network (Bluetooth)</a:t>
            </a:r>
            <a:endParaRPr/>
          </a:p>
        </p:txBody>
      </p:sp>
      <p:sp>
        <p:nvSpPr>
          <p:cNvPr id="2066" name="Google Shape;2066;p36"/>
          <p:cNvSpPr txBox="1"/>
          <p:nvPr>
            <p:ph idx="1" type="body"/>
          </p:nvPr>
        </p:nvSpPr>
        <p:spPr>
          <a:xfrm>
            <a:off x="473075" y="1339850"/>
            <a:ext cx="4465638" cy="551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8125" lvl="0" marL="23812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less than 10 m diameter</a:t>
            </a:r>
            <a:endParaRPr/>
          </a:p>
          <a:p>
            <a:pPr indent="-238125" lvl="0" marL="23812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replacement for cables (mouse, keyboard, headphones)</a:t>
            </a:r>
            <a:endParaRPr/>
          </a:p>
          <a:p>
            <a:pPr indent="-238125" lvl="0" marL="23812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ad hoc: no infrastructure</a:t>
            </a:r>
            <a:endParaRPr/>
          </a:p>
          <a:p>
            <a:pPr indent="-238125" lvl="0" marL="23812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master/slaves:</a:t>
            </a:r>
            <a:endParaRPr/>
          </a:p>
          <a:p>
            <a:pPr indent="-285750" lvl="1" marL="742950" rtl="0" algn="l">
              <a:lnSpc>
                <a:spcPct val="875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slaves request permission to send (to master)</a:t>
            </a:r>
            <a:endParaRPr/>
          </a:p>
          <a:p>
            <a:pPr indent="-285750" lvl="1" marL="742950" rtl="0" algn="l">
              <a:lnSpc>
                <a:spcPct val="875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master grants requests</a:t>
            </a:r>
            <a:endParaRPr/>
          </a:p>
          <a:p>
            <a:pPr indent="-238125" lvl="0" marL="23812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802.15: evolved from Bluetooth specification</a:t>
            </a:r>
            <a:endParaRPr/>
          </a:p>
          <a:p>
            <a:pPr indent="-285750" lvl="1" marL="742950" rtl="0" algn="l">
              <a:lnSpc>
                <a:spcPct val="875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2.4-2.5 GHz radio band</a:t>
            </a:r>
            <a:endParaRPr/>
          </a:p>
          <a:p>
            <a:pPr indent="-285750" lvl="1" marL="742950" rtl="0" algn="l">
              <a:lnSpc>
                <a:spcPct val="875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up to 3 Mbps</a:t>
            </a:r>
            <a:endParaRPr/>
          </a:p>
          <a:p>
            <a:pPr indent="-215900" lvl="0" marL="34290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2067" name="Google Shape;206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113" y="876300"/>
            <a:ext cx="63992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068" name="Google Shape;2068;p36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69" name="Google Shape;2069;p36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pic>
        <p:nvPicPr>
          <p:cNvPr descr="Puzzle" id="2070" name="Google Shape;207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653558">
            <a:off x="8324850" y="113900"/>
            <a:ext cx="603250" cy="60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37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Chapter 7 outline</a:t>
            </a:r>
            <a:endParaRPr/>
          </a:p>
        </p:txBody>
      </p:sp>
      <p:sp>
        <p:nvSpPr>
          <p:cNvPr id="2077" name="Google Shape;2077;p37"/>
          <p:cNvSpPr txBox="1"/>
          <p:nvPr>
            <p:ph idx="1" type="body"/>
          </p:nvPr>
        </p:nvSpPr>
        <p:spPr>
          <a:xfrm>
            <a:off x="5334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7.1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Introduction 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Wireless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7.2</a:t>
            </a:r>
            <a:r>
              <a:rPr lang="en-US" sz="2400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Wireless links, characteristics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CDMA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7.3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IEEE 802.11 wireless LANs (“Wi-Fi”)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7.4 Cellular Internet access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architecture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standards (e.g., 3G, LTE, 4G and 5G)</a:t>
            </a:r>
            <a:endParaRPr/>
          </a:p>
        </p:txBody>
      </p:sp>
      <p:sp>
        <p:nvSpPr>
          <p:cNvPr id="2078" name="Google Shape;2078;p37"/>
          <p:cNvSpPr txBox="1"/>
          <p:nvPr>
            <p:ph idx="2" type="body"/>
          </p:nvPr>
        </p:nvSpPr>
        <p:spPr>
          <a:xfrm>
            <a:off x="4495800" y="1600200"/>
            <a:ext cx="405447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Mobility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7.5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Principles: addressing and routing to mobile users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7.6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Mobile IP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7.7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Handling mobility in cellular networks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7.8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Mobility and higher-layer protocols</a:t>
            </a:r>
            <a:endParaRPr/>
          </a:p>
        </p:txBody>
      </p:sp>
      <p:pic>
        <p:nvPicPr>
          <p:cNvPr descr="underline_base" id="2079" name="Google Shape;20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38" y="1017588"/>
            <a:ext cx="41132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080" name="Google Shape;2080;p37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81" name="Google Shape;2081;p37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p38"/>
          <p:cNvSpPr/>
          <p:nvPr/>
        </p:nvSpPr>
        <p:spPr>
          <a:xfrm>
            <a:off x="3314700" y="2635250"/>
            <a:ext cx="1057275" cy="914400"/>
          </a:xfrm>
          <a:prstGeom prst="hexagon">
            <a:avLst>
              <a:gd fmla="val 28906" name="adj"/>
              <a:gd fmla="val 115470" name="vf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8" name="Google Shape;2088;p38"/>
          <p:cNvSpPr/>
          <p:nvPr/>
        </p:nvSpPr>
        <p:spPr>
          <a:xfrm>
            <a:off x="4121150" y="3090863"/>
            <a:ext cx="1057275" cy="914400"/>
          </a:xfrm>
          <a:prstGeom prst="hexagon">
            <a:avLst>
              <a:gd fmla="val 28906" name="adj"/>
              <a:gd fmla="val 115470" name="vf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9" name="Google Shape;2089;p38"/>
          <p:cNvSpPr/>
          <p:nvPr/>
        </p:nvSpPr>
        <p:spPr>
          <a:xfrm>
            <a:off x="3346450" y="4481513"/>
            <a:ext cx="1057275" cy="914400"/>
          </a:xfrm>
          <a:prstGeom prst="hexagon">
            <a:avLst>
              <a:gd fmla="val 28906" name="adj"/>
              <a:gd fmla="val 115470" name="vf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0" name="Google Shape;2090;p38"/>
          <p:cNvSpPr/>
          <p:nvPr/>
        </p:nvSpPr>
        <p:spPr>
          <a:xfrm>
            <a:off x="4140200" y="4913313"/>
            <a:ext cx="1057275" cy="914400"/>
          </a:xfrm>
          <a:prstGeom prst="hexagon">
            <a:avLst>
              <a:gd fmla="val 28906" name="adj"/>
              <a:gd fmla="val 115470" name="vf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1" name="Google Shape;2091;p38"/>
          <p:cNvSpPr/>
          <p:nvPr/>
        </p:nvSpPr>
        <p:spPr>
          <a:xfrm>
            <a:off x="3328988" y="3559175"/>
            <a:ext cx="1057275" cy="914400"/>
          </a:xfrm>
          <a:prstGeom prst="hexagon">
            <a:avLst>
              <a:gd fmla="val 28906" name="adj"/>
              <a:gd fmla="val 115470" name="vf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38"/>
          <p:cNvSpPr/>
          <p:nvPr/>
        </p:nvSpPr>
        <p:spPr>
          <a:xfrm>
            <a:off x="4140200" y="4002088"/>
            <a:ext cx="1057275" cy="914400"/>
          </a:xfrm>
          <a:prstGeom prst="hexagon">
            <a:avLst>
              <a:gd fmla="val 28906" name="adj"/>
              <a:gd fmla="val 115470" name="vf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38"/>
          <p:cNvSpPr/>
          <p:nvPr/>
        </p:nvSpPr>
        <p:spPr>
          <a:xfrm>
            <a:off x="4941888" y="5378450"/>
            <a:ext cx="1057275" cy="914400"/>
          </a:xfrm>
          <a:prstGeom prst="hexagon">
            <a:avLst>
              <a:gd fmla="val 28906" name="adj"/>
              <a:gd fmla="val 115470" name="vf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4" name="Google Shape;2094;p38"/>
          <p:cNvCxnSpPr/>
          <p:nvPr/>
        </p:nvCxnSpPr>
        <p:spPr>
          <a:xfrm flipH="1" rot="10800000">
            <a:off x="5541963" y="5068888"/>
            <a:ext cx="50165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5" name="Google Shape;2095;p38"/>
          <p:cNvCxnSpPr/>
          <p:nvPr/>
        </p:nvCxnSpPr>
        <p:spPr>
          <a:xfrm flipH="1" rot="10800000">
            <a:off x="4730750" y="5068888"/>
            <a:ext cx="823913" cy="463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6" name="Google Shape;2096;p38"/>
          <p:cNvCxnSpPr/>
          <p:nvPr/>
        </p:nvCxnSpPr>
        <p:spPr>
          <a:xfrm flipH="1" rot="10800000">
            <a:off x="3957638" y="4876800"/>
            <a:ext cx="1519238" cy="1793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7" name="Google Shape;2097;p38"/>
          <p:cNvCxnSpPr/>
          <p:nvPr/>
        </p:nvCxnSpPr>
        <p:spPr>
          <a:xfrm flipH="1" rot="10800000">
            <a:off x="4718050" y="3575050"/>
            <a:ext cx="901700" cy="992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8" name="Google Shape;2098;p38"/>
          <p:cNvCxnSpPr/>
          <p:nvPr/>
        </p:nvCxnSpPr>
        <p:spPr>
          <a:xfrm flipH="1" rot="10800000">
            <a:off x="3906838" y="3446463"/>
            <a:ext cx="1712913" cy="657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9" name="Google Shape;2099;p38"/>
          <p:cNvCxnSpPr/>
          <p:nvPr/>
        </p:nvCxnSpPr>
        <p:spPr>
          <a:xfrm flipH="1" rot="10800000">
            <a:off x="4705350" y="3292475"/>
            <a:ext cx="927100" cy="373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0" name="Google Shape;2100;p38"/>
          <p:cNvCxnSpPr/>
          <p:nvPr/>
        </p:nvCxnSpPr>
        <p:spPr>
          <a:xfrm>
            <a:off x="3932238" y="3189288"/>
            <a:ext cx="17129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01" name="Google Shape;2101;p38"/>
          <p:cNvGrpSpPr/>
          <p:nvPr/>
        </p:nvGrpSpPr>
        <p:grpSpPr>
          <a:xfrm>
            <a:off x="5464175" y="4410075"/>
            <a:ext cx="987425" cy="730250"/>
            <a:chOff x="2197" y="1155"/>
            <a:chExt cx="622" cy="460"/>
          </a:xfrm>
        </p:grpSpPr>
        <p:grpSp>
          <p:nvGrpSpPr>
            <p:cNvPr id="2102" name="Google Shape;2102;p38"/>
            <p:cNvGrpSpPr/>
            <p:nvPr/>
          </p:nvGrpSpPr>
          <p:grpSpPr>
            <a:xfrm>
              <a:off x="2198" y="1176"/>
              <a:ext cx="621" cy="426"/>
              <a:chOff x="3164" y="2556"/>
              <a:chExt cx="901" cy="338"/>
            </a:xfrm>
          </p:grpSpPr>
          <p:sp>
            <p:nvSpPr>
              <p:cNvPr id="2103" name="Google Shape;2103;p38"/>
              <p:cNvSpPr/>
              <p:nvPr/>
            </p:nvSpPr>
            <p:spPr>
              <a:xfrm>
                <a:off x="3164" y="2556"/>
                <a:ext cx="901" cy="338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4" name="Google Shape;2104;p38"/>
              <p:cNvSpPr txBox="1"/>
              <p:nvPr/>
            </p:nvSpPr>
            <p:spPr>
              <a:xfrm>
                <a:off x="3212" y="2573"/>
                <a:ext cx="168" cy="18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05" name="Google Shape;2105;p38"/>
            <p:cNvSpPr txBox="1"/>
            <p:nvPr/>
          </p:nvSpPr>
          <p:spPr>
            <a:xfrm>
              <a:off x="2197" y="1155"/>
              <a:ext cx="616" cy="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Mobile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Switching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Center</a:t>
              </a:r>
              <a:endParaRPr/>
            </a:p>
          </p:txBody>
        </p:sp>
      </p:grpSp>
      <p:sp>
        <p:nvSpPr>
          <p:cNvPr id="2106" name="Google Shape;2106;p38"/>
          <p:cNvSpPr/>
          <p:nvPr/>
        </p:nvSpPr>
        <p:spPr>
          <a:xfrm>
            <a:off x="6921500" y="3027363"/>
            <a:ext cx="1711325" cy="2270125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38"/>
          <p:cNvSpPr txBox="1"/>
          <p:nvPr/>
        </p:nvSpPr>
        <p:spPr>
          <a:xfrm>
            <a:off x="6965950" y="3530600"/>
            <a:ext cx="1698625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telephone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pic>
        <p:nvPicPr>
          <p:cNvPr descr="imgyjavg[1]" id="2108" name="Google Shape;210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9575" y="3433763"/>
            <a:ext cx="252413" cy="182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yjavg[1]" id="2109" name="Google Shape;210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9475" y="3929063"/>
            <a:ext cx="252413" cy="182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yjavg[1]" id="2110" name="Google Shape;211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7475" y="4246563"/>
            <a:ext cx="252413" cy="182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yjavg[1]" id="2111" name="Google Shape;211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875" y="4348163"/>
            <a:ext cx="252413" cy="182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yjavg[1]" id="2112" name="Google Shape;211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2975" y="5097463"/>
            <a:ext cx="252413" cy="182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yjavg[1]" id="2113" name="Google Shape;211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2275" y="5300663"/>
            <a:ext cx="252413" cy="182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4" name="Google Shape;2114;p38"/>
          <p:cNvGrpSpPr/>
          <p:nvPr/>
        </p:nvGrpSpPr>
        <p:grpSpPr>
          <a:xfrm>
            <a:off x="3995738" y="4651375"/>
            <a:ext cx="831850" cy="180975"/>
            <a:chOff x="3072" y="739"/>
            <a:chExt cx="652" cy="146"/>
          </a:xfrm>
        </p:grpSpPr>
        <p:pic>
          <p:nvPicPr>
            <p:cNvPr descr="lgv_fqmg[1]" id="2115" name="Google Shape;2115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16" name="Google Shape;2116;p38"/>
            <p:cNvCxnSpPr/>
            <p:nvPr/>
          </p:nvCxnSpPr>
          <p:spPr>
            <a:xfrm rot="10800000">
              <a:off x="3104" y="784"/>
              <a:ext cx="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7" name="Google Shape;2117;p38"/>
            <p:cNvCxnSpPr/>
            <p:nvPr/>
          </p:nvCxnSpPr>
          <p:spPr>
            <a:xfrm rot="10800000">
              <a:off x="3072" y="759"/>
              <a:ext cx="1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18" name="Google Shape;2118;p38"/>
          <p:cNvGrpSpPr/>
          <p:nvPr/>
        </p:nvGrpSpPr>
        <p:grpSpPr>
          <a:xfrm>
            <a:off x="5616575" y="2987675"/>
            <a:ext cx="987425" cy="730250"/>
            <a:chOff x="2197" y="1155"/>
            <a:chExt cx="622" cy="460"/>
          </a:xfrm>
        </p:grpSpPr>
        <p:grpSp>
          <p:nvGrpSpPr>
            <p:cNvPr id="2119" name="Google Shape;2119;p38"/>
            <p:cNvGrpSpPr/>
            <p:nvPr/>
          </p:nvGrpSpPr>
          <p:grpSpPr>
            <a:xfrm>
              <a:off x="2198" y="1176"/>
              <a:ext cx="621" cy="426"/>
              <a:chOff x="3164" y="2556"/>
              <a:chExt cx="901" cy="338"/>
            </a:xfrm>
          </p:grpSpPr>
          <p:sp>
            <p:nvSpPr>
              <p:cNvPr id="2120" name="Google Shape;2120;p38"/>
              <p:cNvSpPr/>
              <p:nvPr/>
            </p:nvSpPr>
            <p:spPr>
              <a:xfrm>
                <a:off x="3164" y="2556"/>
                <a:ext cx="901" cy="338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1" name="Google Shape;2121;p38"/>
              <p:cNvSpPr txBox="1"/>
              <p:nvPr/>
            </p:nvSpPr>
            <p:spPr>
              <a:xfrm>
                <a:off x="3212" y="2573"/>
                <a:ext cx="168" cy="18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22" name="Google Shape;2122;p38"/>
            <p:cNvSpPr txBox="1"/>
            <p:nvPr/>
          </p:nvSpPr>
          <p:spPr>
            <a:xfrm>
              <a:off x="2197" y="1155"/>
              <a:ext cx="616" cy="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Mobile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Switching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Center</a:t>
              </a:r>
              <a:endParaRPr/>
            </a:p>
          </p:txBody>
        </p:sp>
      </p:grpSp>
      <p:cxnSp>
        <p:nvCxnSpPr>
          <p:cNvPr id="2123" name="Google Shape;2123;p38"/>
          <p:cNvCxnSpPr/>
          <p:nvPr/>
        </p:nvCxnSpPr>
        <p:spPr>
          <a:xfrm>
            <a:off x="6611938" y="3389313"/>
            <a:ext cx="368300" cy="20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4" name="Google Shape;2124;p38"/>
          <p:cNvCxnSpPr/>
          <p:nvPr/>
        </p:nvCxnSpPr>
        <p:spPr>
          <a:xfrm flipH="1" rot="10800000">
            <a:off x="6446838" y="4506913"/>
            <a:ext cx="508000" cy="25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5" name="Google Shape;2125;p38"/>
          <p:cNvSpPr/>
          <p:nvPr/>
        </p:nvSpPr>
        <p:spPr>
          <a:xfrm>
            <a:off x="298450" y="306388"/>
            <a:ext cx="7739063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Components of cellular network architecture</a:t>
            </a:r>
            <a:endParaRPr/>
          </a:p>
        </p:txBody>
      </p:sp>
      <p:grpSp>
        <p:nvGrpSpPr>
          <p:cNvPr id="2126" name="Google Shape;2126;p38"/>
          <p:cNvGrpSpPr/>
          <p:nvPr/>
        </p:nvGrpSpPr>
        <p:grpSpPr>
          <a:xfrm>
            <a:off x="4495800" y="1006475"/>
            <a:ext cx="4022725" cy="1981200"/>
            <a:chOff x="2380" y="634"/>
            <a:chExt cx="2534" cy="1248"/>
          </a:xfrm>
        </p:grpSpPr>
        <p:sp>
          <p:nvSpPr>
            <p:cNvPr id="2127" name="Google Shape;2127;p38"/>
            <p:cNvSpPr txBox="1"/>
            <p:nvPr/>
          </p:nvSpPr>
          <p:spPr>
            <a:xfrm>
              <a:off x="2457" y="815"/>
              <a:ext cx="2362" cy="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9525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500"/>
                <a:buFont typeface="Noto Sans Symbols"/>
                <a:buChar char="❖"/>
              </a:pPr>
              <a:r>
                <a:rPr lang="en-US" sz="20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 connects cells to wired tel. net.</a:t>
              </a:r>
              <a:endParaRPr/>
            </a:p>
            <a:p>
              <a:pPr indent="-9525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500"/>
                <a:buFont typeface="Noto Sans Symbols"/>
                <a:buChar char="❖"/>
              </a:pPr>
              <a:r>
                <a:rPr lang="en-US" sz="20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 manages call setup (more later!)</a:t>
              </a:r>
              <a:endParaRPr/>
            </a:p>
            <a:p>
              <a:pPr indent="-9525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500"/>
                <a:buFont typeface="Noto Sans Symbols"/>
                <a:buChar char="❖"/>
              </a:pPr>
              <a:r>
                <a:rPr lang="en-US" sz="20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 handles mobility (more later!)</a:t>
              </a:r>
              <a:endParaRPr/>
            </a:p>
          </p:txBody>
        </p:sp>
        <p:sp>
          <p:nvSpPr>
            <p:cNvPr id="2128" name="Google Shape;2128;p38"/>
            <p:cNvSpPr/>
            <p:nvPr/>
          </p:nvSpPr>
          <p:spPr>
            <a:xfrm>
              <a:off x="2380" y="777"/>
              <a:ext cx="2534" cy="662"/>
            </a:xfrm>
            <a:prstGeom prst="rect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2129" name="Google Shape;2129;p38"/>
            <p:cNvGrpSpPr/>
            <p:nvPr/>
          </p:nvGrpSpPr>
          <p:grpSpPr>
            <a:xfrm>
              <a:off x="2544" y="634"/>
              <a:ext cx="547" cy="291"/>
              <a:chOff x="442" y="3293"/>
              <a:chExt cx="547" cy="291"/>
            </a:xfrm>
          </p:grpSpPr>
          <p:sp>
            <p:nvSpPr>
              <p:cNvPr id="2130" name="Google Shape;2130;p38"/>
              <p:cNvSpPr/>
              <p:nvPr/>
            </p:nvSpPr>
            <p:spPr>
              <a:xfrm>
                <a:off x="442" y="3321"/>
                <a:ext cx="547" cy="22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131" name="Google Shape;2131;p38"/>
              <p:cNvSpPr txBox="1"/>
              <p:nvPr/>
            </p:nvSpPr>
            <p:spPr>
              <a:xfrm>
                <a:off x="450" y="3293"/>
                <a:ext cx="494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MSC</a:t>
                </a:r>
                <a:endParaRPr/>
              </a:p>
            </p:txBody>
          </p:sp>
        </p:grpSp>
        <p:cxnSp>
          <p:nvCxnSpPr>
            <p:cNvPr id="2132" name="Google Shape;2132;p38"/>
            <p:cNvCxnSpPr/>
            <p:nvPr/>
          </p:nvCxnSpPr>
          <p:spPr>
            <a:xfrm>
              <a:off x="3293" y="1450"/>
              <a:ext cx="278" cy="432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33" name="Google Shape;2133;p38"/>
          <p:cNvGrpSpPr/>
          <p:nvPr/>
        </p:nvGrpSpPr>
        <p:grpSpPr>
          <a:xfrm>
            <a:off x="274638" y="2071688"/>
            <a:ext cx="3100387" cy="3243262"/>
            <a:chOff x="173" y="1305"/>
            <a:chExt cx="1953" cy="2043"/>
          </a:xfrm>
        </p:grpSpPr>
        <p:sp>
          <p:nvSpPr>
            <p:cNvPr id="2134" name="Google Shape;2134;p38"/>
            <p:cNvSpPr txBox="1"/>
            <p:nvPr/>
          </p:nvSpPr>
          <p:spPr>
            <a:xfrm>
              <a:off x="250" y="1514"/>
              <a:ext cx="1662" cy="18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9525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500"/>
                <a:buFont typeface="Noto Sans Symbols"/>
                <a:buChar char="❖"/>
              </a:pPr>
              <a:r>
                <a:rPr lang="en-US" sz="20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 covers geographical region</a:t>
              </a:r>
              <a:endParaRPr/>
            </a:p>
            <a:p>
              <a:pPr indent="-9525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500"/>
                <a:buFont typeface="Noto Sans Symbols"/>
                <a:buChar char="❖"/>
              </a:pPr>
              <a:r>
                <a:rPr lang="en-US" sz="20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r>
                <a:rPr i="1" lang="en-US" sz="2000">
                  <a:solidFill>
                    <a:srgbClr val="C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base station</a:t>
              </a:r>
              <a:r>
                <a:rPr lang="en-US" sz="2000">
                  <a:solidFill>
                    <a:srgbClr val="C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r>
                <a:rPr lang="en-US" sz="20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(BS) analogous to 802.11 AP</a:t>
              </a:r>
              <a:endParaRPr/>
            </a:p>
            <a:p>
              <a:pPr indent="-9525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500"/>
                <a:buFont typeface="Noto Sans Symbols"/>
                <a:buChar char="❖"/>
              </a:pPr>
              <a:r>
                <a:rPr lang="en-US" sz="2000">
                  <a:solidFill>
                    <a:srgbClr val="C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r>
                <a:rPr i="1" lang="en-US" sz="2000">
                  <a:solidFill>
                    <a:srgbClr val="C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mobile users</a:t>
              </a:r>
              <a:r>
                <a:rPr lang="en-US" sz="2000">
                  <a:solidFill>
                    <a:srgbClr val="C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r>
                <a:rPr lang="en-US" sz="20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attach to network through BS</a:t>
              </a:r>
              <a:endParaRPr/>
            </a:p>
            <a:p>
              <a:pPr indent="-9525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500"/>
                <a:buFont typeface="Noto Sans Symbols"/>
                <a:buChar char="❖"/>
              </a:pPr>
              <a:r>
                <a:rPr lang="en-US" sz="20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r>
                <a:rPr i="1" lang="en-US" sz="2000">
                  <a:solidFill>
                    <a:srgbClr val="C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air-interface:</a:t>
              </a:r>
              <a:r>
                <a:rPr lang="en-US" sz="2000">
                  <a:solidFill>
                    <a:srgbClr val="C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r>
                <a:rPr lang="en-US" sz="20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physical and link layer protocol between mobile and BS</a:t>
              </a:r>
              <a:endParaRPr/>
            </a:p>
          </p:txBody>
        </p:sp>
        <p:sp>
          <p:nvSpPr>
            <p:cNvPr id="2135" name="Google Shape;2135;p38"/>
            <p:cNvSpPr/>
            <p:nvPr/>
          </p:nvSpPr>
          <p:spPr>
            <a:xfrm>
              <a:off x="173" y="1448"/>
              <a:ext cx="1727" cy="1900"/>
            </a:xfrm>
            <a:prstGeom prst="rect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2136" name="Google Shape;2136;p38"/>
            <p:cNvGrpSpPr/>
            <p:nvPr/>
          </p:nvGrpSpPr>
          <p:grpSpPr>
            <a:xfrm>
              <a:off x="337" y="1305"/>
              <a:ext cx="547" cy="291"/>
              <a:chOff x="442" y="3293"/>
              <a:chExt cx="547" cy="291"/>
            </a:xfrm>
          </p:grpSpPr>
          <p:sp>
            <p:nvSpPr>
              <p:cNvPr id="2137" name="Google Shape;2137;p38"/>
              <p:cNvSpPr/>
              <p:nvPr/>
            </p:nvSpPr>
            <p:spPr>
              <a:xfrm>
                <a:off x="442" y="3321"/>
                <a:ext cx="547" cy="22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138" name="Google Shape;2138;p38"/>
              <p:cNvSpPr txBox="1"/>
              <p:nvPr/>
            </p:nvSpPr>
            <p:spPr>
              <a:xfrm>
                <a:off x="450" y="3293"/>
                <a:ext cx="379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cell</a:t>
                </a:r>
                <a:endParaRPr/>
              </a:p>
            </p:txBody>
          </p:sp>
        </p:grpSp>
        <p:cxnSp>
          <p:nvCxnSpPr>
            <p:cNvPr id="2139" name="Google Shape;2139;p38"/>
            <p:cNvCxnSpPr/>
            <p:nvPr/>
          </p:nvCxnSpPr>
          <p:spPr>
            <a:xfrm>
              <a:off x="1891" y="1622"/>
              <a:ext cx="235" cy="154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40" name="Google Shape;2140;p38"/>
          <p:cNvGrpSpPr/>
          <p:nvPr/>
        </p:nvGrpSpPr>
        <p:grpSpPr>
          <a:xfrm>
            <a:off x="6567488" y="4556125"/>
            <a:ext cx="1766887" cy="1344613"/>
            <a:chOff x="4137" y="2870"/>
            <a:chExt cx="1113" cy="847"/>
          </a:xfrm>
        </p:grpSpPr>
        <p:sp>
          <p:nvSpPr>
            <p:cNvPr id="2141" name="Google Shape;2141;p38"/>
            <p:cNvSpPr txBox="1"/>
            <p:nvPr/>
          </p:nvSpPr>
          <p:spPr>
            <a:xfrm>
              <a:off x="4137" y="3465"/>
              <a:ext cx="1113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wired network</a:t>
              </a:r>
              <a:endParaRPr/>
            </a:p>
          </p:txBody>
        </p:sp>
        <p:cxnSp>
          <p:nvCxnSpPr>
            <p:cNvPr id="2142" name="Google Shape;2142;p38"/>
            <p:cNvCxnSpPr/>
            <p:nvPr/>
          </p:nvCxnSpPr>
          <p:spPr>
            <a:xfrm flipH="1" rot="10800000">
              <a:off x="4560" y="2870"/>
              <a:ext cx="384" cy="644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underline_base" id="2143" name="Google Shape;2143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350" y="754063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144" name="Google Shape;2144;p38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45" name="Google Shape;2145;p38"/>
          <p:cNvSpPr txBox="1"/>
          <p:nvPr>
            <p:ph idx="11" type="ftr"/>
          </p:nvPr>
        </p:nvSpPr>
        <p:spPr>
          <a:xfrm>
            <a:off x="6445573" y="6361736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grpSp>
        <p:nvGrpSpPr>
          <p:cNvPr id="2146" name="Google Shape;2146;p38"/>
          <p:cNvGrpSpPr/>
          <p:nvPr/>
        </p:nvGrpSpPr>
        <p:grpSpPr>
          <a:xfrm>
            <a:off x="3675794" y="2858649"/>
            <a:ext cx="333077" cy="421847"/>
            <a:chOff x="742" y="2409"/>
            <a:chExt cx="576" cy="881"/>
          </a:xfrm>
        </p:grpSpPr>
        <p:grpSp>
          <p:nvGrpSpPr>
            <p:cNvPr id="2147" name="Google Shape;2147;p38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148" name="Google Shape;2148;p38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9" name="Google Shape;2149;p38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0" name="Google Shape;2150;p38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1" name="Google Shape;2151;p38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2" name="Google Shape;2152;p38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3" name="Google Shape;2153;p38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4" name="Google Shape;2154;p38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5" name="Google Shape;2155;p38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6" name="Google Shape;2156;p38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7" name="Google Shape;2157;p38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8" name="Google Shape;2158;p38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9" name="Google Shape;2159;p38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0" name="Google Shape;2160;p38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1" name="Google Shape;2161;p38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2" name="Google Shape;2162;p38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163" name="Google Shape;2163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4" name="Google Shape;2164;p38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5" name="Google Shape;2165;p38"/>
          <p:cNvGrpSpPr/>
          <p:nvPr/>
        </p:nvGrpSpPr>
        <p:grpSpPr>
          <a:xfrm>
            <a:off x="3689273" y="3784899"/>
            <a:ext cx="333077" cy="421847"/>
            <a:chOff x="742" y="2409"/>
            <a:chExt cx="576" cy="881"/>
          </a:xfrm>
        </p:grpSpPr>
        <p:grpSp>
          <p:nvGrpSpPr>
            <p:cNvPr id="2166" name="Google Shape;2166;p38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167" name="Google Shape;2167;p38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8" name="Google Shape;2168;p38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9" name="Google Shape;2169;p38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0" name="Google Shape;2170;p38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1" name="Google Shape;2171;p38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2" name="Google Shape;2172;p38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3" name="Google Shape;2173;p38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4" name="Google Shape;2174;p38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5" name="Google Shape;2175;p38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6" name="Google Shape;2176;p38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7" name="Google Shape;2177;p38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8" name="Google Shape;2178;p38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9" name="Google Shape;2179;p38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0" name="Google Shape;2180;p38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1" name="Google Shape;2181;p38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182" name="Google Shape;2182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3" name="Google Shape;2183;p38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4" name="Google Shape;2184;p38"/>
          <p:cNvGrpSpPr/>
          <p:nvPr/>
        </p:nvGrpSpPr>
        <p:grpSpPr>
          <a:xfrm>
            <a:off x="3702752" y="4711149"/>
            <a:ext cx="333077" cy="421847"/>
            <a:chOff x="742" y="2409"/>
            <a:chExt cx="576" cy="881"/>
          </a:xfrm>
        </p:grpSpPr>
        <p:grpSp>
          <p:nvGrpSpPr>
            <p:cNvPr id="2185" name="Google Shape;2185;p38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186" name="Google Shape;2186;p38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7" name="Google Shape;2187;p38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8" name="Google Shape;2188;p38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9" name="Google Shape;2189;p38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0" name="Google Shape;2190;p38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1" name="Google Shape;2191;p38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2" name="Google Shape;2192;p38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3" name="Google Shape;2193;p38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4" name="Google Shape;2194;p38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5" name="Google Shape;2195;p38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6" name="Google Shape;2196;p38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7" name="Google Shape;2197;p38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8" name="Google Shape;2198;p38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9" name="Google Shape;2199;p38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0" name="Google Shape;2200;p38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201" name="Google Shape;2201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2" name="Google Shape;2202;p38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3" name="Google Shape;2203;p38"/>
          <p:cNvGrpSpPr/>
          <p:nvPr/>
        </p:nvGrpSpPr>
        <p:grpSpPr>
          <a:xfrm>
            <a:off x="4514016" y="5238477"/>
            <a:ext cx="333077" cy="421847"/>
            <a:chOff x="742" y="2409"/>
            <a:chExt cx="576" cy="881"/>
          </a:xfrm>
        </p:grpSpPr>
        <p:grpSp>
          <p:nvGrpSpPr>
            <p:cNvPr id="2204" name="Google Shape;2204;p38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205" name="Google Shape;2205;p38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6" name="Google Shape;2206;p38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7" name="Google Shape;2207;p38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8" name="Google Shape;2208;p38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9" name="Google Shape;2209;p38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0" name="Google Shape;2210;p38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1" name="Google Shape;2211;p38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2" name="Google Shape;2212;p38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3" name="Google Shape;2213;p38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4" name="Google Shape;2214;p38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5" name="Google Shape;2215;p38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6" name="Google Shape;2216;p38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7" name="Google Shape;2217;p38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8" name="Google Shape;2218;p38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9" name="Google Shape;2219;p38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220" name="Google Shape;2220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1" name="Google Shape;2221;p38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2" name="Google Shape;2222;p38"/>
          <p:cNvGrpSpPr/>
          <p:nvPr/>
        </p:nvGrpSpPr>
        <p:grpSpPr>
          <a:xfrm>
            <a:off x="5317139" y="5594839"/>
            <a:ext cx="333077" cy="421847"/>
            <a:chOff x="742" y="2409"/>
            <a:chExt cx="576" cy="881"/>
          </a:xfrm>
        </p:grpSpPr>
        <p:grpSp>
          <p:nvGrpSpPr>
            <p:cNvPr id="2223" name="Google Shape;2223;p38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224" name="Google Shape;2224;p38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5" name="Google Shape;2225;p38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6" name="Google Shape;2226;p38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7" name="Google Shape;2227;p38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8" name="Google Shape;2228;p38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9" name="Google Shape;2229;p38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0" name="Google Shape;2230;p38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1" name="Google Shape;2231;p38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2" name="Google Shape;2232;p38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3" name="Google Shape;2233;p38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4" name="Google Shape;2234;p38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5" name="Google Shape;2235;p38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6" name="Google Shape;2236;p38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7" name="Google Shape;2237;p38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8" name="Google Shape;2238;p38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239" name="Google Shape;2239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0" name="Google Shape;2240;p38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41" name="Google Shape;2241;p38"/>
          <p:cNvGrpSpPr/>
          <p:nvPr/>
        </p:nvGrpSpPr>
        <p:grpSpPr>
          <a:xfrm>
            <a:off x="4500271" y="4241534"/>
            <a:ext cx="333077" cy="421847"/>
            <a:chOff x="742" y="2409"/>
            <a:chExt cx="576" cy="881"/>
          </a:xfrm>
        </p:grpSpPr>
        <p:grpSp>
          <p:nvGrpSpPr>
            <p:cNvPr id="2242" name="Google Shape;2242;p38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243" name="Google Shape;2243;p38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4" name="Google Shape;2244;p38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5" name="Google Shape;2245;p38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6" name="Google Shape;2246;p38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7" name="Google Shape;2247;p38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8" name="Google Shape;2248;p38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9" name="Google Shape;2249;p38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0" name="Google Shape;2250;p38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1" name="Google Shape;2251;p38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2" name="Google Shape;2252;p38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3" name="Google Shape;2253;p38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4" name="Google Shape;2254;p38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5" name="Google Shape;2255;p38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6" name="Google Shape;2256;p38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7" name="Google Shape;2257;p38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258" name="Google Shape;2258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9" name="Google Shape;2259;p38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0" name="Google Shape;2260;p38"/>
          <p:cNvGrpSpPr/>
          <p:nvPr/>
        </p:nvGrpSpPr>
        <p:grpSpPr>
          <a:xfrm>
            <a:off x="4481187" y="3344140"/>
            <a:ext cx="333077" cy="421847"/>
            <a:chOff x="742" y="2409"/>
            <a:chExt cx="576" cy="881"/>
          </a:xfrm>
        </p:grpSpPr>
        <p:grpSp>
          <p:nvGrpSpPr>
            <p:cNvPr id="2261" name="Google Shape;2261;p38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262" name="Google Shape;2262;p38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3" name="Google Shape;2263;p38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4" name="Google Shape;2264;p38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5" name="Google Shape;2265;p38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6" name="Google Shape;2266;p38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7" name="Google Shape;2267;p38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8" name="Google Shape;2268;p38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9" name="Google Shape;2269;p38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0" name="Google Shape;2270;p38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1" name="Google Shape;2271;p38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2" name="Google Shape;2272;p38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3" name="Google Shape;2273;p38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4" name="Google Shape;2274;p38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5" name="Google Shape;2275;p38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6" name="Google Shape;2276;p38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277" name="Google Shape;2277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8" name="Google Shape;2278;p38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3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p39"/>
          <p:cNvSpPr txBox="1"/>
          <p:nvPr>
            <p:ph type="title"/>
          </p:nvPr>
        </p:nvSpPr>
        <p:spPr>
          <a:xfrm>
            <a:off x="533400" y="1174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Cellular networks: the first hop</a:t>
            </a:r>
            <a:endParaRPr/>
          </a:p>
        </p:txBody>
      </p:sp>
      <p:sp>
        <p:nvSpPr>
          <p:cNvPr id="2285" name="Google Shape;2285;p39"/>
          <p:cNvSpPr txBox="1"/>
          <p:nvPr>
            <p:ph idx="1" type="body"/>
          </p:nvPr>
        </p:nvSpPr>
        <p:spPr>
          <a:xfrm>
            <a:off x="547688" y="1447800"/>
            <a:ext cx="443547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Two techniques for sharing mobile-to-BS radio spectrum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combined FDMA/TDMA: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divide spectrum in frequency channels, divide each channel into time slots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CDMA: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code division multiple access</a:t>
            </a:r>
            <a:endParaRPr/>
          </a:p>
        </p:txBody>
      </p:sp>
      <p:sp>
        <p:nvSpPr>
          <p:cNvPr id="2286" name="Google Shape;2286;p39"/>
          <p:cNvSpPr/>
          <p:nvPr/>
        </p:nvSpPr>
        <p:spPr>
          <a:xfrm>
            <a:off x="6005513" y="1484313"/>
            <a:ext cx="1849437" cy="1477962"/>
          </a:xfrm>
          <a:prstGeom prst="hexagon">
            <a:avLst>
              <a:gd fmla="val 31284" name="adj"/>
              <a:gd fmla="val 115470" name="vf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gyjavg[1]" id="2287" name="Google Shape;228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0613" y="1833563"/>
            <a:ext cx="441325" cy="3190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8" name="Google Shape;2288;p39"/>
          <p:cNvGrpSpPr/>
          <p:nvPr/>
        </p:nvGrpSpPr>
        <p:grpSpPr>
          <a:xfrm>
            <a:off x="6608763" y="2586038"/>
            <a:ext cx="831850" cy="180975"/>
            <a:chOff x="3072" y="739"/>
            <a:chExt cx="652" cy="146"/>
          </a:xfrm>
        </p:grpSpPr>
        <p:pic>
          <p:nvPicPr>
            <p:cNvPr descr="lgv_fqmg[1]" id="2289" name="Google Shape;2289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90" name="Google Shape;2290;p39"/>
            <p:cNvCxnSpPr/>
            <p:nvPr/>
          </p:nvCxnSpPr>
          <p:spPr>
            <a:xfrm rot="10800000">
              <a:off x="3104" y="784"/>
              <a:ext cx="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1" name="Google Shape;2291;p39"/>
            <p:cNvCxnSpPr/>
            <p:nvPr/>
          </p:nvCxnSpPr>
          <p:spPr>
            <a:xfrm rot="10800000">
              <a:off x="3072" y="759"/>
              <a:ext cx="1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imgyjavg[1]" id="2292" name="Google Shape;229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7300" y="2274888"/>
            <a:ext cx="441325" cy="3190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3" name="Google Shape;2293;p39"/>
          <p:cNvGrpSpPr/>
          <p:nvPr/>
        </p:nvGrpSpPr>
        <p:grpSpPr>
          <a:xfrm>
            <a:off x="4059238" y="3057525"/>
            <a:ext cx="4387850" cy="2409825"/>
            <a:chOff x="2693" y="2142"/>
            <a:chExt cx="2764" cy="1518"/>
          </a:xfrm>
        </p:grpSpPr>
        <p:grpSp>
          <p:nvGrpSpPr>
            <p:cNvPr id="2294" name="Google Shape;2294;p39"/>
            <p:cNvGrpSpPr/>
            <p:nvPr/>
          </p:nvGrpSpPr>
          <p:grpSpPr>
            <a:xfrm>
              <a:off x="3444" y="2506"/>
              <a:ext cx="2013" cy="1150"/>
              <a:chOff x="3444" y="2506"/>
              <a:chExt cx="2013" cy="1150"/>
            </a:xfrm>
          </p:grpSpPr>
          <p:sp>
            <p:nvSpPr>
              <p:cNvPr id="2295" name="Google Shape;2295;p39"/>
              <p:cNvSpPr/>
              <p:nvPr/>
            </p:nvSpPr>
            <p:spPr>
              <a:xfrm>
                <a:off x="3446" y="2506"/>
                <a:ext cx="2002" cy="182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6" name="Google Shape;2296;p39"/>
              <p:cNvSpPr/>
              <p:nvPr/>
            </p:nvSpPr>
            <p:spPr>
              <a:xfrm>
                <a:off x="3447" y="2742"/>
                <a:ext cx="2010" cy="182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7" name="Google Shape;2297;p39"/>
              <p:cNvSpPr/>
              <p:nvPr/>
            </p:nvSpPr>
            <p:spPr>
              <a:xfrm>
                <a:off x="3444" y="2982"/>
                <a:ext cx="2010" cy="182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8" name="Google Shape;2298;p39"/>
              <p:cNvSpPr/>
              <p:nvPr/>
            </p:nvSpPr>
            <p:spPr>
              <a:xfrm>
                <a:off x="3445" y="3230"/>
                <a:ext cx="2010" cy="182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9" name="Google Shape;2299;p39"/>
              <p:cNvSpPr/>
              <p:nvPr/>
            </p:nvSpPr>
            <p:spPr>
              <a:xfrm>
                <a:off x="3446" y="3474"/>
                <a:ext cx="1998" cy="182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300" name="Google Shape;2300;p39"/>
            <p:cNvCxnSpPr/>
            <p:nvPr/>
          </p:nvCxnSpPr>
          <p:spPr>
            <a:xfrm>
              <a:off x="3520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1" name="Google Shape;2301;p39"/>
            <p:cNvCxnSpPr/>
            <p:nvPr/>
          </p:nvCxnSpPr>
          <p:spPr>
            <a:xfrm>
              <a:off x="3592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2" name="Google Shape;2302;p39"/>
            <p:cNvCxnSpPr/>
            <p:nvPr/>
          </p:nvCxnSpPr>
          <p:spPr>
            <a:xfrm>
              <a:off x="3664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3" name="Google Shape;2303;p39"/>
            <p:cNvCxnSpPr/>
            <p:nvPr/>
          </p:nvCxnSpPr>
          <p:spPr>
            <a:xfrm>
              <a:off x="3736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4" name="Google Shape;2304;p39"/>
            <p:cNvCxnSpPr/>
            <p:nvPr/>
          </p:nvCxnSpPr>
          <p:spPr>
            <a:xfrm>
              <a:off x="3808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5" name="Google Shape;2305;p39"/>
            <p:cNvCxnSpPr/>
            <p:nvPr/>
          </p:nvCxnSpPr>
          <p:spPr>
            <a:xfrm>
              <a:off x="3880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6" name="Google Shape;2306;p39"/>
            <p:cNvCxnSpPr/>
            <p:nvPr/>
          </p:nvCxnSpPr>
          <p:spPr>
            <a:xfrm>
              <a:off x="3952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7" name="Google Shape;2307;p39"/>
            <p:cNvCxnSpPr/>
            <p:nvPr/>
          </p:nvCxnSpPr>
          <p:spPr>
            <a:xfrm>
              <a:off x="4024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8" name="Google Shape;2308;p39"/>
            <p:cNvCxnSpPr/>
            <p:nvPr/>
          </p:nvCxnSpPr>
          <p:spPr>
            <a:xfrm>
              <a:off x="4096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9" name="Google Shape;2309;p39"/>
            <p:cNvCxnSpPr/>
            <p:nvPr/>
          </p:nvCxnSpPr>
          <p:spPr>
            <a:xfrm>
              <a:off x="4168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0" name="Google Shape;2310;p39"/>
            <p:cNvCxnSpPr/>
            <p:nvPr/>
          </p:nvCxnSpPr>
          <p:spPr>
            <a:xfrm>
              <a:off x="4240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1" name="Google Shape;2311;p39"/>
            <p:cNvCxnSpPr/>
            <p:nvPr/>
          </p:nvCxnSpPr>
          <p:spPr>
            <a:xfrm>
              <a:off x="4312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2" name="Google Shape;2312;p39"/>
            <p:cNvCxnSpPr/>
            <p:nvPr/>
          </p:nvCxnSpPr>
          <p:spPr>
            <a:xfrm>
              <a:off x="4384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3" name="Google Shape;2313;p39"/>
            <p:cNvCxnSpPr/>
            <p:nvPr/>
          </p:nvCxnSpPr>
          <p:spPr>
            <a:xfrm>
              <a:off x="4456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4" name="Google Shape;2314;p39"/>
            <p:cNvCxnSpPr/>
            <p:nvPr/>
          </p:nvCxnSpPr>
          <p:spPr>
            <a:xfrm>
              <a:off x="4528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5" name="Google Shape;2315;p39"/>
            <p:cNvCxnSpPr/>
            <p:nvPr/>
          </p:nvCxnSpPr>
          <p:spPr>
            <a:xfrm>
              <a:off x="4600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6" name="Google Shape;2316;p39"/>
            <p:cNvCxnSpPr/>
            <p:nvPr/>
          </p:nvCxnSpPr>
          <p:spPr>
            <a:xfrm>
              <a:off x="4672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7" name="Google Shape;2317;p39"/>
            <p:cNvCxnSpPr/>
            <p:nvPr/>
          </p:nvCxnSpPr>
          <p:spPr>
            <a:xfrm>
              <a:off x="4744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8" name="Google Shape;2318;p39"/>
            <p:cNvCxnSpPr/>
            <p:nvPr/>
          </p:nvCxnSpPr>
          <p:spPr>
            <a:xfrm>
              <a:off x="4816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9" name="Google Shape;2319;p39"/>
            <p:cNvCxnSpPr/>
            <p:nvPr/>
          </p:nvCxnSpPr>
          <p:spPr>
            <a:xfrm>
              <a:off x="4888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0" name="Google Shape;2320;p39"/>
            <p:cNvCxnSpPr/>
            <p:nvPr/>
          </p:nvCxnSpPr>
          <p:spPr>
            <a:xfrm>
              <a:off x="4960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1" name="Google Shape;2321;p39"/>
            <p:cNvCxnSpPr/>
            <p:nvPr/>
          </p:nvCxnSpPr>
          <p:spPr>
            <a:xfrm>
              <a:off x="5032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2" name="Google Shape;2322;p39"/>
            <p:cNvCxnSpPr/>
            <p:nvPr/>
          </p:nvCxnSpPr>
          <p:spPr>
            <a:xfrm>
              <a:off x="5104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3" name="Google Shape;2323;p39"/>
            <p:cNvCxnSpPr/>
            <p:nvPr/>
          </p:nvCxnSpPr>
          <p:spPr>
            <a:xfrm>
              <a:off x="5176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4" name="Google Shape;2324;p39"/>
            <p:cNvCxnSpPr/>
            <p:nvPr/>
          </p:nvCxnSpPr>
          <p:spPr>
            <a:xfrm>
              <a:off x="5248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5" name="Google Shape;2325;p39"/>
            <p:cNvCxnSpPr/>
            <p:nvPr/>
          </p:nvCxnSpPr>
          <p:spPr>
            <a:xfrm>
              <a:off x="5320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6" name="Google Shape;2326;p39"/>
            <p:cNvCxnSpPr/>
            <p:nvPr/>
          </p:nvCxnSpPr>
          <p:spPr>
            <a:xfrm>
              <a:off x="5392" y="2504"/>
              <a:ext cx="0" cy="1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27" name="Google Shape;2327;p39"/>
            <p:cNvSpPr/>
            <p:nvPr/>
          </p:nvSpPr>
          <p:spPr>
            <a:xfrm>
              <a:off x="3444" y="2692"/>
              <a:ext cx="2008" cy="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39"/>
            <p:cNvSpPr/>
            <p:nvPr/>
          </p:nvSpPr>
          <p:spPr>
            <a:xfrm>
              <a:off x="3440" y="2932"/>
              <a:ext cx="2008" cy="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p39"/>
            <p:cNvSpPr/>
            <p:nvPr/>
          </p:nvSpPr>
          <p:spPr>
            <a:xfrm>
              <a:off x="3436" y="3176"/>
              <a:ext cx="2008" cy="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39"/>
            <p:cNvSpPr/>
            <p:nvPr/>
          </p:nvSpPr>
          <p:spPr>
            <a:xfrm>
              <a:off x="3432" y="3420"/>
              <a:ext cx="2008" cy="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p39"/>
            <p:cNvSpPr/>
            <p:nvPr/>
          </p:nvSpPr>
          <p:spPr>
            <a:xfrm>
              <a:off x="3316" y="2508"/>
              <a:ext cx="96" cy="1144"/>
            </a:xfrm>
            <a:prstGeom prst="leftBrace">
              <a:avLst>
                <a:gd fmla="val 99306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p39"/>
            <p:cNvSpPr/>
            <p:nvPr/>
          </p:nvSpPr>
          <p:spPr>
            <a:xfrm rot="5400000">
              <a:off x="4386" y="1410"/>
              <a:ext cx="96" cy="1988"/>
            </a:xfrm>
            <a:prstGeom prst="leftBrace">
              <a:avLst>
                <a:gd fmla="val 172569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39"/>
            <p:cNvSpPr txBox="1"/>
            <p:nvPr/>
          </p:nvSpPr>
          <p:spPr>
            <a:xfrm>
              <a:off x="2693" y="2870"/>
              <a:ext cx="678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frequency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bands</a:t>
              </a:r>
              <a:endParaRPr/>
            </a:p>
          </p:txBody>
        </p:sp>
        <p:sp>
          <p:nvSpPr>
            <p:cNvPr id="2334" name="Google Shape;2334;p39"/>
            <p:cNvSpPr txBox="1"/>
            <p:nvPr/>
          </p:nvSpPr>
          <p:spPr>
            <a:xfrm>
              <a:off x="4097" y="2142"/>
              <a:ext cx="65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time slots</a:t>
              </a:r>
              <a:endParaRPr/>
            </a:p>
          </p:txBody>
        </p:sp>
      </p:grpSp>
      <p:pic>
        <p:nvPicPr>
          <p:cNvPr descr="underline_base" id="2335" name="Google Shape;233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3100" y="931863"/>
            <a:ext cx="73136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336" name="Google Shape;2336;p39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37" name="Google Shape;2337;p39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grpSp>
        <p:nvGrpSpPr>
          <p:cNvPr id="2338" name="Google Shape;2338;p39"/>
          <p:cNvGrpSpPr/>
          <p:nvPr/>
        </p:nvGrpSpPr>
        <p:grpSpPr>
          <a:xfrm>
            <a:off x="6791601" y="1588741"/>
            <a:ext cx="690304" cy="792337"/>
            <a:chOff x="742" y="2409"/>
            <a:chExt cx="576" cy="881"/>
          </a:xfrm>
        </p:grpSpPr>
        <p:grpSp>
          <p:nvGrpSpPr>
            <p:cNvPr id="2339" name="Google Shape;2339;p39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340" name="Google Shape;2340;p39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1" name="Google Shape;2341;p39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2" name="Google Shape;2342;p39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3" name="Google Shape;2343;p39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4" name="Google Shape;2344;p39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5" name="Google Shape;2345;p39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6" name="Google Shape;2346;p39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7" name="Google Shape;2347;p39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8" name="Google Shape;2348;p39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9" name="Google Shape;2349;p39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0" name="Google Shape;2350;p39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1" name="Google Shape;2351;p39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2" name="Google Shape;2352;p39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3" name="Google Shape;2353;p39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4" name="Google Shape;2354;p39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355" name="Google Shape;2355;p3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6" name="Google Shape;2356;p39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40"/>
          <p:cNvSpPr/>
          <p:nvPr/>
        </p:nvSpPr>
        <p:spPr>
          <a:xfrm>
            <a:off x="2260475" y="2965711"/>
            <a:ext cx="798513" cy="598488"/>
          </a:xfrm>
          <a:prstGeom prst="hexagon">
            <a:avLst>
              <a:gd fmla="val 27648" name="adj"/>
              <a:gd fmla="val 115470" name="vf"/>
            </a:avLst>
          </a:prstGeom>
          <a:solidFill>
            <a:srgbClr val="DDDDDD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2" name="Google Shape;2362;p40"/>
          <p:cNvSpPr/>
          <p:nvPr/>
        </p:nvSpPr>
        <p:spPr>
          <a:xfrm>
            <a:off x="2276347" y="3565916"/>
            <a:ext cx="798513" cy="598488"/>
          </a:xfrm>
          <a:prstGeom prst="hexagon">
            <a:avLst>
              <a:gd fmla="val 27648" name="adj"/>
              <a:gd fmla="val 115470" name="vf"/>
            </a:avLst>
          </a:prstGeom>
          <a:solidFill>
            <a:srgbClr val="DDDDDD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3" name="Google Shape;2363;p40"/>
          <p:cNvSpPr/>
          <p:nvPr/>
        </p:nvSpPr>
        <p:spPr>
          <a:xfrm>
            <a:off x="1631950" y="3281363"/>
            <a:ext cx="798513" cy="598487"/>
          </a:xfrm>
          <a:prstGeom prst="hexagon">
            <a:avLst>
              <a:gd fmla="val 27648" name="adj"/>
              <a:gd fmla="val 115470" name="vf"/>
            </a:avLst>
          </a:prstGeom>
          <a:solidFill>
            <a:srgbClr val="DDDDDD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4" name="Google Shape;2364;p40"/>
          <p:cNvSpPr/>
          <p:nvPr/>
        </p:nvSpPr>
        <p:spPr>
          <a:xfrm>
            <a:off x="1595438" y="2212975"/>
            <a:ext cx="798512" cy="598488"/>
          </a:xfrm>
          <a:prstGeom prst="hexagon">
            <a:avLst>
              <a:gd fmla="val 27648" name="adj"/>
              <a:gd fmla="val 115470" name="vf"/>
            </a:avLst>
          </a:prstGeom>
          <a:solidFill>
            <a:srgbClr val="DDDDDD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5" name="Google Shape;2365;p40"/>
          <p:cNvSpPr/>
          <p:nvPr/>
        </p:nvSpPr>
        <p:spPr>
          <a:xfrm>
            <a:off x="2209800" y="1936750"/>
            <a:ext cx="798513" cy="598488"/>
          </a:xfrm>
          <a:prstGeom prst="hexagon">
            <a:avLst>
              <a:gd fmla="val 27648" name="adj"/>
              <a:gd fmla="val 115470" name="vf"/>
            </a:avLst>
          </a:prstGeom>
          <a:solidFill>
            <a:srgbClr val="DDDDDD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6" name="Google Shape;2366;p40"/>
          <p:cNvSpPr/>
          <p:nvPr/>
        </p:nvSpPr>
        <p:spPr>
          <a:xfrm>
            <a:off x="1581150" y="1603375"/>
            <a:ext cx="798513" cy="598488"/>
          </a:xfrm>
          <a:prstGeom prst="hexagon">
            <a:avLst>
              <a:gd fmla="val 27648" name="adj"/>
              <a:gd fmla="val 115470" name="vf"/>
            </a:avLst>
          </a:prstGeom>
          <a:solidFill>
            <a:srgbClr val="DDDDDD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7" name="Google Shape;2367;p40"/>
          <p:cNvCxnSpPr/>
          <p:nvPr/>
        </p:nvCxnSpPr>
        <p:spPr>
          <a:xfrm flipH="1" rot="10800000">
            <a:off x="2655888" y="3714750"/>
            <a:ext cx="1044575" cy="27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8" name="Google Shape;2368;p40"/>
          <p:cNvCxnSpPr/>
          <p:nvPr/>
        </p:nvCxnSpPr>
        <p:spPr>
          <a:xfrm>
            <a:off x="2063750" y="3703638"/>
            <a:ext cx="16160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9" name="Google Shape;2369;p40"/>
          <p:cNvCxnSpPr/>
          <p:nvPr/>
        </p:nvCxnSpPr>
        <p:spPr>
          <a:xfrm flipH="1" rot="10800000">
            <a:off x="2012950" y="2292350"/>
            <a:ext cx="1695450" cy="4143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0" name="Google Shape;2370;p40"/>
          <p:cNvCxnSpPr/>
          <p:nvPr/>
        </p:nvCxnSpPr>
        <p:spPr>
          <a:xfrm>
            <a:off x="2574925" y="2284413"/>
            <a:ext cx="11096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1" name="Google Shape;2371;p40"/>
          <p:cNvCxnSpPr/>
          <p:nvPr/>
        </p:nvCxnSpPr>
        <p:spPr>
          <a:xfrm>
            <a:off x="2082800" y="1911350"/>
            <a:ext cx="1624013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72" name="Google Shape;2372;p40"/>
          <p:cNvGrpSpPr/>
          <p:nvPr/>
        </p:nvGrpSpPr>
        <p:grpSpPr>
          <a:xfrm>
            <a:off x="3676650" y="1998663"/>
            <a:ext cx="550863" cy="411162"/>
            <a:chOff x="611" y="3693"/>
            <a:chExt cx="449" cy="287"/>
          </a:xfrm>
        </p:grpSpPr>
        <p:sp>
          <p:nvSpPr>
            <p:cNvPr id="2373" name="Google Shape;2373;p40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74" name="Google Shape;2374;p40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2375" name="Google Shape;2375;p40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6" name="Google Shape;2376;p40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77" name="Google Shape;2377;p40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40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40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40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40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2" name="Google Shape;2382;p40"/>
          <p:cNvGrpSpPr/>
          <p:nvPr/>
        </p:nvGrpSpPr>
        <p:grpSpPr>
          <a:xfrm>
            <a:off x="3671888" y="3403600"/>
            <a:ext cx="550862" cy="411163"/>
            <a:chOff x="611" y="3693"/>
            <a:chExt cx="449" cy="287"/>
          </a:xfrm>
        </p:grpSpPr>
        <p:sp>
          <p:nvSpPr>
            <p:cNvPr id="2383" name="Google Shape;2383;p40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84" name="Google Shape;2384;p40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2385" name="Google Shape;2385;p40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6" name="Google Shape;2386;p40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87" name="Google Shape;2387;p40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p40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p40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40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40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92" name="Google Shape;2392;p40"/>
          <p:cNvCxnSpPr/>
          <p:nvPr/>
        </p:nvCxnSpPr>
        <p:spPr>
          <a:xfrm>
            <a:off x="2584450" y="3373438"/>
            <a:ext cx="1095375" cy="3063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3" name="Google Shape;2393;p40"/>
          <p:cNvCxnSpPr/>
          <p:nvPr/>
        </p:nvCxnSpPr>
        <p:spPr>
          <a:xfrm>
            <a:off x="4203700" y="2239963"/>
            <a:ext cx="436563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4" name="Google Shape;2394;p40"/>
          <p:cNvCxnSpPr/>
          <p:nvPr/>
        </p:nvCxnSpPr>
        <p:spPr>
          <a:xfrm flipH="1" rot="10800000">
            <a:off x="4187825" y="2211388"/>
            <a:ext cx="576263" cy="14462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5" name="Google Shape;2395;p40"/>
          <p:cNvSpPr txBox="1"/>
          <p:nvPr/>
        </p:nvSpPr>
        <p:spPr>
          <a:xfrm>
            <a:off x="3486150" y="1679575"/>
            <a:ext cx="6540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BSC</a:t>
            </a:r>
            <a:endParaRPr/>
          </a:p>
        </p:txBody>
      </p:sp>
      <p:sp>
        <p:nvSpPr>
          <p:cNvPr id="2396" name="Google Shape;2396;p40"/>
          <p:cNvSpPr txBox="1"/>
          <p:nvPr/>
        </p:nvSpPr>
        <p:spPr>
          <a:xfrm>
            <a:off x="2065338" y="1643063"/>
            <a:ext cx="530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BTS</a:t>
            </a:r>
            <a:endParaRPr/>
          </a:p>
        </p:txBody>
      </p:sp>
      <p:pic>
        <p:nvPicPr>
          <p:cNvPr descr="imgyjavg[1]" id="2397" name="Google Shape;239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075" y="1728788"/>
            <a:ext cx="252413" cy="1825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98" name="Google Shape;2398;p40"/>
          <p:cNvGrpSpPr/>
          <p:nvPr/>
        </p:nvGrpSpPr>
        <p:grpSpPr>
          <a:xfrm>
            <a:off x="223838" y="2135188"/>
            <a:ext cx="831850" cy="180975"/>
            <a:chOff x="3072" y="739"/>
            <a:chExt cx="652" cy="146"/>
          </a:xfrm>
        </p:grpSpPr>
        <p:pic>
          <p:nvPicPr>
            <p:cNvPr descr="lgv_fqmg[1]" id="2399" name="Google Shape;2399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00" name="Google Shape;2400;p40"/>
            <p:cNvCxnSpPr/>
            <p:nvPr/>
          </p:nvCxnSpPr>
          <p:spPr>
            <a:xfrm rot="10800000">
              <a:off x="3104" y="784"/>
              <a:ext cx="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1" name="Google Shape;2401;p40"/>
            <p:cNvCxnSpPr/>
            <p:nvPr/>
          </p:nvCxnSpPr>
          <p:spPr>
            <a:xfrm rot="10800000">
              <a:off x="3072" y="759"/>
              <a:ext cx="1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02" name="Google Shape;2402;p40"/>
          <p:cNvSpPr/>
          <p:nvPr/>
        </p:nvSpPr>
        <p:spPr>
          <a:xfrm>
            <a:off x="1492250" y="2876550"/>
            <a:ext cx="3067050" cy="1576388"/>
          </a:xfrm>
          <a:prstGeom prst="ellipse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3" name="Google Shape;2403;p40"/>
          <p:cNvSpPr/>
          <p:nvPr/>
        </p:nvSpPr>
        <p:spPr>
          <a:xfrm>
            <a:off x="1184275" y="1406525"/>
            <a:ext cx="3170238" cy="1473200"/>
          </a:xfrm>
          <a:prstGeom prst="ellipse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gyjavg[1]" id="2404" name="Google Shape;240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650" y="2468563"/>
            <a:ext cx="252413" cy="182562"/>
          </a:xfrm>
          <a:prstGeom prst="rect">
            <a:avLst/>
          </a:prstGeom>
          <a:noFill/>
          <a:ln>
            <a:noFill/>
          </a:ln>
        </p:spPr>
      </p:pic>
      <p:sp>
        <p:nvSpPr>
          <p:cNvPr id="2405" name="Google Shape;2405;p40"/>
          <p:cNvSpPr txBox="1"/>
          <p:nvPr/>
        </p:nvSpPr>
        <p:spPr>
          <a:xfrm>
            <a:off x="6102686" y="4148795"/>
            <a:ext cx="2940607" cy="336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transceiver station (BTS)</a:t>
            </a:r>
            <a:endParaRPr/>
          </a:p>
        </p:txBody>
      </p:sp>
      <p:grpSp>
        <p:nvGrpSpPr>
          <p:cNvPr id="2406" name="Google Shape;2406;p40"/>
          <p:cNvGrpSpPr/>
          <p:nvPr/>
        </p:nvGrpSpPr>
        <p:grpSpPr>
          <a:xfrm>
            <a:off x="5538972" y="4533075"/>
            <a:ext cx="504146" cy="354167"/>
            <a:chOff x="611" y="3693"/>
            <a:chExt cx="449" cy="288"/>
          </a:xfrm>
        </p:grpSpPr>
        <p:sp>
          <p:nvSpPr>
            <p:cNvPr id="2407" name="Google Shape;2407;p40"/>
            <p:cNvSpPr/>
            <p:nvPr/>
          </p:nvSpPr>
          <p:spPr>
            <a:xfrm>
              <a:off x="635" y="3774"/>
              <a:ext cx="338" cy="207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08" name="Google Shape;2408;p40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2409" name="Google Shape;2409;p40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0" name="Google Shape;2410;p40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11" name="Google Shape;2411;p40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40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40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40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40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6" name="Google Shape;2416;p40"/>
          <p:cNvSpPr txBox="1"/>
          <p:nvPr/>
        </p:nvSpPr>
        <p:spPr>
          <a:xfrm>
            <a:off x="6096874" y="4557603"/>
            <a:ext cx="2804037" cy="336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station controller (BSC)</a:t>
            </a:r>
            <a:endParaRPr/>
          </a:p>
        </p:txBody>
      </p:sp>
      <p:grpSp>
        <p:nvGrpSpPr>
          <p:cNvPr id="2417" name="Google Shape;2417;p40"/>
          <p:cNvGrpSpPr/>
          <p:nvPr/>
        </p:nvGrpSpPr>
        <p:grpSpPr>
          <a:xfrm>
            <a:off x="5582559" y="4956872"/>
            <a:ext cx="422785" cy="696336"/>
            <a:chOff x="611" y="3693"/>
            <a:chExt cx="449" cy="287"/>
          </a:xfrm>
        </p:grpSpPr>
        <p:sp>
          <p:nvSpPr>
            <p:cNvPr id="2418" name="Google Shape;2418;p40"/>
            <p:cNvSpPr/>
            <p:nvPr/>
          </p:nvSpPr>
          <p:spPr>
            <a:xfrm>
              <a:off x="635" y="3774"/>
              <a:ext cx="337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9" name="Google Shape;2419;p40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2420" name="Google Shape;2420;p40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1" name="Google Shape;2421;p40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22" name="Google Shape;2422;p40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40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40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40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p40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7" name="Google Shape;2427;p40"/>
          <p:cNvSpPr txBox="1"/>
          <p:nvPr/>
        </p:nvSpPr>
        <p:spPr>
          <a:xfrm>
            <a:off x="6088157" y="5147649"/>
            <a:ext cx="3016156" cy="336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Switching Center (MSC)</a:t>
            </a:r>
            <a:endParaRPr/>
          </a:p>
        </p:txBody>
      </p:sp>
      <p:grpSp>
        <p:nvGrpSpPr>
          <p:cNvPr id="2428" name="Google Shape;2428;p40"/>
          <p:cNvGrpSpPr/>
          <p:nvPr/>
        </p:nvGrpSpPr>
        <p:grpSpPr>
          <a:xfrm>
            <a:off x="5078413" y="5775850"/>
            <a:ext cx="761303" cy="155347"/>
            <a:chOff x="3072" y="739"/>
            <a:chExt cx="652" cy="146"/>
          </a:xfrm>
        </p:grpSpPr>
        <p:pic>
          <p:nvPicPr>
            <p:cNvPr descr="lgv_fqmg[1]" id="2429" name="Google Shape;2429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30" name="Google Shape;2430;p40"/>
            <p:cNvCxnSpPr/>
            <p:nvPr/>
          </p:nvCxnSpPr>
          <p:spPr>
            <a:xfrm rot="10800000">
              <a:off x="3105" y="783"/>
              <a:ext cx="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1" name="Google Shape;2431;p40"/>
            <p:cNvCxnSpPr/>
            <p:nvPr/>
          </p:nvCxnSpPr>
          <p:spPr>
            <a:xfrm rot="10800000">
              <a:off x="3072" y="759"/>
              <a:ext cx="1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imgyjavg[1]" id="2432" name="Google Shape;243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6208" y="5778576"/>
            <a:ext cx="231006" cy="156710"/>
          </a:xfrm>
          <a:prstGeom prst="rect">
            <a:avLst/>
          </a:prstGeom>
          <a:noFill/>
          <a:ln>
            <a:noFill/>
          </a:ln>
        </p:spPr>
      </p:pic>
      <p:sp>
        <p:nvSpPr>
          <p:cNvPr id="2433" name="Google Shape;2433;p40"/>
          <p:cNvSpPr txBox="1"/>
          <p:nvPr/>
        </p:nvSpPr>
        <p:spPr>
          <a:xfrm>
            <a:off x="6124479" y="5702265"/>
            <a:ext cx="1877107" cy="336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subscribers</a:t>
            </a:r>
            <a:endParaRPr/>
          </a:p>
        </p:txBody>
      </p:sp>
      <p:sp>
        <p:nvSpPr>
          <p:cNvPr id="2434" name="Google Shape;2434;p40"/>
          <p:cNvSpPr txBox="1"/>
          <p:nvPr/>
        </p:nvSpPr>
        <p:spPr>
          <a:xfrm>
            <a:off x="1612900" y="1138238"/>
            <a:ext cx="26019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station system (BSS)</a:t>
            </a:r>
            <a:endParaRPr/>
          </a:p>
        </p:txBody>
      </p:sp>
      <p:sp>
        <p:nvSpPr>
          <p:cNvPr id="2435" name="Google Shape;2435;p40"/>
          <p:cNvSpPr txBox="1"/>
          <p:nvPr/>
        </p:nvSpPr>
        <p:spPr>
          <a:xfrm>
            <a:off x="5294313" y="3698875"/>
            <a:ext cx="77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Legend</a:t>
            </a:r>
            <a:endParaRPr/>
          </a:p>
        </p:txBody>
      </p:sp>
      <p:sp>
        <p:nvSpPr>
          <p:cNvPr id="2436" name="Google Shape;2436;p40"/>
          <p:cNvSpPr/>
          <p:nvPr/>
        </p:nvSpPr>
        <p:spPr>
          <a:xfrm>
            <a:off x="463550" y="244475"/>
            <a:ext cx="707707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2G (voice) network architecture </a:t>
            </a:r>
            <a:endParaRPr/>
          </a:p>
        </p:txBody>
      </p:sp>
      <p:grpSp>
        <p:nvGrpSpPr>
          <p:cNvPr id="2437" name="Google Shape;2437;p40"/>
          <p:cNvGrpSpPr/>
          <p:nvPr/>
        </p:nvGrpSpPr>
        <p:grpSpPr>
          <a:xfrm>
            <a:off x="4676775" y="1630363"/>
            <a:ext cx="550863" cy="1001712"/>
            <a:chOff x="611" y="3693"/>
            <a:chExt cx="449" cy="287"/>
          </a:xfrm>
        </p:grpSpPr>
        <p:sp>
          <p:nvSpPr>
            <p:cNvPr id="2438" name="Google Shape;2438;p40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39" name="Google Shape;2439;p40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2440" name="Google Shape;2440;p40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1" name="Google Shape;2441;p40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42" name="Google Shape;2442;p40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p40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40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40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40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7" name="Google Shape;2447;p40"/>
          <p:cNvSpPr txBox="1"/>
          <p:nvPr/>
        </p:nvSpPr>
        <p:spPr>
          <a:xfrm>
            <a:off x="4613275" y="1335088"/>
            <a:ext cx="692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MSC</a:t>
            </a:r>
            <a:endParaRPr/>
          </a:p>
        </p:txBody>
      </p:sp>
      <p:sp>
        <p:nvSpPr>
          <p:cNvPr id="2448" name="Google Shape;2448;p40"/>
          <p:cNvSpPr/>
          <p:nvPr/>
        </p:nvSpPr>
        <p:spPr>
          <a:xfrm>
            <a:off x="7177088" y="1381125"/>
            <a:ext cx="1235075" cy="1681163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9" name="Google Shape;2449;p40"/>
          <p:cNvSpPr txBox="1"/>
          <p:nvPr/>
        </p:nvSpPr>
        <p:spPr>
          <a:xfrm>
            <a:off x="7285038" y="1724025"/>
            <a:ext cx="1106487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telephone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cxnSp>
        <p:nvCxnSpPr>
          <p:cNvPr id="2450" name="Google Shape;2450;p40"/>
          <p:cNvCxnSpPr/>
          <p:nvPr/>
        </p:nvCxnSpPr>
        <p:spPr>
          <a:xfrm>
            <a:off x="5151438" y="2255838"/>
            <a:ext cx="1284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51" name="Google Shape;2451;p40"/>
          <p:cNvGrpSpPr/>
          <p:nvPr/>
        </p:nvGrpSpPr>
        <p:grpSpPr>
          <a:xfrm>
            <a:off x="6411913" y="1590675"/>
            <a:ext cx="550862" cy="1001713"/>
            <a:chOff x="611" y="3693"/>
            <a:chExt cx="449" cy="287"/>
          </a:xfrm>
        </p:grpSpPr>
        <p:sp>
          <p:nvSpPr>
            <p:cNvPr id="2452" name="Google Shape;2452;p40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53" name="Google Shape;2453;p40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2454" name="Google Shape;2454;p40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5" name="Google Shape;2455;p40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56" name="Google Shape;2456;p40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p40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p40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9" name="Google Shape;2459;p40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p40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1" name="Google Shape;2461;p40"/>
          <p:cNvSpPr txBox="1"/>
          <p:nvPr/>
        </p:nvSpPr>
        <p:spPr>
          <a:xfrm>
            <a:off x="6359525" y="2573338"/>
            <a:ext cx="108585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Gateway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MSC</a:t>
            </a:r>
            <a:endParaRPr/>
          </a:p>
        </p:txBody>
      </p:sp>
      <p:sp>
        <p:nvSpPr>
          <p:cNvPr id="2462" name="Google Shape;2462;p40"/>
          <p:cNvSpPr txBox="1"/>
          <p:nvPr/>
        </p:nvSpPr>
        <p:spPr>
          <a:xfrm>
            <a:off x="6481763" y="1593850"/>
            <a:ext cx="361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2463" name="Google Shape;2463;p40"/>
          <p:cNvCxnSpPr/>
          <p:nvPr/>
        </p:nvCxnSpPr>
        <p:spPr>
          <a:xfrm flipH="1">
            <a:off x="6200775" y="2325688"/>
            <a:ext cx="236538" cy="146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4" name="Google Shape;2464;p40"/>
          <p:cNvCxnSpPr/>
          <p:nvPr/>
        </p:nvCxnSpPr>
        <p:spPr>
          <a:xfrm rot="10800000">
            <a:off x="6211888" y="2043113"/>
            <a:ext cx="225425" cy="904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5" name="Google Shape;2465;p40"/>
          <p:cNvCxnSpPr/>
          <p:nvPr/>
        </p:nvCxnSpPr>
        <p:spPr>
          <a:xfrm flipH="1">
            <a:off x="5834063" y="2500313"/>
            <a:ext cx="327025" cy="20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66" name="Google Shape;2466;p40"/>
          <p:cNvCxnSpPr/>
          <p:nvPr/>
        </p:nvCxnSpPr>
        <p:spPr>
          <a:xfrm rot="10800000">
            <a:off x="5929313" y="1952625"/>
            <a:ext cx="236537" cy="79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67" name="Google Shape;2467;p40"/>
          <p:cNvCxnSpPr/>
          <p:nvPr/>
        </p:nvCxnSpPr>
        <p:spPr>
          <a:xfrm>
            <a:off x="6942138" y="2224088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underline_base" id="2468" name="Google Shape;2468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750" y="796925"/>
            <a:ext cx="6856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469" name="Google Shape;2469;p40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70" name="Google Shape;2470;p40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grpSp>
        <p:nvGrpSpPr>
          <p:cNvPr id="2471" name="Google Shape;2471;p40"/>
          <p:cNvGrpSpPr/>
          <p:nvPr/>
        </p:nvGrpSpPr>
        <p:grpSpPr>
          <a:xfrm>
            <a:off x="1829351" y="3329834"/>
            <a:ext cx="333077" cy="421847"/>
            <a:chOff x="742" y="2409"/>
            <a:chExt cx="576" cy="881"/>
          </a:xfrm>
        </p:grpSpPr>
        <p:grpSp>
          <p:nvGrpSpPr>
            <p:cNvPr id="2472" name="Google Shape;2472;p40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473" name="Google Shape;2473;p40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4" name="Google Shape;2474;p40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5" name="Google Shape;2475;p40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6" name="Google Shape;2476;p40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7" name="Google Shape;2477;p40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8" name="Google Shape;2478;p40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9" name="Google Shape;2479;p40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0" name="Google Shape;2480;p40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1" name="Google Shape;2481;p40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2" name="Google Shape;2482;p40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3" name="Google Shape;2483;p40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4" name="Google Shape;2484;p40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5" name="Google Shape;2485;p40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6" name="Google Shape;2486;p40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7" name="Google Shape;2487;p40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488" name="Google Shape;2488;p4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9" name="Google Shape;2489;p40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0" name="Google Shape;2490;p40"/>
          <p:cNvGrpSpPr/>
          <p:nvPr/>
        </p:nvGrpSpPr>
        <p:grpSpPr>
          <a:xfrm>
            <a:off x="2506514" y="3639678"/>
            <a:ext cx="333077" cy="421847"/>
            <a:chOff x="742" y="2409"/>
            <a:chExt cx="576" cy="881"/>
          </a:xfrm>
        </p:grpSpPr>
        <p:grpSp>
          <p:nvGrpSpPr>
            <p:cNvPr id="2491" name="Google Shape;2491;p40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492" name="Google Shape;2492;p40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3" name="Google Shape;2493;p40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4" name="Google Shape;2494;p40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5" name="Google Shape;2495;p40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6" name="Google Shape;2496;p40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7" name="Google Shape;2497;p40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8" name="Google Shape;2498;p40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9" name="Google Shape;2499;p40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0" name="Google Shape;2500;p40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1" name="Google Shape;2501;p40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2" name="Google Shape;2502;p40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3" name="Google Shape;2503;p40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4" name="Google Shape;2504;p40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5" name="Google Shape;2505;p40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6" name="Google Shape;2506;p40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507" name="Google Shape;2507;p4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8" name="Google Shape;2508;p40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9" name="Google Shape;2509;p40"/>
          <p:cNvGrpSpPr/>
          <p:nvPr/>
        </p:nvGrpSpPr>
        <p:grpSpPr>
          <a:xfrm>
            <a:off x="2449009" y="3036346"/>
            <a:ext cx="333077" cy="421847"/>
            <a:chOff x="742" y="2409"/>
            <a:chExt cx="576" cy="881"/>
          </a:xfrm>
        </p:grpSpPr>
        <p:grpSp>
          <p:nvGrpSpPr>
            <p:cNvPr id="2510" name="Google Shape;2510;p40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511" name="Google Shape;2511;p40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2" name="Google Shape;2512;p40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3" name="Google Shape;2513;p40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4" name="Google Shape;2514;p40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5" name="Google Shape;2515;p40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6" name="Google Shape;2516;p40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7" name="Google Shape;2517;p40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8" name="Google Shape;2518;p40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9" name="Google Shape;2519;p40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0" name="Google Shape;2520;p40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1" name="Google Shape;2521;p40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2" name="Google Shape;2522;p40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3" name="Google Shape;2523;p40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4" name="Google Shape;2524;p40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5" name="Google Shape;2525;p40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526" name="Google Shape;2526;p4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7" name="Google Shape;2527;p40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8" name="Google Shape;2528;p40"/>
          <p:cNvGrpSpPr/>
          <p:nvPr/>
        </p:nvGrpSpPr>
        <p:grpSpPr>
          <a:xfrm>
            <a:off x="1845750" y="1635299"/>
            <a:ext cx="333077" cy="421847"/>
            <a:chOff x="742" y="2409"/>
            <a:chExt cx="576" cy="881"/>
          </a:xfrm>
        </p:grpSpPr>
        <p:grpSp>
          <p:nvGrpSpPr>
            <p:cNvPr id="2529" name="Google Shape;2529;p40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530" name="Google Shape;2530;p40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1" name="Google Shape;2531;p40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2" name="Google Shape;2532;p40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3" name="Google Shape;2533;p40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4" name="Google Shape;2534;p40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5" name="Google Shape;2535;p40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6" name="Google Shape;2536;p40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7" name="Google Shape;2537;p40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8" name="Google Shape;2538;p40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9" name="Google Shape;2539;p40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0" name="Google Shape;2540;p40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1" name="Google Shape;2541;p40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2" name="Google Shape;2542;p40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3" name="Google Shape;2543;p40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4" name="Google Shape;2544;p40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545" name="Google Shape;2545;p4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6" name="Google Shape;2546;p40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7" name="Google Shape;2547;p40"/>
          <p:cNvGrpSpPr/>
          <p:nvPr/>
        </p:nvGrpSpPr>
        <p:grpSpPr>
          <a:xfrm>
            <a:off x="2428455" y="1987128"/>
            <a:ext cx="333077" cy="421847"/>
            <a:chOff x="742" y="2409"/>
            <a:chExt cx="576" cy="881"/>
          </a:xfrm>
        </p:grpSpPr>
        <p:grpSp>
          <p:nvGrpSpPr>
            <p:cNvPr id="2548" name="Google Shape;2548;p40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549" name="Google Shape;2549;p40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0" name="Google Shape;2550;p40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1" name="Google Shape;2551;p40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2" name="Google Shape;2552;p40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3" name="Google Shape;2553;p40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4" name="Google Shape;2554;p40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5" name="Google Shape;2555;p40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6" name="Google Shape;2556;p40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7" name="Google Shape;2557;p40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8" name="Google Shape;2558;p40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9" name="Google Shape;2559;p40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0" name="Google Shape;2560;p40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1" name="Google Shape;2561;p40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2" name="Google Shape;2562;p40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3" name="Google Shape;2563;p40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564" name="Google Shape;2564;p4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5" name="Google Shape;2565;p40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66" name="Google Shape;2566;p40"/>
          <p:cNvGrpSpPr/>
          <p:nvPr/>
        </p:nvGrpSpPr>
        <p:grpSpPr>
          <a:xfrm>
            <a:off x="1793711" y="2296972"/>
            <a:ext cx="333077" cy="421847"/>
            <a:chOff x="742" y="2409"/>
            <a:chExt cx="576" cy="881"/>
          </a:xfrm>
        </p:grpSpPr>
        <p:grpSp>
          <p:nvGrpSpPr>
            <p:cNvPr id="2567" name="Google Shape;2567;p40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568" name="Google Shape;2568;p40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9" name="Google Shape;2569;p40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0" name="Google Shape;2570;p40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1" name="Google Shape;2571;p40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2" name="Google Shape;2572;p40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3" name="Google Shape;2573;p40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4" name="Google Shape;2574;p40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5" name="Google Shape;2575;p40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6" name="Google Shape;2576;p40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7" name="Google Shape;2577;p40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8" name="Google Shape;2578;p40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9" name="Google Shape;2579;p40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0" name="Google Shape;2580;p40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1" name="Google Shape;2581;p40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2" name="Google Shape;2582;p40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583" name="Google Shape;2583;p4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4" name="Google Shape;2584;p40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5" name="Google Shape;2585;p40"/>
          <p:cNvGrpSpPr/>
          <p:nvPr/>
        </p:nvGrpSpPr>
        <p:grpSpPr>
          <a:xfrm>
            <a:off x="5639570" y="4033492"/>
            <a:ext cx="333077" cy="421847"/>
            <a:chOff x="742" y="2409"/>
            <a:chExt cx="576" cy="881"/>
          </a:xfrm>
        </p:grpSpPr>
        <p:grpSp>
          <p:nvGrpSpPr>
            <p:cNvPr id="2586" name="Google Shape;2586;p40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587" name="Google Shape;2587;p40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8" name="Google Shape;2588;p40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9" name="Google Shape;2589;p40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0" name="Google Shape;2590;p40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1" name="Google Shape;2591;p40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2" name="Google Shape;2592;p40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3" name="Google Shape;2593;p40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4" name="Google Shape;2594;p40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5" name="Google Shape;2595;p40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6" name="Google Shape;2596;p40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7" name="Google Shape;2597;p40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8" name="Google Shape;2598;p40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9" name="Google Shape;2599;p40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0" name="Google Shape;2600;p40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1" name="Google Shape;2601;p40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602" name="Google Shape;2602;p4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3" name="Google Shape;2603;p40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7" name="Shape 2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Google Shape;2608;p41"/>
          <p:cNvSpPr/>
          <p:nvPr/>
        </p:nvSpPr>
        <p:spPr>
          <a:xfrm>
            <a:off x="331788" y="230188"/>
            <a:ext cx="810577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3G (voice+data) network architecture</a:t>
            </a:r>
            <a:endParaRPr/>
          </a:p>
        </p:txBody>
      </p:sp>
      <p:cxnSp>
        <p:nvCxnSpPr>
          <p:cNvPr id="2609" name="Google Shape;2609;p41"/>
          <p:cNvCxnSpPr/>
          <p:nvPr/>
        </p:nvCxnSpPr>
        <p:spPr>
          <a:xfrm flipH="1" rot="10800000">
            <a:off x="2012950" y="2292350"/>
            <a:ext cx="1695450" cy="4143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0" name="Google Shape;2610;p41"/>
          <p:cNvCxnSpPr/>
          <p:nvPr/>
        </p:nvCxnSpPr>
        <p:spPr>
          <a:xfrm>
            <a:off x="2574925" y="2284413"/>
            <a:ext cx="11096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1" name="Google Shape;2611;p41"/>
          <p:cNvCxnSpPr/>
          <p:nvPr/>
        </p:nvCxnSpPr>
        <p:spPr>
          <a:xfrm>
            <a:off x="2082800" y="1911350"/>
            <a:ext cx="1624013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612" name="Google Shape;2612;p41"/>
          <p:cNvGrpSpPr/>
          <p:nvPr/>
        </p:nvGrpSpPr>
        <p:grpSpPr>
          <a:xfrm>
            <a:off x="3676650" y="1998663"/>
            <a:ext cx="550863" cy="411162"/>
            <a:chOff x="611" y="3693"/>
            <a:chExt cx="449" cy="287"/>
          </a:xfrm>
        </p:grpSpPr>
        <p:sp>
          <p:nvSpPr>
            <p:cNvPr id="2613" name="Google Shape;2613;p41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14" name="Google Shape;2614;p41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2615" name="Google Shape;2615;p41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6" name="Google Shape;2616;p41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17" name="Google Shape;2617;p41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8" name="Google Shape;2618;p41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9" name="Google Shape;2619;p41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0" name="Google Shape;2620;p41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1" name="Google Shape;2621;p41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2" name="Google Shape;2622;p41"/>
          <p:cNvGrpSpPr/>
          <p:nvPr/>
        </p:nvGrpSpPr>
        <p:grpSpPr>
          <a:xfrm>
            <a:off x="4676775" y="1630363"/>
            <a:ext cx="550863" cy="1001712"/>
            <a:chOff x="611" y="3693"/>
            <a:chExt cx="449" cy="287"/>
          </a:xfrm>
        </p:grpSpPr>
        <p:sp>
          <p:nvSpPr>
            <p:cNvPr id="2623" name="Google Shape;2623;p41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24" name="Google Shape;2624;p41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2625" name="Google Shape;2625;p41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6" name="Google Shape;2626;p41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27" name="Google Shape;2627;p41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8" name="Google Shape;2628;p41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p41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p41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1" name="Google Shape;2631;p41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632" name="Google Shape;2632;p41"/>
          <p:cNvCxnSpPr/>
          <p:nvPr/>
        </p:nvCxnSpPr>
        <p:spPr>
          <a:xfrm flipH="1" rot="10800000">
            <a:off x="4203700" y="2230438"/>
            <a:ext cx="447675" cy="9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3" name="Google Shape;2633;p41"/>
          <p:cNvSpPr txBox="1"/>
          <p:nvPr/>
        </p:nvSpPr>
        <p:spPr>
          <a:xfrm>
            <a:off x="3529013" y="2430463"/>
            <a:ext cx="1135062" cy="74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endParaRPr/>
          </a:p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</a:t>
            </a:r>
            <a:endParaRPr/>
          </a:p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</p:txBody>
      </p:sp>
      <p:sp>
        <p:nvSpPr>
          <p:cNvPr id="2634" name="Google Shape;2634;p41"/>
          <p:cNvSpPr txBox="1"/>
          <p:nvPr/>
        </p:nvSpPr>
        <p:spPr>
          <a:xfrm>
            <a:off x="4613275" y="1335088"/>
            <a:ext cx="692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MSC</a:t>
            </a:r>
            <a:endParaRPr/>
          </a:p>
        </p:txBody>
      </p:sp>
      <p:pic>
        <p:nvPicPr>
          <p:cNvPr descr="imgyjavg[1]" id="2635" name="Google Shape;263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075" y="1728788"/>
            <a:ext cx="252413" cy="1825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6" name="Google Shape;2636;p41"/>
          <p:cNvGrpSpPr/>
          <p:nvPr/>
        </p:nvGrpSpPr>
        <p:grpSpPr>
          <a:xfrm>
            <a:off x="223838" y="2135188"/>
            <a:ext cx="831850" cy="180975"/>
            <a:chOff x="3072" y="739"/>
            <a:chExt cx="652" cy="146"/>
          </a:xfrm>
        </p:grpSpPr>
        <p:pic>
          <p:nvPicPr>
            <p:cNvPr descr="lgv_fqmg[1]" id="2637" name="Google Shape;2637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38" name="Google Shape;2638;p41"/>
            <p:cNvCxnSpPr/>
            <p:nvPr/>
          </p:nvCxnSpPr>
          <p:spPr>
            <a:xfrm rot="10800000">
              <a:off x="3104" y="784"/>
              <a:ext cx="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9" name="Google Shape;2639;p41"/>
            <p:cNvCxnSpPr/>
            <p:nvPr/>
          </p:nvCxnSpPr>
          <p:spPr>
            <a:xfrm rot="10800000">
              <a:off x="3072" y="759"/>
              <a:ext cx="1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40" name="Google Shape;2640;p41"/>
          <p:cNvSpPr/>
          <p:nvPr/>
        </p:nvSpPr>
        <p:spPr>
          <a:xfrm>
            <a:off x="1184275" y="1406525"/>
            <a:ext cx="3170238" cy="1473200"/>
          </a:xfrm>
          <a:prstGeom prst="ellipse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gyjavg[1]" id="2641" name="Google Shape;264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650" y="2468563"/>
            <a:ext cx="252413" cy="1825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2" name="Google Shape;2642;p41"/>
          <p:cNvGrpSpPr/>
          <p:nvPr/>
        </p:nvGrpSpPr>
        <p:grpSpPr>
          <a:xfrm>
            <a:off x="4660900" y="3173413"/>
            <a:ext cx="582613" cy="641350"/>
            <a:chOff x="3028" y="1864"/>
            <a:chExt cx="347" cy="631"/>
          </a:xfrm>
        </p:grpSpPr>
        <p:sp>
          <p:nvSpPr>
            <p:cNvPr id="2643" name="Google Shape;2643;p41"/>
            <p:cNvSpPr/>
            <p:nvPr/>
          </p:nvSpPr>
          <p:spPr>
            <a:xfrm>
              <a:off x="3047" y="2042"/>
              <a:ext cx="260" cy="45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p41"/>
            <p:cNvSpPr/>
            <p:nvPr/>
          </p:nvSpPr>
          <p:spPr>
            <a:xfrm>
              <a:off x="3309" y="1888"/>
              <a:ext cx="48" cy="163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5" name="Google Shape;2645;p41"/>
            <p:cNvSpPr/>
            <p:nvPr/>
          </p:nvSpPr>
          <p:spPr>
            <a:xfrm>
              <a:off x="3307" y="2020"/>
              <a:ext cx="49" cy="475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p41"/>
            <p:cNvSpPr/>
            <p:nvPr/>
          </p:nvSpPr>
          <p:spPr>
            <a:xfrm>
              <a:off x="3339" y="1864"/>
              <a:ext cx="36" cy="171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p41"/>
            <p:cNvSpPr/>
            <p:nvPr/>
          </p:nvSpPr>
          <p:spPr>
            <a:xfrm>
              <a:off x="3319" y="1941"/>
              <a:ext cx="34" cy="112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8" name="Google Shape;2648;p41"/>
            <p:cNvSpPr/>
            <p:nvPr/>
          </p:nvSpPr>
          <p:spPr>
            <a:xfrm>
              <a:off x="3028" y="1868"/>
              <a:ext cx="322" cy="209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49" name="Google Shape;2649;p41"/>
          <p:cNvSpPr txBox="1"/>
          <p:nvPr/>
        </p:nvSpPr>
        <p:spPr>
          <a:xfrm>
            <a:off x="4591050" y="3817938"/>
            <a:ext cx="8318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SGSN</a:t>
            </a:r>
            <a:endParaRPr/>
          </a:p>
        </p:txBody>
      </p:sp>
      <p:cxnSp>
        <p:nvCxnSpPr>
          <p:cNvPr id="2650" name="Google Shape;2650;p41"/>
          <p:cNvCxnSpPr/>
          <p:nvPr/>
        </p:nvCxnSpPr>
        <p:spPr>
          <a:xfrm>
            <a:off x="5313363" y="3605213"/>
            <a:ext cx="685800" cy="2492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1" name="Google Shape;2651;p41"/>
          <p:cNvCxnSpPr/>
          <p:nvPr/>
        </p:nvCxnSpPr>
        <p:spPr>
          <a:xfrm>
            <a:off x="4187825" y="2241550"/>
            <a:ext cx="295275" cy="138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2" name="Google Shape;2652;p41"/>
          <p:cNvCxnSpPr/>
          <p:nvPr/>
        </p:nvCxnSpPr>
        <p:spPr>
          <a:xfrm>
            <a:off x="4483100" y="3627438"/>
            <a:ext cx="2222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3" name="Google Shape;2653;p41"/>
          <p:cNvSpPr/>
          <p:nvPr/>
        </p:nvSpPr>
        <p:spPr>
          <a:xfrm>
            <a:off x="7177088" y="1381125"/>
            <a:ext cx="1235075" cy="1681163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4" name="Google Shape;2654;p41"/>
          <p:cNvSpPr txBox="1"/>
          <p:nvPr/>
        </p:nvSpPr>
        <p:spPr>
          <a:xfrm>
            <a:off x="7285038" y="1724025"/>
            <a:ext cx="1106487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telephone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cxnSp>
        <p:nvCxnSpPr>
          <p:cNvPr id="2655" name="Google Shape;2655;p41"/>
          <p:cNvCxnSpPr/>
          <p:nvPr/>
        </p:nvCxnSpPr>
        <p:spPr>
          <a:xfrm>
            <a:off x="5151438" y="2255838"/>
            <a:ext cx="1284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656" name="Google Shape;2656;p41"/>
          <p:cNvGrpSpPr/>
          <p:nvPr/>
        </p:nvGrpSpPr>
        <p:grpSpPr>
          <a:xfrm>
            <a:off x="6411913" y="1590675"/>
            <a:ext cx="550862" cy="1001713"/>
            <a:chOff x="611" y="3693"/>
            <a:chExt cx="449" cy="287"/>
          </a:xfrm>
        </p:grpSpPr>
        <p:sp>
          <p:nvSpPr>
            <p:cNvPr id="2657" name="Google Shape;2657;p41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58" name="Google Shape;2658;p41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2659" name="Google Shape;2659;p41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0" name="Google Shape;2660;p41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61" name="Google Shape;2661;p41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2" name="Google Shape;2662;p41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3" name="Google Shape;2663;p41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4" name="Google Shape;2664;p41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5" name="Google Shape;2665;p41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6" name="Google Shape;2666;p41"/>
          <p:cNvSpPr txBox="1"/>
          <p:nvPr/>
        </p:nvSpPr>
        <p:spPr>
          <a:xfrm>
            <a:off x="6359525" y="2573338"/>
            <a:ext cx="108585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Gateway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MSC</a:t>
            </a:r>
            <a:endParaRPr/>
          </a:p>
        </p:txBody>
      </p:sp>
      <p:sp>
        <p:nvSpPr>
          <p:cNvPr id="2667" name="Google Shape;2667;p41"/>
          <p:cNvSpPr txBox="1"/>
          <p:nvPr/>
        </p:nvSpPr>
        <p:spPr>
          <a:xfrm>
            <a:off x="6481763" y="1593850"/>
            <a:ext cx="361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2668" name="Google Shape;2668;p41"/>
          <p:cNvCxnSpPr/>
          <p:nvPr/>
        </p:nvCxnSpPr>
        <p:spPr>
          <a:xfrm flipH="1">
            <a:off x="6200775" y="2325688"/>
            <a:ext cx="236538" cy="146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9" name="Google Shape;2669;p41"/>
          <p:cNvCxnSpPr/>
          <p:nvPr/>
        </p:nvCxnSpPr>
        <p:spPr>
          <a:xfrm rot="10800000">
            <a:off x="6211888" y="2043113"/>
            <a:ext cx="225425" cy="904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0" name="Google Shape;2670;p41"/>
          <p:cNvCxnSpPr/>
          <p:nvPr/>
        </p:nvCxnSpPr>
        <p:spPr>
          <a:xfrm flipH="1">
            <a:off x="5834063" y="2500313"/>
            <a:ext cx="327025" cy="20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71" name="Google Shape;2671;p41"/>
          <p:cNvCxnSpPr/>
          <p:nvPr/>
        </p:nvCxnSpPr>
        <p:spPr>
          <a:xfrm rot="10800000">
            <a:off x="5929313" y="1952625"/>
            <a:ext cx="236537" cy="79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72" name="Google Shape;2672;p41"/>
          <p:cNvCxnSpPr/>
          <p:nvPr/>
        </p:nvCxnSpPr>
        <p:spPr>
          <a:xfrm>
            <a:off x="4945063" y="2641600"/>
            <a:ext cx="0" cy="4968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673" name="Google Shape;2673;p41"/>
          <p:cNvCxnSpPr/>
          <p:nvPr/>
        </p:nvCxnSpPr>
        <p:spPr>
          <a:xfrm>
            <a:off x="6942138" y="2224088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4" name="Google Shape;2674;p41"/>
          <p:cNvSpPr txBox="1"/>
          <p:nvPr/>
        </p:nvSpPr>
        <p:spPr>
          <a:xfrm>
            <a:off x="5622466" y="5206815"/>
            <a:ext cx="3154501" cy="305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Serving GPRS Support Node (SGSN)</a:t>
            </a:r>
            <a:endParaRPr/>
          </a:p>
        </p:txBody>
      </p:sp>
      <p:sp>
        <p:nvSpPr>
          <p:cNvPr id="2675" name="Google Shape;2675;p41"/>
          <p:cNvSpPr/>
          <p:nvPr/>
        </p:nvSpPr>
        <p:spPr>
          <a:xfrm>
            <a:off x="5156836" y="5705178"/>
            <a:ext cx="313295" cy="42733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6" name="Google Shape;2676;p41"/>
          <p:cNvSpPr/>
          <p:nvPr/>
        </p:nvSpPr>
        <p:spPr>
          <a:xfrm>
            <a:off x="5473005" y="5560793"/>
            <a:ext cx="57485" cy="152536"/>
          </a:xfrm>
          <a:custGeom>
            <a:rect b="b" l="l" r="r" t="t"/>
            <a:pathLst>
              <a:path extrusionOk="0" h="74" w="62">
                <a:moveTo>
                  <a:pt x="36" y="0"/>
                </a:moveTo>
                <a:lnTo>
                  <a:pt x="62" y="57"/>
                </a:lnTo>
                <a:lnTo>
                  <a:pt x="0" y="74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7" name="Google Shape;2677;p41"/>
          <p:cNvSpPr/>
          <p:nvPr/>
        </p:nvSpPr>
        <p:spPr>
          <a:xfrm>
            <a:off x="5470130" y="5684219"/>
            <a:ext cx="58922" cy="448294"/>
          </a:xfrm>
          <a:custGeom>
            <a:rect b="b" l="l" r="r" t="t"/>
            <a:pathLst>
              <a:path extrusionOk="0" h="225" w="63">
                <a:moveTo>
                  <a:pt x="2" y="16"/>
                </a:moveTo>
                <a:lnTo>
                  <a:pt x="0" y="225"/>
                </a:lnTo>
                <a:lnTo>
                  <a:pt x="62" y="202"/>
                </a:lnTo>
                <a:lnTo>
                  <a:pt x="63" y="0"/>
                </a:lnTo>
                <a:lnTo>
                  <a:pt x="2" y="16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8" name="Google Shape;2678;p41"/>
          <p:cNvSpPr/>
          <p:nvPr/>
        </p:nvSpPr>
        <p:spPr>
          <a:xfrm>
            <a:off x="5508933" y="5537505"/>
            <a:ext cx="43114" cy="161851"/>
          </a:xfrm>
          <a:custGeom>
            <a:rect b="b" l="l" r="r" t="t"/>
            <a:pathLst>
              <a:path extrusionOk="0" h="78" w="47">
                <a:moveTo>
                  <a:pt x="12" y="0"/>
                </a:moveTo>
                <a:lnTo>
                  <a:pt x="47" y="78"/>
                </a:lnTo>
                <a:lnTo>
                  <a:pt x="15" y="77"/>
                </a:lnTo>
                <a:lnTo>
                  <a:pt x="0" y="35"/>
                </a:lnTo>
                <a:lnTo>
                  <a:pt x="12" y="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9" name="Google Shape;2679;p41"/>
          <p:cNvSpPr/>
          <p:nvPr/>
        </p:nvSpPr>
        <p:spPr>
          <a:xfrm>
            <a:off x="5484502" y="5609698"/>
            <a:ext cx="40240" cy="105960"/>
          </a:xfrm>
          <a:custGeom>
            <a:rect b="b" l="l" r="r" t="t"/>
            <a:pathLst>
              <a:path extrusionOk="0" h="51" w="44">
                <a:moveTo>
                  <a:pt x="23" y="0"/>
                </a:moveTo>
                <a:lnTo>
                  <a:pt x="0" y="51"/>
                </a:lnTo>
                <a:lnTo>
                  <a:pt x="44" y="45"/>
                </a:lnTo>
                <a:lnTo>
                  <a:pt x="23" y="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0" name="Google Shape;2680;p41"/>
          <p:cNvSpPr/>
          <p:nvPr/>
        </p:nvSpPr>
        <p:spPr>
          <a:xfrm>
            <a:off x="5133842" y="5542163"/>
            <a:ext cx="388025" cy="196783"/>
          </a:xfrm>
          <a:custGeom>
            <a:rect b="b" l="l" r="r" t="t"/>
            <a:pathLst>
              <a:path extrusionOk="0" h="95" w="417">
                <a:moveTo>
                  <a:pt x="0" y="95"/>
                </a:moveTo>
                <a:lnTo>
                  <a:pt x="66" y="1"/>
                </a:lnTo>
                <a:lnTo>
                  <a:pt x="417" y="0"/>
                </a:lnTo>
                <a:lnTo>
                  <a:pt x="370" y="95"/>
                </a:lnTo>
                <a:lnTo>
                  <a:pt x="0" y="95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1" name="Google Shape;2681;p41"/>
          <p:cNvGrpSpPr/>
          <p:nvPr/>
        </p:nvGrpSpPr>
        <p:grpSpPr>
          <a:xfrm>
            <a:off x="5149650" y="5075238"/>
            <a:ext cx="445510" cy="379594"/>
            <a:chOff x="3028" y="1864"/>
            <a:chExt cx="347" cy="631"/>
          </a:xfrm>
        </p:grpSpPr>
        <p:sp>
          <p:nvSpPr>
            <p:cNvPr id="2682" name="Google Shape;2682;p41"/>
            <p:cNvSpPr/>
            <p:nvPr/>
          </p:nvSpPr>
          <p:spPr>
            <a:xfrm>
              <a:off x="3047" y="2041"/>
              <a:ext cx="261" cy="45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3" name="Google Shape;2683;p41"/>
            <p:cNvSpPr/>
            <p:nvPr/>
          </p:nvSpPr>
          <p:spPr>
            <a:xfrm>
              <a:off x="3309" y="1888"/>
              <a:ext cx="48" cy="163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4" name="Google Shape;2684;p41"/>
            <p:cNvSpPr/>
            <p:nvPr/>
          </p:nvSpPr>
          <p:spPr>
            <a:xfrm>
              <a:off x="3307" y="2020"/>
              <a:ext cx="49" cy="475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5" name="Google Shape;2685;p41"/>
            <p:cNvSpPr/>
            <p:nvPr/>
          </p:nvSpPr>
          <p:spPr>
            <a:xfrm>
              <a:off x="3339" y="1864"/>
              <a:ext cx="36" cy="171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6" name="Google Shape;2686;p41"/>
            <p:cNvSpPr/>
            <p:nvPr/>
          </p:nvSpPr>
          <p:spPr>
            <a:xfrm>
              <a:off x="3319" y="1941"/>
              <a:ext cx="34" cy="112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7" name="Google Shape;2687;p41"/>
            <p:cNvSpPr/>
            <p:nvPr/>
          </p:nvSpPr>
          <p:spPr>
            <a:xfrm>
              <a:off x="3028" y="1868"/>
              <a:ext cx="322" cy="209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88" name="Google Shape;2688;p41"/>
          <p:cNvSpPr txBox="1"/>
          <p:nvPr/>
        </p:nvSpPr>
        <p:spPr>
          <a:xfrm>
            <a:off x="5668454" y="5773878"/>
            <a:ext cx="3272346" cy="305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Gateway GPRS Support Node (GGSN)</a:t>
            </a:r>
            <a:endParaRPr/>
          </a:p>
        </p:txBody>
      </p:sp>
      <p:sp>
        <p:nvSpPr>
          <p:cNvPr id="2689" name="Google Shape;2689;p41"/>
          <p:cNvSpPr/>
          <p:nvPr/>
        </p:nvSpPr>
        <p:spPr>
          <a:xfrm>
            <a:off x="7286625" y="3284538"/>
            <a:ext cx="1235075" cy="16811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0" name="Google Shape;2690;p41"/>
          <p:cNvSpPr txBox="1"/>
          <p:nvPr/>
        </p:nvSpPr>
        <p:spPr>
          <a:xfrm>
            <a:off x="7394575" y="3627438"/>
            <a:ext cx="88265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</p:txBody>
      </p:sp>
      <p:grpSp>
        <p:nvGrpSpPr>
          <p:cNvPr id="2691" name="Google Shape;2691;p41"/>
          <p:cNvGrpSpPr/>
          <p:nvPr/>
        </p:nvGrpSpPr>
        <p:grpSpPr>
          <a:xfrm>
            <a:off x="6521450" y="3494088"/>
            <a:ext cx="550863" cy="1001712"/>
            <a:chOff x="611" y="3693"/>
            <a:chExt cx="449" cy="287"/>
          </a:xfrm>
        </p:grpSpPr>
        <p:sp>
          <p:nvSpPr>
            <p:cNvPr id="2692" name="Google Shape;2692;p41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93" name="Google Shape;2693;p41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2694" name="Google Shape;2694;p41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5" name="Google Shape;2695;p41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96" name="Google Shape;2696;p41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7" name="Google Shape;2697;p41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8" name="Google Shape;2698;p41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9" name="Google Shape;2699;p41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0" name="Google Shape;2700;p41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1" name="Google Shape;2701;p41"/>
          <p:cNvSpPr txBox="1"/>
          <p:nvPr/>
        </p:nvSpPr>
        <p:spPr>
          <a:xfrm>
            <a:off x="6469063" y="4476750"/>
            <a:ext cx="857250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GGSN</a:t>
            </a:r>
            <a:endParaRPr/>
          </a:p>
        </p:txBody>
      </p:sp>
      <p:sp>
        <p:nvSpPr>
          <p:cNvPr id="2702" name="Google Shape;2702;p41"/>
          <p:cNvSpPr txBox="1"/>
          <p:nvPr/>
        </p:nvSpPr>
        <p:spPr>
          <a:xfrm>
            <a:off x="6591300" y="3497263"/>
            <a:ext cx="361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2703" name="Google Shape;2703;p41"/>
          <p:cNvCxnSpPr/>
          <p:nvPr/>
        </p:nvCxnSpPr>
        <p:spPr>
          <a:xfrm flipH="1">
            <a:off x="6310313" y="4229100"/>
            <a:ext cx="236537" cy="146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4" name="Google Shape;2704;p41"/>
          <p:cNvCxnSpPr/>
          <p:nvPr/>
        </p:nvCxnSpPr>
        <p:spPr>
          <a:xfrm rot="10800000">
            <a:off x="6321425" y="3946525"/>
            <a:ext cx="225425" cy="904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5" name="Google Shape;2705;p41"/>
          <p:cNvCxnSpPr/>
          <p:nvPr/>
        </p:nvCxnSpPr>
        <p:spPr>
          <a:xfrm flipH="1">
            <a:off x="5943600" y="4403725"/>
            <a:ext cx="327025" cy="20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06" name="Google Shape;2706;p41"/>
          <p:cNvCxnSpPr/>
          <p:nvPr/>
        </p:nvCxnSpPr>
        <p:spPr>
          <a:xfrm rot="10800000">
            <a:off x="6038850" y="3856038"/>
            <a:ext cx="236538" cy="79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07" name="Google Shape;2707;p41"/>
          <p:cNvCxnSpPr/>
          <p:nvPr/>
        </p:nvCxnSpPr>
        <p:spPr>
          <a:xfrm>
            <a:off x="7051675" y="41275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8" name="Google Shape;2708;p41"/>
          <p:cNvSpPr txBox="1"/>
          <p:nvPr/>
        </p:nvSpPr>
        <p:spPr>
          <a:xfrm>
            <a:off x="263525" y="3895725"/>
            <a:ext cx="4768850" cy="2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Key insight: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new cellular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network operates </a:t>
            </a:r>
            <a:r>
              <a:rPr i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 parallel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(except at edge) with existing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cellular voice network</a:t>
            </a:r>
            <a:endParaRPr/>
          </a:p>
          <a:p>
            <a:pPr indent="-223837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voice network </a:t>
            </a: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unchanged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in core</a:t>
            </a:r>
            <a:endParaRPr/>
          </a:p>
          <a:p>
            <a:pPr indent="-223837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data network operates in parallel</a:t>
            </a:r>
            <a:endParaRPr/>
          </a:p>
          <a:p>
            <a:pPr indent="-254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2709" name="Google Shape;2709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463" y="774700"/>
            <a:ext cx="8228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710" name="Google Shape;2710;p41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11" name="Google Shape;2711;p41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grpSp>
        <p:nvGrpSpPr>
          <p:cNvPr id="2712" name="Google Shape;2712;p41"/>
          <p:cNvGrpSpPr/>
          <p:nvPr/>
        </p:nvGrpSpPr>
        <p:grpSpPr>
          <a:xfrm>
            <a:off x="4683633" y="3432720"/>
            <a:ext cx="635069" cy="337319"/>
            <a:chOff x="1871277" y="1576300"/>
            <a:chExt cx="1128371" cy="437861"/>
          </a:xfrm>
        </p:grpSpPr>
        <p:sp>
          <p:nvSpPr>
            <p:cNvPr id="2713" name="Google Shape;2713;p41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4" name="Google Shape;2714;p41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5" name="Google Shape;2715;p41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6" name="Google Shape;2716;p41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7" name="Google Shape;2717;p41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8" name="Google Shape;2718;p41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9" name="Google Shape;2719;p41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20" name="Google Shape;2720;p41"/>
            <p:cNvCxnSpPr>
              <a:endCxn id="2715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  <p:cxnSp>
          <p:nvCxnSpPr>
            <p:cNvPr id="2721" name="Google Shape;2721;p41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2722" name="Google Shape;2722;p41"/>
          <p:cNvGrpSpPr/>
          <p:nvPr/>
        </p:nvGrpSpPr>
        <p:grpSpPr>
          <a:xfrm>
            <a:off x="6443551" y="3942281"/>
            <a:ext cx="635069" cy="337319"/>
            <a:chOff x="1871277" y="1576300"/>
            <a:chExt cx="1128371" cy="437861"/>
          </a:xfrm>
        </p:grpSpPr>
        <p:sp>
          <p:nvSpPr>
            <p:cNvPr id="2723" name="Google Shape;2723;p41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4" name="Google Shape;2724;p41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5" name="Google Shape;2725;p41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6" name="Google Shape;2726;p41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7" name="Google Shape;2727;p41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8" name="Google Shape;2728;p41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9" name="Google Shape;2729;p41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30" name="Google Shape;2730;p41"/>
            <p:cNvCxnSpPr>
              <a:endCxn id="2725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  <p:cxnSp>
          <p:nvCxnSpPr>
            <p:cNvPr id="2731" name="Google Shape;2731;p41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2732" name="Google Shape;2732;p41"/>
          <p:cNvGrpSpPr/>
          <p:nvPr/>
        </p:nvGrpSpPr>
        <p:grpSpPr>
          <a:xfrm>
            <a:off x="1786131" y="1468331"/>
            <a:ext cx="436609" cy="542257"/>
            <a:chOff x="742" y="2409"/>
            <a:chExt cx="576" cy="881"/>
          </a:xfrm>
        </p:grpSpPr>
        <p:grpSp>
          <p:nvGrpSpPr>
            <p:cNvPr id="2733" name="Google Shape;2733;p41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734" name="Google Shape;2734;p41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5" name="Google Shape;2735;p41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6" name="Google Shape;2736;p41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7" name="Google Shape;2737;p41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8" name="Google Shape;2738;p41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9" name="Google Shape;2739;p41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0" name="Google Shape;2740;p41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1" name="Google Shape;2741;p41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2" name="Google Shape;2742;p41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3" name="Google Shape;2743;p41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4" name="Google Shape;2744;p41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5" name="Google Shape;2745;p41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6" name="Google Shape;2746;p41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7" name="Google Shape;2747;p41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8" name="Google Shape;2748;p41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749" name="Google Shape;2749;p4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0" name="Google Shape;2750;p41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1" name="Google Shape;2751;p41"/>
          <p:cNvGrpSpPr/>
          <p:nvPr/>
        </p:nvGrpSpPr>
        <p:grpSpPr>
          <a:xfrm>
            <a:off x="2275912" y="1898524"/>
            <a:ext cx="436609" cy="542257"/>
            <a:chOff x="742" y="2409"/>
            <a:chExt cx="576" cy="881"/>
          </a:xfrm>
        </p:grpSpPr>
        <p:grpSp>
          <p:nvGrpSpPr>
            <p:cNvPr id="2752" name="Google Shape;2752;p41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753" name="Google Shape;2753;p41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4" name="Google Shape;2754;p41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5" name="Google Shape;2755;p41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6" name="Google Shape;2756;p41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7" name="Google Shape;2757;p41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8" name="Google Shape;2758;p41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9" name="Google Shape;2759;p41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0" name="Google Shape;2760;p41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1" name="Google Shape;2761;p41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2" name="Google Shape;2762;p41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3" name="Google Shape;2763;p41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4" name="Google Shape;2764;p41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5" name="Google Shape;2765;p41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6" name="Google Shape;2766;p41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7" name="Google Shape;2767;p41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768" name="Google Shape;2768;p4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9" name="Google Shape;2769;p41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70" name="Google Shape;2770;p41"/>
          <p:cNvGrpSpPr/>
          <p:nvPr/>
        </p:nvGrpSpPr>
        <p:grpSpPr>
          <a:xfrm>
            <a:off x="1733705" y="2189820"/>
            <a:ext cx="436609" cy="542257"/>
            <a:chOff x="742" y="2409"/>
            <a:chExt cx="576" cy="881"/>
          </a:xfrm>
        </p:grpSpPr>
        <p:grpSp>
          <p:nvGrpSpPr>
            <p:cNvPr id="2771" name="Google Shape;2771;p41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772" name="Google Shape;2772;p41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3" name="Google Shape;2773;p41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4" name="Google Shape;2774;p41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5" name="Google Shape;2775;p41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6" name="Google Shape;2776;p41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7" name="Google Shape;2777;p41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8" name="Google Shape;2778;p41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9" name="Google Shape;2779;p41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0" name="Google Shape;2780;p41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1" name="Google Shape;2781;p41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2" name="Google Shape;2782;p41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3" name="Google Shape;2783;p41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4" name="Google Shape;2784;p41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5" name="Google Shape;2785;p41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6" name="Google Shape;2786;p41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787" name="Google Shape;2787;p4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8" name="Google Shape;2788;p41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89" name="Google Shape;2789;p41"/>
          <p:cNvGrpSpPr/>
          <p:nvPr/>
        </p:nvGrpSpPr>
        <p:grpSpPr>
          <a:xfrm>
            <a:off x="5158406" y="5225676"/>
            <a:ext cx="399769" cy="191034"/>
            <a:chOff x="1871277" y="1576300"/>
            <a:chExt cx="1128371" cy="437861"/>
          </a:xfrm>
        </p:grpSpPr>
        <p:sp>
          <p:nvSpPr>
            <p:cNvPr id="2790" name="Google Shape;2790;p41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1" name="Google Shape;2791;p41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p41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41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p41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p41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p41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97" name="Google Shape;2797;p41"/>
            <p:cNvCxnSpPr>
              <a:endCxn id="2792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  <p:cxnSp>
          <p:nvCxnSpPr>
            <p:cNvPr id="2798" name="Google Shape;2798;p41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2799" name="Google Shape;2799;p41"/>
          <p:cNvGrpSpPr/>
          <p:nvPr/>
        </p:nvGrpSpPr>
        <p:grpSpPr>
          <a:xfrm>
            <a:off x="5137685" y="5820894"/>
            <a:ext cx="399769" cy="191034"/>
            <a:chOff x="1871277" y="1576300"/>
            <a:chExt cx="1128371" cy="437861"/>
          </a:xfrm>
        </p:grpSpPr>
        <p:sp>
          <p:nvSpPr>
            <p:cNvPr id="2800" name="Google Shape;2800;p41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p41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2" name="Google Shape;2802;p41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3" name="Google Shape;2803;p41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4" name="Google Shape;2804;p41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5" name="Google Shape;2805;p41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6" name="Google Shape;2806;p41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07" name="Google Shape;2807;p41"/>
            <p:cNvCxnSpPr>
              <a:endCxn id="2802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  <p:cxnSp>
          <p:nvCxnSpPr>
            <p:cNvPr id="2808" name="Google Shape;2808;p41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2" name="Shape 2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13" name="Google Shape;2813;p42"/>
          <p:cNvCxnSpPr/>
          <p:nvPr/>
        </p:nvCxnSpPr>
        <p:spPr>
          <a:xfrm flipH="1" rot="10800000">
            <a:off x="2012950" y="2292350"/>
            <a:ext cx="1695450" cy="4143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4" name="Google Shape;2814;p42"/>
          <p:cNvCxnSpPr/>
          <p:nvPr/>
        </p:nvCxnSpPr>
        <p:spPr>
          <a:xfrm>
            <a:off x="2574925" y="2284413"/>
            <a:ext cx="11096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5" name="Google Shape;2815;p42"/>
          <p:cNvCxnSpPr/>
          <p:nvPr/>
        </p:nvCxnSpPr>
        <p:spPr>
          <a:xfrm>
            <a:off x="2082800" y="1911350"/>
            <a:ext cx="1624013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16" name="Google Shape;2816;p42"/>
          <p:cNvGrpSpPr/>
          <p:nvPr/>
        </p:nvGrpSpPr>
        <p:grpSpPr>
          <a:xfrm>
            <a:off x="3676650" y="1998663"/>
            <a:ext cx="550863" cy="411162"/>
            <a:chOff x="611" y="3693"/>
            <a:chExt cx="449" cy="287"/>
          </a:xfrm>
        </p:grpSpPr>
        <p:sp>
          <p:nvSpPr>
            <p:cNvPr id="2817" name="Google Shape;2817;p42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18" name="Google Shape;2818;p42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2819" name="Google Shape;2819;p42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0" name="Google Shape;2820;p42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21" name="Google Shape;2821;p42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p42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p42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p42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p42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26" name="Google Shape;2826;p42"/>
          <p:cNvGrpSpPr/>
          <p:nvPr/>
        </p:nvGrpSpPr>
        <p:grpSpPr>
          <a:xfrm>
            <a:off x="4676775" y="1630363"/>
            <a:ext cx="550863" cy="1001712"/>
            <a:chOff x="611" y="3693"/>
            <a:chExt cx="449" cy="287"/>
          </a:xfrm>
        </p:grpSpPr>
        <p:sp>
          <p:nvSpPr>
            <p:cNvPr id="2827" name="Google Shape;2827;p42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28" name="Google Shape;2828;p42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2829" name="Google Shape;2829;p42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0" name="Google Shape;2830;p42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31" name="Google Shape;2831;p42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p42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p42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4" name="Google Shape;2834;p42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5" name="Google Shape;2835;p42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36" name="Google Shape;2836;p42"/>
          <p:cNvCxnSpPr/>
          <p:nvPr/>
        </p:nvCxnSpPr>
        <p:spPr>
          <a:xfrm flipH="1" rot="10800000">
            <a:off x="4203700" y="2230438"/>
            <a:ext cx="447675" cy="9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7" name="Google Shape;2837;p42"/>
          <p:cNvSpPr txBox="1"/>
          <p:nvPr/>
        </p:nvSpPr>
        <p:spPr>
          <a:xfrm>
            <a:off x="3529013" y="2430463"/>
            <a:ext cx="1135062" cy="74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endParaRPr/>
          </a:p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</a:t>
            </a:r>
            <a:endParaRPr/>
          </a:p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</p:txBody>
      </p:sp>
      <p:sp>
        <p:nvSpPr>
          <p:cNvPr id="2838" name="Google Shape;2838;p42"/>
          <p:cNvSpPr txBox="1"/>
          <p:nvPr/>
        </p:nvSpPr>
        <p:spPr>
          <a:xfrm>
            <a:off x="4613275" y="1335088"/>
            <a:ext cx="692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MSC</a:t>
            </a:r>
            <a:endParaRPr/>
          </a:p>
        </p:txBody>
      </p:sp>
      <p:pic>
        <p:nvPicPr>
          <p:cNvPr descr="imgyjavg[1]" id="2839" name="Google Shape;283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075" y="1728788"/>
            <a:ext cx="252413" cy="1825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0" name="Google Shape;2840;p42"/>
          <p:cNvGrpSpPr/>
          <p:nvPr/>
        </p:nvGrpSpPr>
        <p:grpSpPr>
          <a:xfrm>
            <a:off x="223838" y="2135188"/>
            <a:ext cx="831850" cy="180975"/>
            <a:chOff x="3072" y="739"/>
            <a:chExt cx="652" cy="146"/>
          </a:xfrm>
        </p:grpSpPr>
        <p:pic>
          <p:nvPicPr>
            <p:cNvPr descr="lgv_fqmg[1]" id="2841" name="Google Shape;2841;p4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42" name="Google Shape;2842;p42"/>
            <p:cNvCxnSpPr/>
            <p:nvPr/>
          </p:nvCxnSpPr>
          <p:spPr>
            <a:xfrm rot="10800000">
              <a:off x="3104" y="784"/>
              <a:ext cx="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43" name="Google Shape;2843;p42"/>
            <p:cNvCxnSpPr/>
            <p:nvPr/>
          </p:nvCxnSpPr>
          <p:spPr>
            <a:xfrm rot="10800000">
              <a:off x="3072" y="759"/>
              <a:ext cx="1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44" name="Google Shape;2844;p42"/>
          <p:cNvSpPr/>
          <p:nvPr/>
        </p:nvSpPr>
        <p:spPr>
          <a:xfrm>
            <a:off x="1184275" y="1406525"/>
            <a:ext cx="3170238" cy="1473200"/>
          </a:xfrm>
          <a:prstGeom prst="ellipse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gyjavg[1]" id="2845" name="Google Shape;284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650" y="2468563"/>
            <a:ext cx="252413" cy="1825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6" name="Google Shape;2846;p42"/>
          <p:cNvGrpSpPr/>
          <p:nvPr/>
        </p:nvGrpSpPr>
        <p:grpSpPr>
          <a:xfrm>
            <a:off x="4660900" y="3173413"/>
            <a:ext cx="582613" cy="641350"/>
            <a:chOff x="3028" y="1864"/>
            <a:chExt cx="347" cy="631"/>
          </a:xfrm>
        </p:grpSpPr>
        <p:sp>
          <p:nvSpPr>
            <p:cNvPr id="2847" name="Google Shape;2847;p42"/>
            <p:cNvSpPr/>
            <p:nvPr/>
          </p:nvSpPr>
          <p:spPr>
            <a:xfrm>
              <a:off x="3047" y="2042"/>
              <a:ext cx="260" cy="45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8" name="Google Shape;2848;p42"/>
            <p:cNvSpPr/>
            <p:nvPr/>
          </p:nvSpPr>
          <p:spPr>
            <a:xfrm>
              <a:off x="3309" y="1888"/>
              <a:ext cx="48" cy="163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9" name="Google Shape;2849;p42"/>
            <p:cNvSpPr/>
            <p:nvPr/>
          </p:nvSpPr>
          <p:spPr>
            <a:xfrm>
              <a:off x="3307" y="2020"/>
              <a:ext cx="49" cy="475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0" name="Google Shape;2850;p42"/>
            <p:cNvSpPr/>
            <p:nvPr/>
          </p:nvSpPr>
          <p:spPr>
            <a:xfrm>
              <a:off x="3339" y="1864"/>
              <a:ext cx="36" cy="171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1" name="Google Shape;2851;p42"/>
            <p:cNvSpPr/>
            <p:nvPr/>
          </p:nvSpPr>
          <p:spPr>
            <a:xfrm>
              <a:off x="3319" y="1941"/>
              <a:ext cx="34" cy="112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42"/>
            <p:cNvSpPr/>
            <p:nvPr/>
          </p:nvSpPr>
          <p:spPr>
            <a:xfrm>
              <a:off x="3028" y="1868"/>
              <a:ext cx="322" cy="209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53" name="Google Shape;2853;p42"/>
          <p:cNvSpPr txBox="1"/>
          <p:nvPr/>
        </p:nvSpPr>
        <p:spPr>
          <a:xfrm>
            <a:off x="4591050" y="3817938"/>
            <a:ext cx="8318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SGSN</a:t>
            </a:r>
            <a:endParaRPr/>
          </a:p>
        </p:txBody>
      </p:sp>
      <p:cxnSp>
        <p:nvCxnSpPr>
          <p:cNvPr id="2854" name="Google Shape;2854;p42"/>
          <p:cNvCxnSpPr/>
          <p:nvPr/>
        </p:nvCxnSpPr>
        <p:spPr>
          <a:xfrm>
            <a:off x="5313363" y="3605213"/>
            <a:ext cx="685800" cy="2492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5" name="Google Shape;2855;p42"/>
          <p:cNvCxnSpPr/>
          <p:nvPr/>
        </p:nvCxnSpPr>
        <p:spPr>
          <a:xfrm>
            <a:off x="4187825" y="2241550"/>
            <a:ext cx="295275" cy="138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6" name="Google Shape;2856;p42"/>
          <p:cNvCxnSpPr/>
          <p:nvPr/>
        </p:nvCxnSpPr>
        <p:spPr>
          <a:xfrm>
            <a:off x="4483100" y="3627438"/>
            <a:ext cx="2222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7" name="Google Shape;2857;p42"/>
          <p:cNvSpPr/>
          <p:nvPr/>
        </p:nvSpPr>
        <p:spPr>
          <a:xfrm>
            <a:off x="7177088" y="1381125"/>
            <a:ext cx="1235075" cy="1681163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8" name="Google Shape;2858;p42"/>
          <p:cNvSpPr txBox="1"/>
          <p:nvPr/>
        </p:nvSpPr>
        <p:spPr>
          <a:xfrm>
            <a:off x="7285038" y="1724025"/>
            <a:ext cx="1106487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telephone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cxnSp>
        <p:nvCxnSpPr>
          <p:cNvPr id="2859" name="Google Shape;2859;p42"/>
          <p:cNvCxnSpPr/>
          <p:nvPr/>
        </p:nvCxnSpPr>
        <p:spPr>
          <a:xfrm>
            <a:off x="5151438" y="2255838"/>
            <a:ext cx="1284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60" name="Google Shape;2860;p42"/>
          <p:cNvGrpSpPr/>
          <p:nvPr/>
        </p:nvGrpSpPr>
        <p:grpSpPr>
          <a:xfrm>
            <a:off x="6411913" y="1590675"/>
            <a:ext cx="550862" cy="1001713"/>
            <a:chOff x="611" y="3693"/>
            <a:chExt cx="449" cy="287"/>
          </a:xfrm>
        </p:grpSpPr>
        <p:sp>
          <p:nvSpPr>
            <p:cNvPr id="2861" name="Google Shape;2861;p42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62" name="Google Shape;2862;p42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2863" name="Google Shape;2863;p42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4" name="Google Shape;2864;p42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65" name="Google Shape;2865;p42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p42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p42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p42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42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70" name="Google Shape;2870;p42"/>
          <p:cNvSpPr txBox="1"/>
          <p:nvPr/>
        </p:nvSpPr>
        <p:spPr>
          <a:xfrm>
            <a:off x="6359525" y="2573338"/>
            <a:ext cx="108585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Gateway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MSC</a:t>
            </a:r>
            <a:endParaRPr/>
          </a:p>
        </p:txBody>
      </p:sp>
      <p:sp>
        <p:nvSpPr>
          <p:cNvPr id="2871" name="Google Shape;2871;p42"/>
          <p:cNvSpPr txBox="1"/>
          <p:nvPr/>
        </p:nvSpPr>
        <p:spPr>
          <a:xfrm>
            <a:off x="6481763" y="1593850"/>
            <a:ext cx="361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2872" name="Google Shape;2872;p42"/>
          <p:cNvCxnSpPr/>
          <p:nvPr/>
        </p:nvCxnSpPr>
        <p:spPr>
          <a:xfrm flipH="1">
            <a:off x="6200775" y="2325688"/>
            <a:ext cx="236538" cy="146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3" name="Google Shape;2873;p42"/>
          <p:cNvCxnSpPr/>
          <p:nvPr/>
        </p:nvCxnSpPr>
        <p:spPr>
          <a:xfrm rot="10800000">
            <a:off x="6211888" y="2043113"/>
            <a:ext cx="225425" cy="904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4" name="Google Shape;2874;p42"/>
          <p:cNvCxnSpPr/>
          <p:nvPr/>
        </p:nvCxnSpPr>
        <p:spPr>
          <a:xfrm flipH="1">
            <a:off x="5834063" y="2500313"/>
            <a:ext cx="327025" cy="20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75" name="Google Shape;2875;p42"/>
          <p:cNvCxnSpPr/>
          <p:nvPr/>
        </p:nvCxnSpPr>
        <p:spPr>
          <a:xfrm rot="10800000">
            <a:off x="5929313" y="1952625"/>
            <a:ext cx="236537" cy="79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76" name="Google Shape;2876;p42"/>
          <p:cNvCxnSpPr/>
          <p:nvPr/>
        </p:nvCxnSpPr>
        <p:spPr>
          <a:xfrm>
            <a:off x="4945063" y="2641600"/>
            <a:ext cx="0" cy="4968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77" name="Google Shape;2877;p42"/>
          <p:cNvCxnSpPr/>
          <p:nvPr/>
        </p:nvCxnSpPr>
        <p:spPr>
          <a:xfrm>
            <a:off x="6942138" y="2224088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8" name="Google Shape;2878;p42"/>
          <p:cNvSpPr/>
          <p:nvPr/>
        </p:nvSpPr>
        <p:spPr>
          <a:xfrm>
            <a:off x="7286625" y="3284538"/>
            <a:ext cx="1235075" cy="16811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9" name="Google Shape;2879;p42"/>
          <p:cNvSpPr txBox="1"/>
          <p:nvPr/>
        </p:nvSpPr>
        <p:spPr>
          <a:xfrm>
            <a:off x="7394575" y="3627438"/>
            <a:ext cx="88265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</p:txBody>
      </p:sp>
      <p:grpSp>
        <p:nvGrpSpPr>
          <p:cNvPr id="2880" name="Google Shape;2880;p42"/>
          <p:cNvGrpSpPr/>
          <p:nvPr/>
        </p:nvGrpSpPr>
        <p:grpSpPr>
          <a:xfrm>
            <a:off x="6521450" y="3494088"/>
            <a:ext cx="550863" cy="1001712"/>
            <a:chOff x="611" y="3693"/>
            <a:chExt cx="449" cy="287"/>
          </a:xfrm>
        </p:grpSpPr>
        <p:sp>
          <p:nvSpPr>
            <p:cNvPr id="2881" name="Google Shape;2881;p42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82" name="Google Shape;2882;p42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2883" name="Google Shape;2883;p42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4" name="Google Shape;2884;p42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5" name="Google Shape;2885;p42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6" name="Google Shape;2886;p42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p42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p42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p42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90" name="Google Shape;2890;p42"/>
          <p:cNvSpPr txBox="1"/>
          <p:nvPr/>
        </p:nvSpPr>
        <p:spPr>
          <a:xfrm>
            <a:off x="6469063" y="4476750"/>
            <a:ext cx="857250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GGSN</a:t>
            </a:r>
            <a:endParaRPr/>
          </a:p>
        </p:txBody>
      </p:sp>
      <p:sp>
        <p:nvSpPr>
          <p:cNvPr id="2891" name="Google Shape;2891;p42"/>
          <p:cNvSpPr txBox="1"/>
          <p:nvPr/>
        </p:nvSpPr>
        <p:spPr>
          <a:xfrm>
            <a:off x="6591300" y="3497263"/>
            <a:ext cx="361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2892" name="Google Shape;2892;p42"/>
          <p:cNvCxnSpPr/>
          <p:nvPr/>
        </p:nvCxnSpPr>
        <p:spPr>
          <a:xfrm flipH="1">
            <a:off x="6310313" y="4229100"/>
            <a:ext cx="236537" cy="146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3" name="Google Shape;2893;p42"/>
          <p:cNvCxnSpPr/>
          <p:nvPr/>
        </p:nvCxnSpPr>
        <p:spPr>
          <a:xfrm rot="10800000">
            <a:off x="6321425" y="3946525"/>
            <a:ext cx="225425" cy="904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4" name="Google Shape;2894;p42"/>
          <p:cNvCxnSpPr/>
          <p:nvPr/>
        </p:nvCxnSpPr>
        <p:spPr>
          <a:xfrm flipH="1">
            <a:off x="5943600" y="4403725"/>
            <a:ext cx="327025" cy="20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95" name="Google Shape;2895;p42"/>
          <p:cNvCxnSpPr/>
          <p:nvPr/>
        </p:nvCxnSpPr>
        <p:spPr>
          <a:xfrm rot="10800000">
            <a:off x="6038850" y="3856038"/>
            <a:ext cx="236538" cy="79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96" name="Google Shape;2896;p42"/>
          <p:cNvCxnSpPr/>
          <p:nvPr/>
        </p:nvCxnSpPr>
        <p:spPr>
          <a:xfrm>
            <a:off x="7051675" y="41275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7" name="Google Shape;2897;p42"/>
          <p:cNvCxnSpPr/>
          <p:nvPr/>
        </p:nvCxnSpPr>
        <p:spPr>
          <a:xfrm>
            <a:off x="4329113" y="5365750"/>
            <a:ext cx="0" cy="49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8" name="Google Shape;2898;p42"/>
          <p:cNvCxnSpPr/>
          <p:nvPr/>
        </p:nvCxnSpPr>
        <p:spPr>
          <a:xfrm>
            <a:off x="1495425" y="5624513"/>
            <a:ext cx="2811463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99" name="Google Shape;2899;p42"/>
          <p:cNvSpPr txBox="1"/>
          <p:nvPr/>
        </p:nvSpPr>
        <p:spPr>
          <a:xfrm>
            <a:off x="1906588" y="5308600"/>
            <a:ext cx="2111375" cy="708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radio access network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Universal Terrestrial Radio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Network (UTRAN)</a:t>
            </a:r>
            <a:endParaRPr/>
          </a:p>
        </p:txBody>
      </p:sp>
      <p:cxnSp>
        <p:nvCxnSpPr>
          <p:cNvPr id="2900" name="Google Shape;2900;p42"/>
          <p:cNvCxnSpPr/>
          <p:nvPr/>
        </p:nvCxnSpPr>
        <p:spPr>
          <a:xfrm flipH="1">
            <a:off x="1512888" y="4970463"/>
            <a:ext cx="6350" cy="9191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1" name="Google Shape;2901;p42"/>
          <p:cNvCxnSpPr/>
          <p:nvPr/>
        </p:nvCxnSpPr>
        <p:spPr>
          <a:xfrm flipH="1" rot="10800000">
            <a:off x="4346575" y="5613400"/>
            <a:ext cx="2533650" cy="63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02" name="Google Shape;2902;p42"/>
          <p:cNvSpPr txBox="1"/>
          <p:nvPr/>
        </p:nvSpPr>
        <p:spPr>
          <a:xfrm>
            <a:off x="4456113" y="5280025"/>
            <a:ext cx="2282825" cy="708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network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 Packet Radio Service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(GPRS) Core Network</a:t>
            </a:r>
            <a:endParaRPr/>
          </a:p>
        </p:txBody>
      </p:sp>
      <p:cxnSp>
        <p:nvCxnSpPr>
          <p:cNvPr id="2903" name="Google Shape;2903;p42"/>
          <p:cNvCxnSpPr/>
          <p:nvPr/>
        </p:nvCxnSpPr>
        <p:spPr>
          <a:xfrm>
            <a:off x="6908800" y="5348288"/>
            <a:ext cx="0" cy="4968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4" name="Google Shape;2904;p42"/>
          <p:cNvCxnSpPr/>
          <p:nvPr/>
        </p:nvCxnSpPr>
        <p:spPr>
          <a:xfrm rot="10800000">
            <a:off x="6937375" y="5613400"/>
            <a:ext cx="428625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5" name="Google Shape;2905;p42"/>
          <p:cNvSpPr txBox="1"/>
          <p:nvPr/>
        </p:nvSpPr>
        <p:spPr>
          <a:xfrm>
            <a:off x="7216775" y="5297488"/>
            <a:ext cx="882650" cy="58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6" name="Google Shape;2906;p42"/>
          <p:cNvCxnSpPr/>
          <p:nvPr/>
        </p:nvCxnSpPr>
        <p:spPr>
          <a:xfrm flipH="1">
            <a:off x="3502025" y="4949825"/>
            <a:ext cx="7938" cy="311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7" name="Google Shape;2907;p42"/>
          <p:cNvCxnSpPr/>
          <p:nvPr/>
        </p:nvCxnSpPr>
        <p:spPr>
          <a:xfrm flipH="1" rot="10800000">
            <a:off x="1511300" y="5148263"/>
            <a:ext cx="1982788" cy="31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08" name="Google Shape;2908;p42"/>
          <p:cNvSpPr txBox="1"/>
          <p:nvPr/>
        </p:nvSpPr>
        <p:spPr>
          <a:xfrm>
            <a:off x="1754188" y="4913313"/>
            <a:ext cx="1484312" cy="4508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radio interface</a:t>
            </a:r>
            <a:endParaRPr/>
          </a:p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(WCDMA, HSPA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9" name="Google Shape;2909;p42"/>
          <p:cNvSpPr/>
          <p:nvPr/>
        </p:nvSpPr>
        <p:spPr>
          <a:xfrm>
            <a:off x="331788" y="230188"/>
            <a:ext cx="810577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3G (voice+data) network architecture</a:t>
            </a:r>
            <a:endParaRPr/>
          </a:p>
        </p:txBody>
      </p:sp>
      <p:pic>
        <p:nvPicPr>
          <p:cNvPr descr="underline_base" id="2910" name="Google Shape;291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463" y="774700"/>
            <a:ext cx="8228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911" name="Google Shape;2911;p42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12" name="Google Shape;2912;p42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grpSp>
        <p:nvGrpSpPr>
          <p:cNvPr id="2913" name="Google Shape;2913;p42"/>
          <p:cNvGrpSpPr/>
          <p:nvPr/>
        </p:nvGrpSpPr>
        <p:grpSpPr>
          <a:xfrm>
            <a:off x="4683633" y="3432720"/>
            <a:ext cx="635069" cy="337319"/>
            <a:chOff x="1871277" y="1576300"/>
            <a:chExt cx="1128371" cy="437861"/>
          </a:xfrm>
        </p:grpSpPr>
        <p:sp>
          <p:nvSpPr>
            <p:cNvPr id="2914" name="Google Shape;2914;p42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5" name="Google Shape;2915;p42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6" name="Google Shape;2916;p42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7" name="Google Shape;2917;p42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p42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9" name="Google Shape;2919;p42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0" name="Google Shape;2920;p42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21" name="Google Shape;2921;p42"/>
            <p:cNvCxnSpPr>
              <a:endCxn id="2916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  <p:cxnSp>
          <p:nvCxnSpPr>
            <p:cNvPr id="2922" name="Google Shape;2922;p42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2923" name="Google Shape;2923;p42"/>
          <p:cNvGrpSpPr/>
          <p:nvPr/>
        </p:nvGrpSpPr>
        <p:grpSpPr>
          <a:xfrm>
            <a:off x="6443551" y="3942281"/>
            <a:ext cx="635069" cy="337319"/>
            <a:chOff x="1871277" y="1576300"/>
            <a:chExt cx="1128371" cy="437861"/>
          </a:xfrm>
        </p:grpSpPr>
        <p:sp>
          <p:nvSpPr>
            <p:cNvPr id="2924" name="Google Shape;2924;p42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5" name="Google Shape;2925;p42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6" name="Google Shape;2926;p42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7" name="Google Shape;2927;p42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p42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p42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0" name="Google Shape;2930;p42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31" name="Google Shape;2931;p42"/>
            <p:cNvCxnSpPr>
              <a:endCxn id="2926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  <p:cxnSp>
          <p:nvCxnSpPr>
            <p:cNvPr id="2932" name="Google Shape;2932;p42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2933" name="Google Shape;2933;p42"/>
          <p:cNvGrpSpPr/>
          <p:nvPr/>
        </p:nvGrpSpPr>
        <p:grpSpPr>
          <a:xfrm>
            <a:off x="1786131" y="1468331"/>
            <a:ext cx="436609" cy="542257"/>
            <a:chOff x="742" y="2409"/>
            <a:chExt cx="576" cy="881"/>
          </a:xfrm>
        </p:grpSpPr>
        <p:grpSp>
          <p:nvGrpSpPr>
            <p:cNvPr id="2934" name="Google Shape;2934;p42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935" name="Google Shape;2935;p42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6" name="Google Shape;2936;p42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7" name="Google Shape;2937;p42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8" name="Google Shape;2938;p42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9" name="Google Shape;2939;p42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0" name="Google Shape;2940;p42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1" name="Google Shape;2941;p42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2" name="Google Shape;2942;p42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3" name="Google Shape;2943;p42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4" name="Google Shape;2944;p42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5" name="Google Shape;2945;p42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6" name="Google Shape;2946;p42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7" name="Google Shape;2947;p42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8" name="Google Shape;2948;p42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9" name="Google Shape;2949;p42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950" name="Google Shape;2950;p4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1" name="Google Shape;2951;p42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52" name="Google Shape;2952;p42"/>
          <p:cNvGrpSpPr/>
          <p:nvPr/>
        </p:nvGrpSpPr>
        <p:grpSpPr>
          <a:xfrm>
            <a:off x="2275912" y="1898524"/>
            <a:ext cx="436609" cy="542257"/>
            <a:chOff x="742" y="2409"/>
            <a:chExt cx="576" cy="881"/>
          </a:xfrm>
        </p:grpSpPr>
        <p:grpSp>
          <p:nvGrpSpPr>
            <p:cNvPr id="2953" name="Google Shape;2953;p42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954" name="Google Shape;2954;p42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5" name="Google Shape;2955;p42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6" name="Google Shape;2956;p42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7" name="Google Shape;2957;p42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8" name="Google Shape;2958;p42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9" name="Google Shape;2959;p42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0" name="Google Shape;2960;p42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1" name="Google Shape;2961;p42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2" name="Google Shape;2962;p42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3" name="Google Shape;2963;p42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4" name="Google Shape;2964;p42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5" name="Google Shape;2965;p42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6" name="Google Shape;2966;p42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7" name="Google Shape;2967;p42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8" name="Google Shape;2968;p42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969" name="Google Shape;2969;p4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0" name="Google Shape;2970;p42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71" name="Google Shape;2971;p42"/>
          <p:cNvGrpSpPr/>
          <p:nvPr/>
        </p:nvGrpSpPr>
        <p:grpSpPr>
          <a:xfrm>
            <a:off x="1733705" y="2189820"/>
            <a:ext cx="436609" cy="542257"/>
            <a:chOff x="742" y="2409"/>
            <a:chExt cx="576" cy="881"/>
          </a:xfrm>
        </p:grpSpPr>
        <p:grpSp>
          <p:nvGrpSpPr>
            <p:cNvPr id="2972" name="Google Shape;2972;p42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2973" name="Google Shape;2973;p42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4" name="Google Shape;2974;p42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5" name="Google Shape;2975;p42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6" name="Google Shape;2976;p42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7" name="Google Shape;2977;p42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8" name="Google Shape;2978;p42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9" name="Google Shape;2979;p42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0" name="Google Shape;2980;p42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1" name="Google Shape;2981;p42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2" name="Google Shape;2982;p42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3" name="Google Shape;2983;p42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4" name="Google Shape;2984;p42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5" name="Google Shape;2985;p42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6" name="Google Shape;2986;p42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7" name="Google Shape;2987;p42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988" name="Google Shape;2988;p4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9" name="Google Shape;2989;p42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3" name="Shape 2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94" name="Google Shape;2994;p43"/>
          <p:cNvCxnSpPr/>
          <p:nvPr/>
        </p:nvCxnSpPr>
        <p:spPr>
          <a:xfrm flipH="1" rot="10800000">
            <a:off x="2012950" y="2043358"/>
            <a:ext cx="1695450" cy="3099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5" name="Google Shape;2995;p43"/>
          <p:cNvCxnSpPr/>
          <p:nvPr/>
        </p:nvCxnSpPr>
        <p:spPr>
          <a:xfrm>
            <a:off x="2574925" y="2037420"/>
            <a:ext cx="11096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6" name="Google Shape;2996;p43"/>
          <p:cNvCxnSpPr/>
          <p:nvPr/>
        </p:nvCxnSpPr>
        <p:spPr>
          <a:xfrm>
            <a:off x="2082800" y="1758328"/>
            <a:ext cx="1624013" cy="28503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97" name="Google Shape;2997;p43"/>
          <p:cNvGrpSpPr/>
          <p:nvPr/>
        </p:nvGrpSpPr>
        <p:grpSpPr>
          <a:xfrm>
            <a:off x="3676650" y="1823647"/>
            <a:ext cx="550863" cy="307595"/>
            <a:chOff x="611" y="3693"/>
            <a:chExt cx="449" cy="287"/>
          </a:xfrm>
        </p:grpSpPr>
        <p:sp>
          <p:nvSpPr>
            <p:cNvPr id="2998" name="Google Shape;2998;p43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999" name="Google Shape;2999;p43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3000" name="Google Shape;3000;p43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001" name="Google Shape;3001;p43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sp>
          <p:nvSpPr>
            <p:cNvPr id="3002" name="Google Shape;3002;p43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03" name="Google Shape;3003;p43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04" name="Google Shape;3004;p43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05" name="Google Shape;3005;p43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06" name="Google Shape;3006;p43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3007" name="Google Shape;3007;p43"/>
          <p:cNvGrpSpPr/>
          <p:nvPr/>
        </p:nvGrpSpPr>
        <p:grpSpPr>
          <a:xfrm>
            <a:off x="4676775" y="1548118"/>
            <a:ext cx="550863" cy="749392"/>
            <a:chOff x="611" y="3693"/>
            <a:chExt cx="449" cy="287"/>
          </a:xfrm>
        </p:grpSpPr>
        <p:sp>
          <p:nvSpPr>
            <p:cNvPr id="3008" name="Google Shape;3008;p43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009" name="Google Shape;3009;p43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3010" name="Google Shape;3010;p43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011" name="Google Shape;3011;p43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sp>
          <p:nvSpPr>
            <p:cNvPr id="3012" name="Google Shape;3012;p43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13" name="Google Shape;3013;p43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14" name="Google Shape;3014;p43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15" name="Google Shape;3015;p43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16" name="Google Shape;3016;p43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cxnSp>
        <p:nvCxnSpPr>
          <p:cNvPr id="3017" name="Google Shape;3017;p43"/>
          <p:cNvCxnSpPr/>
          <p:nvPr/>
        </p:nvCxnSpPr>
        <p:spPr>
          <a:xfrm flipH="1" rot="10800000">
            <a:off x="4203700" y="1997041"/>
            <a:ext cx="447675" cy="71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8" name="Google Shape;3018;p43"/>
          <p:cNvSpPr txBox="1"/>
          <p:nvPr/>
        </p:nvSpPr>
        <p:spPr>
          <a:xfrm>
            <a:off x="3529013" y="2146682"/>
            <a:ext cx="1135062" cy="558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endParaRPr/>
          </a:p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</a:t>
            </a:r>
            <a:endParaRPr/>
          </a:p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</p:txBody>
      </p:sp>
      <p:sp>
        <p:nvSpPr>
          <p:cNvPr id="3019" name="Google Shape;3019;p43"/>
          <p:cNvSpPr txBox="1"/>
          <p:nvPr/>
        </p:nvSpPr>
        <p:spPr>
          <a:xfrm>
            <a:off x="4613275" y="1193987"/>
            <a:ext cx="692150" cy="274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MSC</a:t>
            </a:r>
            <a:endParaRPr/>
          </a:p>
        </p:txBody>
      </p:sp>
      <p:pic>
        <p:nvPicPr>
          <p:cNvPr descr="imgyjavg[1]" id="3020" name="Google Shape;302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075" y="1621751"/>
            <a:ext cx="252413" cy="1365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1" name="Google Shape;3021;p43"/>
          <p:cNvGrpSpPr/>
          <p:nvPr/>
        </p:nvGrpSpPr>
        <p:grpSpPr>
          <a:xfrm>
            <a:off x="223838" y="1925783"/>
            <a:ext cx="831850" cy="135389"/>
            <a:chOff x="3072" y="739"/>
            <a:chExt cx="652" cy="146"/>
          </a:xfrm>
        </p:grpSpPr>
        <p:pic>
          <p:nvPicPr>
            <p:cNvPr descr="lgv_fqmg[1]" id="3022" name="Google Shape;3022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23" name="Google Shape;3023;p43"/>
            <p:cNvCxnSpPr/>
            <p:nvPr/>
          </p:nvCxnSpPr>
          <p:spPr>
            <a:xfrm rot="10800000">
              <a:off x="3104" y="784"/>
              <a:ext cx="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4" name="Google Shape;3024;p43"/>
            <p:cNvCxnSpPr/>
            <p:nvPr/>
          </p:nvCxnSpPr>
          <p:spPr>
            <a:xfrm rot="10800000">
              <a:off x="3072" y="759"/>
              <a:ext cx="1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25" name="Google Shape;3025;p43"/>
          <p:cNvSpPr/>
          <p:nvPr/>
        </p:nvSpPr>
        <p:spPr>
          <a:xfrm>
            <a:off x="1184275" y="1380662"/>
            <a:ext cx="3170238" cy="1102117"/>
          </a:xfrm>
          <a:prstGeom prst="ellipse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imgyjavg[1]" id="3026" name="Google Shape;302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650" y="2175185"/>
            <a:ext cx="252413" cy="1365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7" name="Google Shape;3027;p43"/>
          <p:cNvGrpSpPr/>
          <p:nvPr/>
        </p:nvGrpSpPr>
        <p:grpSpPr>
          <a:xfrm>
            <a:off x="4660900" y="2702491"/>
            <a:ext cx="582613" cy="479801"/>
            <a:chOff x="3028" y="1864"/>
            <a:chExt cx="347" cy="631"/>
          </a:xfrm>
        </p:grpSpPr>
        <p:sp>
          <p:nvSpPr>
            <p:cNvPr id="3028" name="Google Shape;3028;p43"/>
            <p:cNvSpPr/>
            <p:nvPr/>
          </p:nvSpPr>
          <p:spPr>
            <a:xfrm>
              <a:off x="3047" y="2042"/>
              <a:ext cx="260" cy="45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29" name="Google Shape;3029;p43"/>
            <p:cNvSpPr/>
            <p:nvPr/>
          </p:nvSpPr>
          <p:spPr>
            <a:xfrm>
              <a:off x="3309" y="1888"/>
              <a:ext cx="48" cy="163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30" name="Google Shape;3030;p43"/>
            <p:cNvSpPr/>
            <p:nvPr/>
          </p:nvSpPr>
          <p:spPr>
            <a:xfrm>
              <a:off x="3307" y="2020"/>
              <a:ext cx="49" cy="475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31" name="Google Shape;3031;p43"/>
            <p:cNvSpPr/>
            <p:nvPr/>
          </p:nvSpPr>
          <p:spPr>
            <a:xfrm>
              <a:off x="3339" y="1864"/>
              <a:ext cx="36" cy="171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32" name="Google Shape;3032;p43"/>
            <p:cNvSpPr/>
            <p:nvPr/>
          </p:nvSpPr>
          <p:spPr>
            <a:xfrm>
              <a:off x="3319" y="1941"/>
              <a:ext cx="34" cy="112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33" name="Google Shape;3033;p43"/>
            <p:cNvSpPr/>
            <p:nvPr/>
          </p:nvSpPr>
          <p:spPr>
            <a:xfrm>
              <a:off x="3028" y="1868"/>
              <a:ext cx="322" cy="209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3034" name="Google Shape;3034;p43"/>
          <p:cNvSpPr txBox="1"/>
          <p:nvPr/>
        </p:nvSpPr>
        <p:spPr>
          <a:xfrm>
            <a:off x="4591050" y="3184667"/>
            <a:ext cx="831850" cy="27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SGSN</a:t>
            </a:r>
            <a:endParaRPr/>
          </a:p>
        </p:txBody>
      </p:sp>
      <p:cxnSp>
        <p:nvCxnSpPr>
          <p:cNvPr id="3035" name="Google Shape;3035;p43"/>
          <p:cNvCxnSpPr/>
          <p:nvPr/>
        </p:nvCxnSpPr>
        <p:spPr>
          <a:xfrm>
            <a:off x="5313363" y="3025525"/>
            <a:ext cx="685800" cy="18645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6" name="Google Shape;3036;p43"/>
          <p:cNvCxnSpPr/>
          <p:nvPr/>
        </p:nvCxnSpPr>
        <p:spPr>
          <a:xfrm>
            <a:off x="4187825" y="2005354"/>
            <a:ext cx="295275" cy="103561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7" name="Google Shape;3037;p43"/>
          <p:cNvCxnSpPr/>
          <p:nvPr/>
        </p:nvCxnSpPr>
        <p:spPr>
          <a:xfrm>
            <a:off x="4483100" y="3042152"/>
            <a:ext cx="2222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8" name="Google Shape;3038;p43"/>
          <p:cNvSpPr/>
          <p:nvPr/>
        </p:nvSpPr>
        <p:spPr>
          <a:xfrm>
            <a:off x="7177088" y="1361660"/>
            <a:ext cx="1235075" cy="1257697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39" name="Google Shape;3039;p43"/>
          <p:cNvSpPr txBox="1"/>
          <p:nvPr/>
        </p:nvSpPr>
        <p:spPr>
          <a:xfrm>
            <a:off x="7285038" y="1485386"/>
            <a:ext cx="1106487" cy="617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telephone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cxnSp>
        <p:nvCxnSpPr>
          <p:cNvPr id="3040" name="Google Shape;3040;p43"/>
          <p:cNvCxnSpPr/>
          <p:nvPr/>
        </p:nvCxnSpPr>
        <p:spPr>
          <a:xfrm>
            <a:off x="5151438" y="2016043"/>
            <a:ext cx="1284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41" name="Google Shape;3041;p43"/>
          <p:cNvGrpSpPr/>
          <p:nvPr/>
        </p:nvGrpSpPr>
        <p:grpSpPr>
          <a:xfrm>
            <a:off x="6411913" y="1518427"/>
            <a:ext cx="550862" cy="749393"/>
            <a:chOff x="611" y="3693"/>
            <a:chExt cx="449" cy="287"/>
          </a:xfrm>
        </p:grpSpPr>
        <p:sp>
          <p:nvSpPr>
            <p:cNvPr id="3042" name="Google Shape;3042;p43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043" name="Google Shape;3043;p43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3044" name="Google Shape;3044;p43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045" name="Google Shape;3045;p43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sp>
          <p:nvSpPr>
            <p:cNvPr id="3046" name="Google Shape;3046;p43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47" name="Google Shape;3047;p43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48" name="Google Shape;3048;p43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49" name="Google Shape;3049;p43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50" name="Google Shape;3050;p43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3051" name="Google Shape;3051;p43"/>
          <p:cNvSpPr txBox="1"/>
          <p:nvPr/>
        </p:nvSpPr>
        <p:spPr>
          <a:xfrm>
            <a:off x="6359525" y="2253568"/>
            <a:ext cx="1085850" cy="396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Gateway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MSC</a:t>
            </a:r>
            <a:endParaRPr/>
          </a:p>
        </p:txBody>
      </p:sp>
      <p:sp>
        <p:nvSpPr>
          <p:cNvPr id="3052" name="Google Shape;3052;p43"/>
          <p:cNvSpPr txBox="1"/>
          <p:nvPr/>
        </p:nvSpPr>
        <p:spPr>
          <a:xfrm>
            <a:off x="6481763" y="1468486"/>
            <a:ext cx="361950" cy="274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3053" name="Google Shape;3053;p43"/>
          <p:cNvCxnSpPr/>
          <p:nvPr/>
        </p:nvCxnSpPr>
        <p:spPr>
          <a:xfrm flipH="1">
            <a:off x="6200775" y="2068298"/>
            <a:ext cx="236538" cy="109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4" name="Google Shape;3054;p43"/>
          <p:cNvCxnSpPr/>
          <p:nvPr/>
        </p:nvCxnSpPr>
        <p:spPr>
          <a:xfrm rot="10800000">
            <a:off x="6211888" y="1856901"/>
            <a:ext cx="225425" cy="676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5" name="Google Shape;3055;p43"/>
          <p:cNvCxnSpPr/>
          <p:nvPr/>
        </p:nvCxnSpPr>
        <p:spPr>
          <a:xfrm flipH="1">
            <a:off x="5834063" y="2198937"/>
            <a:ext cx="327025" cy="15201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56" name="Google Shape;3056;p43"/>
          <p:cNvCxnSpPr/>
          <p:nvPr/>
        </p:nvCxnSpPr>
        <p:spPr>
          <a:xfrm rot="10800000">
            <a:off x="5929313" y="1789206"/>
            <a:ext cx="236537" cy="5938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57" name="Google Shape;3057;p43"/>
          <p:cNvCxnSpPr/>
          <p:nvPr/>
        </p:nvCxnSpPr>
        <p:spPr>
          <a:xfrm>
            <a:off x="4945063" y="2304636"/>
            <a:ext cx="0" cy="3717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58" name="Google Shape;3058;p43"/>
          <p:cNvCxnSpPr/>
          <p:nvPr/>
        </p:nvCxnSpPr>
        <p:spPr>
          <a:xfrm>
            <a:off x="6942138" y="199229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9" name="Google Shape;3059;p43"/>
          <p:cNvSpPr/>
          <p:nvPr/>
        </p:nvSpPr>
        <p:spPr>
          <a:xfrm>
            <a:off x="7286625" y="2785625"/>
            <a:ext cx="1235075" cy="1257696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60" name="Google Shape;3060;p43"/>
          <p:cNvSpPr txBox="1"/>
          <p:nvPr/>
        </p:nvSpPr>
        <p:spPr>
          <a:xfrm>
            <a:off x="7394575" y="3042152"/>
            <a:ext cx="882650" cy="437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</p:txBody>
      </p:sp>
      <p:grpSp>
        <p:nvGrpSpPr>
          <p:cNvPr id="3061" name="Google Shape;3061;p43"/>
          <p:cNvGrpSpPr/>
          <p:nvPr/>
        </p:nvGrpSpPr>
        <p:grpSpPr>
          <a:xfrm>
            <a:off x="6521450" y="2942391"/>
            <a:ext cx="550863" cy="749392"/>
            <a:chOff x="611" y="3693"/>
            <a:chExt cx="449" cy="287"/>
          </a:xfrm>
        </p:grpSpPr>
        <p:sp>
          <p:nvSpPr>
            <p:cNvPr id="3062" name="Google Shape;3062;p43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063" name="Google Shape;3063;p43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3064" name="Google Shape;3064;p43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065" name="Google Shape;3065;p43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sp>
          <p:nvSpPr>
            <p:cNvPr id="3066" name="Google Shape;3066;p43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67" name="Google Shape;3067;p43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68" name="Google Shape;3068;p43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69" name="Google Shape;3069;p43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70" name="Google Shape;3070;p43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3071" name="Google Shape;3071;p43"/>
          <p:cNvSpPr txBox="1"/>
          <p:nvPr/>
        </p:nvSpPr>
        <p:spPr>
          <a:xfrm>
            <a:off x="6591300" y="2888426"/>
            <a:ext cx="361950" cy="27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3072" name="Google Shape;3072;p43"/>
          <p:cNvCxnSpPr/>
          <p:nvPr/>
        </p:nvCxnSpPr>
        <p:spPr>
          <a:xfrm flipH="1">
            <a:off x="6310313" y="3492262"/>
            <a:ext cx="236537" cy="109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3" name="Google Shape;3073;p43"/>
          <p:cNvCxnSpPr/>
          <p:nvPr/>
        </p:nvCxnSpPr>
        <p:spPr>
          <a:xfrm rot="10800000">
            <a:off x="6321425" y="3280864"/>
            <a:ext cx="225425" cy="6769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4" name="Google Shape;3074;p43"/>
          <p:cNvCxnSpPr/>
          <p:nvPr/>
        </p:nvCxnSpPr>
        <p:spPr>
          <a:xfrm flipH="1">
            <a:off x="5943600" y="3622901"/>
            <a:ext cx="327025" cy="15201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75" name="Google Shape;3075;p43"/>
          <p:cNvCxnSpPr/>
          <p:nvPr/>
        </p:nvCxnSpPr>
        <p:spPr>
          <a:xfrm rot="10800000">
            <a:off x="6038850" y="3213170"/>
            <a:ext cx="236538" cy="5938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76" name="Google Shape;3076;p43"/>
          <p:cNvCxnSpPr/>
          <p:nvPr/>
        </p:nvCxnSpPr>
        <p:spPr>
          <a:xfrm>
            <a:off x="7051675" y="3416254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7" name="Google Shape;3077;p43"/>
          <p:cNvSpPr/>
          <p:nvPr/>
        </p:nvSpPr>
        <p:spPr>
          <a:xfrm>
            <a:off x="331788" y="230188"/>
            <a:ext cx="854557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3G versus 4G LTE network architecture</a:t>
            </a:r>
            <a:endParaRPr/>
          </a:p>
        </p:txBody>
      </p:sp>
      <p:pic>
        <p:nvPicPr>
          <p:cNvPr descr="underline_base" id="3078" name="Google Shape;3078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463" y="774700"/>
            <a:ext cx="8228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079" name="Google Shape;3079;p43"/>
          <p:cNvSpPr txBox="1"/>
          <p:nvPr/>
        </p:nvSpPr>
        <p:spPr>
          <a:xfrm>
            <a:off x="6469063" y="3677532"/>
            <a:ext cx="857250" cy="232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GGSN</a:t>
            </a:r>
            <a:endParaRPr/>
          </a:p>
        </p:txBody>
      </p:sp>
      <p:cxnSp>
        <p:nvCxnSpPr>
          <p:cNvPr id="3080" name="Google Shape;3080;p43"/>
          <p:cNvCxnSpPr/>
          <p:nvPr/>
        </p:nvCxnSpPr>
        <p:spPr>
          <a:xfrm flipH="1">
            <a:off x="2604743" y="4830489"/>
            <a:ext cx="1461475" cy="5416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81" name="Google Shape;3081;p43"/>
          <p:cNvCxnSpPr/>
          <p:nvPr/>
        </p:nvCxnSpPr>
        <p:spPr>
          <a:xfrm flipH="1">
            <a:off x="2281596" y="4825738"/>
            <a:ext cx="1751742" cy="29689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82" name="Google Shape;3082;p43"/>
          <p:cNvCxnSpPr/>
          <p:nvPr/>
        </p:nvCxnSpPr>
        <p:spPr>
          <a:xfrm flipH="1">
            <a:off x="2232694" y="4883104"/>
            <a:ext cx="1800643" cy="8345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83" name="Google Shape;3083;p43"/>
          <p:cNvCxnSpPr/>
          <p:nvPr/>
        </p:nvCxnSpPr>
        <p:spPr>
          <a:xfrm rot="10800000">
            <a:off x="4584201" y="4962705"/>
            <a:ext cx="1216590" cy="34854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84" name="Google Shape;3084;p43"/>
          <p:cNvCxnSpPr/>
          <p:nvPr/>
        </p:nvCxnSpPr>
        <p:spPr>
          <a:xfrm flipH="1" rot="10800000">
            <a:off x="4555984" y="4669069"/>
            <a:ext cx="205932" cy="16142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3085" name="Google Shape;3085;p43"/>
          <p:cNvGrpSpPr/>
          <p:nvPr/>
        </p:nvGrpSpPr>
        <p:grpSpPr>
          <a:xfrm>
            <a:off x="398965" y="5945105"/>
            <a:ext cx="5413375" cy="708025"/>
            <a:chOff x="1495425" y="5249771"/>
            <a:chExt cx="5413375" cy="708025"/>
          </a:xfrm>
        </p:grpSpPr>
        <p:cxnSp>
          <p:nvCxnSpPr>
            <p:cNvPr id="3086" name="Google Shape;3086;p43"/>
            <p:cNvCxnSpPr/>
            <p:nvPr/>
          </p:nvCxnSpPr>
          <p:spPr>
            <a:xfrm>
              <a:off x="3942882" y="5386388"/>
              <a:ext cx="0" cy="49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87" name="Google Shape;3087;p43"/>
            <p:cNvCxnSpPr/>
            <p:nvPr/>
          </p:nvCxnSpPr>
          <p:spPr>
            <a:xfrm>
              <a:off x="1495425" y="5624513"/>
              <a:ext cx="246382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088" name="Google Shape;3088;p43"/>
            <p:cNvSpPr txBox="1"/>
            <p:nvPr/>
          </p:nvSpPr>
          <p:spPr>
            <a:xfrm>
              <a:off x="1660768" y="5249771"/>
              <a:ext cx="2111375" cy="7080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radio access network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Universal Terrestrial Radio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 Network (UTRAN)</a:t>
              </a:r>
              <a:endParaRPr/>
            </a:p>
          </p:txBody>
        </p:sp>
        <p:cxnSp>
          <p:nvCxnSpPr>
            <p:cNvPr id="3089" name="Google Shape;3089;p43"/>
            <p:cNvCxnSpPr/>
            <p:nvPr/>
          </p:nvCxnSpPr>
          <p:spPr>
            <a:xfrm flipH="1">
              <a:off x="1512888" y="5280025"/>
              <a:ext cx="6350" cy="6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90" name="Google Shape;3090;p43"/>
            <p:cNvCxnSpPr/>
            <p:nvPr/>
          </p:nvCxnSpPr>
          <p:spPr>
            <a:xfrm>
              <a:off x="4706079" y="5624513"/>
              <a:ext cx="2202721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091" name="Google Shape;3091;p43"/>
            <p:cNvSpPr txBox="1"/>
            <p:nvPr/>
          </p:nvSpPr>
          <p:spPr>
            <a:xfrm>
              <a:off x="4360526" y="5310625"/>
              <a:ext cx="2146241" cy="58477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Evolved Packet Core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(EPC)</a:t>
              </a:r>
              <a:endPara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92" name="Google Shape;3092;p43"/>
            <p:cNvCxnSpPr/>
            <p:nvPr/>
          </p:nvCxnSpPr>
          <p:spPr>
            <a:xfrm>
              <a:off x="6908800" y="5348288"/>
              <a:ext cx="0" cy="496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93" name="Google Shape;3093;p43"/>
            <p:cNvCxnSpPr/>
            <p:nvPr/>
          </p:nvCxnSpPr>
          <p:spPr>
            <a:xfrm rot="10800000">
              <a:off x="3931902" y="5624513"/>
              <a:ext cx="592123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3094" name="Google Shape;3094;p43"/>
          <p:cNvCxnSpPr/>
          <p:nvPr/>
        </p:nvCxnSpPr>
        <p:spPr>
          <a:xfrm flipH="1" rot="10800000">
            <a:off x="2203814" y="5598552"/>
            <a:ext cx="3464419" cy="25790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5" name="Google Shape;3095;p43"/>
          <p:cNvCxnSpPr/>
          <p:nvPr/>
        </p:nvCxnSpPr>
        <p:spPr>
          <a:xfrm>
            <a:off x="2646021" y="5519062"/>
            <a:ext cx="2965063" cy="330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6" name="Google Shape;3096;p43"/>
          <p:cNvCxnSpPr/>
          <p:nvPr/>
        </p:nvCxnSpPr>
        <p:spPr>
          <a:xfrm>
            <a:off x="2232695" y="5226310"/>
            <a:ext cx="3412259" cy="28136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7" name="Google Shape;3097;p43"/>
          <p:cNvGrpSpPr/>
          <p:nvPr/>
        </p:nvGrpSpPr>
        <p:grpSpPr>
          <a:xfrm>
            <a:off x="3969839" y="4225262"/>
            <a:ext cx="723200" cy="880827"/>
            <a:chOff x="4804140" y="4632965"/>
            <a:chExt cx="723200" cy="1348762"/>
          </a:xfrm>
        </p:grpSpPr>
        <p:grpSp>
          <p:nvGrpSpPr>
            <p:cNvPr id="3098" name="Google Shape;3098;p43"/>
            <p:cNvGrpSpPr/>
            <p:nvPr/>
          </p:nvGrpSpPr>
          <p:grpSpPr>
            <a:xfrm>
              <a:off x="4867640" y="5188066"/>
              <a:ext cx="550863" cy="793661"/>
              <a:chOff x="611" y="3693"/>
              <a:chExt cx="449" cy="287"/>
            </a:xfrm>
          </p:grpSpPr>
          <p:sp>
            <p:nvSpPr>
              <p:cNvPr id="3099" name="Google Shape;3099;p43"/>
              <p:cNvSpPr/>
              <p:nvPr/>
            </p:nvSpPr>
            <p:spPr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100" name="Google Shape;3100;p43"/>
              <p:cNvSpPr/>
              <p:nvPr/>
            </p:nvSpPr>
            <p:spPr>
              <a:xfrm>
                <a:off x="975" y="3704"/>
                <a:ext cx="62" cy="74"/>
              </a:xfrm>
              <a:custGeom>
                <a:rect b="b" l="l" r="r" t="t"/>
                <a:pathLst>
                  <a:path extrusionOk="0" h="74" w="62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101" name="Google Shape;3101;p43"/>
              <p:cNvSpPr/>
              <p:nvPr/>
            </p:nvSpPr>
            <p:spPr>
              <a:xfrm>
                <a:off x="972" y="3764"/>
                <a:ext cx="63" cy="216"/>
              </a:xfrm>
              <a:custGeom>
                <a:rect b="b" l="l" r="r" t="t"/>
                <a:pathLst>
                  <a:path extrusionOk="0" h="225" w="63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102" name="Google Shape;3102;p43"/>
              <p:cNvSpPr/>
              <p:nvPr/>
            </p:nvSpPr>
            <p:spPr>
              <a:xfrm>
                <a:off x="1013" y="3693"/>
                <a:ext cx="47" cy="78"/>
              </a:xfrm>
              <a:custGeom>
                <a:rect b="b" l="l" r="r" t="t"/>
                <a:pathLst>
                  <a:path extrusionOk="0" h="78" w="47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103" name="Google Shape;3103;p43"/>
              <p:cNvSpPr/>
              <p:nvPr/>
            </p:nvSpPr>
            <p:spPr>
              <a:xfrm>
                <a:off x="987" y="3728"/>
                <a:ext cx="44" cy="51"/>
              </a:xfrm>
              <a:custGeom>
                <a:rect b="b" l="l" r="r" t="t"/>
                <a:pathLst>
                  <a:path extrusionOk="0" h="51" w="44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104" name="Google Shape;3104;p43"/>
              <p:cNvSpPr/>
              <p:nvPr/>
            </p:nvSpPr>
            <p:spPr>
              <a:xfrm>
                <a:off x="611" y="3695"/>
                <a:ext cx="417" cy="95"/>
              </a:xfrm>
              <a:custGeom>
                <a:rect b="b" l="l" r="r" t="t"/>
                <a:pathLst>
                  <a:path extrusionOk="0" h="95" w="417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sp>
          <p:nvSpPr>
            <p:cNvPr id="3105" name="Google Shape;3105;p43"/>
            <p:cNvSpPr txBox="1"/>
            <p:nvPr/>
          </p:nvSpPr>
          <p:spPr>
            <a:xfrm>
              <a:off x="4804140" y="4632965"/>
              <a:ext cx="723200" cy="565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MME</a:t>
              </a:r>
              <a:endParaRPr/>
            </a:p>
          </p:txBody>
        </p:sp>
      </p:grpSp>
      <p:pic>
        <p:nvPicPr>
          <p:cNvPr descr="imgyjavg[1]" id="3106" name="Google Shape;31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40" y="5081665"/>
            <a:ext cx="252413" cy="1446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7" name="Google Shape;3107;p43"/>
          <p:cNvGrpSpPr/>
          <p:nvPr/>
        </p:nvGrpSpPr>
        <p:grpSpPr>
          <a:xfrm>
            <a:off x="414703" y="5403658"/>
            <a:ext cx="831850" cy="143387"/>
            <a:chOff x="3072" y="739"/>
            <a:chExt cx="652" cy="146"/>
          </a:xfrm>
        </p:grpSpPr>
        <p:pic>
          <p:nvPicPr>
            <p:cNvPr descr="lgv_fqmg[1]" id="3108" name="Google Shape;3108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109" name="Google Shape;3109;p43"/>
            <p:cNvCxnSpPr/>
            <p:nvPr/>
          </p:nvCxnSpPr>
          <p:spPr>
            <a:xfrm rot="10800000">
              <a:off x="3104" y="784"/>
              <a:ext cx="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10" name="Google Shape;3110;p43"/>
            <p:cNvCxnSpPr/>
            <p:nvPr/>
          </p:nvCxnSpPr>
          <p:spPr>
            <a:xfrm rot="10800000">
              <a:off x="3072" y="759"/>
              <a:ext cx="1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imgyjavg[1]" id="3111" name="Google Shape;311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515" y="5667792"/>
            <a:ext cx="252413" cy="144645"/>
          </a:xfrm>
          <a:prstGeom prst="rect">
            <a:avLst/>
          </a:prstGeom>
          <a:noFill/>
          <a:ln>
            <a:noFill/>
          </a:ln>
        </p:spPr>
      </p:pic>
      <p:sp>
        <p:nvSpPr>
          <p:cNvPr id="3112" name="Google Shape;3112;p43"/>
          <p:cNvSpPr/>
          <p:nvPr/>
        </p:nvSpPr>
        <p:spPr>
          <a:xfrm>
            <a:off x="7332036" y="4855893"/>
            <a:ext cx="1235075" cy="133199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13" name="Google Shape;3113;p43"/>
          <p:cNvSpPr txBox="1"/>
          <p:nvPr/>
        </p:nvSpPr>
        <p:spPr>
          <a:xfrm>
            <a:off x="7439986" y="5127574"/>
            <a:ext cx="882650" cy="462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</p:txBody>
      </p:sp>
      <p:grpSp>
        <p:nvGrpSpPr>
          <p:cNvPr id="3114" name="Google Shape;3114;p43"/>
          <p:cNvGrpSpPr/>
          <p:nvPr/>
        </p:nvGrpSpPr>
        <p:grpSpPr>
          <a:xfrm>
            <a:off x="6566861" y="5021921"/>
            <a:ext cx="550863" cy="793661"/>
            <a:chOff x="611" y="3693"/>
            <a:chExt cx="449" cy="287"/>
          </a:xfrm>
        </p:grpSpPr>
        <p:sp>
          <p:nvSpPr>
            <p:cNvPr id="3115" name="Google Shape;3115;p43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116" name="Google Shape;3116;p43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3117" name="Google Shape;3117;p43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118" name="Google Shape;3118;p43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sp>
          <p:nvSpPr>
            <p:cNvPr id="3119" name="Google Shape;3119;p43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120" name="Google Shape;3120;p43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121" name="Google Shape;3121;p43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122" name="Google Shape;3122;p43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123" name="Google Shape;3123;p43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3124" name="Google Shape;3124;p43"/>
          <p:cNvSpPr txBox="1"/>
          <p:nvPr/>
        </p:nvSpPr>
        <p:spPr>
          <a:xfrm>
            <a:off x="6514474" y="5800488"/>
            <a:ext cx="81304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P-GW</a:t>
            </a:r>
            <a:endParaRPr/>
          </a:p>
        </p:txBody>
      </p:sp>
      <p:sp>
        <p:nvSpPr>
          <p:cNvPr id="3125" name="Google Shape;3125;p43"/>
          <p:cNvSpPr txBox="1"/>
          <p:nvPr/>
        </p:nvSpPr>
        <p:spPr>
          <a:xfrm>
            <a:off x="6636711" y="4964768"/>
            <a:ext cx="361950" cy="290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3126" name="Google Shape;3126;p43"/>
          <p:cNvCxnSpPr/>
          <p:nvPr/>
        </p:nvCxnSpPr>
        <p:spPr>
          <a:xfrm>
            <a:off x="7097086" y="5523776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27" name="Google Shape;3127;p43"/>
          <p:cNvGrpSpPr/>
          <p:nvPr/>
        </p:nvGrpSpPr>
        <p:grpSpPr>
          <a:xfrm>
            <a:off x="5800793" y="5012858"/>
            <a:ext cx="550863" cy="793661"/>
            <a:chOff x="611" y="3693"/>
            <a:chExt cx="449" cy="287"/>
          </a:xfrm>
        </p:grpSpPr>
        <p:sp>
          <p:nvSpPr>
            <p:cNvPr id="3128" name="Google Shape;3128;p43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129" name="Google Shape;3129;p43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3130" name="Google Shape;3130;p43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131" name="Google Shape;3131;p43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sp>
          <p:nvSpPr>
            <p:cNvPr id="3132" name="Google Shape;3132;p43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133" name="Google Shape;3133;p43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134" name="Google Shape;3134;p43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135" name="Google Shape;3135;p43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136" name="Google Shape;3136;p43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3137" name="Google Shape;3137;p43"/>
          <p:cNvSpPr txBox="1"/>
          <p:nvPr/>
        </p:nvSpPr>
        <p:spPr>
          <a:xfrm>
            <a:off x="5748406" y="5791425"/>
            <a:ext cx="81304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S-GW</a:t>
            </a:r>
            <a:endParaRPr/>
          </a:p>
        </p:txBody>
      </p:sp>
      <p:sp>
        <p:nvSpPr>
          <p:cNvPr id="3138" name="Google Shape;3138;p43"/>
          <p:cNvSpPr txBox="1"/>
          <p:nvPr/>
        </p:nvSpPr>
        <p:spPr>
          <a:xfrm>
            <a:off x="5870643" y="4955705"/>
            <a:ext cx="361950" cy="290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3139" name="Google Shape;3139;p43"/>
          <p:cNvCxnSpPr/>
          <p:nvPr/>
        </p:nvCxnSpPr>
        <p:spPr>
          <a:xfrm>
            <a:off x="6331018" y="5514713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40" name="Google Shape;3140;p43"/>
          <p:cNvGrpSpPr/>
          <p:nvPr/>
        </p:nvGrpSpPr>
        <p:grpSpPr>
          <a:xfrm>
            <a:off x="4684128" y="3979094"/>
            <a:ext cx="659293" cy="880827"/>
            <a:chOff x="4804140" y="4632965"/>
            <a:chExt cx="659293" cy="1348762"/>
          </a:xfrm>
        </p:grpSpPr>
        <p:grpSp>
          <p:nvGrpSpPr>
            <p:cNvPr id="3141" name="Google Shape;3141;p43"/>
            <p:cNvGrpSpPr/>
            <p:nvPr/>
          </p:nvGrpSpPr>
          <p:grpSpPr>
            <a:xfrm>
              <a:off x="4867640" y="5188066"/>
              <a:ext cx="550863" cy="793661"/>
              <a:chOff x="611" y="3693"/>
              <a:chExt cx="449" cy="287"/>
            </a:xfrm>
          </p:grpSpPr>
          <p:sp>
            <p:nvSpPr>
              <p:cNvPr id="3142" name="Google Shape;3142;p43"/>
              <p:cNvSpPr/>
              <p:nvPr/>
            </p:nvSpPr>
            <p:spPr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143" name="Google Shape;3143;p43"/>
              <p:cNvSpPr/>
              <p:nvPr/>
            </p:nvSpPr>
            <p:spPr>
              <a:xfrm>
                <a:off x="975" y="3704"/>
                <a:ext cx="62" cy="74"/>
              </a:xfrm>
              <a:custGeom>
                <a:rect b="b" l="l" r="r" t="t"/>
                <a:pathLst>
                  <a:path extrusionOk="0" h="74" w="62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144" name="Google Shape;3144;p43"/>
              <p:cNvSpPr/>
              <p:nvPr/>
            </p:nvSpPr>
            <p:spPr>
              <a:xfrm>
                <a:off x="972" y="3764"/>
                <a:ext cx="63" cy="216"/>
              </a:xfrm>
              <a:custGeom>
                <a:rect b="b" l="l" r="r" t="t"/>
                <a:pathLst>
                  <a:path extrusionOk="0" h="225" w="63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145" name="Google Shape;3145;p43"/>
              <p:cNvSpPr/>
              <p:nvPr/>
            </p:nvSpPr>
            <p:spPr>
              <a:xfrm>
                <a:off x="1013" y="3693"/>
                <a:ext cx="47" cy="78"/>
              </a:xfrm>
              <a:custGeom>
                <a:rect b="b" l="l" r="r" t="t"/>
                <a:pathLst>
                  <a:path extrusionOk="0" h="78" w="47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146" name="Google Shape;3146;p43"/>
              <p:cNvSpPr/>
              <p:nvPr/>
            </p:nvSpPr>
            <p:spPr>
              <a:xfrm>
                <a:off x="987" y="3728"/>
                <a:ext cx="44" cy="51"/>
              </a:xfrm>
              <a:custGeom>
                <a:rect b="b" l="l" r="r" t="t"/>
                <a:pathLst>
                  <a:path extrusionOk="0" h="51" w="44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147" name="Google Shape;3147;p43"/>
              <p:cNvSpPr/>
              <p:nvPr/>
            </p:nvSpPr>
            <p:spPr>
              <a:xfrm>
                <a:off x="611" y="3695"/>
                <a:ext cx="417" cy="95"/>
              </a:xfrm>
              <a:custGeom>
                <a:rect b="b" l="l" r="r" t="t"/>
                <a:pathLst>
                  <a:path extrusionOk="0" h="95" w="417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sp>
          <p:nvSpPr>
            <p:cNvPr id="3148" name="Google Shape;3148;p43"/>
            <p:cNvSpPr txBox="1"/>
            <p:nvPr/>
          </p:nvSpPr>
          <p:spPr>
            <a:xfrm>
              <a:off x="4804140" y="4632965"/>
              <a:ext cx="659293" cy="565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HSS</a:t>
              </a:r>
              <a:endParaRPr/>
            </a:p>
          </p:txBody>
        </p:sp>
      </p:grpSp>
      <p:sp>
        <p:nvSpPr>
          <p:cNvPr id="3149" name="Google Shape;3149;p43"/>
          <p:cNvSpPr txBox="1"/>
          <p:nvPr/>
        </p:nvSpPr>
        <p:spPr>
          <a:xfrm>
            <a:off x="754063" y="2275011"/>
            <a:ext cx="88447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3G</a:t>
            </a:r>
            <a:endParaRPr/>
          </a:p>
        </p:txBody>
      </p:sp>
      <p:sp>
        <p:nvSpPr>
          <p:cNvPr id="3150" name="Google Shape;3150;p43"/>
          <p:cNvSpPr txBox="1"/>
          <p:nvPr/>
        </p:nvSpPr>
        <p:spPr>
          <a:xfrm>
            <a:off x="782095" y="4070606"/>
            <a:ext cx="190994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4G-LTE</a:t>
            </a:r>
            <a:endParaRPr/>
          </a:p>
        </p:txBody>
      </p:sp>
      <p:grpSp>
        <p:nvGrpSpPr>
          <p:cNvPr id="3151" name="Google Shape;3151;p43"/>
          <p:cNvGrpSpPr/>
          <p:nvPr/>
        </p:nvGrpSpPr>
        <p:grpSpPr>
          <a:xfrm>
            <a:off x="4624095" y="2877136"/>
            <a:ext cx="635069" cy="244448"/>
            <a:chOff x="1871277" y="1576300"/>
            <a:chExt cx="1128371" cy="437861"/>
          </a:xfrm>
        </p:grpSpPr>
        <p:sp>
          <p:nvSpPr>
            <p:cNvPr id="3152" name="Google Shape;3152;p43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3" name="Google Shape;3153;p43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4" name="Google Shape;3154;p43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5" name="Google Shape;3155;p43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6" name="Google Shape;3156;p43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7" name="Google Shape;3157;p43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8" name="Google Shape;3158;p43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59" name="Google Shape;3159;p43"/>
            <p:cNvCxnSpPr>
              <a:endCxn id="3154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  <p:cxnSp>
          <p:nvCxnSpPr>
            <p:cNvPr id="3160" name="Google Shape;3160;p43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3161" name="Google Shape;3161;p43"/>
          <p:cNvGrpSpPr/>
          <p:nvPr/>
        </p:nvGrpSpPr>
        <p:grpSpPr>
          <a:xfrm>
            <a:off x="6443551" y="3267644"/>
            <a:ext cx="661282" cy="323815"/>
            <a:chOff x="1871277" y="1576300"/>
            <a:chExt cx="1128371" cy="437861"/>
          </a:xfrm>
        </p:grpSpPr>
        <p:sp>
          <p:nvSpPr>
            <p:cNvPr id="3162" name="Google Shape;3162;p43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3" name="Google Shape;3163;p43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4" name="Google Shape;3164;p43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5" name="Google Shape;3165;p43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6" name="Google Shape;3166;p43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7" name="Google Shape;3167;p43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8" name="Google Shape;3168;p43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69" name="Google Shape;3169;p43"/>
            <p:cNvCxnSpPr>
              <a:endCxn id="3164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  <p:cxnSp>
          <p:nvCxnSpPr>
            <p:cNvPr id="3170" name="Google Shape;3170;p43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3171" name="Google Shape;3171;p43"/>
          <p:cNvGrpSpPr/>
          <p:nvPr/>
        </p:nvGrpSpPr>
        <p:grpSpPr>
          <a:xfrm>
            <a:off x="5702886" y="5364591"/>
            <a:ext cx="661282" cy="323815"/>
            <a:chOff x="1871277" y="1576300"/>
            <a:chExt cx="1128371" cy="437861"/>
          </a:xfrm>
        </p:grpSpPr>
        <p:sp>
          <p:nvSpPr>
            <p:cNvPr id="3172" name="Google Shape;3172;p43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3" name="Google Shape;3173;p43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4" name="Google Shape;3174;p43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5" name="Google Shape;3175;p43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6" name="Google Shape;3176;p43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7" name="Google Shape;3177;p43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8" name="Google Shape;3178;p43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79" name="Google Shape;3179;p43"/>
            <p:cNvCxnSpPr>
              <a:endCxn id="3174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  <p:cxnSp>
          <p:nvCxnSpPr>
            <p:cNvPr id="3180" name="Google Shape;3180;p43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3181" name="Google Shape;3181;p43"/>
          <p:cNvGrpSpPr/>
          <p:nvPr/>
        </p:nvGrpSpPr>
        <p:grpSpPr>
          <a:xfrm>
            <a:off x="6490355" y="5378095"/>
            <a:ext cx="661282" cy="323815"/>
            <a:chOff x="1871277" y="1576300"/>
            <a:chExt cx="1128371" cy="437861"/>
          </a:xfrm>
        </p:grpSpPr>
        <p:sp>
          <p:nvSpPr>
            <p:cNvPr id="3182" name="Google Shape;3182;p43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3" name="Google Shape;3183;p43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4" name="Google Shape;3184;p43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5" name="Google Shape;3185;p43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6" name="Google Shape;3186;p43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7" name="Google Shape;3187;p43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8" name="Google Shape;3188;p43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89" name="Google Shape;3189;p43"/>
            <p:cNvCxnSpPr>
              <a:endCxn id="3184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  <p:cxnSp>
          <p:nvCxnSpPr>
            <p:cNvPr id="3190" name="Google Shape;3190;p43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</p:grpSp>
      <p:sp>
        <p:nvSpPr>
          <p:cNvPr id="3191" name="Google Shape;3191;p43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92" name="Google Shape;3192;p43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grpSp>
        <p:nvGrpSpPr>
          <p:cNvPr id="3193" name="Google Shape;3193;p43"/>
          <p:cNvGrpSpPr/>
          <p:nvPr/>
        </p:nvGrpSpPr>
        <p:grpSpPr>
          <a:xfrm>
            <a:off x="1805978" y="1250066"/>
            <a:ext cx="946235" cy="1184376"/>
            <a:chOff x="1733705" y="1468331"/>
            <a:chExt cx="978816" cy="1263746"/>
          </a:xfrm>
        </p:grpSpPr>
        <p:grpSp>
          <p:nvGrpSpPr>
            <p:cNvPr id="3194" name="Google Shape;3194;p43"/>
            <p:cNvGrpSpPr/>
            <p:nvPr/>
          </p:nvGrpSpPr>
          <p:grpSpPr>
            <a:xfrm>
              <a:off x="1786131" y="1468331"/>
              <a:ext cx="436609" cy="542257"/>
              <a:chOff x="742" y="2409"/>
              <a:chExt cx="576" cy="881"/>
            </a:xfrm>
          </p:grpSpPr>
          <p:grpSp>
            <p:nvGrpSpPr>
              <p:cNvPr id="3195" name="Google Shape;3195;p43"/>
              <p:cNvGrpSpPr/>
              <p:nvPr/>
            </p:nvGrpSpPr>
            <p:grpSpPr>
              <a:xfrm>
                <a:off x="832" y="2643"/>
                <a:ext cx="376" cy="647"/>
                <a:chOff x="3130" y="3288"/>
                <a:chExt cx="410" cy="742"/>
              </a:xfrm>
            </p:grpSpPr>
            <p:cxnSp>
              <p:nvCxnSpPr>
                <p:cNvPr id="3196" name="Google Shape;3196;p43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97" name="Google Shape;3197;p43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98" name="Google Shape;3198;p43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99" name="Google Shape;3199;p43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00" name="Google Shape;3200;p43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01" name="Google Shape;3201;p43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02" name="Google Shape;3202;p43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03" name="Google Shape;3203;p43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04" name="Google Shape;3204;p43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05" name="Google Shape;3205;p43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06" name="Google Shape;3206;p43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07" name="Google Shape;3207;p43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08" name="Google Shape;3208;p43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09" name="Google Shape;3209;p43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10" name="Google Shape;3210;p43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3211" name="Google Shape;3211;p4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12" name="Google Shape;3212;p43"/>
              <p:cNvSpPr/>
              <p:nvPr/>
            </p:nvSpPr>
            <p:spPr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3" name="Google Shape;3213;p43"/>
            <p:cNvGrpSpPr/>
            <p:nvPr/>
          </p:nvGrpSpPr>
          <p:grpSpPr>
            <a:xfrm>
              <a:off x="2275912" y="1898524"/>
              <a:ext cx="436609" cy="542257"/>
              <a:chOff x="742" y="2409"/>
              <a:chExt cx="576" cy="881"/>
            </a:xfrm>
          </p:grpSpPr>
          <p:grpSp>
            <p:nvGrpSpPr>
              <p:cNvPr id="3214" name="Google Shape;3214;p43"/>
              <p:cNvGrpSpPr/>
              <p:nvPr/>
            </p:nvGrpSpPr>
            <p:grpSpPr>
              <a:xfrm>
                <a:off x="832" y="2643"/>
                <a:ext cx="376" cy="647"/>
                <a:chOff x="3130" y="3288"/>
                <a:chExt cx="410" cy="742"/>
              </a:xfrm>
            </p:grpSpPr>
            <p:cxnSp>
              <p:nvCxnSpPr>
                <p:cNvPr id="3215" name="Google Shape;3215;p43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16" name="Google Shape;3216;p43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17" name="Google Shape;3217;p43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18" name="Google Shape;3218;p43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19" name="Google Shape;3219;p43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20" name="Google Shape;3220;p43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21" name="Google Shape;3221;p43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22" name="Google Shape;3222;p43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23" name="Google Shape;3223;p43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24" name="Google Shape;3224;p43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25" name="Google Shape;3225;p43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26" name="Google Shape;3226;p43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27" name="Google Shape;3227;p43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28" name="Google Shape;3228;p43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29" name="Google Shape;3229;p43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3230" name="Google Shape;3230;p4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31" name="Google Shape;3231;p43"/>
              <p:cNvSpPr/>
              <p:nvPr/>
            </p:nvSpPr>
            <p:spPr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32" name="Google Shape;3232;p43"/>
            <p:cNvGrpSpPr/>
            <p:nvPr/>
          </p:nvGrpSpPr>
          <p:grpSpPr>
            <a:xfrm>
              <a:off x="1733705" y="2189820"/>
              <a:ext cx="436609" cy="542257"/>
              <a:chOff x="742" y="2409"/>
              <a:chExt cx="576" cy="881"/>
            </a:xfrm>
          </p:grpSpPr>
          <p:grpSp>
            <p:nvGrpSpPr>
              <p:cNvPr id="3233" name="Google Shape;3233;p43"/>
              <p:cNvGrpSpPr/>
              <p:nvPr/>
            </p:nvGrpSpPr>
            <p:grpSpPr>
              <a:xfrm>
                <a:off x="832" y="2643"/>
                <a:ext cx="376" cy="647"/>
                <a:chOff x="3130" y="3288"/>
                <a:chExt cx="410" cy="742"/>
              </a:xfrm>
            </p:grpSpPr>
            <p:cxnSp>
              <p:nvCxnSpPr>
                <p:cNvPr id="3234" name="Google Shape;3234;p43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35" name="Google Shape;3235;p43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36" name="Google Shape;3236;p43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37" name="Google Shape;3237;p43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38" name="Google Shape;3238;p43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39" name="Google Shape;3239;p43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40" name="Google Shape;3240;p43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41" name="Google Shape;3241;p43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42" name="Google Shape;3242;p43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43" name="Google Shape;3243;p43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44" name="Google Shape;3244;p43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45" name="Google Shape;3245;p43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46" name="Google Shape;3246;p43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47" name="Google Shape;3247;p43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48" name="Google Shape;3248;p43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3249" name="Google Shape;3249;p4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50" name="Google Shape;3250;p43"/>
              <p:cNvSpPr/>
              <p:nvPr/>
            </p:nvSpPr>
            <p:spPr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51" name="Google Shape;3251;p43"/>
          <p:cNvGrpSpPr/>
          <p:nvPr/>
        </p:nvGrpSpPr>
        <p:grpSpPr>
          <a:xfrm>
            <a:off x="1911576" y="4775659"/>
            <a:ext cx="946235" cy="1184376"/>
            <a:chOff x="1733705" y="1468331"/>
            <a:chExt cx="978816" cy="1263746"/>
          </a:xfrm>
        </p:grpSpPr>
        <p:grpSp>
          <p:nvGrpSpPr>
            <p:cNvPr id="3252" name="Google Shape;3252;p43"/>
            <p:cNvGrpSpPr/>
            <p:nvPr/>
          </p:nvGrpSpPr>
          <p:grpSpPr>
            <a:xfrm>
              <a:off x="1786131" y="1468331"/>
              <a:ext cx="436609" cy="542257"/>
              <a:chOff x="742" y="2409"/>
              <a:chExt cx="576" cy="881"/>
            </a:xfrm>
          </p:grpSpPr>
          <p:grpSp>
            <p:nvGrpSpPr>
              <p:cNvPr id="3253" name="Google Shape;3253;p43"/>
              <p:cNvGrpSpPr/>
              <p:nvPr/>
            </p:nvGrpSpPr>
            <p:grpSpPr>
              <a:xfrm>
                <a:off x="832" y="2643"/>
                <a:ext cx="376" cy="647"/>
                <a:chOff x="3130" y="3288"/>
                <a:chExt cx="410" cy="742"/>
              </a:xfrm>
            </p:grpSpPr>
            <p:cxnSp>
              <p:nvCxnSpPr>
                <p:cNvPr id="3254" name="Google Shape;3254;p43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55" name="Google Shape;3255;p43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56" name="Google Shape;3256;p43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57" name="Google Shape;3257;p43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58" name="Google Shape;3258;p43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59" name="Google Shape;3259;p43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0" name="Google Shape;3260;p43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1" name="Google Shape;3261;p43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2" name="Google Shape;3262;p43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3" name="Google Shape;3263;p43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4" name="Google Shape;3264;p43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5" name="Google Shape;3265;p43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6" name="Google Shape;3266;p43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7" name="Google Shape;3267;p43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8" name="Google Shape;3268;p43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3269" name="Google Shape;3269;p4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70" name="Google Shape;3270;p43"/>
              <p:cNvSpPr/>
              <p:nvPr/>
            </p:nvSpPr>
            <p:spPr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71" name="Google Shape;3271;p43"/>
            <p:cNvGrpSpPr/>
            <p:nvPr/>
          </p:nvGrpSpPr>
          <p:grpSpPr>
            <a:xfrm>
              <a:off x="2275912" y="1898524"/>
              <a:ext cx="436609" cy="542257"/>
              <a:chOff x="742" y="2409"/>
              <a:chExt cx="576" cy="881"/>
            </a:xfrm>
          </p:grpSpPr>
          <p:grpSp>
            <p:nvGrpSpPr>
              <p:cNvPr id="3272" name="Google Shape;3272;p43"/>
              <p:cNvGrpSpPr/>
              <p:nvPr/>
            </p:nvGrpSpPr>
            <p:grpSpPr>
              <a:xfrm>
                <a:off x="832" y="2643"/>
                <a:ext cx="376" cy="647"/>
                <a:chOff x="3130" y="3288"/>
                <a:chExt cx="410" cy="742"/>
              </a:xfrm>
            </p:grpSpPr>
            <p:cxnSp>
              <p:nvCxnSpPr>
                <p:cNvPr id="3273" name="Google Shape;3273;p43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4" name="Google Shape;3274;p43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5" name="Google Shape;3275;p43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6" name="Google Shape;3276;p43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7" name="Google Shape;3277;p43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8" name="Google Shape;3278;p43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9" name="Google Shape;3279;p43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80" name="Google Shape;3280;p43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81" name="Google Shape;3281;p43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82" name="Google Shape;3282;p43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83" name="Google Shape;3283;p43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84" name="Google Shape;3284;p43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85" name="Google Shape;3285;p43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86" name="Google Shape;3286;p43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87" name="Google Shape;3287;p43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3288" name="Google Shape;3288;p4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89" name="Google Shape;3289;p43"/>
              <p:cNvSpPr/>
              <p:nvPr/>
            </p:nvSpPr>
            <p:spPr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90" name="Google Shape;3290;p43"/>
            <p:cNvGrpSpPr/>
            <p:nvPr/>
          </p:nvGrpSpPr>
          <p:grpSpPr>
            <a:xfrm>
              <a:off x="1733705" y="2189820"/>
              <a:ext cx="436609" cy="542257"/>
              <a:chOff x="742" y="2409"/>
              <a:chExt cx="576" cy="881"/>
            </a:xfrm>
          </p:grpSpPr>
          <p:grpSp>
            <p:nvGrpSpPr>
              <p:cNvPr id="3291" name="Google Shape;3291;p43"/>
              <p:cNvGrpSpPr/>
              <p:nvPr/>
            </p:nvGrpSpPr>
            <p:grpSpPr>
              <a:xfrm>
                <a:off x="832" y="2643"/>
                <a:ext cx="376" cy="647"/>
                <a:chOff x="3130" y="3288"/>
                <a:chExt cx="410" cy="742"/>
              </a:xfrm>
            </p:grpSpPr>
            <p:cxnSp>
              <p:nvCxnSpPr>
                <p:cNvPr id="3292" name="Google Shape;3292;p43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93" name="Google Shape;3293;p43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94" name="Google Shape;3294;p43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95" name="Google Shape;3295;p43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96" name="Google Shape;3296;p43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97" name="Google Shape;3297;p43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98" name="Google Shape;3298;p43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99" name="Google Shape;3299;p43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00" name="Google Shape;3300;p43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01" name="Google Shape;3301;p43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02" name="Google Shape;3302;p43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03" name="Google Shape;3303;p43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04" name="Google Shape;3304;p43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05" name="Google Shape;3305;p43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06" name="Google Shape;3306;p43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3307" name="Google Shape;3307;p4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08" name="Google Shape;3308;p43"/>
              <p:cNvSpPr/>
              <p:nvPr/>
            </p:nvSpPr>
            <p:spPr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3" name="Shape 3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4" name="Google Shape;3314;p44"/>
          <p:cNvSpPr/>
          <p:nvPr/>
        </p:nvSpPr>
        <p:spPr>
          <a:xfrm>
            <a:off x="331788" y="230188"/>
            <a:ext cx="517676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4G: differences from 3G</a:t>
            </a:r>
            <a:endParaRPr/>
          </a:p>
        </p:txBody>
      </p:sp>
      <p:pic>
        <p:nvPicPr>
          <p:cNvPr descr="underline_base" id="3315" name="Google Shape;331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463" y="813106"/>
            <a:ext cx="5170365" cy="188724"/>
          </a:xfrm>
          <a:prstGeom prst="rect">
            <a:avLst/>
          </a:prstGeom>
          <a:noFill/>
          <a:ln>
            <a:noFill/>
          </a:ln>
        </p:spPr>
      </p:pic>
      <p:sp>
        <p:nvSpPr>
          <p:cNvPr id="3316" name="Google Shape;3316;p44"/>
          <p:cNvSpPr txBox="1"/>
          <p:nvPr>
            <p:ph idx="1" type="body"/>
          </p:nvPr>
        </p:nvSpPr>
        <p:spPr>
          <a:xfrm>
            <a:off x="533400" y="1283521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8125" lvl="0" marL="23812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all IP core: IP packets tunneled (through core IP network) from base station to gateway</a:t>
            </a:r>
            <a:endParaRPr/>
          </a:p>
          <a:p>
            <a:pPr indent="-238125" lvl="0" marL="23812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no separation between voice and data – all traffic carried over IP core to gateway</a:t>
            </a:r>
            <a:endParaRPr/>
          </a:p>
        </p:txBody>
      </p:sp>
      <p:grpSp>
        <p:nvGrpSpPr>
          <p:cNvPr id="3317" name="Google Shape;3317;p44"/>
          <p:cNvGrpSpPr/>
          <p:nvPr/>
        </p:nvGrpSpPr>
        <p:grpSpPr>
          <a:xfrm>
            <a:off x="553851" y="5926862"/>
            <a:ext cx="5413375" cy="708025"/>
            <a:chOff x="1495425" y="5249771"/>
            <a:chExt cx="5413375" cy="708025"/>
          </a:xfrm>
        </p:grpSpPr>
        <p:cxnSp>
          <p:nvCxnSpPr>
            <p:cNvPr id="3318" name="Google Shape;3318;p44"/>
            <p:cNvCxnSpPr/>
            <p:nvPr/>
          </p:nvCxnSpPr>
          <p:spPr>
            <a:xfrm>
              <a:off x="3942882" y="5386388"/>
              <a:ext cx="0" cy="49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19" name="Google Shape;3319;p44"/>
            <p:cNvCxnSpPr/>
            <p:nvPr/>
          </p:nvCxnSpPr>
          <p:spPr>
            <a:xfrm>
              <a:off x="1495425" y="5624513"/>
              <a:ext cx="246382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320" name="Google Shape;3320;p44"/>
            <p:cNvSpPr txBox="1"/>
            <p:nvPr/>
          </p:nvSpPr>
          <p:spPr>
            <a:xfrm>
              <a:off x="1660768" y="5249771"/>
              <a:ext cx="2111375" cy="7080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radio access network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Universal Terrestrial Radio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 Network (UTRAN)</a:t>
              </a:r>
              <a:endParaRPr/>
            </a:p>
          </p:txBody>
        </p:sp>
        <p:cxnSp>
          <p:nvCxnSpPr>
            <p:cNvPr id="3321" name="Google Shape;3321;p44"/>
            <p:cNvCxnSpPr/>
            <p:nvPr/>
          </p:nvCxnSpPr>
          <p:spPr>
            <a:xfrm flipH="1">
              <a:off x="1512888" y="5280025"/>
              <a:ext cx="6350" cy="6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22" name="Google Shape;3322;p44"/>
            <p:cNvCxnSpPr/>
            <p:nvPr/>
          </p:nvCxnSpPr>
          <p:spPr>
            <a:xfrm>
              <a:off x="4706079" y="5624513"/>
              <a:ext cx="2202721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323" name="Google Shape;3323;p44"/>
            <p:cNvSpPr txBox="1"/>
            <p:nvPr/>
          </p:nvSpPr>
          <p:spPr>
            <a:xfrm>
              <a:off x="4360526" y="5310625"/>
              <a:ext cx="2146241" cy="58477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Evolved Packet Core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(EPC)</a:t>
              </a:r>
              <a:endPara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24" name="Google Shape;3324;p44"/>
            <p:cNvCxnSpPr/>
            <p:nvPr/>
          </p:nvCxnSpPr>
          <p:spPr>
            <a:xfrm>
              <a:off x="6908800" y="5348288"/>
              <a:ext cx="0" cy="496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25" name="Google Shape;3325;p44"/>
            <p:cNvCxnSpPr/>
            <p:nvPr/>
          </p:nvCxnSpPr>
          <p:spPr>
            <a:xfrm rot="10800000">
              <a:off x="3931902" y="5624513"/>
              <a:ext cx="592123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3326" name="Google Shape;3326;p44"/>
          <p:cNvCxnSpPr/>
          <p:nvPr/>
        </p:nvCxnSpPr>
        <p:spPr>
          <a:xfrm flipH="1" rot="10800000">
            <a:off x="2358700" y="5580309"/>
            <a:ext cx="3464419" cy="25790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7" name="Google Shape;3327;p44"/>
          <p:cNvCxnSpPr/>
          <p:nvPr/>
        </p:nvCxnSpPr>
        <p:spPr>
          <a:xfrm>
            <a:off x="2800907" y="5500819"/>
            <a:ext cx="2965063" cy="330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8" name="Google Shape;3328;p44"/>
          <p:cNvCxnSpPr/>
          <p:nvPr/>
        </p:nvCxnSpPr>
        <p:spPr>
          <a:xfrm>
            <a:off x="2387581" y="5208067"/>
            <a:ext cx="3412259" cy="28136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gyjavg[1]" id="3329" name="Google Shape;332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5826" y="5063422"/>
            <a:ext cx="252413" cy="1446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30" name="Google Shape;3330;p44"/>
          <p:cNvGrpSpPr/>
          <p:nvPr/>
        </p:nvGrpSpPr>
        <p:grpSpPr>
          <a:xfrm>
            <a:off x="569589" y="5385415"/>
            <a:ext cx="831850" cy="143387"/>
            <a:chOff x="3072" y="739"/>
            <a:chExt cx="652" cy="146"/>
          </a:xfrm>
        </p:grpSpPr>
        <p:pic>
          <p:nvPicPr>
            <p:cNvPr descr="lgv_fqmg[1]" id="3331" name="Google Shape;3331;p4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332" name="Google Shape;3332;p44"/>
            <p:cNvCxnSpPr/>
            <p:nvPr/>
          </p:nvCxnSpPr>
          <p:spPr>
            <a:xfrm rot="10800000">
              <a:off x="3104" y="784"/>
              <a:ext cx="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33" name="Google Shape;3333;p44"/>
            <p:cNvCxnSpPr/>
            <p:nvPr/>
          </p:nvCxnSpPr>
          <p:spPr>
            <a:xfrm rot="10800000">
              <a:off x="3072" y="759"/>
              <a:ext cx="1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imgyjavg[1]" id="3334" name="Google Shape;333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401" y="5649549"/>
            <a:ext cx="252413" cy="144645"/>
          </a:xfrm>
          <a:prstGeom prst="rect">
            <a:avLst/>
          </a:prstGeom>
          <a:noFill/>
          <a:ln>
            <a:noFill/>
          </a:ln>
        </p:spPr>
      </p:pic>
      <p:sp>
        <p:nvSpPr>
          <p:cNvPr id="3335" name="Google Shape;3335;p44"/>
          <p:cNvSpPr/>
          <p:nvPr/>
        </p:nvSpPr>
        <p:spPr>
          <a:xfrm>
            <a:off x="7486922" y="4837650"/>
            <a:ext cx="1235075" cy="133199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36" name="Google Shape;3336;p44"/>
          <p:cNvSpPr txBox="1"/>
          <p:nvPr/>
        </p:nvSpPr>
        <p:spPr>
          <a:xfrm>
            <a:off x="7594872" y="5109331"/>
            <a:ext cx="882650" cy="462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</p:txBody>
      </p:sp>
      <p:grpSp>
        <p:nvGrpSpPr>
          <p:cNvPr id="3337" name="Google Shape;3337;p44"/>
          <p:cNvGrpSpPr/>
          <p:nvPr/>
        </p:nvGrpSpPr>
        <p:grpSpPr>
          <a:xfrm>
            <a:off x="6721747" y="5003678"/>
            <a:ext cx="550863" cy="793661"/>
            <a:chOff x="611" y="3693"/>
            <a:chExt cx="449" cy="287"/>
          </a:xfrm>
        </p:grpSpPr>
        <p:sp>
          <p:nvSpPr>
            <p:cNvPr id="3338" name="Google Shape;3338;p44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339" name="Google Shape;3339;p44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3340" name="Google Shape;3340;p44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341" name="Google Shape;3341;p44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sp>
          <p:nvSpPr>
            <p:cNvPr id="3342" name="Google Shape;3342;p44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343" name="Google Shape;3343;p44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344" name="Google Shape;3344;p44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345" name="Google Shape;3345;p44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346" name="Google Shape;3346;p44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3347" name="Google Shape;3347;p44"/>
          <p:cNvSpPr txBox="1"/>
          <p:nvPr/>
        </p:nvSpPr>
        <p:spPr>
          <a:xfrm>
            <a:off x="6669360" y="5782245"/>
            <a:ext cx="81304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P-GW</a:t>
            </a:r>
            <a:endParaRPr/>
          </a:p>
        </p:txBody>
      </p:sp>
      <p:sp>
        <p:nvSpPr>
          <p:cNvPr id="3348" name="Google Shape;3348;p44"/>
          <p:cNvSpPr txBox="1"/>
          <p:nvPr/>
        </p:nvSpPr>
        <p:spPr>
          <a:xfrm>
            <a:off x="6791597" y="4946525"/>
            <a:ext cx="361950" cy="290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3349" name="Google Shape;3349;p44"/>
          <p:cNvCxnSpPr/>
          <p:nvPr/>
        </p:nvCxnSpPr>
        <p:spPr>
          <a:xfrm>
            <a:off x="7251972" y="5505533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50" name="Google Shape;3350;p44"/>
          <p:cNvGrpSpPr/>
          <p:nvPr/>
        </p:nvGrpSpPr>
        <p:grpSpPr>
          <a:xfrm>
            <a:off x="5955679" y="4994615"/>
            <a:ext cx="550863" cy="793661"/>
            <a:chOff x="611" y="3693"/>
            <a:chExt cx="449" cy="287"/>
          </a:xfrm>
        </p:grpSpPr>
        <p:sp>
          <p:nvSpPr>
            <p:cNvPr id="3351" name="Google Shape;3351;p44"/>
            <p:cNvSpPr/>
            <p:nvPr/>
          </p:nvSpPr>
          <p:spPr>
            <a:xfrm>
              <a:off x="636" y="3774"/>
              <a:ext cx="336" cy="20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352" name="Google Shape;3352;p44"/>
            <p:cNvGrpSpPr/>
            <p:nvPr/>
          </p:nvGrpSpPr>
          <p:grpSpPr>
            <a:xfrm>
              <a:off x="687" y="3826"/>
              <a:ext cx="224" cy="110"/>
              <a:chOff x="687" y="3826"/>
              <a:chExt cx="224" cy="110"/>
            </a:xfrm>
          </p:grpSpPr>
          <p:sp>
            <p:nvSpPr>
              <p:cNvPr id="3353" name="Google Shape;3353;p44"/>
              <p:cNvSpPr/>
              <p:nvPr/>
            </p:nvSpPr>
            <p:spPr>
              <a:xfrm>
                <a:off x="687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354" name="Google Shape;3354;p44"/>
              <p:cNvSpPr/>
              <p:nvPr/>
            </p:nvSpPr>
            <p:spPr>
              <a:xfrm flipH="1" rot="10800000">
                <a:off x="689" y="3826"/>
                <a:ext cx="222" cy="110"/>
              </a:xfrm>
              <a:custGeom>
                <a:rect b="b" l="l" r="r" t="t"/>
                <a:pathLst>
                  <a:path extrusionOk="0" h="110" w="222">
                    <a:moveTo>
                      <a:pt x="0" y="110"/>
                    </a:moveTo>
                    <a:lnTo>
                      <a:pt x="36" y="110"/>
                    </a:lnTo>
                    <a:lnTo>
                      <a:pt x="183" y="0"/>
                    </a:lnTo>
                    <a:lnTo>
                      <a:pt x="222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sp>
          <p:nvSpPr>
            <p:cNvPr id="3355" name="Google Shape;3355;p44"/>
            <p:cNvSpPr/>
            <p:nvPr/>
          </p:nvSpPr>
          <p:spPr>
            <a:xfrm>
              <a:off x="975" y="3704"/>
              <a:ext cx="62" cy="74"/>
            </a:xfrm>
            <a:custGeom>
              <a:rect b="b" l="l" r="r" t="t"/>
              <a:pathLst>
                <a:path extrusionOk="0" h="74" w="62">
                  <a:moveTo>
                    <a:pt x="36" y="0"/>
                  </a:moveTo>
                  <a:lnTo>
                    <a:pt x="62" y="57"/>
                  </a:lnTo>
                  <a:lnTo>
                    <a:pt x="0" y="7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356" name="Google Shape;3356;p44"/>
            <p:cNvSpPr/>
            <p:nvPr/>
          </p:nvSpPr>
          <p:spPr>
            <a:xfrm>
              <a:off x="972" y="3764"/>
              <a:ext cx="63" cy="216"/>
            </a:xfrm>
            <a:custGeom>
              <a:rect b="b" l="l" r="r" t="t"/>
              <a:pathLst>
                <a:path extrusionOk="0" h="225" w="63">
                  <a:moveTo>
                    <a:pt x="2" y="16"/>
                  </a:moveTo>
                  <a:lnTo>
                    <a:pt x="0" y="225"/>
                  </a:lnTo>
                  <a:lnTo>
                    <a:pt x="62" y="202"/>
                  </a:lnTo>
                  <a:lnTo>
                    <a:pt x="63" y="0"/>
                  </a:lnTo>
                  <a:lnTo>
                    <a:pt x="2" y="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357" name="Google Shape;3357;p44"/>
            <p:cNvSpPr/>
            <p:nvPr/>
          </p:nvSpPr>
          <p:spPr>
            <a:xfrm>
              <a:off x="1013" y="3693"/>
              <a:ext cx="47" cy="78"/>
            </a:xfrm>
            <a:custGeom>
              <a:rect b="b" l="l" r="r" t="t"/>
              <a:pathLst>
                <a:path extrusionOk="0" h="78" w="47">
                  <a:moveTo>
                    <a:pt x="12" y="0"/>
                  </a:moveTo>
                  <a:lnTo>
                    <a:pt x="47" y="78"/>
                  </a:lnTo>
                  <a:lnTo>
                    <a:pt x="15" y="77"/>
                  </a:lnTo>
                  <a:lnTo>
                    <a:pt x="0" y="3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358" name="Google Shape;3358;p44"/>
            <p:cNvSpPr/>
            <p:nvPr/>
          </p:nvSpPr>
          <p:spPr>
            <a:xfrm>
              <a:off x="987" y="3728"/>
              <a:ext cx="44" cy="51"/>
            </a:xfrm>
            <a:custGeom>
              <a:rect b="b" l="l" r="r" t="t"/>
              <a:pathLst>
                <a:path extrusionOk="0" h="51" w="44">
                  <a:moveTo>
                    <a:pt x="23" y="0"/>
                  </a:moveTo>
                  <a:lnTo>
                    <a:pt x="0" y="51"/>
                  </a:lnTo>
                  <a:lnTo>
                    <a:pt x="44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359" name="Google Shape;3359;p44"/>
            <p:cNvSpPr/>
            <p:nvPr/>
          </p:nvSpPr>
          <p:spPr>
            <a:xfrm>
              <a:off x="611" y="3695"/>
              <a:ext cx="417" cy="95"/>
            </a:xfrm>
            <a:custGeom>
              <a:rect b="b" l="l" r="r" t="t"/>
              <a:pathLst>
                <a:path extrusionOk="0" h="95" w="417">
                  <a:moveTo>
                    <a:pt x="0" y="95"/>
                  </a:moveTo>
                  <a:lnTo>
                    <a:pt x="66" y="1"/>
                  </a:lnTo>
                  <a:lnTo>
                    <a:pt x="417" y="0"/>
                  </a:lnTo>
                  <a:lnTo>
                    <a:pt x="370" y="95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3360" name="Google Shape;3360;p44"/>
          <p:cNvSpPr txBox="1"/>
          <p:nvPr/>
        </p:nvSpPr>
        <p:spPr>
          <a:xfrm>
            <a:off x="5903292" y="5773182"/>
            <a:ext cx="81304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S-GW</a:t>
            </a:r>
            <a:endParaRPr/>
          </a:p>
        </p:txBody>
      </p:sp>
      <p:sp>
        <p:nvSpPr>
          <p:cNvPr id="3361" name="Google Shape;3361;p44"/>
          <p:cNvSpPr txBox="1"/>
          <p:nvPr/>
        </p:nvSpPr>
        <p:spPr>
          <a:xfrm>
            <a:off x="6025529" y="4937462"/>
            <a:ext cx="361950" cy="290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3362" name="Google Shape;3362;p44"/>
          <p:cNvCxnSpPr/>
          <p:nvPr/>
        </p:nvCxnSpPr>
        <p:spPr>
          <a:xfrm>
            <a:off x="6485904" y="549647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3" name="Google Shape;3363;p44"/>
          <p:cNvSpPr txBox="1"/>
          <p:nvPr/>
        </p:nvSpPr>
        <p:spPr>
          <a:xfrm>
            <a:off x="292258" y="3766274"/>
            <a:ext cx="155681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UE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(user element)</a:t>
            </a:r>
            <a:endParaRPr/>
          </a:p>
        </p:txBody>
      </p:sp>
      <p:cxnSp>
        <p:nvCxnSpPr>
          <p:cNvPr id="3364" name="Google Shape;3364;p44"/>
          <p:cNvCxnSpPr/>
          <p:nvPr/>
        </p:nvCxnSpPr>
        <p:spPr>
          <a:xfrm>
            <a:off x="1093437" y="4343233"/>
            <a:ext cx="0" cy="614611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000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5" name="Google Shape;3365;p44"/>
          <p:cNvSpPr txBox="1"/>
          <p:nvPr/>
        </p:nvSpPr>
        <p:spPr>
          <a:xfrm>
            <a:off x="1770433" y="3766274"/>
            <a:ext cx="14457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eNodeB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(base station)</a:t>
            </a:r>
            <a:endParaRPr/>
          </a:p>
        </p:txBody>
      </p:sp>
      <p:cxnSp>
        <p:nvCxnSpPr>
          <p:cNvPr id="3366" name="Google Shape;3366;p44"/>
          <p:cNvCxnSpPr/>
          <p:nvPr/>
        </p:nvCxnSpPr>
        <p:spPr>
          <a:xfrm>
            <a:off x="2369921" y="4320464"/>
            <a:ext cx="4408" cy="485872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000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7" name="Google Shape;3367;p44"/>
          <p:cNvSpPr txBox="1"/>
          <p:nvPr/>
        </p:nvSpPr>
        <p:spPr>
          <a:xfrm>
            <a:off x="7107911" y="3376022"/>
            <a:ext cx="124906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Packet data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 Gateway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 (P-GW)</a:t>
            </a:r>
            <a:endParaRPr/>
          </a:p>
        </p:txBody>
      </p:sp>
      <p:cxnSp>
        <p:nvCxnSpPr>
          <p:cNvPr id="3368" name="Google Shape;3368;p44"/>
          <p:cNvCxnSpPr/>
          <p:nvPr/>
        </p:nvCxnSpPr>
        <p:spPr>
          <a:xfrm flipH="1">
            <a:off x="7005586" y="4323367"/>
            <a:ext cx="289249" cy="542459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000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9" name="Google Shape;3369;p44"/>
          <p:cNvSpPr txBox="1"/>
          <p:nvPr/>
        </p:nvSpPr>
        <p:spPr>
          <a:xfrm>
            <a:off x="6188666" y="3396468"/>
            <a:ext cx="99438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Serving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Gateway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 (S-GW)</a:t>
            </a:r>
            <a:endParaRPr/>
          </a:p>
        </p:txBody>
      </p:sp>
      <p:cxnSp>
        <p:nvCxnSpPr>
          <p:cNvPr id="3370" name="Google Shape;3370;p44"/>
          <p:cNvCxnSpPr>
            <a:stCxn id="3369" idx="2"/>
          </p:cNvCxnSpPr>
          <p:nvPr/>
        </p:nvCxnSpPr>
        <p:spPr>
          <a:xfrm flipH="1">
            <a:off x="6336958" y="4319798"/>
            <a:ext cx="348900" cy="61950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000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1" name="Google Shape;3371;p44"/>
          <p:cNvSpPr txBox="1"/>
          <p:nvPr/>
        </p:nvSpPr>
        <p:spPr>
          <a:xfrm>
            <a:off x="2820094" y="5395779"/>
            <a:ext cx="6339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grpSp>
        <p:nvGrpSpPr>
          <p:cNvPr id="3372" name="Google Shape;3372;p44"/>
          <p:cNvGrpSpPr/>
          <p:nvPr/>
        </p:nvGrpSpPr>
        <p:grpSpPr>
          <a:xfrm>
            <a:off x="2387580" y="3037521"/>
            <a:ext cx="3769997" cy="2661882"/>
            <a:chOff x="2387580" y="3037521"/>
            <a:chExt cx="3769997" cy="2661882"/>
          </a:xfrm>
        </p:grpSpPr>
        <p:cxnSp>
          <p:nvCxnSpPr>
            <p:cNvPr id="3373" name="Google Shape;3373;p44"/>
            <p:cNvCxnSpPr/>
            <p:nvPr/>
          </p:nvCxnSpPr>
          <p:spPr>
            <a:xfrm flipH="1">
              <a:off x="2759629" y="4812246"/>
              <a:ext cx="1461475" cy="5416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374" name="Google Shape;3374;p44"/>
            <p:cNvCxnSpPr/>
            <p:nvPr/>
          </p:nvCxnSpPr>
          <p:spPr>
            <a:xfrm flipH="1">
              <a:off x="2436482" y="4807495"/>
              <a:ext cx="1751742" cy="2968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375" name="Google Shape;3375;p44"/>
            <p:cNvCxnSpPr/>
            <p:nvPr/>
          </p:nvCxnSpPr>
          <p:spPr>
            <a:xfrm flipH="1">
              <a:off x="2387580" y="4864861"/>
              <a:ext cx="1800643" cy="83454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376" name="Google Shape;3376;p44"/>
            <p:cNvCxnSpPr/>
            <p:nvPr/>
          </p:nvCxnSpPr>
          <p:spPr>
            <a:xfrm rot="10800000">
              <a:off x="4739087" y="4944462"/>
              <a:ext cx="1216590" cy="3485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377" name="Google Shape;3377;p44"/>
            <p:cNvCxnSpPr/>
            <p:nvPr/>
          </p:nvCxnSpPr>
          <p:spPr>
            <a:xfrm flipH="1" rot="10800000">
              <a:off x="4710870" y="4650826"/>
              <a:ext cx="205932" cy="1614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3378" name="Google Shape;3378;p44"/>
            <p:cNvGrpSpPr/>
            <p:nvPr/>
          </p:nvGrpSpPr>
          <p:grpSpPr>
            <a:xfrm>
              <a:off x="4124725" y="4207019"/>
              <a:ext cx="723200" cy="880827"/>
              <a:chOff x="4804140" y="4632965"/>
              <a:chExt cx="723200" cy="1348762"/>
            </a:xfrm>
          </p:grpSpPr>
          <p:grpSp>
            <p:nvGrpSpPr>
              <p:cNvPr id="3379" name="Google Shape;3379;p44"/>
              <p:cNvGrpSpPr/>
              <p:nvPr/>
            </p:nvGrpSpPr>
            <p:grpSpPr>
              <a:xfrm>
                <a:off x="4867640" y="5188066"/>
                <a:ext cx="550863" cy="793661"/>
                <a:chOff x="611" y="3693"/>
                <a:chExt cx="449" cy="287"/>
              </a:xfrm>
            </p:grpSpPr>
            <p:sp>
              <p:nvSpPr>
                <p:cNvPr id="3380" name="Google Shape;3380;p44"/>
                <p:cNvSpPr/>
                <p:nvPr/>
              </p:nvSpPr>
              <p:spPr>
                <a:xfrm>
                  <a:off x="636" y="3774"/>
                  <a:ext cx="336" cy="206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81" name="Google Shape;3381;p44"/>
                <p:cNvSpPr/>
                <p:nvPr/>
              </p:nvSpPr>
              <p:spPr>
                <a:xfrm>
                  <a:off x="975" y="3704"/>
                  <a:ext cx="62" cy="74"/>
                </a:xfrm>
                <a:custGeom>
                  <a:rect b="b" l="l" r="r" t="t"/>
                  <a:pathLst>
                    <a:path extrusionOk="0" h="74" w="62">
                      <a:moveTo>
                        <a:pt x="36" y="0"/>
                      </a:moveTo>
                      <a:lnTo>
                        <a:pt x="62" y="57"/>
                      </a:lnTo>
                      <a:lnTo>
                        <a:pt x="0" y="7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82" name="Google Shape;3382;p44"/>
                <p:cNvSpPr/>
                <p:nvPr/>
              </p:nvSpPr>
              <p:spPr>
                <a:xfrm>
                  <a:off x="972" y="3764"/>
                  <a:ext cx="63" cy="216"/>
                </a:xfrm>
                <a:custGeom>
                  <a:rect b="b" l="l" r="r" t="t"/>
                  <a:pathLst>
                    <a:path extrusionOk="0" h="225" w="63">
                      <a:moveTo>
                        <a:pt x="2" y="16"/>
                      </a:moveTo>
                      <a:lnTo>
                        <a:pt x="0" y="225"/>
                      </a:lnTo>
                      <a:lnTo>
                        <a:pt x="62" y="202"/>
                      </a:lnTo>
                      <a:lnTo>
                        <a:pt x="63" y="0"/>
                      </a:lnTo>
                      <a:lnTo>
                        <a:pt x="2" y="1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83" name="Google Shape;3383;p44"/>
                <p:cNvSpPr/>
                <p:nvPr/>
              </p:nvSpPr>
              <p:spPr>
                <a:xfrm>
                  <a:off x="1013" y="3693"/>
                  <a:ext cx="47" cy="78"/>
                </a:xfrm>
                <a:custGeom>
                  <a:rect b="b" l="l" r="r" t="t"/>
                  <a:pathLst>
                    <a:path extrusionOk="0" h="78" w="47">
                      <a:moveTo>
                        <a:pt x="12" y="0"/>
                      </a:moveTo>
                      <a:lnTo>
                        <a:pt x="47" y="78"/>
                      </a:lnTo>
                      <a:lnTo>
                        <a:pt x="15" y="77"/>
                      </a:lnTo>
                      <a:lnTo>
                        <a:pt x="0" y="35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84" name="Google Shape;3384;p44"/>
                <p:cNvSpPr/>
                <p:nvPr/>
              </p:nvSpPr>
              <p:spPr>
                <a:xfrm>
                  <a:off x="987" y="3728"/>
                  <a:ext cx="44" cy="51"/>
                </a:xfrm>
                <a:custGeom>
                  <a:rect b="b" l="l" r="r" t="t"/>
                  <a:pathLst>
                    <a:path extrusionOk="0" h="51" w="44">
                      <a:moveTo>
                        <a:pt x="23" y="0"/>
                      </a:moveTo>
                      <a:lnTo>
                        <a:pt x="0" y="51"/>
                      </a:lnTo>
                      <a:lnTo>
                        <a:pt x="44" y="45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85" name="Google Shape;3385;p44"/>
                <p:cNvSpPr/>
                <p:nvPr/>
              </p:nvSpPr>
              <p:spPr>
                <a:xfrm>
                  <a:off x="611" y="3695"/>
                  <a:ext cx="417" cy="95"/>
                </a:xfrm>
                <a:custGeom>
                  <a:rect b="b" l="l" r="r" t="t"/>
                  <a:pathLst>
                    <a:path extrusionOk="0" h="95" w="417">
                      <a:moveTo>
                        <a:pt x="0" y="95"/>
                      </a:moveTo>
                      <a:lnTo>
                        <a:pt x="66" y="1"/>
                      </a:lnTo>
                      <a:lnTo>
                        <a:pt x="417" y="0"/>
                      </a:lnTo>
                      <a:lnTo>
                        <a:pt x="370" y="95"/>
                      </a:lnTo>
                      <a:lnTo>
                        <a:pt x="0" y="9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  <p:sp>
            <p:nvSpPr>
              <p:cNvPr id="3386" name="Google Shape;3386;p44"/>
              <p:cNvSpPr txBox="1"/>
              <p:nvPr/>
            </p:nvSpPr>
            <p:spPr>
              <a:xfrm>
                <a:off x="4804140" y="4632965"/>
                <a:ext cx="723200" cy="565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MME</a:t>
                </a:r>
                <a:endParaRPr/>
              </a:p>
            </p:txBody>
          </p:sp>
        </p:grpSp>
        <p:grpSp>
          <p:nvGrpSpPr>
            <p:cNvPr id="3387" name="Google Shape;3387;p44"/>
            <p:cNvGrpSpPr/>
            <p:nvPr/>
          </p:nvGrpSpPr>
          <p:grpSpPr>
            <a:xfrm>
              <a:off x="4839014" y="3960851"/>
              <a:ext cx="659293" cy="880827"/>
              <a:chOff x="4804140" y="4632965"/>
              <a:chExt cx="659293" cy="1348762"/>
            </a:xfrm>
          </p:grpSpPr>
          <p:grpSp>
            <p:nvGrpSpPr>
              <p:cNvPr id="3388" name="Google Shape;3388;p44"/>
              <p:cNvGrpSpPr/>
              <p:nvPr/>
            </p:nvGrpSpPr>
            <p:grpSpPr>
              <a:xfrm>
                <a:off x="4867640" y="5188066"/>
                <a:ext cx="550863" cy="793661"/>
                <a:chOff x="611" y="3693"/>
                <a:chExt cx="449" cy="287"/>
              </a:xfrm>
            </p:grpSpPr>
            <p:sp>
              <p:nvSpPr>
                <p:cNvPr id="3389" name="Google Shape;3389;p44"/>
                <p:cNvSpPr/>
                <p:nvPr/>
              </p:nvSpPr>
              <p:spPr>
                <a:xfrm>
                  <a:off x="636" y="3774"/>
                  <a:ext cx="336" cy="206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90" name="Google Shape;3390;p44"/>
                <p:cNvSpPr/>
                <p:nvPr/>
              </p:nvSpPr>
              <p:spPr>
                <a:xfrm>
                  <a:off x="975" y="3704"/>
                  <a:ext cx="62" cy="74"/>
                </a:xfrm>
                <a:custGeom>
                  <a:rect b="b" l="l" r="r" t="t"/>
                  <a:pathLst>
                    <a:path extrusionOk="0" h="74" w="62">
                      <a:moveTo>
                        <a:pt x="36" y="0"/>
                      </a:moveTo>
                      <a:lnTo>
                        <a:pt x="62" y="57"/>
                      </a:lnTo>
                      <a:lnTo>
                        <a:pt x="0" y="7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91" name="Google Shape;3391;p44"/>
                <p:cNvSpPr/>
                <p:nvPr/>
              </p:nvSpPr>
              <p:spPr>
                <a:xfrm>
                  <a:off x="972" y="3764"/>
                  <a:ext cx="63" cy="216"/>
                </a:xfrm>
                <a:custGeom>
                  <a:rect b="b" l="l" r="r" t="t"/>
                  <a:pathLst>
                    <a:path extrusionOk="0" h="225" w="63">
                      <a:moveTo>
                        <a:pt x="2" y="16"/>
                      </a:moveTo>
                      <a:lnTo>
                        <a:pt x="0" y="225"/>
                      </a:lnTo>
                      <a:lnTo>
                        <a:pt x="62" y="202"/>
                      </a:lnTo>
                      <a:lnTo>
                        <a:pt x="63" y="0"/>
                      </a:lnTo>
                      <a:lnTo>
                        <a:pt x="2" y="1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92" name="Google Shape;3392;p44"/>
                <p:cNvSpPr/>
                <p:nvPr/>
              </p:nvSpPr>
              <p:spPr>
                <a:xfrm>
                  <a:off x="1013" y="3693"/>
                  <a:ext cx="47" cy="78"/>
                </a:xfrm>
                <a:custGeom>
                  <a:rect b="b" l="l" r="r" t="t"/>
                  <a:pathLst>
                    <a:path extrusionOk="0" h="78" w="47">
                      <a:moveTo>
                        <a:pt x="12" y="0"/>
                      </a:moveTo>
                      <a:lnTo>
                        <a:pt x="47" y="78"/>
                      </a:lnTo>
                      <a:lnTo>
                        <a:pt x="15" y="77"/>
                      </a:lnTo>
                      <a:lnTo>
                        <a:pt x="0" y="35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93" name="Google Shape;3393;p44"/>
                <p:cNvSpPr/>
                <p:nvPr/>
              </p:nvSpPr>
              <p:spPr>
                <a:xfrm>
                  <a:off x="987" y="3728"/>
                  <a:ext cx="44" cy="51"/>
                </a:xfrm>
                <a:custGeom>
                  <a:rect b="b" l="l" r="r" t="t"/>
                  <a:pathLst>
                    <a:path extrusionOk="0" h="51" w="44">
                      <a:moveTo>
                        <a:pt x="23" y="0"/>
                      </a:moveTo>
                      <a:lnTo>
                        <a:pt x="0" y="51"/>
                      </a:lnTo>
                      <a:lnTo>
                        <a:pt x="44" y="45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3394" name="Google Shape;3394;p44"/>
                <p:cNvSpPr/>
                <p:nvPr/>
              </p:nvSpPr>
              <p:spPr>
                <a:xfrm>
                  <a:off x="611" y="3695"/>
                  <a:ext cx="417" cy="95"/>
                </a:xfrm>
                <a:custGeom>
                  <a:rect b="b" l="l" r="r" t="t"/>
                  <a:pathLst>
                    <a:path extrusionOk="0" h="95" w="417">
                      <a:moveTo>
                        <a:pt x="0" y="95"/>
                      </a:moveTo>
                      <a:lnTo>
                        <a:pt x="66" y="1"/>
                      </a:lnTo>
                      <a:lnTo>
                        <a:pt x="417" y="0"/>
                      </a:lnTo>
                      <a:lnTo>
                        <a:pt x="370" y="95"/>
                      </a:lnTo>
                      <a:lnTo>
                        <a:pt x="0" y="9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  <p:sp>
            <p:nvSpPr>
              <p:cNvPr id="3395" name="Google Shape;3395;p44"/>
              <p:cNvSpPr txBox="1"/>
              <p:nvPr/>
            </p:nvSpPr>
            <p:spPr>
              <a:xfrm>
                <a:off x="4804140" y="4632965"/>
                <a:ext cx="659293" cy="565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HSS</a:t>
                </a:r>
                <a:endParaRPr/>
              </a:p>
            </p:txBody>
          </p:sp>
        </p:grpSp>
        <p:sp>
          <p:nvSpPr>
            <p:cNvPr id="3396" name="Google Shape;3396;p44"/>
            <p:cNvSpPr txBox="1"/>
            <p:nvPr/>
          </p:nvSpPr>
          <p:spPr>
            <a:xfrm>
              <a:off x="2877364" y="3037521"/>
              <a:ext cx="1410174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Mobility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Management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Entity (MME)</a:t>
              </a:r>
              <a:endParaRPr/>
            </a:p>
          </p:txBody>
        </p:sp>
        <p:cxnSp>
          <p:nvCxnSpPr>
            <p:cNvPr id="3397" name="Google Shape;3397;p44"/>
            <p:cNvCxnSpPr>
              <a:stCxn id="3396" idx="2"/>
            </p:cNvCxnSpPr>
            <p:nvPr/>
          </p:nvCxnSpPr>
          <p:spPr>
            <a:xfrm>
              <a:off x="3582451" y="3960851"/>
              <a:ext cx="885900" cy="25260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00009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98" name="Google Shape;3398;p44"/>
            <p:cNvSpPr txBox="1"/>
            <p:nvPr/>
          </p:nvSpPr>
          <p:spPr>
            <a:xfrm rot="-498750">
              <a:off x="2859369" y="4630375"/>
              <a:ext cx="8690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</p:txBody>
        </p:sp>
        <p:sp>
          <p:nvSpPr>
            <p:cNvPr id="3399" name="Google Shape;3399;p44"/>
            <p:cNvSpPr txBox="1"/>
            <p:nvPr/>
          </p:nvSpPr>
          <p:spPr>
            <a:xfrm>
              <a:off x="4338712" y="3058008"/>
              <a:ext cx="1818865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Home Subscriber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Server(HSS)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 (like HLR+VLR)</a:t>
              </a:r>
              <a:endParaRPr/>
            </a:p>
          </p:txBody>
        </p:sp>
        <p:cxnSp>
          <p:nvCxnSpPr>
            <p:cNvPr id="3400" name="Google Shape;3400;p44"/>
            <p:cNvCxnSpPr/>
            <p:nvPr/>
          </p:nvCxnSpPr>
          <p:spPr>
            <a:xfrm>
              <a:off x="5508556" y="3906197"/>
              <a:ext cx="0" cy="300822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00009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401" name="Google Shape;3401;p44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02" name="Google Shape;3402;p44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grpSp>
        <p:nvGrpSpPr>
          <p:cNvPr id="3403" name="Google Shape;3403;p44"/>
          <p:cNvGrpSpPr/>
          <p:nvPr/>
        </p:nvGrpSpPr>
        <p:grpSpPr>
          <a:xfrm>
            <a:off x="6649123" y="5358252"/>
            <a:ext cx="661282" cy="323815"/>
            <a:chOff x="1871277" y="1576300"/>
            <a:chExt cx="1128371" cy="437861"/>
          </a:xfrm>
        </p:grpSpPr>
        <p:sp>
          <p:nvSpPr>
            <p:cNvPr id="3404" name="Google Shape;3404;p44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5" name="Google Shape;3405;p44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6" name="Google Shape;3406;p44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7" name="Google Shape;3407;p44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8" name="Google Shape;3408;p44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9" name="Google Shape;3409;p44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0" name="Google Shape;3410;p44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11" name="Google Shape;3411;p44"/>
            <p:cNvCxnSpPr>
              <a:endCxn id="3406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  <p:cxnSp>
          <p:nvCxnSpPr>
            <p:cNvPr id="3412" name="Google Shape;3412;p44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3413" name="Google Shape;3413;p44"/>
          <p:cNvGrpSpPr/>
          <p:nvPr/>
        </p:nvGrpSpPr>
        <p:grpSpPr>
          <a:xfrm>
            <a:off x="5829074" y="5351913"/>
            <a:ext cx="661282" cy="323815"/>
            <a:chOff x="1871277" y="1576300"/>
            <a:chExt cx="1128371" cy="437861"/>
          </a:xfrm>
        </p:grpSpPr>
        <p:sp>
          <p:nvSpPr>
            <p:cNvPr id="3414" name="Google Shape;3414;p44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5" name="Google Shape;3415;p44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6" name="Google Shape;3416;p44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7" name="Google Shape;3417;p44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8" name="Google Shape;3418;p44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9" name="Google Shape;3419;p44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0" name="Google Shape;3420;p44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21" name="Google Shape;3421;p44"/>
            <p:cNvCxnSpPr>
              <a:endCxn id="3416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  <p:cxnSp>
          <p:nvCxnSpPr>
            <p:cNvPr id="3422" name="Google Shape;3422;p44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3423" name="Google Shape;3423;p44"/>
          <p:cNvGrpSpPr/>
          <p:nvPr/>
        </p:nvGrpSpPr>
        <p:grpSpPr>
          <a:xfrm>
            <a:off x="2167507" y="4862723"/>
            <a:ext cx="333077" cy="421847"/>
            <a:chOff x="742" y="2409"/>
            <a:chExt cx="576" cy="881"/>
          </a:xfrm>
        </p:grpSpPr>
        <p:grpSp>
          <p:nvGrpSpPr>
            <p:cNvPr id="3424" name="Google Shape;3424;p44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3425" name="Google Shape;3425;p44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6" name="Google Shape;3426;p44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7" name="Google Shape;3427;p44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8" name="Google Shape;3428;p44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9" name="Google Shape;3429;p44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0" name="Google Shape;3430;p44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1" name="Google Shape;3431;p44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2" name="Google Shape;3432;p44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3" name="Google Shape;3433;p44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4" name="Google Shape;3434;p44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5" name="Google Shape;3435;p44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6" name="Google Shape;3436;p44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7" name="Google Shape;3437;p44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8" name="Google Shape;3438;p44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9" name="Google Shape;3439;p44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3440" name="Google Shape;3440;p4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1" name="Google Shape;3441;p44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42" name="Google Shape;3442;p44"/>
          <p:cNvGrpSpPr/>
          <p:nvPr/>
        </p:nvGrpSpPr>
        <p:grpSpPr>
          <a:xfrm>
            <a:off x="2577815" y="5214416"/>
            <a:ext cx="333077" cy="421847"/>
            <a:chOff x="742" y="2409"/>
            <a:chExt cx="576" cy="881"/>
          </a:xfrm>
        </p:grpSpPr>
        <p:grpSp>
          <p:nvGrpSpPr>
            <p:cNvPr id="3443" name="Google Shape;3443;p44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3444" name="Google Shape;3444;p44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5" name="Google Shape;3445;p44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6" name="Google Shape;3446;p44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7" name="Google Shape;3447;p44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8" name="Google Shape;3448;p44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9" name="Google Shape;3449;p44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0" name="Google Shape;3450;p44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1" name="Google Shape;3451;p44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2" name="Google Shape;3452;p44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3" name="Google Shape;3453;p44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4" name="Google Shape;3454;p44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5" name="Google Shape;3455;p44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6" name="Google Shape;3456;p44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7" name="Google Shape;3457;p44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8" name="Google Shape;3458;p44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3459" name="Google Shape;3459;p4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0" name="Google Shape;3460;p44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1" name="Google Shape;3461;p44"/>
          <p:cNvGrpSpPr/>
          <p:nvPr/>
        </p:nvGrpSpPr>
        <p:grpSpPr>
          <a:xfrm>
            <a:off x="2202677" y="5480140"/>
            <a:ext cx="333077" cy="421847"/>
            <a:chOff x="742" y="2409"/>
            <a:chExt cx="576" cy="881"/>
          </a:xfrm>
        </p:grpSpPr>
        <p:grpSp>
          <p:nvGrpSpPr>
            <p:cNvPr id="3462" name="Google Shape;3462;p44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3463" name="Google Shape;3463;p44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4" name="Google Shape;3464;p44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5" name="Google Shape;3465;p44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6" name="Google Shape;3466;p44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7" name="Google Shape;3467;p44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8" name="Google Shape;3468;p44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9" name="Google Shape;3469;p44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0" name="Google Shape;3470;p44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1" name="Google Shape;3471;p44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2" name="Google Shape;3472;p44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3" name="Google Shape;3473;p44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4" name="Google Shape;3474;p44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5" name="Google Shape;3475;p44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6" name="Google Shape;3476;p44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7" name="Google Shape;3477;p44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3478" name="Google Shape;3478;p4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9" name="Google Shape;3479;p44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4" name="Shape 3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5" name="Google Shape;3485;p45"/>
          <p:cNvGrpSpPr/>
          <p:nvPr/>
        </p:nvGrpSpPr>
        <p:grpSpPr>
          <a:xfrm>
            <a:off x="3421984" y="2057770"/>
            <a:ext cx="1943943" cy="1635356"/>
            <a:chOff x="4562645" y="1600694"/>
            <a:chExt cx="2591924" cy="2180474"/>
          </a:xfrm>
        </p:grpSpPr>
        <p:sp>
          <p:nvSpPr>
            <p:cNvPr id="3486" name="Google Shape;3486;p45"/>
            <p:cNvSpPr/>
            <p:nvPr/>
          </p:nvSpPr>
          <p:spPr>
            <a:xfrm>
              <a:off x="4757358" y="1791732"/>
              <a:ext cx="2397211" cy="1989436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7" name="Google Shape;3487;p45"/>
            <p:cNvSpPr txBox="1"/>
            <p:nvPr/>
          </p:nvSpPr>
          <p:spPr>
            <a:xfrm>
              <a:off x="4562645" y="2549748"/>
              <a:ext cx="1589760" cy="4096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Mobile device 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25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(</a:t>
              </a:r>
              <a:r>
                <a:rPr b="1" lang="en-US" sz="825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r>
                <a:rPr lang="en-US" sz="825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3488" name="Google Shape;3488;p45"/>
            <p:cNvSpPr txBox="1"/>
            <p:nvPr/>
          </p:nvSpPr>
          <p:spPr>
            <a:xfrm>
              <a:off x="5867674" y="2821542"/>
              <a:ext cx="1007115" cy="4222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(eNode-B)  </a:t>
              </a:r>
              <a:endParaRPr b="1" sz="78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89" name="Google Shape;3489;p45"/>
            <p:cNvGrpSpPr/>
            <p:nvPr/>
          </p:nvGrpSpPr>
          <p:grpSpPr>
            <a:xfrm>
              <a:off x="5111346" y="1885219"/>
              <a:ext cx="733407" cy="660273"/>
              <a:chOff x="2751" y="1851"/>
              <a:chExt cx="462" cy="478"/>
            </a:xfrm>
          </p:grpSpPr>
          <p:pic>
            <p:nvPicPr>
              <p:cNvPr descr="iphone_stylized_small" id="3490" name="Google Shape;3490;p4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491" name="Google Shape;3491;p4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92" name="Google Shape;3492;p45"/>
            <p:cNvGrpSpPr/>
            <p:nvPr/>
          </p:nvGrpSpPr>
          <p:grpSpPr>
            <a:xfrm>
              <a:off x="5813450" y="3333577"/>
              <a:ext cx="534987" cy="414882"/>
              <a:chOff x="7432700" y="2327293"/>
              <a:chExt cx="534987" cy="414882"/>
            </a:xfrm>
          </p:grpSpPr>
          <p:pic>
            <p:nvPicPr>
              <p:cNvPr descr="antenna_stylized" id="3493" name="Google Shape;3493;p4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3494" name="Google Shape;3494;p4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95" name="Google Shape;3495;p45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screen" id="3496" name="Google Shape;3496;p4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97" name="Google Shape;3497;p45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8" name="Google Shape;3498;p45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9" name="Google Shape;3499;p45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0" name="Google Shape;3500;p45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1" name="Google Shape;3501;p45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2" name="Google Shape;3502;p45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503" name="Google Shape;3503;p45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3504" name="Google Shape;3504;p45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5" name="Google Shape;3505;p45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6" name="Google Shape;3506;p45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7" name="Google Shape;3507;p45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8" name="Google Shape;3508;p45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9" name="Google Shape;3509;p45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510" name="Google Shape;3510;p45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1" name="Google Shape;3511;p45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2" name="Google Shape;3512;p45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3" name="Google Shape;3513;p45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4" name="Google Shape;3514;p45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5" name="Google Shape;3515;p45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16" name="Google Shape;3516;p45"/>
            <p:cNvGrpSpPr/>
            <p:nvPr/>
          </p:nvGrpSpPr>
          <p:grpSpPr>
            <a:xfrm>
              <a:off x="4909191" y="2961947"/>
              <a:ext cx="849312" cy="226109"/>
              <a:chOff x="8493165" y="2029804"/>
              <a:chExt cx="849312" cy="226109"/>
            </a:xfrm>
          </p:grpSpPr>
          <p:pic>
            <p:nvPicPr>
              <p:cNvPr descr="car_icon_small" id="3517" name="Google Shape;3517;p4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518" name="Google Shape;3518;p4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519" name="Google Shape;3519;p45"/>
            <p:cNvGrpSpPr/>
            <p:nvPr/>
          </p:nvGrpSpPr>
          <p:grpSpPr>
            <a:xfrm>
              <a:off x="5970432" y="1600694"/>
              <a:ext cx="466245" cy="953439"/>
              <a:chOff x="6476205" y="1279015"/>
              <a:chExt cx="466245" cy="953439"/>
            </a:xfrm>
          </p:grpSpPr>
          <p:grpSp>
            <p:nvGrpSpPr>
              <p:cNvPr id="3520" name="Google Shape;3520;p45"/>
              <p:cNvGrpSpPr/>
              <p:nvPr/>
            </p:nvGrpSpPr>
            <p:grpSpPr>
              <a:xfrm>
                <a:off x="6476205" y="1279015"/>
                <a:ext cx="466245" cy="434369"/>
                <a:chOff x="2920" y="1424"/>
                <a:chExt cx="326" cy="320"/>
              </a:xfrm>
            </p:grpSpPr>
            <p:sp>
              <p:nvSpPr>
                <p:cNvPr id="3521" name="Google Shape;3521;p45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522" name="Google Shape;3522;p45"/>
                <p:cNvGrpSpPr/>
                <p:nvPr/>
              </p:nvGrpSpPr>
              <p:grpSpPr>
                <a:xfrm>
                  <a:off x="2949" y="1424"/>
                  <a:ext cx="265" cy="280"/>
                  <a:chOff x="2949" y="1424"/>
                  <a:chExt cx="265" cy="280"/>
                </a:xfrm>
              </p:grpSpPr>
              <p:sp>
                <p:nvSpPr>
                  <p:cNvPr id="3523" name="Google Shape;3523;p45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4" name="Google Shape;3524;p45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5" name="Google Shape;3525;p45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6" name="Google Shape;3526;p45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7" name="Google Shape;3527;p45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28" name="Google Shape;3528;p45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29" name="Google Shape;3529;p45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530" name="Google Shape;3530;p4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31" name="Google Shape;3531;p4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32" name="Google Shape;3532;p4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33" name="Google Shape;3533;p4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34" name="Google Shape;3534;p4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35" name="Google Shape;3535;p4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36" name="Google Shape;3536;p4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37" name="Google Shape;3537;p4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38" name="Google Shape;3538;p4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39" name="Google Shape;3539;p4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40" name="Google Shape;3540;p4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41" name="Google Shape;3541;p4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42" name="Google Shape;3542;p4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43" name="Google Shape;3543;p4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44" name="Google Shape;3544;p4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545" name="Google Shape;3545;p45"/>
            <p:cNvGrpSpPr/>
            <p:nvPr/>
          </p:nvGrpSpPr>
          <p:grpSpPr>
            <a:xfrm>
              <a:off x="6091888" y="2409568"/>
              <a:ext cx="767148" cy="417298"/>
              <a:chOff x="1503784" y="3006600"/>
              <a:chExt cx="1771786" cy="957087"/>
            </a:xfrm>
          </p:grpSpPr>
          <p:grpSp>
            <p:nvGrpSpPr>
              <p:cNvPr id="3546" name="Google Shape;3546;p45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547" name="Google Shape;3547;p45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548" name="Google Shape;3548;p45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549" name="Google Shape;3549;p45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550" name="Google Shape;3550;p45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551" name="Google Shape;3551;p45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52" name="Google Shape;3552;p45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553" name="Google Shape;3553;p45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554" name="Google Shape;3554;p45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55" name="Google Shape;3555;p45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56" name="Google Shape;3556;p45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7" name="Google Shape;3557;p45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8" name="Google Shape;3558;p45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9" name="Google Shape;3559;p45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0" name="Google Shape;3560;p45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1" name="Google Shape;3561;p45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562" name="Google Shape;3562;p45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563" name="Google Shape;3563;p45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64" name="Google Shape;3564;p45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65" name="Google Shape;3565;p45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66" name="Google Shape;3566;p45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67" name="Google Shape;3567;p45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8" name="Google Shape;3568;p45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569" name="Google Shape;3569;p45"/>
          <p:cNvSpPr txBox="1"/>
          <p:nvPr>
            <p:ph type="title"/>
          </p:nvPr>
        </p:nvSpPr>
        <p:spPr>
          <a:xfrm>
            <a:off x="147269" y="135917"/>
            <a:ext cx="7886700" cy="67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Elements of 4G LTE architecture</a:t>
            </a:r>
            <a:endParaRPr/>
          </a:p>
        </p:txBody>
      </p:sp>
      <p:sp>
        <p:nvSpPr>
          <p:cNvPr id="3570" name="Google Shape;3570;p45"/>
          <p:cNvSpPr txBox="1"/>
          <p:nvPr>
            <p:ph idx="12" type="sldNum"/>
          </p:nvPr>
        </p:nvSpPr>
        <p:spPr>
          <a:xfrm>
            <a:off x="63831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Wireless and Mobile Networks: 7- </a:t>
            </a:r>
            <a:fld id="{00000000-1234-1234-1234-123412341234}" type="slidenum"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100">
              <a:solidFill>
                <a:srgbClr val="7F7F7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571" name="Google Shape;3571;p45"/>
          <p:cNvCxnSpPr/>
          <p:nvPr/>
        </p:nvCxnSpPr>
        <p:spPr>
          <a:xfrm>
            <a:off x="3604247" y="5079950"/>
            <a:ext cx="145130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72" name="Google Shape;3572;p45"/>
          <p:cNvCxnSpPr/>
          <p:nvPr/>
        </p:nvCxnSpPr>
        <p:spPr>
          <a:xfrm rot="10800000">
            <a:off x="5090888" y="4915357"/>
            <a:ext cx="0" cy="35925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3" name="Google Shape;3573;p45"/>
          <p:cNvCxnSpPr/>
          <p:nvPr/>
        </p:nvCxnSpPr>
        <p:spPr>
          <a:xfrm rot="10800000">
            <a:off x="3609374" y="4885651"/>
            <a:ext cx="0" cy="35925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4" name="Google Shape;3574;p45"/>
          <p:cNvSpPr txBox="1"/>
          <p:nvPr/>
        </p:nvSpPr>
        <p:spPr>
          <a:xfrm>
            <a:off x="3775720" y="4867830"/>
            <a:ext cx="1131272" cy="466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radio access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grpSp>
        <p:nvGrpSpPr>
          <p:cNvPr id="3575" name="Google Shape;3575;p45"/>
          <p:cNvGrpSpPr/>
          <p:nvPr/>
        </p:nvGrpSpPr>
        <p:grpSpPr>
          <a:xfrm>
            <a:off x="5161688" y="4908304"/>
            <a:ext cx="3345269" cy="571011"/>
            <a:chOff x="6882251" y="5401405"/>
            <a:chExt cx="4460358" cy="761348"/>
          </a:xfrm>
        </p:grpSpPr>
        <p:cxnSp>
          <p:nvCxnSpPr>
            <p:cNvPr id="3576" name="Google Shape;3576;p45"/>
            <p:cNvCxnSpPr/>
            <p:nvPr/>
          </p:nvCxnSpPr>
          <p:spPr>
            <a:xfrm>
              <a:off x="6882251" y="5630267"/>
              <a:ext cx="439154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577" name="Google Shape;3577;p45"/>
            <p:cNvSpPr txBox="1"/>
            <p:nvPr/>
          </p:nvSpPr>
          <p:spPr>
            <a:xfrm>
              <a:off x="7166924" y="5424089"/>
              <a:ext cx="3695759" cy="7386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all-IP Enhanced Packet Core (EPC)</a:t>
              </a:r>
              <a:endParaRPr/>
            </a:p>
          </p:txBody>
        </p:sp>
        <p:cxnSp>
          <p:nvCxnSpPr>
            <p:cNvPr id="3578" name="Google Shape;3578;p45"/>
            <p:cNvCxnSpPr/>
            <p:nvPr/>
          </p:nvCxnSpPr>
          <p:spPr>
            <a:xfrm rot="10800000">
              <a:off x="11342609" y="5401405"/>
              <a:ext cx="0" cy="4790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579" name="Google Shape;3579;p45"/>
          <p:cNvGrpSpPr/>
          <p:nvPr/>
        </p:nvGrpSpPr>
        <p:grpSpPr>
          <a:xfrm>
            <a:off x="4376225" y="2289994"/>
            <a:ext cx="4594286" cy="2088517"/>
            <a:chOff x="5834965" y="1910325"/>
            <a:chExt cx="6125714" cy="2784690"/>
          </a:xfrm>
        </p:grpSpPr>
        <p:sp>
          <p:nvSpPr>
            <p:cNvPr id="3580" name="Google Shape;3580;p45"/>
            <p:cNvSpPr/>
            <p:nvPr/>
          </p:nvSpPr>
          <p:spPr>
            <a:xfrm>
              <a:off x="6908799" y="1910325"/>
              <a:ext cx="4498899" cy="2763823"/>
            </a:xfrm>
            <a:custGeom>
              <a:rect b="b" l="l" r="r" t="t"/>
              <a:pathLst>
                <a:path extrusionOk="0" h="761031" w="1404583">
                  <a:moveTo>
                    <a:pt x="231469" y="21319"/>
                  </a:moveTo>
                  <a:cubicBezTo>
                    <a:pt x="113339" y="68148"/>
                    <a:pt x="168135" y="217890"/>
                    <a:pt x="130383" y="294045"/>
                  </a:cubicBezTo>
                  <a:cubicBezTo>
                    <a:pt x="92631" y="370200"/>
                    <a:pt x="15047" y="419628"/>
                    <a:pt x="4957" y="478252"/>
                  </a:cubicBezTo>
                  <a:cubicBezTo>
                    <a:pt x="-5133" y="536876"/>
                    <a:pt x="-6784" y="601806"/>
                    <a:pt x="69845" y="645790"/>
                  </a:cubicBezTo>
                  <a:cubicBezTo>
                    <a:pt x="114412" y="664652"/>
                    <a:pt x="174902" y="743051"/>
                    <a:pt x="363588" y="758567"/>
                  </a:cubicBezTo>
                  <a:cubicBezTo>
                    <a:pt x="827649" y="755219"/>
                    <a:pt x="1109615" y="783142"/>
                    <a:pt x="1278658" y="709030"/>
                  </a:cubicBezTo>
                  <a:cubicBezTo>
                    <a:pt x="1447701" y="634918"/>
                    <a:pt x="1407676" y="440091"/>
                    <a:pt x="1377847" y="313896"/>
                  </a:cubicBezTo>
                  <a:cubicBezTo>
                    <a:pt x="1318189" y="194584"/>
                    <a:pt x="1265114" y="253952"/>
                    <a:pt x="1146823" y="100862"/>
                  </a:cubicBezTo>
                  <a:cubicBezTo>
                    <a:pt x="1043800" y="52777"/>
                    <a:pt x="899969" y="21099"/>
                    <a:pt x="839164" y="13068"/>
                  </a:cubicBezTo>
                  <a:cubicBezTo>
                    <a:pt x="716407" y="20525"/>
                    <a:pt x="349599" y="-25510"/>
                    <a:pt x="231469" y="21319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81" name="Google Shape;3581;p45"/>
            <p:cNvCxnSpPr/>
            <p:nvPr/>
          </p:nvCxnSpPr>
          <p:spPr>
            <a:xfrm rot="10800000">
              <a:off x="8724767" y="3505909"/>
              <a:ext cx="187288" cy="6828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82" name="Google Shape;3582;p45"/>
            <p:cNvCxnSpPr/>
            <p:nvPr/>
          </p:nvCxnSpPr>
          <p:spPr>
            <a:xfrm>
              <a:off x="8754732" y="3491584"/>
              <a:ext cx="1060146" cy="4124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83" name="Google Shape;3583;p45"/>
            <p:cNvCxnSpPr>
              <a:endCxn id="3584" idx="4"/>
            </p:cNvCxnSpPr>
            <p:nvPr/>
          </p:nvCxnSpPr>
          <p:spPr>
            <a:xfrm flipH="1" rot="10800000">
              <a:off x="9814915" y="3680349"/>
              <a:ext cx="818100" cy="22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85" name="Google Shape;3585;p45"/>
            <p:cNvCxnSpPr/>
            <p:nvPr/>
          </p:nvCxnSpPr>
          <p:spPr>
            <a:xfrm rot="10800000">
              <a:off x="7656511" y="3055704"/>
              <a:ext cx="1124574" cy="419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86" name="Google Shape;3586;p45"/>
            <p:cNvCxnSpPr/>
            <p:nvPr/>
          </p:nvCxnSpPr>
          <p:spPr>
            <a:xfrm flipH="1" rot="10800000">
              <a:off x="8781081" y="2910099"/>
              <a:ext cx="1002157" cy="5654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87" name="Google Shape;3587;p45"/>
            <p:cNvCxnSpPr>
              <a:stCxn id="3588" idx="4"/>
            </p:cNvCxnSpPr>
            <p:nvPr/>
          </p:nvCxnSpPr>
          <p:spPr>
            <a:xfrm>
              <a:off x="7389190" y="3739485"/>
              <a:ext cx="1522800" cy="449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89" name="Google Shape;3589;p45"/>
            <p:cNvCxnSpPr/>
            <p:nvPr/>
          </p:nvCxnSpPr>
          <p:spPr>
            <a:xfrm flipH="1" rot="10800000">
              <a:off x="7209979" y="3485174"/>
              <a:ext cx="1514786" cy="233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90" name="Google Shape;3590;p45"/>
            <p:cNvCxnSpPr/>
            <p:nvPr/>
          </p:nvCxnSpPr>
          <p:spPr>
            <a:xfrm>
              <a:off x="10631673" y="3529431"/>
              <a:ext cx="90954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91" name="Google Shape;3591;p45"/>
            <p:cNvSpPr txBox="1"/>
            <p:nvPr/>
          </p:nvSpPr>
          <p:spPr>
            <a:xfrm>
              <a:off x="7973562" y="2332045"/>
              <a:ext cx="1096303" cy="595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3592" name="Google Shape;3592;p45"/>
            <p:cNvSpPr txBox="1"/>
            <p:nvPr/>
          </p:nvSpPr>
          <p:spPr>
            <a:xfrm>
              <a:off x="7791234" y="4413571"/>
              <a:ext cx="2353669" cy="281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Serving Gateway (</a:t>
              </a:r>
              <a:r>
                <a:rPr b="1"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S-GW</a:t>
              </a:r>
              <a:r>
                <a:rPr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3593" name="Google Shape;3593;p45"/>
            <p:cNvSpPr txBox="1"/>
            <p:nvPr/>
          </p:nvSpPr>
          <p:spPr>
            <a:xfrm>
              <a:off x="10033417" y="2441096"/>
              <a:ext cx="1682279" cy="438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3594" name="Google Shape;3594;p45"/>
            <p:cNvSpPr txBox="1"/>
            <p:nvPr/>
          </p:nvSpPr>
          <p:spPr>
            <a:xfrm>
              <a:off x="9897765" y="3928199"/>
              <a:ext cx="1853515" cy="281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PDN gateway (</a:t>
              </a:r>
              <a:r>
                <a:rPr b="1"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P-GW</a:t>
              </a:r>
              <a:r>
                <a:rPr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cxnSp>
          <p:nvCxnSpPr>
            <p:cNvPr id="3595" name="Google Shape;3595;p45"/>
            <p:cNvCxnSpPr>
              <a:endCxn id="3596" idx="2"/>
            </p:cNvCxnSpPr>
            <p:nvPr/>
          </p:nvCxnSpPr>
          <p:spPr>
            <a:xfrm>
              <a:off x="8754732" y="3505907"/>
              <a:ext cx="1875300" cy="12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97" name="Google Shape;3597;p45"/>
            <p:cNvCxnSpPr/>
            <p:nvPr/>
          </p:nvCxnSpPr>
          <p:spPr>
            <a:xfrm flipH="1" rot="10800000">
              <a:off x="8912055" y="3904049"/>
              <a:ext cx="902823" cy="2846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98" name="Google Shape;3598;p45"/>
            <p:cNvCxnSpPr/>
            <p:nvPr/>
          </p:nvCxnSpPr>
          <p:spPr>
            <a:xfrm flipH="1" rot="10800000">
              <a:off x="7656511" y="4188741"/>
              <a:ext cx="1304940" cy="6198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99" name="Google Shape;3599;p45"/>
            <p:cNvCxnSpPr>
              <a:stCxn id="3588" idx="4"/>
              <a:endCxn id="3600" idx="2"/>
            </p:cNvCxnSpPr>
            <p:nvPr/>
          </p:nvCxnSpPr>
          <p:spPr>
            <a:xfrm>
              <a:off x="7389190" y="3739485"/>
              <a:ext cx="237900" cy="496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01" name="Google Shape;3601;p45"/>
            <p:cNvCxnSpPr/>
            <p:nvPr/>
          </p:nvCxnSpPr>
          <p:spPr>
            <a:xfrm flipH="1" rot="10800000">
              <a:off x="7656513" y="3505909"/>
              <a:ext cx="1124569" cy="74481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02" name="Google Shape;3602;p45"/>
            <p:cNvCxnSpPr>
              <a:stCxn id="3603" idx="0"/>
            </p:cNvCxnSpPr>
            <p:nvPr/>
          </p:nvCxnSpPr>
          <p:spPr>
            <a:xfrm flipH="1">
              <a:off x="6399663" y="3631997"/>
              <a:ext cx="935400" cy="1019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04" name="Google Shape;3604;p45"/>
            <p:cNvCxnSpPr>
              <a:stCxn id="3605" idx="13"/>
            </p:cNvCxnSpPr>
            <p:nvPr/>
          </p:nvCxnSpPr>
          <p:spPr>
            <a:xfrm flipH="1">
              <a:off x="5834965" y="3632847"/>
              <a:ext cx="1499700" cy="66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06" name="Google Shape;3606;p45"/>
            <p:cNvSpPr txBox="1"/>
            <p:nvPr/>
          </p:nvSpPr>
          <p:spPr>
            <a:xfrm>
              <a:off x="11042136" y="3315067"/>
              <a:ext cx="918543" cy="5220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Internet</a:t>
              </a:r>
              <a:endParaRPr/>
            </a:p>
          </p:txBody>
        </p:sp>
        <p:grpSp>
          <p:nvGrpSpPr>
            <p:cNvPr id="3607" name="Google Shape;3607;p45"/>
            <p:cNvGrpSpPr/>
            <p:nvPr/>
          </p:nvGrpSpPr>
          <p:grpSpPr>
            <a:xfrm>
              <a:off x="9309047" y="2092807"/>
              <a:ext cx="439787" cy="517111"/>
              <a:chOff x="4501086" y="2717689"/>
              <a:chExt cx="347435" cy="424729"/>
            </a:xfrm>
          </p:grpSpPr>
          <p:sp>
            <p:nvSpPr>
              <p:cNvPr id="3608" name="Google Shape;3608;p45"/>
              <p:cNvSpPr/>
              <p:nvPr/>
            </p:nvSpPr>
            <p:spPr>
              <a:xfrm>
                <a:off x="4501086" y="2764691"/>
                <a:ext cx="345572" cy="328307"/>
              </a:xfrm>
              <a:prstGeom prst="rect">
                <a:avLst/>
              </a:prstGeom>
              <a:gradFill>
                <a:gsLst>
                  <a:gs pos="0">
                    <a:srgbClr val="CDD3D7"/>
                  </a:gs>
                  <a:gs pos="1000">
                    <a:srgbClr val="CDD3D7"/>
                  </a:gs>
                  <a:gs pos="100000">
                    <a:srgbClr val="E7ECF0"/>
                  </a:gs>
                </a:gsLst>
                <a:lin ang="16200000" scaled="0"/>
              </a:gradFill>
              <a:ln cap="flat" cmpd="sng" w="9525">
                <a:solidFill>
                  <a:srgbClr val="7F7F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1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9" name="Google Shape;3609;p45"/>
              <p:cNvSpPr/>
              <p:nvPr/>
            </p:nvSpPr>
            <p:spPr>
              <a:xfrm>
                <a:off x="4501086" y="2717689"/>
                <a:ext cx="345572" cy="98840"/>
              </a:xfrm>
              <a:prstGeom prst="ellipse">
                <a:avLst/>
              </a:prstGeom>
              <a:solidFill>
                <a:srgbClr val="E2E7EA"/>
              </a:solidFill>
              <a:ln cap="flat" cmpd="sng" w="9525">
                <a:solidFill>
                  <a:srgbClr val="7F7F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1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0" name="Google Shape;3610;p45"/>
              <p:cNvSpPr/>
              <p:nvPr/>
            </p:nvSpPr>
            <p:spPr>
              <a:xfrm>
                <a:off x="4502949" y="3043578"/>
                <a:ext cx="345572" cy="98840"/>
              </a:xfrm>
              <a:prstGeom prst="ellipse">
                <a:avLst/>
              </a:prstGeom>
              <a:solidFill>
                <a:srgbClr val="CDD3D7"/>
              </a:solidFill>
              <a:ln cap="flat" cmpd="sng" w="9525">
                <a:solidFill>
                  <a:srgbClr val="7F7F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1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1" name="Google Shape;3611;p45"/>
              <p:cNvSpPr/>
              <p:nvPr/>
            </p:nvSpPr>
            <p:spPr>
              <a:xfrm>
                <a:off x="4504261" y="3036961"/>
                <a:ext cx="339222" cy="52862"/>
              </a:xfrm>
              <a:prstGeom prst="rect">
                <a:avLst/>
              </a:prstGeom>
              <a:solidFill>
                <a:srgbClr val="CDD3D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1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12" name="Google Shape;3612;p45"/>
            <p:cNvGrpSpPr/>
            <p:nvPr/>
          </p:nvGrpSpPr>
          <p:grpSpPr>
            <a:xfrm>
              <a:off x="8517277" y="3881562"/>
              <a:ext cx="883221" cy="540618"/>
              <a:chOff x="7493876" y="2774731"/>
              <a:chExt cx="1481958" cy="894622"/>
            </a:xfrm>
          </p:grpSpPr>
          <p:sp>
            <p:nvSpPr>
              <p:cNvPr id="3613" name="Google Shape;3613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614" name="Google Shape;3614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615" name="Google Shape;3615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616" name="Google Shape;3616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7" name="Google Shape;3617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8" name="Google Shape;3618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9" name="Google Shape;3619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20" name="Google Shape;3620;p45"/>
            <p:cNvGrpSpPr/>
            <p:nvPr/>
          </p:nvGrpSpPr>
          <p:grpSpPr>
            <a:xfrm>
              <a:off x="10191431" y="3330376"/>
              <a:ext cx="883221" cy="540618"/>
              <a:chOff x="7493876" y="2774731"/>
              <a:chExt cx="1481958" cy="894622"/>
            </a:xfrm>
          </p:grpSpPr>
          <p:sp>
            <p:nvSpPr>
              <p:cNvPr id="3621" name="Google Shape;3621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584" name="Google Shape;3584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622" name="Google Shape;3622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623" name="Google Shape;3623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4" name="Google Shape;3624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5" name="Google Shape;3625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6" name="Google Shape;3596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26" name="Google Shape;3626;p45"/>
            <p:cNvGrpSpPr/>
            <p:nvPr/>
          </p:nvGrpSpPr>
          <p:grpSpPr>
            <a:xfrm>
              <a:off x="8517278" y="3314233"/>
              <a:ext cx="495296" cy="318654"/>
              <a:chOff x="7493876" y="2774731"/>
              <a:chExt cx="1481958" cy="894622"/>
            </a:xfrm>
          </p:grpSpPr>
          <p:sp>
            <p:nvSpPr>
              <p:cNvPr id="3627" name="Google Shape;3627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628" name="Google Shape;3628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629" name="Google Shape;3629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630" name="Google Shape;3630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1" name="Google Shape;3631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2" name="Google Shape;3632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3" name="Google Shape;3633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34" name="Google Shape;3634;p45"/>
            <p:cNvGrpSpPr/>
            <p:nvPr/>
          </p:nvGrpSpPr>
          <p:grpSpPr>
            <a:xfrm>
              <a:off x="9508439" y="3732448"/>
              <a:ext cx="495296" cy="318654"/>
              <a:chOff x="7493876" y="2774731"/>
              <a:chExt cx="1481958" cy="894622"/>
            </a:xfrm>
          </p:grpSpPr>
          <p:sp>
            <p:nvSpPr>
              <p:cNvPr id="3635" name="Google Shape;3635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636" name="Google Shape;3636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637" name="Google Shape;3637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638" name="Google Shape;3638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9" name="Google Shape;3639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0" name="Google Shape;3640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1" name="Google Shape;3641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42" name="Google Shape;3642;p45"/>
            <p:cNvGrpSpPr/>
            <p:nvPr/>
          </p:nvGrpSpPr>
          <p:grpSpPr>
            <a:xfrm>
              <a:off x="7141557" y="3533202"/>
              <a:ext cx="495296" cy="318654"/>
              <a:chOff x="7493876" y="2774731"/>
              <a:chExt cx="1481958" cy="894622"/>
            </a:xfrm>
          </p:grpSpPr>
          <p:sp>
            <p:nvSpPr>
              <p:cNvPr id="3643" name="Google Shape;3643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588" name="Google Shape;3588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644" name="Google Shape;3644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645" name="Google Shape;3645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6" name="Google Shape;3646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3" name="Google Shape;3603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5" name="Google Shape;3605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47" name="Google Shape;3647;p45"/>
            <p:cNvGrpSpPr/>
            <p:nvPr/>
          </p:nvGrpSpPr>
          <p:grpSpPr>
            <a:xfrm>
              <a:off x="7381204" y="4125100"/>
              <a:ext cx="495296" cy="318654"/>
              <a:chOff x="7493876" y="2774731"/>
              <a:chExt cx="1481958" cy="894622"/>
            </a:xfrm>
          </p:grpSpPr>
          <p:sp>
            <p:nvSpPr>
              <p:cNvPr id="3648" name="Google Shape;3648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649" name="Google Shape;3649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650" name="Google Shape;3650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651" name="Google Shape;3651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2" name="Google Shape;3652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3" name="Google Shape;3653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0" name="Google Shape;3600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A screen shot of a computer&#10;&#10;Description automatically generated" id="3654" name="Google Shape;3654;p4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463485" y="2143958"/>
              <a:ext cx="645858" cy="12047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5" name="Google Shape;3655;p45"/>
            <p:cNvSpPr/>
            <p:nvPr/>
          </p:nvSpPr>
          <p:spPr>
            <a:xfrm>
              <a:off x="9181074" y="2063579"/>
              <a:ext cx="630195" cy="568410"/>
            </a:xfrm>
            <a:prstGeom prst="can">
              <a:avLst>
                <a:gd fmla="val 25000" name="adj"/>
              </a:avLst>
            </a:prstGeom>
            <a:gradFill>
              <a:gsLst>
                <a:gs pos="0">
                  <a:srgbClr val="C4CDD3"/>
                </a:gs>
                <a:gs pos="3800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screen shot of a computer&#10;&#10;Description automatically generated" id="3656" name="Google Shape;3656;p4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543539" y="2209860"/>
              <a:ext cx="645858" cy="120472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657" name="Google Shape;3657;p45"/>
            <p:cNvCxnSpPr>
              <a:stCxn id="3605" idx="12"/>
            </p:cNvCxnSpPr>
            <p:nvPr/>
          </p:nvCxnSpPr>
          <p:spPr>
            <a:xfrm rot="10800000">
              <a:off x="6734551" y="2792772"/>
              <a:ext cx="600900" cy="876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658" name="Google Shape;3658;p45"/>
          <p:cNvSpPr txBox="1"/>
          <p:nvPr/>
        </p:nvSpPr>
        <p:spPr>
          <a:xfrm>
            <a:off x="4925464" y="4207825"/>
            <a:ext cx="338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 up of text on a white background&#10;&#10;Description automatically generated" id="3659" name="Google Shape;3659;p4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71567" y="3739464"/>
            <a:ext cx="788909" cy="741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3660" name="Google Shape;3660;p4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98926" y="4122524"/>
            <a:ext cx="578534" cy="5436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3661" name="Google Shape;3661;p4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21542" y="4283161"/>
            <a:ext cx="392663" cy="3690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62" name="Google Shape;3662;p45"/>
          <p:cNvGrpSpPr/>
          <p:nvPr/>
        </p:nvGrpSpPr>
        <p:grpSpPr>
          <a:xfrm>
            <a:off x="526487" y="2281979"/>
            <a:ext cx="3449300" cy="3486150"/>
            <a:chOff x="701983" y="1899639"/>
            <a:chExt cx="4599066" cy="4648200"/>
          </a:xfrm>
        </p:grpSpPr>
        <p:sp>
          <p:nvSpPr>
            <p:cNvPr id="3663" name="Google Shape;3663;p45"/>
            <p:cNvSpPr/>
            <p:nvPr/>
          </p:nvSpPr>
          <p:spPr>
            <a:xfrm>
              <a:off x="701983" y="1899639"/>
              <a:ext cx="3956515" cy="46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Mobile device:</a:t>
              </a:r>
              <a:endParaRPr/>
            </a:p>
            <a:p>
              <a:pPr indent="-214313" lvl="0" marL="214313" marR="0" rtl="0" algn="l">
                <a:spcBef>
                  <a:spcPts val="36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smartphone, tablet, laptop, IoT, ... with 4G LTE radio</a:t>
              </a:r>
              <a:endParaRPr/>
            </a:p>
            <a:p>
              <a:pPr indent="-214313" lvl="0" marL="214313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64-bit International Mobile Subscriber Identity (IMSI), stored on SIM (Subscriber Identity Module) card</a:t>
              </a:r>
              <a:endParaRPr/>
            </a:p>
            <a:p>
              <a:pPr indent="-214313" lvl="0" marL="214313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LTE jargon: User Equipment (UE)</a:t>
              </a:r>
              <a:endParaRPr/>
            </a:p>
            <a:p>
              <a:pPr indent="-80963" lvl="0" marL="214313" marR="0" rtl="0" algn="l">
                <a:spcBef>
                  <a:spcPts val="420"/>
                </a:spcBef>
                <a:spcAft>
                  <a:spcPts val="0"/>
                </a:spcAft>
                <a:buClr>
                  <a:srgbClr val="011199"/>
                </a:buClr>
                <a:buSzPts val="2100"/>
                <a:buFont typeface="Noto Sans Symbols"/>
                <a:buNone/>
              </a:pPr>
              <a:r>
                <a:t/>
              </a:r>
              <a:endParaRPr sz="2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57175" lvl="0" marL="257175" marR="0" rtl="0" algn="l">
                <a:spcBef>
                  <a:spcPts val="36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64" name="Google Shape;3664;p45"/>
            <p:cNvCxnSpPr/>
            <p:nvPr/>
          </p:nvCxnSpPr>
          <p:spPr>
            <a:xfrm>
              <a:off x="3039762" y="2187146"/>
              <a:ext cx="2261287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665" name="Google Shape;3665;p45"/>
          <p:cNvSpPr/>
          <p:nvPr/>
        </p:nvSpPr>
        <p:spPr>
          <a:xfrm>
            <a:off x="5412260" y="4879375"/>
            <a:ext cx="481913" cy="426308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zzle" id="3666" name="Google Shape;3666;p4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2653558">
            <a:off x="8439953" y="46308"/>
            <a:ext cx="603250" cy="6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7" name="Google Shape;3667;p45"/>
          <p:cNvSpPr/>
          <p:nvPr/>
        </p:nvSpPr>
        <p:spPr>
          <a:xfrm>
            <a:off x="7355380" y="503867"/>
            <a:ext cx="1789569" cy="5989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Slide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2" name="Shape 3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3" name="Google Shape;3673;p46"/>
          <p:cNvSpPr txBox="1"/>
          <p:nvPr>
            <p:ph type="title"/>
          </p:nvPr>
        </p:nvSpPr>
        <p:spPr>
          <a:xfrm>
            <a:off x="375527" y="152592"/>
            <a:ext cx="7886700" cy="67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Elements of 4G LTE architecture</a:t>
            </a:r>
            <a:endParaRPr/>
          </a:p>
        </p:txBody>
      </p:sp>
      <p:sp>
        <p:nvSpPr>
          <p:cNvPr id="3674" name="Google Shape;3674;p46"/>
          <p:cNvSpPr txBox="1"/>
          <p:nvPr>
            <p:ph idx="12" type="sldNum"/>
          </p:nvPr>
        </p:nvSpPr>
        <p:spPr>
          <a:xfrm>
            <a:off x="6370216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Wireless and Mobile Networks: 7- </a:t>
            </a:r>
            <a:fld id="{00000000-1234-1234-1234-123412341234}" type="slidenum"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100">
              <a:solidFill>
                <a:srgbClr val="7F7F7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75" name="Google Shape;3675;p46"/>
          <p:cNvSpPr/>
          <p:nvPr/>
        </p:nvSpPr>
        <p:spPr>
          <a:xfrm>
            <a:off x="3568019" y="2201049"/>
            <a:ext cx="1797908" cy="1492077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6" name="Google Shape;3676;p46"/>
          <p:cNvSpPr/>
          <p:nvPr/>
        </p:nvSpPr>
        <p:spPr>
          <a:xfrm>
            <a:off x="5181600" y="2289994"/>
            <a:ext cx="3374174" cy="2072867"/>
          </a:xfrm>
          <a:custGeom>
            <a:rect b="b" l="l" r="r" t="t"/>
            <a:pathLst>
              <a:path extrusionOk="0" h="761031" w="1404583">
                <a:moveTo>
                  <a:pt x="231469" y="21319"/>
                </a:moveTo>
                <a:cubicBezTo>
                  <a:pt x="113339" y="68148"/>
                  <a:pt x="168135" y="217890"/>
                  <a:pt x="130383" y="294045"/>
                </a:cubicBezTo>
                <a:cubicBezTo>
                  <a:pt x="92631" y="370200"/>
                  <a:pt x="15047" y="419628"/>
                  <a:pt x="4957" y="478252"/>
                </a:cubicBezTo>
                <a:cubicBezTo>
                  <a:pt x="-5133" y="536876"/>
                  <a:pt x="-6784" y="601806"/>
                  <a:pt x="69845" y="645790"/>
                </a:cubicBezTo>
                <a:cubicBezTo>
                  <a:pt x="114412" y="664652"/>
                  <a:pt x="174902" y="743051"/>
                  <a:pt x="363588" y="758567"/>
                </a:cubicBezTo>
                <a:cubicBezTo>
                  <a:pt x="827649" y="755219"/>
                  <a:pt x="1109615" y="783142"/>
                  <a:pt x="1278658" y="709030"/>
                </a:cubicBezTo>
                <a:cubicBezTo>
                  <a:pt x="1447701" y="634918"/>
                  <a:pt x="1407676" y="440091"/>
                  <a:pt x="1377847" y="313896"/>
                </a:cubicBezTo>
                <a:cubicBezTo>
                  <a:pt x="1318189" y="194584"/>
                  <a:pt x="1265114" y="253952"/>
                  <a:pt x="1146823" y="100862"/>
                </a:cubicBezTo>
                <a:cubicBezTo>
                  <a:pt x="1043800" y="52777"/>
                  <a:pt x="899969" y="21099"/>
                  <a:pt x="839164" y="13068"/>
                </a:cubicBezTo>
                <a:cubicBezTo>
                  <a:pt x="716407" y="20525"/>
                  <a:pt x="349599" y="-25510"/>
                  <a:pt x="231469" y="2131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7" name="Google Shape;3677;p46"/>
          <p:cNvCxnSpPr/>
          <p:nvPr/>
        </p:nvCxnSpPr>
        <p:spPr>
          <a:xfrm rot="10800000">
            <a:off x="6543575" y="3486682"/>
            <a:ext cx="140466" cy="5121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8" name="Google Shape;3678;p46"/>
          <p:cNvCxnSpPr/>
          <p:nvPr/>
        </p:nvCxnSpPr>
        <p:spPr>
          <a:xfrm>
            <a:off x="6566049" y="3475938"/>
            <a:ext cx="795110" cy="3093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9" name="Google Shape;3679;p46"/>
          <p:cNvCxnSpPr>
            <a:endCxn id="3680" idx="4"/>
          </p:cNvCxnSpPr>
          <p:nvPr/>
        </p:nvCxnSpPr>
        <p:spPr>
          <a:xfrm flipH="1" rot="10800000">
            <a:off x="7361262" y="3617512"/>
            <a:ext cx="613500" cy="16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1" name="Google Shape;3681;p46"/>
          <p:cNvCxnSpPr/>
          <p:nvPr/>
        </p:nvCxnSpPr>
        <p:spPr>
          <a:xfrm rot="10800000">
            <a:off x="5742383" y="3149028"/>
            <a:ext cx="843431" cy="31485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2" name="Google Shape;3682;p46"/>
          <p:cNvCxnSpPr/>
          <p:nvPr/>
        </p:nvCxnSpPr>
        <p:spPr>
          <a:xfrm flipH="1" rot="10800000">
            <a:off x="6585811" y="3039824"/>
            <a:ext cx="751618" cy="4240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3" name="Google Shape;3683;p46"/>
          <p:cNvCxnSpPr>
            <a:stCxn id="3684" idx="4"/>
          </p:cNvCxnSpPr>
          <p:nvPr/>
        </p:nvCxnSpPr>
        <p:spPr>
          <a:xfrm>
            <a:off x="5541893" y="3661864"/>
            <a:ext cx="1142100" cy="33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5" name="Google Shape;3685;p46"/>
          <p:cNvCxnSpPr/>
          <p:nvPr/>
        </p:nvCxnSpPr>
        <p:spPr>
          <a:xfrm flipH="1" rot="10800000">
            <a:off x="5407484" y="3471131"/>
            <a:ext cx="1136090" cy="17541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6" name="Google Shape;3686;p46"/>
          <p:cNvCxnSpPr/>
          <p:nvPr/>
        </p:nvCxnSpPr>
        <p:spPr>
          <a:xfrm>
            <a:off x="7973755" y="3504323"/>
            <a:ext cx="68215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7" name="Google Shape;3687;p46"/>
          <p:cNvSpPr txBox="1"/>
          <p:nvPr/>
        </p:nvSpPr>
        <p:spPr>
          <a:xfrm>
            <a:off x="5980171" y="2606284"/>
            <a:ext cx="822227" cy="446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Mobility Management Entity (</a:t>
            </a: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688" name="Google Shape;3688;p46"/>
          <p:cNvSpPr txBox="1"/>
          <p:nvPr/>
        </p:nvSpPr>
        <p:spPr>
          <a:xfrm>
            <a:off x="5843425" y="4167429"/>
            <a:ext cx="1765252" cy="211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Serving Gateway (</a:t>
            </a: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689" name="Google Shape;3689;p46"/>
          <p:cNvSpPr txBox="1"/>
          <p:nvPr/>
        </p:nvSpPr>
        <p:spPr>
          <a:xfrm>
            <a:off x="7525063" y="2688073"/>
            <a:ext cx="1261709" cy="328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Subscriber Service (</a:t>
            </a: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690" name="Google Shape;3690;p46"/>
          <p:cNvSpPr txBox="1"/>
          <p:nvPr/>
        </p:nvSpPr>
        <p:spPr>
          <a:xfrm>
            <a:off x="7423324" y="3803400"/>
            <a:ext cx="1390136" cy="211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PDN gateway (</a:t>
            </a: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691" name="Google Shape;3691;p46"/>
          <p:cNvSpPr txBox="1"/>
          <p:nvPr/>
        </p:nvSpPr>
        <p:spPr>
          <a:xfrm>
            <a:off x="4925464" y="4207825"/>
            <a:ext cx="338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2" name="Google Shape;3692;p46"/>
          <p:cNvCxnSpPr>
            <a:endCxn id="3693" idx="2"/>
          </p:cNvCxnSpPr>
          <p:nvPr/>
        </p:nvCxnSpPr>
        <p:spPr>
          <a:xfrm>
            <a:off x="6566049" y="3486681"/>
            <a:ext cx="1406700" cy="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4" name="Google Shape;3694;p46"/>
          <p:cNvCxnSpPr/>
          <p:nvPr/>
        </p:nvCxnSpPr>
        <p:spPr>
          <a:xfrm flipH="1" rot="10800000">
            <a:off x="6684042" y="3785287"/>
            <a:ext cx="677117" cy="213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5" name="Google Shape;3695;p46"/>
          <p:cNvCxnSpPr/>
          <p:nvPr/>
        </p:nvCxnSpPr>
        <p:spPr>
          <a:xfrm flipH="1" rot="10800000">
            <a:off x="5742383" y="3998806"/>
            <a:ext cx="978705" cy="4649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6" name="Google Shape;3696;p46"/>
          <p:cNvCxnSpPr>
            <a:stCxn id="3684" idx="4"/>
            <a:endCxn id="3697" idx="2"/>
          </p:cNvCxnSpPr>
          <p:nvPr/>
        </p:nvCxnSpPr>
        <p:spPr>
          <a:xfrm>
            <a:off x="5541893" y="3661864"/>
            <a:ext cx="178500" cy="37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8" name="Google Shape;3698;p46"/>
          <p:cNvCxnSpPr/>
          <p:nvPr/>
        </p:nvCxnSpPr>
        <p:spPr>
          <a:xfrm flipH="1" rot="10800000">
            <a:off x="5742385" y="3486682"/>
            <a:ext cx="843427" cy="55861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9" name="Google Shape;3699;p46"/>
          <p:cNvCxnSpPr>
            <a:stCxn id="3700" idx="0"/>
          </p:cNvCxnSpPr>
          <p:nvPr/>
        </p:nvCxnSpPr>
        <p:spPr>
          <a:xfrm flipH="1">
            <a:off x="4799598" y="3581248"/>
            <a:ext cx="701700" cy="76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1" name="Google Shape;3701;p46"/>
          <p:cNvCxnSpPr>
            <a:stCxn id="3702" idx="12"/>
          </p:cNvCxnSpPr>
          <p:nvPr/>
        </p:nvCxnSpPr>
        <p:spPr>
          <a:xfrm rot="10800000">
            <a:off x="5006289" y="2868879"/>
            <a:ext cx="495300" cy="74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3" name="Google Shape;3703;p46"/>
          <p:cNvCxnSpPr>
            <a:stCxn id="3702" idx="13"/>
          </p:cNvCxnSpPr>
          <p:nvPr/>
        </p:nvCxnSpPr>
        <p:spPr>
          <a:xfrm flipH="1">
            <a:off x="4376299" y="3581886"/>
            <a:ext cx="1124700" cy="49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4" name="Google Shape;3704;p46"/>
          <p:cNvSpPr txBox="1"/>
          <p:nvPr/>
        </p:nvSpPr>
        <p:spPr>
          <a:xfrm>
            <a:off x="8281603" y="3343551"/>
            <a:ext cx="688907" cy="391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3705" name="Google Shape;3705;p46"/>
          <p:cNvSpPr txBox="1"/>
          <p:nvPr/>
        </p:nvSpPr>
        <p:spPr>
          <a:xfrm>
            <a:off x="3421984" y="2769561"/>
            <a:ext cx="1192320" cy="307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device 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(</a:t>
            </a:r>
            <a:r>
              <a:rPr b="1" lang="en-US" sz="8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UE</a:t>
            </a:r>
            <a:r>
              <a:rPr lang="en-US" sz="8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grpSp>
        <p:nvGrpSpPr>
          <p:cNvPr id="3706" name="Google Shape;3706;p46"/>
          <p:cNvGrpSpPr/>
          <p:nvPr/>
        </p:nvGrpSpPr>
        <p:grpSpPr>
          <a:xfrm>
            <a:off x="6981786" y="2426856"/>
            <a:ext cx="329840" cy="387833"/>
            <a:chOff x="4501086" y="2717689"/>
            <a:chExt cx="347435" cy="424729"/>
          </a:xfrm>
        </p:grpSpPr>
        <p:sp>
          <p:nvSpPr>
            <p:cNvPr id="3707" name="Google Shape;3707;p46"/>
            <p:cNvSpPr/>
            <p:nvPr/>
          </p:nvSpPr>
          <p:spPr>
            <a:xfrm>
              <a:off x="4501086" y="2764691"/>
              <a:ext cx="345572" cy="328307"/>
            </a:xfrm>
            <a:prstGeom prst="rect">
              <a:avLst/>
            </a:prstGeom>
            <a:gradFill>
              <a:gsLst>
                <a:gs pos="0">
                  <a:srgbClr val="CDD3D7"/>
                </a:gs>
                <a:gs pos="1000">
                  <a:srgbClr val="CDD3D7"/>
                </a:gs>
                <a:gs pos="100000">
                  <a:srgbClr val="E7ECF0"/>
                </a:gs>
              </a:gsLst>
              <a:lin ang="16200000" scaled="0"/>
            </a:gra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8" name="Google Shape;3708;p46"/>
            <p:cNvSpPr/>
            <p:nvPr/>
          </p:nvSpPr>
          <p:spPr>
            <a:xfrm>
              <a:off x="4501086" y="2717689"/>
              <a:ext cx="345572" cy="98840"/>
            </a:xfrm>
            <a:prstGeom prst="ellipse">
              <a:avLst/>
            </a:prstGeom>
            <a:solidFill>
              <a:srgbClr val="E2E7EA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9" name="Google Shape;3709;p46"/>
            <p:cNvSpPr/>
            <p:nvPr/>
          </p:nvSpPr>
          <p:spPr>
            <a:xfrm>
              <a:off x="4502949" y="3043578"/>
              <a:ext cx="345572" cy="98840"/>
            </a:xfrm>
            <a:prstGeom prst="ellipse">
              <a:avLst/>
            </a:prstGeom>
            <a:solidFill>
              <a:srgbClr val="CDD3D7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0" name="Google Shape;3710;p46"/>
            <p:cNvSpPr/>
            <p:nvPr/>
          </p:nvSpPr>
          <p:spPr>
            <a:xfrm>
              <a:off x="4504261" y="3036961"/>
              <a:ext cx="339222" cy="52862"/>
            </a:xfrm>
            <a:prstGeom prst="rect">
              <a:avLst/>
            </a:prstGeom>
            <a:solidFill>
              <a:srgbClr val="CDD3D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11" name="Google Shape;3711;p46"/>
          <p:cNvSpPr txBox="1"/>
          <p:nvPr/>
        </p:nvSpPr>
        <p:spPr>
          <a:xfrm>
            <a:off x="4400756" y="2973406"/>
            <a:ext cx="755336" cy="316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/>
          </a:p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(eNode-B)  </a:t>
            </a:r>
            <a:endParaRPr b="1" sz="78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12" name="Google Shape;3712;p46"/>
          <p:cNvGrpSpPr/>
          <p:nvPr/>
        </p:nvGrpSpPr>
        <p:grpSpPr>
          <a:xfrm>
            <a:off x="6387958" y="3768421"/>
            <a:ext cx="662416" cy="405464"/>
            <a:chOff x="7493876" y="2774731"/>
            <a:chExt cx="1481958" cy="894622"/>
          </a:xfrm>
        </p:grpSpPr>
        <p:sp>
          <p:nvSpPr>
            <p:cNvPr id="3713" name="Google Shape;3713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714" name="Google Shape;3714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715" name="Google Shape;3715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716" name="Google Shape;3716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7" name="Google Shape;3717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8" name="Google Shape;3718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9" name="Google Shape;3719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20" name="Google Shape;3720;p46"/>
          <p:cNvGrpSpPr/>
          <p:nvPr/>
        </p:nvGrpSpPr>
        <p:grpSpPr>
          <a:xfrm>
            <a:off x="7643574" y="3355032"/>
            <a:ext cx="662416" cy="405464"/>
            <a:chOff x="7493876" y="2774731"/>
            <a:chExt cx="1481958" cy="894622"/>
          </a:xfrm>
        </p:grpSpPr>
        <p:sp>
          <p:nvSpPr>
            <p:cNvPr id="3721" name="Google Shape;3721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680" name="Google Shape;3680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722" name="Google Shape;3722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723" name="Google Shape;3723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4" name="Google Shape;3724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5" name="Google Shape;3725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3" name="Google Shape;3693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26" name="Google Shape;3726;p46"/>
          <p:cNvGrpSpPr/>
          <p:nvPr/>
        </p:nvGrpSpPr>
        <p:grpSpPr>
          <a:xfrm>
            <a:off x="6387959" y="3342925"/>
            <a:ext cx="371472" cy="238991"/>
            <a:chOff x="7493876" y="2774731"/>
            <a:chExt cx="1481958" cy="894622"/>
          </a:xfrm>
        </p:grpSpPr>
        <p:sp>
          <p:nvSpPr>
            <p:cNvPr id="3727" name="Google Shape;3727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728" name="Google Shape;3728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729" name="Google Shape;3729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730" name="Google Shape;3730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1" name="Google Shape;3731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2" name="Google Shape;3732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3" name="Google Shape;3733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34" name="Google Shape;3734;p46"/>
          <p:cNvGrpSpPr/>
          <p:nvPr/>
        </p:nvGrpSpPr>
        <p:grpSpPr>
          <a:xfrm>
            <a:off x="7131329" y="3656586"/>
            <a:ext cx="371472" cy="238991"/>
            <a:chOff x="7493876" y="2774731"/>
            <a:chExt cx="1481958" cy="894622"/>
          </a:xfrm>
        </p:grpSpPr>
        <p:sp>
          <p:nvSpPr>
            <p:cNvPr id="3735" name="Google Shape;3735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736" name="Google Shape;3736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737" name="Google Shape;3737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738" name="Google Shape;3738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9" name="Google Shape;3739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0" name="Google Shape;3740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1" name="Google Shape;3741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42" name="Google Shape;3742;p46"/>
          <p:cNvGrpSpPr/>
          <p:nvPr/>
        </p:nvGrpSpPr>
        <p:grpSpPr>
          <a:xfrm>
            <a:off x="5356168" y="3507151"/>
            <a:ext cx="371472" cy="238991"/>
            <a:chOff x="7493876" y="2774731"/>
            <a:chExt cx="1481958" cy="894622"/>
          </a:xfrm>
        </p:grpSpPr>
        <p:sp>
          <p:nvSpPr>
            <p:cNvPr id="3743" name="Google Shape;3743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684" name="Google Shape;3684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744" name="Google Shape;374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745" name="Google Shape;374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6" name="Google Shape;374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0" name="Google Shape;3700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2" name="Google Shape;3702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47" name="Google Shape;3747;p46"/>
          <p:cNvGrpSpPr/>
          <p:nvPr/>
        </p:nvGrpSpPr>
        <p:grpSpPr>
          <a:xfrm>
            <a:off x="5535903" y="3951075"/>
            <a:ext cx="371472" cy="238991"/>
            <a:chOff x="7493876" y="2774731"/>
            <a:chExt cx="1481958" cy="894622"/>
          </a:xfrm>
        </p:grpSpPr>
        <p:sp>
          <p:nvSpPr>
            <p:cNvPr id="3748" name="Google Shape;374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749" name="Google Shape;374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750" name="Google Shape;375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751" name="Google Shape;375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2" name="Google Shape;375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3" name="Google Shape;375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7" name="Google Shape;3697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54" name="Google Shape;3754;p46"/>
          <p:cNvGrpSpPr/>
          <p:nvPr/>
        </p:nvGrpSpPr>
        <p:grpSpPr>
          <a:xfrm>
            <a:off x="3833510" y="2271165"/>
            <a:ext cx="550055" cy="495205"/>
            <a:chOff x="2751" y="1851"/>
            <a:chExt cx="462" cy="478"/>
          </a:xfrm>
        </p:grpSpPr>
        <p:pic>
          <p:nvPicPr>
            <p:cNvPr descr="iphone_stylized_small" id="3755" name="Google Shape;3755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3756" name="Google Shape;3756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57" name="Google Shape;3757;p46"/>
          <p:cNvGrpSpPr/>
          <p:nvPr/>
        </p:nvGrpSpPr>
        <p:grpSpPr>
          <a:xfrm>
            <a:off x="4360088" y="3357433"/>
            <a:ext cx="401240" cy="311162"/>
            <a:chOff x="7432700" y="2327293"/>
            <a:chExt cx="534987" cy="414882"/>
          </a:xfrm>
        </p:grpSpPr>
        <p:pic>
          <p:nvPicPr>
            <p:cNvPr descr="antenna_stylized" id="3758" name="Google Shape;3758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759" name="Google Shape;3759;p4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0" name="Google Shape;3760;p46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3761" name="Google Shape;3761;p4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2" name="Google Shape;3762;p46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3" name="Google Shape;3763;p46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4" name="Google Shape;3764;p46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5" name="Google Shape;3765;p46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6" name="Google Shape;3766;p46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7" name="Google Shape;3767;p46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68" name="Google Shape;3768;p46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3769" name="Google Shape;3769;p46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0" name="Google Shape;3770;p46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1" name="Google Shape;3771;p46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2" name="Google Shape;3772;p46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3" name="Google Shape;3773;p46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4" name="Google Shape;3774;p46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75" name="Google Shape;3775;p46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6" name="Google Shape;3776;p46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7" name="Google Shape;3777;p46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8" name="Google Shape;3778;p46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9" name="Google Shape;3779;p46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0" name="Google Shape;3780;p46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81" name="Google Shape;3781;p46"/>
          <p:cNvGrpSpPr/>
          <p:nvPr/>
        </p:nvGrpSpPr>
        <p:grpSpPr>
          <a:xfrm>
            <a:off x="3681893" y="3078711"/>
            <a:ext cx="636984" cy="169582"/>
            <a:chOff x="8493165" y="2029804"/>
            <a:chExt cx="849312" cy="226109"/>
          </a:xfrm>
        </p:grpSpPr>
        <p:pic>
          <p:nvPicPr>
            <p:cNvPr descr="car_icon_small" id="3782" name="Google Shape;3782;p4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783" name="Google Shape;3783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screen shot of a computer&#10;&#10;Description automatically generated" id="3784" name="Google Shape;3784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97614" y="2465219"/>
            <a:ext cx="484394" cy="903542"/>
          </a:xfrm>
          <a:prstGeom prst="rect">
            <a:avLst/>
          </a:prstGeom>
          <a:noFill/>
          <a:ln>
            <a:noFill/>
          </a:ln>
        </p:spPr>
      </p:pic>
      <p:sp>
        <p:nvSpPr>
          <p:cNvPr id="3785" name="Google Shape;3785;p46"/>
          <p:cNvSpPr/>
          <p:nvPr/>
        </p:nvSpPr>
        <p:spPr>
          <a:xfrm>
            <a:off x="6885806" y="2404934"/>
            <a:ext cx="472646" cy="426308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C4CDD3"/>
              </a:gs>
              <a:gs pos="38000">
                <a:srgbClr val="F2F2F2"/>
              </a:gs>
              <a:gs pos="100000">
                <a:srgbClr val="BFBFBF"/>
              </a:gs>
            </a:gsLst>
            <a:lin ang="0" scaled="0"/>
          </a:gra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 shot of a computer&#10;&#10;Description automatically generated" id="3786" name="Google Shape;3786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57654" y="2514646"/>
            <a:ext cx="484394" cy="9035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87" name="Google Shape;3787;p46"/>
          <p:cNvGrpSpPr/>
          <p:nvPr/>
        </p:nvGrpSpPr>
        <p:grpSpPr>
          <a:xfrm>
            <a:off x="4477824" y="2057771"/>
            <a:ext cx="349684" cy="715079"/>
            <a:chOff x="6476205" y="1279015"/>
            <a:chExt cx="466245" cy="953439"/>
          </a:xfrm>
        </p:grpSpPr>
        <p:grpSp>
          <p:nvGrpSpPr>
            <p:cNvPr id="3788" name="Google Shape;3788;p46"/>
            <p:cNvGrpSpPr/>
            <p:nvPr/>
          </p:nvGrpSpPr>
          <p:grpSpPr>
            <a:xfrm>
              <a:off x="6476205" y="1279015"/>
              <a:ext cx="466245" cy="434369"/>
              <a:chOff x="2920" y="1424"/>
              <a:chExt cx="326" cy="320"/>
            </a:xfrm>
          </p:grpSpPr>
          <p:sp>
            <p:nvSpPr>
              <p:cNvPr id="3789" name="Google Shape;3789;p46"/>
              <p:cNvSpPr/>
              <p:nvPr/>
            </p:nvSpPr>
            <p:spPr>
              <a:xfrm>
                <a:off x="2920" y="1445"/>
                <a:ext cx="326" cy="289"/>
              </a:xfrm>
              <a:prstGeom prst="ellipse">
                <a:avLst/>
              </a:prstGeom>
              <a:noFill/>
              <a:ln cap="flat" cmpd="sng" w="12700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790" name="Google Shape;3790;p46"/>
              <p:cNvGrpSpPr/>
              <p:nvPr/>
            </p:nvGrpSpPr>
            <p:grpSpPr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3791" name="Google Shape;3791;p46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2" name="Google Shape;3792;p46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3" name="Google Shape;3793;p46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4" name="Google Shape;3794;p46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5" name="Google Shape;3795;p46"/>
                <p:cNvSpPr/>
                <p:nvPr/>
              </p:nvSpPr>
              <p:spPr>
                <a:xfrm flipH="1" rot="10800000">
                  <a:off x="2987" y="1424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796" name="Google Shape;3796;p46"/>
              <p:cNvSpPr/>
              <p:nvPr/>
            </p:nvSpPr>
            <p:spPr>
              <a:xfrm>
                <a:off x="2995" y="1615"/>
                <a:ext cx="178" cy="129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97" name="Google Shape;3797;p46"/>
            <p:cNvGrpSpPr/>
            <p:nvPr/>
          </p:nvGrpSpPr>
          <p:grpSpPr>
            <a:xfrm>
              <a:off x="6527789" y="1518577"/>
              <a:ext cx="375668" cy="713877"/>
              <a:chOff x="3130" y="3288"/>
              <a:chExt cx="410" cy="742"/>
            </a:xfrm>
          </p:grpSpPr>
          <p:cxnSp>
            <p:nvCxnSpPr>
              <p:cNvPr id="3798" name="Google Shape;3798;p46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9" name="Google Shape;3799;p46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0" name="Google Shape;3800;p46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1" name="Google Shape;3801;p46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2" name="Google Shape;3802;p46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3" name="Google Shape;3803;p46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4" name="Google Shape;3804;p46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5" name="Google Shape;3805;p46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6" name="Google Shape;3806;p46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7" name="Google Shape;3807;p46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8" name="Google Shape;3808;p46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9" name="Google Shape;3809;p46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0" name="Google Shape;3810;p46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1" name="Google Shape;3811;p46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2" name="Google Shape;3812;p46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813" name="Google Shape;3813;p46"/>
          <p:cNvGrpSpPr/>
          <p:nvPr/>
        </p:nvGrpSpPr>
        <p:grpSpPr>
          <a:xfrm>
            <a:off x="4568916" y="2664426"/>
            <a:ext cx="575361" cy="312974"/>
            <a:chOff x="1503784" y="3006600"/>
            <a:chExt cx="1771786" cy="957087"/>
          </a:xfrm>
        </p:grpSpPr>
        <p:grpSp>
          <p:nvGrpSpPr>
            <p:cNvPr id="3814" name="Google Shape;3814;p46"/>
            <p:cNvGrpSpPr/>
            <p:nvPr/>
          </p:nvGrpSpPr>
          <p:grpSpPr>
            <a:xfrm>
              <a:off x="1503784" y="3006600"/>
              <a:ext cx="1771786" cy="957087"/>
              <a:chOff x="1465684" y="2997075"/>
              <a:chExt cx="1771786" cy="957087"/>
            </a:xfrm>
          </p:grpSpPr>
          <p:sp>
            <p:nvSpPr>
              <p:cNvPr id="3815" name="Google Shape;3815;p46"/>
              <p:cNvSpPr/>
              <p:nvPr/>
            </p:nvSpPr>
            <p:spPr>
              <a:xfrm>
                <a:off x="1465684" y="3328365"/>
                <a:ext cx="1771786" cy="625797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816" name="Google Shape;3816;p46"/>
              <p:cNvSpPr/>
              <p:nvPr/>
            </p:nvSpPr>
            <p:spPr>
              <a:xfrm>
                <a:off x="1466704" y="2997075"/>
                <a:ext cx="1769640" cy="619577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</p:grpSp>
        <p:grpSp>
          <p:nvGrpSpPr>
            <p:cNvPr id="3817" name="Google Shape;3817;p46"/>
            <p:cNvGrpSpPr/>
            <p:nvPr/>
          </p:nvGrpSpPr>
          <p:grpSpPr>
            <a:xfrm>
              <a:off x="1961060" y="3038475"/>
              <a:ext cx="801873" cy="553944"/>
              <a:chOff x="1951535" y="3022600"/>
              <a:chExt cx="801873" cy="553944"/>
            </a:xfrm>
          </p:grpSpPr>
          <p:grpSp>
            <p:nvGrpSpPr>
              <p:cNvPr id="3818" name="Google Shape;3818;p46"/>
              <p:cNvGrpSpPr/>
              <p:nvPr/>
            </p:nvGrpSpPr>
            <p:grpSpPr>
              <a:xfrm>
                <a:off x="2032000" y="3022600"/>
                <a:ext cx="257175" cy="544419"/>
                <a:chOff x="2441575" y="2479675"/>
                <a:chExt cx="765175" cy="1028347"/>
              </a:xfrm>
            </p:grpSpPr>
            <p:sp>
              <p:nvSpPr>
                <p:cNvPr id="3819" name="Google Shape;3819;p46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0" name="Google Shape;3820;p46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21" name="Google Shape;3821;p46"/>
              <p:cNvGrpSpPr/>
              <p:nvPr/>
            </p:nvGrpSpPr>
            <p:grpSpPr>
              <a:xfrm flipH="1">
                <a:off x="2441575" y="3032125"/>
                <a:ext cx="257175" cy="544419"/>
                <a:chOff x="2441575" y="2479675"/>
                <a:chExt cx="765175" cy="1028347"/>
              </a:xfrm>
            </p:grpSpPr>
            <p:sp>
              <p:nvSpPr>
                <p:cNvPr id="3822" name="Google Shape;3822;p46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3" name="Google Shape;3823;p46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24" name="Google Shape;3824;p46"/>
              <p:cNvSpPr/>
              <p:nvPr/>
            </p:nvSpPr>
            <p:spPr>
              <a:xfrm flipH="1" rot="10800000">
                <a:off x="2057400" y="3130550"/>
                <a:ext cx="625475" cy="60324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5" name="Google Shape;3825;p46"/>
              <p:cNvSpPr/>
              <p:nvPr/>
            </p:nvSpPr>
            <p:spPr>
              <a:xfrm rot="-4543353">
                <a:off x="2079626" y="3187701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6" name="Google Shape;3826;p46"/>
              <p:cNvSpPr/>
              <p:nvPr/>
            </p:nvSpPr>
            <p:spPr>
              <a:xfrm flipH="1" rot="6584936">
                <a:off x="1990347" y="3141540"/>
                <a:ext cx="95195" cy="50805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7" name="Google Shape;3827;p46"/>
              <p:cNvSpPr/>
              <p:nvPr/>
            </p:nvSpPr>
            <p:spPr>
              <a:xfrm>
                <a:off x="2032000" y="3162300"/>
                <a:ext cx="6508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8" name="Google Shape;3828;p46"/>
              <p:cNvSpPr/>
              <p:nvPr/>
            </p:nvSpPr>
            <p:spPr>
              <a:xfrm rot="-6584936">
                <a:off x="2627741" y="3146398"/>
                <a:ext cx="9519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9" name="Google Shape;3829;p46"/>
              <p:cNvSpPr/>
              <p:nvPr/>
            </p:nvSpPr>
            <p:spPr>
              <a:xfrm rot="4492456">
                <a:off x="2397126" y="31972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30" name="Google Shape;3830;p46"/>
              <p:cNvGrpSpPr/>
              <p:nvPr/>
            </p:nvGrpSpPr>
            <p:grpSpPr>
              <a:xfrm>
                <a:off x="1951535" y="3316761"/>
                <a:ext cx="801873" cy="106763"/>
                <a:chOff x="1953503" y="3313586"/>
                <a:chExt cx="706591" cy="106763"/>
              </a:xfrm>
            </p:grpSpPr>
            <p:sp>
              <p:nvSpPr>
                <p:cNvPr id="3831" name="Google Shape;3831;p46"/>
                <p:cNvSpPr/>
                <p:nvPr/>
              </p:nvSpPr>
              <p:spPr>
                <a:xfrm flipH="1" rot="10800000">
                  <a:off x="2012950" y="3330575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2" name="Google Shape;3832;p46"/>
                <p:cNvSpPr/>
                <p:nvPr/>
              </p:nvSpPr>
              <p:spPr>
                <a:xfrm flipH="1" rot="6584936">
                  <a:off x="1945897" y="3341565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3" name="Google Shape;3833;p46"/>
                <p:cNvSpPr/>
                <p:nvPr/>
              </p:nvSpPr>
              <p:spPr>
                <a:xfrm>
                  <a:off x="1987550" y="3362325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4" name="Google Shape;3834;p46"/>
                <p:cNvSpPr/>
                <p:nvPr/>
              </p:nvSpPr>
              <p:spPr>
                <a:xfrm rot="-6584936">
                  <a:off x="2577455" y="3347983"/>
                  <a:ext cx="95195" cy="40287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35" name="Google Shape;3835;p46"/>
              <p:cNvSpPr/>
              <p:nvPr/>
            </p:nvSpPr>
            <p:spPr>
              <a:xfrm rot="4389628">
                <a:off x="2495482" y="3370576"/>
                <a:ext cx="160883" cy="55150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6" name="Google Shape;3836;p46"/>
              <p:cNvSpPr/>
              <p:nvPr/>
            </p:nvSpPr>
            <p:spPr>
              <a:xfrm rot="-4531743">
                <a:off x="2025651" y="33623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descr="A close up of text on a white background&#10;&#10;Description automatically generated" id="3837" name="Google Shape;3837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71567" y="3739464"/>
            <a:ext cx="788909" cy="741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3838" name="Google Shape;3838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98926" y="4122524"/>
            <a:ext cx="578534" cy="5436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3839" name="Google Shape;3839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21542" y="4283161"/>
            <a:ext cx="392663" cy="3690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40" name="Google Shape;3840;p46"/>
          <p:cNvGrpSpPr/>
          <p:nvPr/>
        </p:nvGrpSpPr>
        <p:grpSpPr>
          <a:xfrm>
            <a:off x="294795" y="1864939"/>
            <a:ext cx="4237046" cy="3486150"/>
            <a:chOff x="393060" y="1343585"/>
            <a:chExt cx="5649394" cy="4648200"/>
          </a:xfrm>
        </p:grpSpPr>
        <p:sp>
          <p:nvSpPr>
            <p:cNvPr id="3841" name="Google Shape;3841;p46"/>
            <p:cNvSpPr/>
            <p:nvPr/>
          </p:nvSpPr>
          <p:spPr>
            <a:xfrm>
              <a:off x="393060" y="1343585"/>
              <a:ext cx="4364292" cy="46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Base station:</a:t>
              </a:r>
              <a:endParaRPr/>
            </a:p>
            <a:p>
              <a:pPr indent="-214313" lvl="0" marL="214313" marR="0" rtl="0" algn="l">
                <a:spcBef>
                  <a:spcPts val="36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at “edge” of carrier’s network</a:t>
              </a:r>
              <a:endParaRPr/>
            </a:p>
            <a:p>
              <a:pPr indent="-214313" lvl="0" marL="214313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manages wireless radio resources, mobile devices in its coverage area (“cell”)</a:t>
              </a:r>
              <a:endParaRPr/>
            </a:p>
            <a:p>
              <a:pPr indent="-214313" lvl="0" marL="214313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coordinates device authentication with other elements</a:t>
              </a:r>
              <a:endParaRPr/>
            </a:p>
            <a:p>
              <a:pPr indent="-214313" lvl="0" marL="214313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similar to WiFi AP but:</a:t>
              </a:r>
              <a:endParaRPr/>
            </a:p>
            <a:p>
              <a:pPr indent="-213122" lvl="1" marL="388144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active role in user mobility</a:t>
              </a:r>
              <a:endParaRPr/>
            </a:p>
            <a:p>
              <a:pPr indent="-213122" lvl="1" marL="388144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coordinates with nearly base stations to optimize radio use</a:t>
              </a:r>
              <a:endParaRPr/>
            </a:p>
            <a:p>
              <a:pPr indent="-214313" lvl="0" marL="214313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LTE jargon: eNode-B</a:t>
              </a:r>
              <a:endParaRPr/>
            </a:p>
            <a:p>
              <a:pPr indent="-80963" lvl="0" marL="214313" marR="0" rtl="0" algn="l">
                <a:spcBef>
                  <a:spcPts val="420"/>
                </a:spcBef>
                <a:spcAft>
                  <a:spcPts val="0"/>
                </a:spcAft>
                <a:buClr>
                  <a:srgbClr val="011199"/>
                </a:buClr>
                <a:buSzPts val="2100"/>
                <a:buFont typeface="Noto Sans Symbols"/>
                <a:buNone/>
              </a:pPr>
              <a:r>
                <a:t/>
              </a:r>
              <a:endParaRPr sz="2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57175" lvl="0" marL="257175" marR="0" rtl="0" algn="l">
                <a:spcBef>
                  <a:spcPts val="36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42" name="Google Shape;3842;p46"/>
            <p:cNvCxnSpPr/>
            <p:nvPr/>
          </p:nvCxnSpPr>
          <p:spPr>
            <a:xfrm>
              <a:off x="2483708" y="1643448"/>
              <a:ext cx="3558746" cy="1248033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Puzzle" id="3843" name="Google Shape;3843;p4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2653558">
            <a:off x="8439953" y="46308"/>
            <a:ext cx="603250" cy="6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4" name="Google Shape;3844;p46"/>
          <p:cNvSpPr/>
          <p:nvPr/>
        </p:nvSpPr>
        <p:spPr>
          <a:xfrm>
            <a:off x="7355380" y="503867"/>
            <a:ext cx="1789569" cy="5989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Slide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9" name="Shape 3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" name="Google Shape;3850;p47"/>
          <p:cNvSpPr txBox="1"/>
          <p:nvPr>
            <p:ph type="title"/>
          </p:nvPr>
        </p:nvSpPr>
        <p:spPr>
          <a:xfrm>
            <a:off x="489770" y="300678"/>
            <a:ext cx="7886700" cy="67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Elements of 4G LTE architecture</a:t>
            </a:r>
            <a:endParaRPr/>
          </a:p>
        </p:txBody>
      </p:sp>
      <p:sp>
        <p:nvSpPr>
          <p:cNvPr id="3851" name="Google Shape;3851;p47"/>
          <p:cNvSpPr txBox="1"/>
          <p:nvPr>
            <p:ph idx="12" type="sldNum"/>
          </p:nvPr>
        </p:nvSpPr>
        <p:spPr>
          <a:xfrm>
            <a:off x="6370216" y="641680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Wireless and Mobile Networks: 7- </a:t>
            </a:r>
            <a:fld id="{00000000-1234-1234-1234-123412341234}" type="slidenum"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100">
              <a:solidFill>
                <a:srgbClr val="7F7F7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52" name="Google Shape;3852;p47"/>
          <p:cNvSpPr/>
          <p:nvPr/>
        </p:nvSpPr>
        <p:spPr>
          <a:xfrm>
            <a:off x="3568019" y="2201049"/>
            <a:ext cx="1797908" cy="1492077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3" name="Google Shape;3853;p47"/>
          <p:cNvSpPr/>
          <p:nvPr/>
        </p:nvSpPr>
        <p:spPr>
          <a:xfrm>
            <a:off x="5181600" y="2289994"/>
            <a:ext cx="3374174" cy="2072867"/>
          </a:xfrm>
          <a:custGeom>
            <a:rect b="b" l="l" r="r" t="t"/>
            <a:pathLst>
              <a:path extrusionOk="0" h="761031" w="1404583">
                <a:moveTo>
                  <a:pt x="231469" y="21319"/>
                </a:moveTo>
                <a:cubicBezTo>
                  <a:pt x="113339" y="68148"/>
                  <a:pt x="168135" y="217890"/>
                  <a:pt x="130383" y="294045"/>
                </a:cubicBezTo>
                <a:cubicBezTo>
                  <a:pt x="92631" y="370200"/>
                  <a:pt x="15047" y="419628"/>
                  <a:pt x="4957" y="478252"/>
                </a:cubicBezTo>
                <a:cubicBezTo>
                  <a:pt x="-5133" y="536876"/>
                  <a:pt x="-6784" y="601806"/>
                  <a:pt x="69845" y="645790"/>
                </a:cubicBezTo>
                <a:cubicBezTo>
                  <a:pt x="114412" y="664652"/>
                  <a:pt x="174902" y="743051"/>
                  <a:pt x="363588" y="758567"/>
                </a:cubicBezTo>
                <a:cubicBezTo>
                  <a:pt x="827649" y="755219"/>
                  <a:pt x="1109615" y="783142"/>
                  <a:pt x="1278658" y="709030"/>
                </a:cubicBezTo>
                <a:cubicBezTo>
                  <a:pt x="1447701" y="634918"/>
                  <a:pt x="1407676" y="440091"/>
                  <a:pt x="1377847" y="313896"/>
                </a:cubicBezTo>
                <a:cubicBezTo>
                  <a:pt x="1318189" y="194584"/>
                  <a:pt x="1265114" y="253952"/>
                  <a:pt x="1146823" y="100862"/>
                </a:cubicBezTo>
                <a:cubicBezTo>
                  <a:pt x="1043800" y="52777"/>
                  <a:pt x="899969" y="21099"/>
                  <a:pt x="839164" y="13068"/>
                </a:cubicBezTo>
                <a:cubicBezTo>
                  <a:pt x="716407" y="20525"/>
                  <a:pt x="349599" y="-25510"/>
                  <a:pt x="231469" y="2131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4" name="Google Shape;3854;p47"/>
          <p:cNvCxnSpPr/>
          <p:nvPr/>
        </p:nvCxnSpPr>
        <p:spPr>
          <a:xfrm rot="10800000">
            <a:off x="6543575" y="3486682"/>
            <a:ext cx="140466" cy="5121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55" name="Google Shape;3855;p47"/>
          <p:cNvCxnSpPr/>
          <p:nvPr/>
        </p:nvCxnSpPr>
        <p:spPr>
          <a:xfrm>
            <a:off x="6566049" y="3475938"/>
            <a:ext cx="795110" cy="3093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56" name="Google Shape;3856;p47"/>
          <p:cNvCxnSpPr>
            <a:endCxn id="3857" idx="4"/>
          </p:cNvCxnSpPr>
          <p:nvPr/>
        </p:nvCxnSpPr>
        <p:spPr>
          <a:xfrm flipH="1" rot="10800000">
            <a:off x="7361262" y="3617512"/>
            <a:ext cx="613500" cy="16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58" name="Google Shape;3858;p47"/>
          <p:cNvCxnSpPr/>
          <p:nvPr/>
        </p:nvCxnSpPr>
        <p:spPr>
          <a:xfrm rot="10800000">
            <a:off x="5742383" y="3149028"/>
            <a:ext cx="843431" cy="31485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59" name="Google Shape;3859;p47"/>
          <p:cNvCxnSpPr/>
          <p:nvPr/>
        </p:nvCxnSpPr>
        <p:spPr>
          <a:xfrm flipH="1" rot="10800000">
            <a:off x="6585811" y="3039824"/>
            <a:ext cx="751618" cy="4240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0" name="Google Shape;3860;p47"/>
          <p:cNvCxnSpPr>
            <a:stCxn id="3861" idx="4"/>
          </p:cNvCxnSpPr>
          <p:nvPr/>
        </p:nvCxnSpPr>
        <p:spPr>
          <a:xfrm>
            <a:off x="5541893" y="3661864"/>
            <a:ext cx="1142100" cy="33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2" name="Google Shape;3862;p47"/>
          <p:cNvCxnSpPr/>
          <p:nvPr/>
        </p:nvCxnSpPr>
        <p:spPr>
          <a:xfrm flipH="1" rot="10800000">
            <a:off x="5407484" y="3471131"/>
            <a:ext cx="1136090" cy="17541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3" name="Google Shape;3863;p47"/>
          <p:cNvCxnSpPr/>
          <p:nvPr/>
        </p:nvCxnSpPr>
        <p:spPr>
          <a:xfrm>
            <a:off x="7973755" y="3504323"/>
            <a:ext cx="68215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4" name="Google Shape;3864;p47"/>
          <p:cNvSpPr txBox="1"/>
          <p:nvPr/>
        </p:nvSpPr>
        <p:spPr>
          <a:xfrm>
            <a:off x="5980171" y="2606284"/>
            <a:ext cx="822227" cy="446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Mobility Management Entity (</a:t>
            </a: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865" name="Google Shape;3865;p47"/>
          <p:cNvSpPr txBox="1"/>
          <p:nvPr/>
        </p:nvSpPr>
        <p:spPr>
          <a:xfrm>
            <a:off x="5843425" y="4167429"/>
            <a:ext cx="1765252" cy="211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Serving Gateway (</a:t>
            </a: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866" name="Google Shape;3866;p47"/>
          <p:cNvSpPr txBox="1"/>
          <p:nvPr/>
        </p:nvSpPr>
        <p:spPr>
          <a:xfrm>
            <a:off x="7525063" y="2688073"/>
            <a:ext cx="1261709" cy="328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Subscriber Service (</a:t>
            </a: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867" name="Google Shape;3867;p47"/>
          <p:cNvSpPr txBox="1"/>
          <p:nvPr/>
        </p:nvSpPr>
        <p:spPr>
          <a:xfrm>
            <a:off x="7423324" y="3803400"/>
            <a:ext cx="1390136" cy="211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PDN gateway (</a:t>
            </a: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868" name="Google Shape;3868;p47"/>
          <p:cNvSpPr txBox="1"/>
          <p:nvPr/>
        </p:nvSpPr>
        <p:spPr>
          <a:xfrm>
            <a:off x="4925464" y="4207825"/>
            <a:ext cx="338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69" name="Google Shape;3869;p47"/>
          <p:cNvCxnSpPr>
            <a:endCxn id="3870" idx="2"/>
          </p:cNvCxnSpPr>
          <p:nvPr/>
        </p:nvCxnSpPr>
        <p:spPr>
          <a:xfrm>
            <a:off x="6566049" y="3486681"/>
            <a:ext cx="1406700" cy="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1" name="Google Shape;3871;p47"/>
          <p:cNvCxnSpPr/>
          <p:nvPr/>
        </p:nvCxnSpPr>
        <p:spPr>
          <a:xfrm flipH="1" rot="10800000">
            <a:off x="6684042" y="3785287"/>
            <a:ext cx="677117" cy="213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2" name="Google Shape;3872;p47"/>
          <p:cNvCxnSpPr/>
          <p:nvPr/>
        </p:nvCxnSpPr>
        <p:spPr>
          <a:xfrm flipH="1" rot="10800000">
            <a:off x="5742383" y="3998806"/>
            <a:ext cx="978705" cy="4649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3" name="Google Shape;3873;p47"/>
          <p:cNvCxnSpPr>
            <a:stCxn id="3861" idx="4"/>
            <a:endCxn id="3874" idx="2"/>
          </p:cNvCxnSpPr>
          <p:nvPr/>
        </p:nvCxnSpPr>
        <p:spPr>
          <a:xfrm>
            <a:off x="5541893" y="3661864"/>
            <a:ext cx="178500" cy="37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5" name="Google Shape;3875;p47"/>
          <p:cNvCxnSpPr/>
          <p:nvPr/>
        </p:nvCxnSpPr>
        <p:spPr>
          <a:xfrm flipH="1" rot="10800000">
            <a:off x="5742385" y="3486682"/>
            <a:ext cx="843427" cy="55861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6" name="Google Shape;3876;p47"/>
          <p:cNvCxnSpPr>
            <a:stCxn id="3877" idx="0"/>
          </p:cNvCxnSpPr>
          <p:nvPr/>
        </p:nvCxnSpPr>
        <p:spPr>
          <a:xfrm flipH="1">
            <a:off x="4799598" y="3581248"/>
            <a:ext cx="701700" cy="76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8" name="Google Shape;3878;p47"/>
          <p:cNvCxnSpPr>
            <a:stCxn id="3879" idx="12"/>
          </p:cNvCxnSpPr>
          <p:nvPr/>
        </p:nvCxnSpPr>
        <p:spPr>
          <a:xfrm rot="10800000">
            <a:off x="5006289" y="2868879"/>
            <a:ext cx="495300" cy="74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0" name="Google Shape;3880;p47"/>
          <p:cNvCxnSpPr>
            <a:stCxn id="3879" idx="13"/>
          </p:cNvCxnSpPr>
          <p:nvPr/>
        </p:nvCxnSpPr>
        <p:spPr>
          <a:xfrm flipH="1">
            <a:off x="4376299" y="3581886"/>
            <a:ext cx="1124700" cy="49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1" name="Google Shape;3881;p47"/>
          <p:cNvSpPr txBox="1"/>
          <p:nvPr/>
        </p:nvSpPr>
        <p:spPr>
          <a:xfrm>
            <a:off x="8281603" y="3343551"/>
            <a:ext cx="688907" cy="391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3882" name="Google Shape;3882;p47"/>
          <p:cNvSpPr txBox="1"/>
          <p:nvPr/>
        </p:nvSpPr>
        <p:spPr>
          <a:xfrm>
            <a:off x="3421984" y="2769561"/>
            <a:ext cx="1192320" cy="307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device 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(</a:t>
            </a:r>
            <a:r>
              <a:rPr b="1" lang="en-US" sz="8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UE</a:t>
            </a:r>
            <a:r>
              <a:rPr lang="en-US" sz="8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grpSp>
        <p:nvGrpSpPr>
          <p:cNvPr id="3883" name="Google Shape;3883;p47"/>
          <p:cNvGrpSpPr/>
          <p:nvPr/>
        </p:nvGrpSpPr>
        <p:grpSpPr>
          <a:xfrm>
            <a:off x="6981786" y="2426856"/>
            <a:ext cx="329840" cy="387833"/>
            <a:chOff x="4501086" y="2717689"/>
            <a:chExt cx="347435" cy="424729"/>
          </a:xfrm>
        </p:grpSpPr>
        <p:sp>
          <p:nvSpPr>
            <p:cNvPr id="3884" name="Google Shape;3884;p47"/>
            <p:cNvSpPr/>
            <p:nvPr/>
          </p:nvSpPr>
          <p:spPr>
            <a:xfrm>
              <a:off x="4501086" y="2764691"/>
              <a:ext cx="345572" cy="328307"/>
            </a:xfrm>
            <a:prstGeom prst="rect">
              <a:avLst/>
            </a:prstGeom>
            <a:gradFill>
              <a:gsLst>
                <a:gs pos="0">
                  <a:srgbClr val="CDD3D7"/>
                </a:gs>
                <a:gs pos="1000">
                  <a:srgbClr val="CDD3D7"/>
                </a:gs>
                <a:gs pos="100000">
                  <a:srgbClr val="E7ECF0"/>
                </a:gs>
              </a:gsLst>
              <a:lin ang="16200000" scaled="0"/>
            </a:gra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5" name="Google Shape;3885;p47"/>
            <p:cNvSpPr/>
            <p:nvPr/>
          </p:nvSpPr>
          <p:spPr>
            <a:xfrm>
              <a:off x="4501086" y="2717689"/>
              <a:ext cx="345572" cy="98840"/>
            </a:xfrm>
            <a:prstGeom prst="ellipse">
              <a:avLst/>
            </a:prstGeom>
            <a:solidFill>
              <a:srgbClr val="E2E7EA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6" name="Google Shape;3886;p47"/>
            <p:cNvSpPr/>
            <p:nvPr/>
          </p:nvSpPr>
          <p:spPr>
            <a:xfrm>
              <a:off x="4502949" y="3043578"/>
              <a:ext cx="345572" cy="98840"/>
            </a:xfrm>
            <a:prstGeom prst="ellipse">
              <a:avLst/>
            </a:prstGeom>
            <a:solidFill>
              <a:srgbClr val="CDD3D7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7" name="Google Shape;3887;p47"/>
            <p:cNvSpPr/>
            <p:nvPr/>
          </p:nvSpPr>
          <p:spPr>
            <a:xfrm>
              <a:off x="4504261" y="3036961"/>
              <a:ext cx="339222" cy="52862"/>
            </a:xfrm>
            <a:prstGeom prst="rect">
              <a:avLst/>
            </a:prstGeom>
            <a:solidFill>
              <a:srgbClr val="CDD3D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88" name="Google Shape;3888;p47"/>
          <p:cNvSpPr txBox="1"/>
          <p:nvPr/>
        </p:nvSpPr>
        <p:spPr>
          <a:xfrm>
            <a:off x="4400756" y="2973406"/>
            <a:ext cx="755336" cy="316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/>
          </a:p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(eNode-B)  </a:t>
            </a:r>
            <a:endParaRPr b="1" sz="78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89" name="Google Shape;3889;p47"/>
          <p:cNvGrpSpPr/>
          <p:nvPr/>
        </p:nvGrpSpPr>
        <p:grpSpPr>
          <a:xfrm>
            <a:off x="6387958" y="3768421"/>
            <a:ext cx="662416" cy="405464"/>
            <a:chOff x="7493876" y="2774731"/>
            <a:chExt cx="1481958" cy="894622"/>
          </a:xfrm>
        </p:grpSpPr>
        <p:sp>
          <p:nvSpPr>
            <p:cNvPr id="3890" name="Google Shape;389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891" name="Google Shape;389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892" name="Google Shape;3892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893" name="Google Shape;3893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4" name="Google Shape;3894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5" name="Google Shape;3895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6" name="Google Shape;3896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7" name="Google Shape;3897;p47"/>
          <p:cNvGrpSpPr/>
          <p:nvPr/>
        </p:nvGrpSpPr>
        <p:grpSpPr>
          <a:xfrm>
            <a:off x="7643574" y="3355032"/>
            <a:ext cx="662416" cy="405464"/>
            <a:chOff x="7493876" y="2774731"/>
            <a:chExt cx="1481958" cy="894622"/>
          </a:xfrm>
        </p:grpSpPr>
        <p:sp>
          <p:nvSpPr>
            <p:cNvPr id="3898" name="Google Shape;389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857" name="Google Shape;3857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899" name="Google Shape;3899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900" name="Google Shape;3900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1" name="Google Shape;3901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2" name="Google Shape;3902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0" name="Google Shape;387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03" name="Google Shape;3903;p47"/>
          <p:cNvGrpSpPr/>
          <p:nvPr/>
        </p:nvGrpSpPr>
        <p:grpSpPr>
          <a:xfrm>
            <a:off x="6387959" y="3342925"/>
            <a:ext cx="371472" cy="238991"/>
            <a:chOff x="7493876" y="2774731"/>
            <a:chExt cx="1481958" cy="894622"/>
          </a:xfrm>
        </p:grpSpPr>
        <p:sp>
          <p:nvSpPr>
            <p:cNvPr id="3904" name="Google Shape;3904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905" name="Google Shape;390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906" name="Google Shape;390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907" name="Google Shape;390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8" name="Google Shape;390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9" name="Google Shape;390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0" name="Google Shape;391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11" name="Google Shape;3911;p47"/>
          <p:cNvGrpSpPr/>
          <p:nvPr/>
        </p:nvGrpSpPr>
        <p:grpSpPr>
          <a:xfrm>
            <a:off x="7131329" y="3656586"/>
            <a:ext cx="371472" cy="238991"/>
            <a:chOff x="7493876" y="2774731"/>
            <a:chExt cx="1481958" cy="894622"/>
          </a:xfrm>
        </p:grpSpPr>
        <p:sp>
          <p:nvSpPr>
            <p:cNvPr id="3912" name="Google Shape;391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913" name="Google Shape;391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914" name="Google Shape;391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915" name="Google Shape;391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6" name="Google Shape;391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7" name="Google Shape;391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8" name="Google Shape;391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19" name="Google Shape;3919;p47"/>
          <p:cNvGrpSpPr/>
          <p:nvPr/>
        </p:nvGrpSpPr>
        <p:grpSpPr>
          <a:xfrm>
            <a:off x="5356168" y="3507151"/>
            <a:ext cx="371472" cy="238991"/>
            <a:chOff x="7493876" y="2774731"/>
            <a:chExt cx="1481958" cy="894622"/>
          </a:xfrm>
        </p:grpSpPr>
        <p:sp>
          <p:nvSpPr>
            <p:cNvPr id="3920" name="Google Shape;392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861" name="Google Shape;386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921" name="Google Shape;3921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922" name="Google Shape;3922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3" name="Google Shape;3923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7" name="Google Shape;387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9" name="Google Shape;3879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24" name="Google Shape;3924;p47"/>
          <p:cNvGrpSpPr/>
          <p:nvPr/>
        </p:nvGrpSpPr>
        <p:grpSpPr>
          <a:xfrm>
            <a:off x="5535903" y="3951075"/>
            <a:ext cx="371472" cy="238991"/>
            <a:chOff x="7493876" y="2774731"/>
            <a:chExt cx="1481958" cy="894622"/>
          </a:xfrm>
        </p:grpSpPr>
        <p:sp>
          <p:nvSpPr>
            <p:cNvPr id="3925" name="Google Shape;3925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926" name="Google Shape;3926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927" name="Google Shape;3927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928" name="Google Shape;3928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9" name="Google Shape;3929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0" name="Google Shape;3930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4" name="Google Shape;3874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31" name="Google Shape;3931;p47"/>
          <p:cNvGrpSpPr/>
          <p:nvPr/>
        </p:nvGrpSpPr>
        <p:grpSpPr>
          <a:xfrm>
            <a:off x="3833510" y="2271165"/>
            <a:ext cx="550055" cy="495205"/>
            <a:chOff x="2751" y="1851"/>
            <a:chExt cx="462" cy="478"/>
          </a:xfrm>
        </p:grpSpPr>
        <p:pic>
          <p:nvPicPr>
            <p:cNvPr descr="iphone_stylized_small" id="3932" name="Google Shape;3932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3933" name="Google Shape;3933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34" name="Google Shape;3934;p47"/>
          <p:cNvGrpSpPr/>
          <p:nvPr/>
        </p:nvGrpSpPr>
        <p:grpSpPr>
          <a:xfrm>
            <a:off x="4360088" y="3357433"/>
            <a:ext cx="401240" cy="311162"/>
            <a:chOff x="7432700" y="2327293"/>
            <a:chExt cx="534987" cy="414882"/>
          </a:xfrm>
        </p:grpSpPr>
        <p:pic>
          <p:nvPicPr>
            <p:cNvPr descr="antenna_stylized" id="3935" name="Google Shape;3935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936" name="Google Shape;3936;p4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37" name="Google Shape;3937;p47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3938" name="Google Shape;3938;p4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39" name="Google Shape;3939;p47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0" name="Google Shape;3940;p47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1" name="Google Shape;3941;p47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2" name="Google Shape;3942;p47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3" name="Google Shape;3943;p47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4" name="Google Shape;3944;p47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45" name="Google Shape;3945;p47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3946" name="Google Shape;3946;p47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7" name="Google Shape;3947;p47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8" name="Google Shape;3948;p47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9" name="Google Shape;3949;p47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0" name="Google Shape;3950;p47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1" name="Google Shape;3951;p47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52" name="Google Shape;3952;p47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3" name="Google Shape;3953;p47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4" name="Google Shape;3954;p47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5" name="Google Shape;3955;p47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6" name="Google Shape;3956;p47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7" name="Google Shape;3957;p47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58" name="Google Shape;3958;p47"/>
          <p:cNvGrpSpPr/>
          <p:nvPr/>
        </p:nvGrpSpPr>
        <p:grpSpPr>
          <a:xfrm>
            <a:off x="3681893" y="3078711"/>
            <a:ext cx="636984" cy="169582"/>
            <a:chOff x="8493165" y="2029804"/>
            <a:chExt cx="849312" cy="226109"/>
          </a:xfrm>
        </p:grpSpPr>
        <p:pic>
          <p:nvPicPr>
            <p:cNvPr descr="car_icon_small" id="3959" name="Google Shape;3959;p4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960" name="Google Shape;3960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screen shot of a computer&#10;&#10;Description automatically generated" id="3961" name="Google Shape;3961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97614" y="2465219"/>
            <a:ext cx="484394" cy="903542"/>
          </a:xfrm>
          <a:prstGeom prst="rect">
            <a:avLst/>
          </a:prstGeom>
          <a:noFill/>
          <a:ln>
            <a:noFill/>
          </a:ln>
        </p:spPr>
      </p:pic>
      <p:sp>
        <p:nvSpPr>
          <p:cNvPr id="3962" name="Google Shape;3962;p47"/>
          <p:cNvSpPr/>
          <p:nvPr/>
        </p:nvSpPr>
        <p:spPr>
          <a:xfrm>
            <a:off x="6885806" y="2404934"/>
            <a:ext cx="472646" cy="426308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C4CDD3"/>
              </a:gs>
              <a:gs pos="38000">
                <a:srgbClr val="F2F2F2"/>
              </a:gs>
              <a:gs pos="100000">
                <a:srgbClr val="BFBFBF"/>
              </a:gs>
            </a:gsLst>
            <a:lin ang="0" scaled="0"/>
          </a:gra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 shot of a computer&#10;&#10;Description automatically generated" id="3963" name="Google Shape;3963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57654" y="2514646"/>
            <a:ext cx="484394" cy="9035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64" name="Google Shape;3964;p47"/>
          <p:cNvGrpSpPr/>
          <p:nvPr/>
        </p:nvGrpSpPr>
        <p:grpSpPr>
          <a:xfrm>
            <a:off x="4477824" y="2057771"/>
            <a:ext cx="349684" cy="715079"/>
            <a:chOff x="6476205" y="1279015"/>
            <a:chExt cx="466245" cy="953439"/>
          </a:xfrm>
        </p:grpSpPr>
        <p:grpSp>
          <p:nvGrpSpPr>
            <p:cNvPr id="3965" name="Google Shape;3965;p47"/>
            <p:cNvGrpSpPr/>
            <p:nvPr/>
          </p:nvGrpSpPr>
          <p:grpSpPr>
            <a:xfrm>
              <a:off x="6476205" y="1279015"/>
              <a:ext cx="466245" cy="434369"/>
              <a:chOff x="2920" y="1424"/>
              <a:chExt cx="326" cy="320"/>
            </a:xfrm>
          </p:grpSpPr>
          <p:sp>
            <p:nvSpPr>
              <p:cNvPr id="3966" name="Google Shape;3966;p47"/>
              <p:cNvSpPr/>
              <p:nvPr/>
            </p:nvSpPr>
            <p:spPr>
              <a:xfrm>
                <a:off x="2920" y="1445"/>
                <a:ext cx="326" cy="289"/>
              </a:xfrm>
              <a:prstGeom prst="ellipse">
                <a:avLst/>
              </a:prstGeom>
              <a:noFill/>
              <a:ln cap="flat" cmpd="sng" w="12700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67" name="Google Shape;3967;p47"/>
              <p:cNvGrpSpPr/>
              <p:nvPr/>
            </p:nvGrpSpPr>
            <p:grpSpPr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3968" name="Google Shape;3968;p47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9" name="Google Shape;3969;p47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0" name="Google Shape;3970;p47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1" name="Google Shape;3971;p47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2" name="Google Shape;3972;p47"/>
                <p:cNvSpPr/>
                <p:nvPr/>
              </p:nvSpPr>
              <p:spPr>
                <a:xfrm flipH="1" rot="10800000">
                  <a:off x="2987" y="1424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73" name="Google Shape;3973;p47"/>
              <p:cNvSpPr/>
              <p:nvPr/>
            </p:nvSpPr>
            <p:spPr>
              <a:xfrm>
                <a:off x="2995" y="1615"/>
                <a:ext cx="178" cy="129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74" name="Google Shape;3974;p47"/>
            <p:cNvGrpSpPr/>
            <p:nvPr/>
          </p:nvGrpSpPr>
          <p:grpSpPr>
            <a:xfrm>
              <a:off x="6527789" y="1518577"/>
              <a:ext cx="375668" cy="713877"/>
              <a:chOff x="3130" y="3288"/>
              <a:chExt cx="410" cy="742"/>
            </a:xfrm>
          </p:grpSpPr>
          <p:cxnSp>
            <p:nvCxnSpPr>
              <p:cNvPr id="3975" name="Google Shape;3975;p4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6" name="Google Shape;3976;p4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7" name="Google Shape;3977;p4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8" name="Google Shape;3978;p4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9" name="Google Shape;3979;p4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0" name="Google Shape;3980;p4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1" name="Google Shape;3981;p4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2" name="Google Shape;3982;p4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3" name="Google Shape;3983;p4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4" name="Google Shape;3984;p4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5" name="Google Shape;3985;p4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6" name="Google Shape;3986;p4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7" name="Google Shape;3987;p4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8" name="Google Shape;3988;p4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9" name="Google Shape;3989;p4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990" name="Google Shape;3990;p47"/>
          <p:cNvGrpSpPr/>
          <p:nvPr/>
        </p:nvGrpSpPr>
        <p:grpSpPr>
          <a:xfrm>
            <a:off x="4568916" y="2664426"/>
            <a:ext cx="575361" cy="312974"/>
            <a:chOff x="1503784" y="3006600"/>
            <a:chExt cx="1771786" cy="957087"/>
          </a:xfrm>
        </p:grpSpPr>
        <p:grpSp>
          <p:nvGrpSpPr>
            <p:cNvPr id="3991" name="Google Shape;3991;p47"/>
            <p:cNvGrpSpPr/>
            <p:nvPr/>
          </p:nvGrpSpPr>
          <p:grpSpPr>
            <a:xfrm>
              <a:off x="1503784" y="3006600"/>
              <a:ext cx="1771786" cy="957087"/>
              <a:chOff x="1465684" y="2997075"/>
              <a:chExt cx="1771786" cy="957087"/>
            </a:xfrm>
          </p:grpSpPr>
          <p:sp>
            <p:nvSpPr>
              <p:cNvPr id="3992" name="Google Shape;3992;p47"/>
              <p:cNvSpPr/>
              <p:nvPr/>
            </p:nvSpPr>
            <p:spPr>
              <a:xfrm>
                <a:off x="1465684" y="3328365"/>
                <a:ext cx="1771786" cy="625797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93" name="Google Shape;3993;p47"/>
              <p:cNvSpPr/>
              <p:nvPr/>
            </p:nvSpPr>
            <p:spPr>
              <a:xfrm>
                <a:off x="1466704" y="2997075"/>
                <a:ext cx="1769640" cy="619577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</p:grpSp>
        <p:grpSp>
          <p:nvGrpSpPr>
            <p:cNvPr id="3994" name="Google Shape;3994;p47"/>
            <p:cNvGrpSpPr/>
            <p:nvPr/>
          </p:nvGrpSpPr>
          <p:grpSpPr>
            <a:xfrm>
              <a:off x="1961060" y="3038475"/>
              <a:ext cx="801873" cy="553944"/>
              <a:chOff x="1951535" y="3022600"/>
              <a:chExt cx="801873" cy="553944"/>
            </a:xfrm>
          </p:grpSpPr>
          <p:grpSp>
            <p:nvGrpSpPr>
              <p:cNvPr id="3995" name="Google Shape;3995;p47"/>
              <p:cNvGrpSpPr/>
              <p:nvPr/>
            </p:nvGrpSpPr>
            <p:grpSpPr>
              <a:xfrm>
                <a:off x="2032000" y="3022600"/>
                <a:ext cx="257175" cy="544419"/>
                <a:chOff x="2441575" y="2479675"/>
                <a:chExt cx="765175" cy="1028347"/>
              </a:xfrm>
            </p:grpSpPr>
            <p:sp>
              <p:nvSpPr>
                <p:cNvPr id="3996" name="Google Shape;3996;p47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7" name="Google Shape;3997;p47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98" name="Google Shape;3998;p47"/>
              <p:cNvGrpSpPr/>
              <p:nvPr/>
            </p:nvGrpSpPr>
            <p:grpSpPr>
              <a:xfrm flipH="1">
                <a:off x="2441575" y="3032125"/>
                <a:ext cx="257175" cy="544419"/>
                <a:chOff x="2441575" y="2479675"/>
                <a:chExt cx="765175" cy="1028347"/>
              </a:xfrm>
            </p:grpSpPr>
            <p:sp>
              <p:nvSpPr>
                <p:cNvPr id="3999" name="Google Shape;3999;p47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0" name="Google Shape;4000;p47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01" name="Google Shape;4001;p47"/>
              <p:cNvSpPr/>
              <p:nvPr/>
            </p:nvSpPr>
            <p:spPr>
              <a:xfrm flipH="1" rot="10800000">
                <a:off x="2057400" y="3130550"/>
                <a:ext cx="625475" cy="60324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2" name="Google Shape;4002;p47"/>
              <p:cNvSpPr/>
              <p:nvPr/>
            </p:nvSpPr>
            <p:spPr>
              <a:xfrm rot="-4543353">
                <a:off x="2079626" y="3187701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3" name="Google Shape;4003;p47"/>
              <p:cNvSpPr/>
              <p:nvPr/>
            </p:nvSpPr>
            <p:spPr>
              <a:xfrm flipH="1" rot="6584936">
                <a:off x="1990347" y="3141540"/>
                <a:ext cx="95195" cy="50805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4" name="Google Shape;4004;p47"/>
              <p:cNvSpPr/>
              <p:nvPr/>
            </p:nvSpPr>
            <p:spPr>
              <a:xfrm>
                <a:off x="2032000" y="3162300"/>
                <a:ext cx="6508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5" name="Google Shape;4005;p47"/>
              <p:cNvSpPr/>
              <p:nvPr/>
            </p:nvSpPr>
            <p:spPr>
              <a:xfrm rot="-6584936">
                <a:off x="2627741" y="3146398"/>
                <a:ext cx="9519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6" name="Google Shape;4006;p47"/>
              <p:cNvSpPr/>
              <p:nvPr/>
            </p:nvSpPr>
            <p:spPr>
              <a:xfrm rot="4492456">
                <a:off x="2397126" y="31972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07" name="Google Shape;4007;p47"/>
              <p:cNvGrpSpPr/>
              <p:nvPr/>
            </p:nvGrpSpPr>
            <p:grpSpPr>
              <a:xfrm>
                <a:off x="1951535" y="3316761"/>
                <a:ext cx="801873" cy="106763"/>
                <a:chOff x="1953503" y="3313586"/>
                <a:chExt cx="706591" cy="106763"/>
              </a:xfrm>
            </p:grpSpPr>
            <p:sp>
              <p:nvSpPr>
                <p:cNvPr id="4008" name="Google Shape;4008;p47"/>
                <p:cNvSpPr/>
                <p:nvPr/>
              </p:nvSpPr>
              <p:spPr>
                <a:xfrm flipH="1" rot="10800000">
                  <a:off x="2012950" y="3330575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9" name="Google Shape;4009;p47"/>
                <p:cNvSpPr/>
                <p:nvPr/>
              </p:nvSpPr>
              <p:spPr>
                <a:xfrm flipH="1" rot="6584936">
                  <a:off x="1945897" y="3341565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0" name="Google Shape;4010;p47"/>
                <p:cNvSpPr/>
                <p:nvPr/>
              </p:nvSpPr>
              <p:spPr>
                <a:xfrm>
                  <a:off x="1987550" y="3362325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1" name="Google Shape;4011;p47"/>
                <p:cNvSpPr/>
                <p:nvPr/>
              </p:nvSpPr>
              <p:spPr>
                <a:xfrm rot="-6584936">
                  <a:off x="2577455" y="3347983"/>
                  <a:ext cx="95195" cy="40287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12" name="Google Shape;4012;p47"/>
              <p:cNvSpPr/>
              <p:nvPr/>
            </p:nvSpPr>
            <p:spPr>
              <a:xfrm rot="4389628">
                <a:off x="2495482" y="3370576"/>
                <a:ext cx="160883" cy="55150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3" name="Google Shape;4013;p47"/>
              <p:cNvSpPr/>
              <p:nvPr/>
            </p:nvSpPr>
            <p:spPr>
              <a:xfrm rot="-4531743">
                <a:off x="2025651" y="33623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descr="A close up of text on a white background&#10;&#10;Description automatically generated" id="4014" name="Google Shape;4014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71567" y="3739464"/>
            <a:ext cx="788909" cy="741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4015" name="Google Shape;4015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98926" y="4122524"/>
            <a:ext cx="578534" cy="5436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4016" name="Google Shape;4016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21542" y="4283161"/>
            <a:ext cx="392663" cy="3690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17" name="Google Shape;4017;p47"/>
          <p:cNvGrpSpPr/>
          <p:nvPr/>
        </p:nvGrpSpPr>
        <p:grpSpPr>
          <a:xfrm>
            <a:off x="517216" y="2059558"/>
            <a:ext cx="6683684" cy="3486150"/>
            <a:chOff x="689621" y="1603077"/>
            <a:chExt cx="8911579" cy="4648200"/>
          </a:xfrm>
        </p:grpSpPr>
        <p:sp>
          <p:nvSpPr>
            <p:cNvPr id="4018" name="Google Shape;4018;p47"/>
            <p:cNvSpPr/>
            <p:nvPr/>
          </p:nvSpPr>
          <p:spPr>
            <a:xfrm>
              <a:off x="689621" y="1603077"/>
              <a:ext cx="3870021" cy="46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Home Subscriber Service </a:t>
              </a:r>
              <a:endParaRPr/>
            </a:p>
            <a:p>
              <a:pPr indent="-214313" lvl="0" marL="214313" marR="0" rtl="0" algn="l">
                <a:spcBef>
                  <a:spcPts val="36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stores info about mobile devices for which the HSS’s network is their “home network”</a:t>
              </a:r>
              <a:endParaRPr/>
            </a:p>
            <a:p>
              <a:pPr indent="-214313" lvl="0" marL="214313" marR="0" rtl="0" algn="l">
                <a:spcBef>
                  <a:spcPts val="36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works with MME in device authentication </a:t>
              </a:r>
              <a:endParaRPr sz="2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57175" lvl="0" marL="257175" marR="0" rtl="0" algn="l">
                <a:spcBef>
                  <a:spcPts val="36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19" name="Google Shape;4019;p47"/>
            <p:cNvCxnSpPr/>
            <p:nvPr/>
          </p:nvCxnSpPr>
          <p:spPr>
            <a:xfrm>
              <a:off x="4473146" y="1890584"/>
              <a:ext cx="5128054" cy="654908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Puzzle" id="4020" name="Google Shape;4020;p4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2653558">
            <a:off x="8439952" y="-16366"/>
            <a:ext cx="603250" cy="6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1" name="Google Shape;4021;p47"/>
          <p:cNvSpPr/>
          <p:nvPr/>
        </p:nvSpPr>
        <p:spPr>
          <a:xfrm>
            <a:off x="7355379" y="441193"/>
            <a:ext cx="1789569" cy="5989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Slide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6" name="Shape 4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7" name="Google Shape;4027;p48"/>
          <p:cNvSpPr txBox="1"/>
          <p:nvPr>
            <p:ph type="title"/>
          </p:nvPr>
        </p:nvSpPr>
        <p:spPr>
          <a:xfrm>
            <a:off x="455576" y="215071"/>
            <a:ext cx="7886700" cy="67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Elements of 4G LTE architecture</a:t>
            </a:r>
            <a:endParaRPr/>
          </a:p>
        </p:txBody>
      </p:sp>
      <p:sp>
        <p:nvSpPr>
          <p:cNvPr id="4028" name="Google Shape;4028;p48"/>
          <p:cNvSpPr txBox="1"/>
          <p:nvPr>
            <p:ph idx="12" type="sldNum"/>
          </p:nvPr>
        </p:nvSpPr>
        <p:spPr>
          <a:xfrm>
            <a:off x="6370216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Wireless and Mobile Networks: 7- </a:t>
            </a:r>
            <a:fld id="{00000000-1234-1234-1234-123412341234}" type="slidenum"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100">
              <a:solidFill>
                <a:srgbClr val="7F7F7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29" name="Google Shape;4029;p48"/>
          <p:cNvSpPr/>
          <p:nvPr/>
        </p:nvSpPr>
        <p:spPr>
          <a:xfrm>
            <a:off x="3568019" y="2201049"/>
            <a:ext cx="1797908" cy="1492077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0" name="Google Shape;4030;p48"/>
          <p:cNvSpPr/>
          <p:nvPr/>
        </p:nvSpPr>
        <p:spPr>
          <a:xfrm>
            <a:off x="5181600" y="2289994"/>
            <a:ext cx="3374174" cy="2072867"/>
          </a:xfrm>
          <a:custGeom>
            <a:rect b="b" l="l" r="r" t="t"/>
            <a:pathLst>
              <a:path extrusionOk="0" h="761031" w="1404583">
                <a:moveTo>
                  <a:pt x="231469" y="21319"/>
                </a:moveTo>
                <a:cubicBezTo>
                  <a:pt x="113339" y="68148"/>
                  <a:pt x="168135" y="217890"/>
                  <a:pt x="130383" y="294045"/>
                </a:cubicBezTo>
                <a:cubicBezTo>
                  <a:pt x="92631" y="370200"/>
                  <a:pt x="15047" y="419628"/>
                  <a:pt x="4957" y="478252"/>
                </a:cubicBezTo>
                <a:cubicBezTo>
                  <a:pt x="-5133" y="536876"/>
                  <a:pt x="-6784" y="601806"/>
                  <a:pt x="69845" y="645790"/>
                </a:cubicBezTo>
                <a:cubicBezTo>
                  <a:pt x="114412" y="664652"/>
                  <a:pt x="174902" y="743051"/>
                  <a:pt x="363588" y="758567"/>
                </a:cubicBezTo>
                <a:cubicBezTo>
                  <a:pt x="827649" y="755219"/>
                  <a:pt x="1109615" y="783142"/>
                  <a:pt x="1278658" y="709030"/>
                </a:cubicBezTo>
                <a:cubicBezTo>
                  <a:pt x="1447701" y="634918"/>
                  <a:pt x="1407676" y="440091"/>
                  <a:pt x="1377847" y="313896"/>
                </a:cubicBezTo>
                <a:cubicBezTo>
                  <a:pt x="1318189" y="194584"/>
                  <a:pt x="1265114" y="253952"/>
                  <a:pt x="1146823" y="100862"/>
                </a:cubicBezTo>
                <a:cubicBezTo>
                  <a:pt x="1043800" y="52777"/>
                  <a:pt x="899969" y="21099"/>
                  <a:pt x="839164" y="13068"/>
                </a:cubicBezTo>
                <a:cubicBezTo>
                  <a:pt x="716407" y="20525"/>
                  <a:pt x="349599" y="-25510"/>
                  <a:pt x="231469" y="2131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31" name="Google Shape;4031;p48"/>
          <p:cNvCxnSpPr/>
          <p:nvPr/>
        </p:nvCxnSpPr>
        <p:spPr>
          <a:xfrm rot="10800000">
            <a:off x="6543575" y="3486682"/>
            <a:ext cx="140466" cy="5121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2" name="Google Shape;4032;p48"/>
          <p:cNvCxnSpPr/>
          <p:nvPr/>
        </p:nvCxnSpPr>
        <p:spPr>
          <a:xfrm>
            <a:off x="6566049" y="3475938"/>
            <a:ext cx="795110" cy="3093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3" name="Google Shape;4033;p48"/>
          <p:cNvCxnSpPr>
            <a:endCxn id="4034" idx="4"/>
          </p:cNvCxnSpPr>
          <p:nvPr/>
        </p:nvCxnSpPr>
        <p:spPr>
          <a:xfrm flipH="1" rot="10800000">
            <a:off x="7361262" y="3617512"/>
            <a:ext cx="613500" cy="16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5" name="Google Shape;4035;p48"/>
          <p:cNvCxnSpPr/>
          <p:nvPr/>
        </p:nvCxnSpPr>
        <p:spPr>
          <a:xfrm rot="10800000">
            <a:off x="5742383" y="3149028"/>
            <a:ext cx="843431" cy="31485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6" name="Google Shape;4036;p48"/>
          <p:cNvCxnSpPr/>
          <p:nvPr/>
        </p:nvCxnSpPr>
        <p:spPr>
          <a:xfrm flipH="1" rot="10800000">
            <a:off x="6585811" y="3039824"/>
            <a:ext cx="751618" cy="4240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7" name="Google Shape;4037;p48"/>
          <p:cNvCxnSpPr>
            <a:stCxn id="4038" idx="4"/>
          </p:cNvCxnSpPr>
          <p:nvPr/>
        </p:nvCxnSpPr>
        <p:spPr>
          <a:xfrm>
            <a:off x="5541893" y="3661864"/>
            <a:ext cx="1142100" cy="33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9" name="Google Shape;4039;p48"/>
          <p:cNvCxnSpPr/>
          <p:nvPr/>
        </p:nvCxnSpPr>
        <p:spPr>
          <a:xfrm flipH="1" rot="10800000">
            <a:off x="5407484" y="3471131"/>
            <a:ext cx="1136090" cy="17541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0" name="Google Shape;4040;p48"/>
          <p:cNvCxnSpPr/>
          <p:nvPr/>
        </p:nvCxnSpPr>
        <p:spPr>
          <a:xfrm>
            <a:off x="7973755" y="3504323"/>
            <a:ext cx="68215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1" name="Google Shape;4041;p48"/>
          <p:cNvSpPr txBox="1"/>
          <p:nvPr/>
        </p:nvSpPr>
        <p:spPr>
          <a:xfrm>
            <a:off x="5980171" y="2606284"/>
            <a:ext cx="822227" cy="446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Mobility Management Entity (</a:t>
            </a: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4042" name="Google Shape;4042;p48"/>
          <p:cNvSpPr txBox="1"/>
          <p:nvPr/>
        </p:nvSpPr>
        <p:spPr>
          <a:xfrm>
            <a:off x="5843425" y="4167429"/>
            <a:ext cx="1765252" cy="211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Serving Gateway (</a:t>
            </a: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4043" name="Google Shape;4043;p48"/>
          <p:cNvSpPr txBox="1"/>
          <p:nvPr/>
        </p:nvSpPr>
        <p:spPr>
          <a:xfrm>
            <a:off x="7525063" y="2688073"/>
            <a:ext cx="1261709" cy="328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Subscriber Service (</a:t>
            </a: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4044" name="Google Shape;4044;p48"/>
          <p:cNvSpPr txBox="1"/>
          <p:nvPr/>
        </p:nvSpPr>
        <p:spPr>
          <a:xfrm>
            <a:off x="7423324" y="3803400"/>
            <a:ext cx="1390136" cy="211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PDN gateway (</a:t>
            </a: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4045" name="Google Shape;4045;p48"/>
          <p:cNvSpPr txBox="1"/>
          <p:nvPr/>
        </p:nvSpPr>
        <p:spPr>
          <a:xfrm>
            <a:off x="4925464" y="4207825"/>
            <a:ext cx="338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6" name="Google Shape;4046;p48"/>
          <p:cNvCxnSpPr>
            <a:endCxn id="4047" idx="2"/>
          </p:cNvCxnSpPr>
          <p:nvPr/>
        </p:nvCxnSpPr>
        <p:spPr>
          <a:xfrm>
            <a:off x="6566049" y="3486681"/>
            <a:ext cx="1406700" cy="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8" name="Google Shape;4048;p48"/>
          <p:cNvCxnSpPr/>
          <p:nvPr/>
        </p:nvCxnSpPr>
        <p:spPr>
          <a:xfrm flipH="1" rot="10800000">
            <a:off x="6684042" y="3785287"/>
            <a:ext cx="677117" cy="213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9" name="Google Shape;4049;p48"/>
          <p:cNvCxnSpPr/>
          <p:nvPr/>
        </p:nvCxnSpPr>
        <p:spPr>
          <a:xfrm flipH="1" rot="10800000">
            <a:off x="5742383" y="3998806"/>
            <a:ext cx="978705" cy="4649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0" name="Google Shape;4050;p48"/>
          <p:cNvCxnSpPr>
            <a:stCxn id="4038" idx="4"/>
            <a:endCxn id="4051" idx="2"/>
          </p:cNvCxnSpPr>
          <p:nvPr/>
        </p:nvCxnSpPr>
        <p:spPr>
          <a:xfrm>
            <a:off x="5541893" y="3661864"/>
            <a:ext cx="178500" cy="37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2" name="Google Shape;4052;p48"/>
          <p:cNvCxnSpPr/>
          <p:nvPr/>
        </p:nvCxnSpPr>
        <p:spPr>
          <a:xfrm flipH="1" rot="10800000">
            <a:off x="5742385" y="3486682"/>
            <a:ext cx="843427" cy="55861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3" name="Google Shape;4053;p48"/>
          <p:cNvCxnSpPr>
            <a:stCxn id="4054" idx="0"/>
          </p:cNvCxnSpPr>
          <p:nvPr/>
        </p:nvCxnSpPr>
        <p:spPr>
          <a:xfrm flipH="1">
            <a:off x="4799598" y="3581248"/>
            <a:ext cx="701700" cy="76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5" name="Google Shape;4055;p48"/>
          <p:cNvCxnSpPr>
            <a:stCxn id="4056" idx="12"/>
          </p:cNvCxnSpPr>
          <p:nvPr/>
        </p:nvCxnSpPr>
        <p:spPr>
          <a:xfrm rot="10800000">
            <a:off x="5006289" y="2868879"/>
            <a:ext cx="495300" cy="74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7" name="Google Shape;4057;p48"/>
          <p:cNvCxnSpPr>
            <a:stCxn id="4056" idx="13"/>
          </p:cNvCxnSpPr>
          <p:nvPr/>
        </p:nvCxnSpPr>
        <p:spPr>
          <a:xfrm flipH="1">
            <a:off x="4376299" y="3581886"/>
            <a:ext cx="1124700" cy="49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8" name="Google Shape;4058;p48"/>
          <p:cNvSpPr txBox="1"/>
          <p:nvPr/>
        </p:nvSpPr>
        <p:spPr>
          <a:xfrm>
            <a:off x="8281603" y="3343551"/>
            <a:ext cx="688907" cy="391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4059" name="Google Shape;4059;p48"/>
          <p:cNvSpPr txBox="1"/>
          <p:nvPr/>
        </p:nvSpPr>
        <p:spPr>
          <a:xfrm>
            <a:off x="3421984" y="2769561"/>
            <a:ext cx="1192320" cy="307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device 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(</a:t>
            </a:r>
            <a:r>
              <a:rPr b="1" lang="en-US" sz="8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UE</a:t>
            </a:r>
            <a:r>
              <a:rPr lang="en-US" sz="8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grpSp>
        <p:nvGrpSpPr>
          <p:cNvPr id="4060" name="Google Shape;4060;p48"/>
          <p:cNvGrpSpPr/>
          <p:nvPr/>
        </p:nvGrpSpPr>
        <p:grpSpPr>
          <a:xfrm>
            <a:off x="6981786" y="2426856"/>
            <a:ext cx="329840" cy="387833"/>
            <a:chOff x="4501086" y="2717689"/>
            <a:chExt cx="347435" cy="424729"/>
          </a:xfrm>
        </p:grpSpPr>
        <p:sp>
          <p:nvSpPr>
            <p:cNvPr id="4061" name="Google Shape;4061;p48"/>
            <p:cNvSpPr/>
            <p:nvPr/>
          </p:nvSpPr>
          <p:spPr>
            <a:xfrm>
              <a:off x="4501086" y="2764691"/>
              <a:ext cx="345572" cy="328307"/>
            </a:xfrm>
            <a:prstGeom prst="rect">
              <a:avLst/>
            </a:prstGeom>
            <a:gradFill>
              <a:gsLst>
                <a:gs pos="0">
                  <a:srgbClr val="CDD3D7"/>
                </a:gs>
                <a:gs pos="1000">
                  <a:srgbClr val="CDD3D7"/>
                </a:gs>
                <a:gs pos="100000">
                  <a:srgbClr val="E7ECF0"/>
                </a:gs>
              </a:gsLst>
              <a:lin ang="16200000" scaled="0"/>
            </a:gra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2" name="Google Shape;4062;p48"/>
            <p:cNvSpPr/>
            <p:nvPr/>
          </p:nvSpPr>
          <p:spPr>
            <a:xfrm>
              <a:off x="4501086" y="2717689"/>
              <a:ext cx="345572" cy="98840"/>
            </a:xfrm>
            <a:prstGeom prst="ellipse">
              <a:avLst/>
            </a:prstGeom>
            <a:solidFill>
              <a:srgbClr val="E2E7EA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3" name="Google Shape;4063;p48"/>
            <p:cNvSpPr/>
            <p:nvPr/>
          </p:nvSpPr>
          <p:spPr>
            <a:xfrm>
              <a:off x="4502949" y="3043578"/>
              <a:ext cx="345572" cy="98840"/>
            </a:xfrm>
            <a:prstGeom prst="ellipse">
              <a:avLst/>
            </a:prstGeom>
            <a:solidFill>
              <a:srgbClr val="CDD3D7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4" name="Google Shape;4064;p48"/>
            <p:cNvSpPr/>
            <p:nvPr/>
          </p:nvSpPr>
          <p:spPr>
            <a:xfrm>
              <a:off x="4504261" y="3036961"/>
              <a:ext cx="339222" cy="52862"/>
            </a:xfrm>
            <a:prstGeom prst="rect">
              <a:avLst/>
            </a:prstGeom>
            <a:solidFill>
              <a:srgbClr val="CDD3D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65" name="Google Shape;4065;p48"/>
          <p:cNvSpPr txBox="1"/>
          <p:nvPr/>
        </p:nvSpPr>
        <p:spPr>
          <a:xfrm>
            <a:off x="4400756" y="2973406"/>
            <a:ext cx="755336" cy="316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/>
          </a:p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(eNode-B)  </a:t>
            </a:r>
            <a:endParaRPr b="1" sz="78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66" name="Google Shape;4066;p48"/>
          <p:cNvGrpSpPr/>
          <p:nvPr/>
        </p:nvGrpSpPr>
        <p:grpSpPr>
          <a:xfrm>
            <a:off x="6387958" y="3768421"/>
            <a:ext cx="662416" cy="405464"/>
            <a:chOff x="7493876" y="2774731"/>
            <a:chExt cx="1481958" cy="894622"/>
          </a:xfrm>
        </p:grpSpPr>
        <p:sp>
          <p:nvSpPr>
            <p:cNvPr id="4067" name="Google Shape;4067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068" name="Google Shape;4068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069" name="Google Shape;4069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070" name="Google Shape;4070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1" name="Google Shape;4071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2" name="Google Shape;4072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3" name="Google Shape;4073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74" name="Google Shape;4074;p48"/>
          <p:cNvGrpSpPr/>
          <p:nvPr/>
        </p:nvGrpSpPr>
        <p:grpSpPr>
          <a:xfrm>
            <a:off x="7643574" y="3355032"/>
            <a:ext cx="662416" cy="405464"/>
            <a:chOff x="7493876" y="2774731"/>
            <a:chExt cx="1481958" cy="894622"/>
          </a:xfrm>
        </p:grpSpPr>
        <p:sp>
          <p:nvSpPr>
            <p:cNvPr id="4075" name="Google Shape;407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034" name="Google Shape;4034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076" name="Google Shape;4076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077" name="Google Shape;4077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8" name="Google Shape;4078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9" name="Google Shape;4079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7" name="Google Shape;4047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80" name="Google Shape;4080;p48"/>
          <p:cNvGrpSpPr/>
          <p:nvPr/>
        </p:nvGrpSpPr>
        <p:grpSpPr>
          <a:xfrm>
            <a:off x="6387959" y="3342925"/>
            <a:ext cx="371472" cy="238991"/>
            <a:chOff x="7493876" y="2774731"/>
            <a:chExt cx="1481958" cy="894622"/>
          </a:xfrm>
        </p:grpSpPr>
        <p:sp>
          <p:nvSpPr>
            <p:cNvPr id="4081" name="Google Shape;4081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082" name="Google Shape;4082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083" name="Google Shape;4083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084" name="Google Shape;4084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5" name="Google Shape;4085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6" name="Google Shape;4086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7" name="Google Shape;4087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88" name="Google Shape;4088;p48"/>
          <p:cNvGrpSpPr/>
          <p:nvPr/>
        </p:nvGrpSpPr>
        <p:grpSpPr>
          <a:xfrm>
            <a:off x="7131329" y="3656586"/>
            <a:ext cx="371472" cy="238991"/>
            <a:chOff x="7493876" y="2774731"/>
            <a:chExt cx="1481958" cy="894622"/>
          </a:xfrm>
        </p:grpSpPr>
        <p:sp>
          <p:nvSpPr>
            <p:cNvPr id="4089" name="Google Shape;4089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090" name="Google Shape;409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091" name="Google Shape;409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092" name="Google Shape;409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3" name="Google Shape;409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4" name="Google Shape;409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5" name="Google Shape;409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96" name="Google Shape;4096;p48"/>
          <p:cNvGrpSpPr/>
          <p:nvPr/>
        </p:nvGrpSpPr>
        <p:grpSpPr>
          <a:xfrm>
            <a:off x="5356168" y="3507151"/>
            <a:ext cx="371472" cy="238991"/>
            <a:chOff x="7493876" y="2774731"/>
            <a:chExt cx="1481958" cy="894622"/>
          </a:xfrm>
        </p:grpSpPr>
        <p:sp>
          <p:nvSpPr>
            <p:cNvPr id="4097" name="Google Shape;4097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038" name="Google Shape;4038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098" name="Google Shape;4098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099" name="Google Shape;4099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0" name="Google Shape;4100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4" name="Google Shape;405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6" name="Google Shape;4056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01" name="Google Shape;4101;p48"/>
          <p:cNvGrpSpPr/>
          <p:nvPr/>
        </p:nvGrpSpPr>
        <p:grpSpPr>
          <a:xfrm>
            <a:off x="5535903" y="3951075"/>
            <a:ext cx="371472" cy="238991"/>
            <a:chOff x="7493876" y="2774731"/>
            <a:chExt cx="1481958" cy="894622"/>
          </a:xfrm>
        </p:grpSpPr>
        <p:sp>
          <p:nvSpPr>
            <p:cNvPr id="4102" name="Google Shape;4102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103" name="Google Shape;4103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104" name="Google Shape;4104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05" name="Google Shape;4105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6" name="Google Shape;4106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7" name="Google Shape;4107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1" name="Google Shape;405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08" name="Google Shape;4108;p48"/>
          <p:cNvGrpSpPr/>
          <p:nvPr/>
        </p:nvGrpSpPr>
        <p:grpSpPr>
          <a:xfrm>
            <a:off x="3833510" y="2271165"/>
            <a:ext cx="550055" cy="495205"/>
            <a:chOff x="2751" y="1851"/>
            <a:chExt cx="462" cy="478"/>
          </a:xfrm>
        </p:grpSpPr>
        <p:pic>
          <p:nvPicPr>
            <p:cNvPr descr="iphone_stylized_small" id="4109" name="Google Shape;4109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110" name="Google Shape;4110;p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11" name="Google Shape;4111;p48"/>
          <p:cNvGrpSpPr/>
          <p:nvPr/>
        </p:nvGrpSpPr>
        <p:grpSpPr>
          <a:xfrm>
            <a:off x="4360088" y="3357433"/>
            <a:ext cx="401240" cy="311162"/>
            <a:chOff x="7432700" y="2327293"/>
            <a:chExt cx="534987" cy="414882"/>
          </a:xfrm>
        </p:grpSpPr>
        <p:pic>
          <p:nvPicPr>
            <p:cNvPr descr="antenna_stylized" id="4112" name="Google Shape;4112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113" name="Google Shape;4113;p4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4" name="Google Shape;4114;p48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4115" name="Google Shape;4115;p4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6" name="Google Shape;4116;p48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7" name="Google Shape;4117;p48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8" name="Google Shape;4118;p48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9" name="Google Shape;4119;p48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0" name="Google Shape;4120;p48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1" name="Google Shape;4121;p48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22" name="Google Shape;4122;p48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4123" name="Google Shape;4123;p4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4" name="Google Shape;4124;p4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5" name="Google Shape;4125;p4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6" name="Google Shape;4126;p4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7" name="Google Shape;4127;p4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8" name="Google Shape;4128;p4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29" name="Google Shape;4129;p48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0" name="Google Shape;4130;p48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1" name="Google Shape;4131;p48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2" name="Google Shape;4132;p48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3" name="Google Shape;4133;p48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4" name="Google Shape;4134;p48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35" name="Google Shape;4135;p48"/>
          <p:cNvGrpSpPr/>
          <p:nvPr/>
        </p:nvGrpSpPr>
        <p:grpSpPr>
          <a:xfrm>
            <a:off x="3681893" y="3078711"/>
            <a:ext cx="636984" cy="169582"/>
            <a:chOff x="8493165" y="2029804"/>
            <a:chExt cx="849312" cy="226109"/>
          </a:xfrm>
        </p:grpSpPr>
        <p:pic>
          <p:nvPicPr>
            <p:cNvPr descr="car_icon_small" id="4136" name="Google Shape;4136;p4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137" name="Google Shape;4137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screen shot of a computer&#10;&#10;Description automatically generated" id="4138" name="Google Shape;4138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97614" y="2465219"/>
            <a:ext cx="484394" cy="903542"/>
          </a:xfrm>
          <a:prstGeom prst="rect">
            <a:avLst/>
          </a:prstGeom>
          <a:noFill/>
          <a:ln>
            <a:noFill/>
          </a:ln>
        </p:spPr>
      </p:pic>
      <p:sp>
        <p:nvSpPr>
          <p:cNvPr id="4139" name="Google Shape;4139;p48"/>
          <p:cNvSpPr/>
          <p:nvPr/>
        </p:nvSpPr>
        <p:spPr>
          <a:xfrm>
            <a:off x="6885806" y="2404934"/>
            <a:ext cx="472646" cy="426308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C4CDD3"/>
              </a:gs>
              <a:gs pos="38000">
                <a:srgbClr val="F2F2F2"/>
              </a:gs>
              <a:gs pos="100000">
                <a:srgbClr val="BFBFBF"/>
              </a:gs>
            </a:gsLst>
            <a:lin ang="0" scaled="0"/>
          </a:gra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 shot of a computer&#10;&#10;Description automatically generated" id="4140" name="Google Shape;4140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57654" y="2514646"/>
            <a:ext cx="484394" cy="9035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41" name="Google Shape;4141;p48"/>
          <p:cNvGrpSpPr/>
          <p:nvPr/>
        </p:nvGrpSpPr>
        <p:grpSpPr>
          <a:xfrm>
            <a:off x="4477824" y="2057771"/>
            <a:ext cx="349684" cy="715079"/>
            <a:chOff x="6476205" y="1279015"/>
            <a:chExt cx="466245" cy="953439"/>
          </a:xfrm>
        </p:grpSpPr>
        <p:grpSp>
          <p:nvGrpSpPr>
            <p:cNvPr id="4142" name="Google Shape;4142;p48"/>
            <p:cNvGrpSpPr/>
            <p:nvPr/>
          </p:nvGrpSpPr>
          <p:grpSpPr>
            <a:xfrm>
              <a:off x="6476205" y="1279015"/>
              <a:ext cx="466245" cy="434369"/>
              <a:chOff x="2920" y="1424"/>
              <a:chExt cx="326" cy="320"/>
            </a:xfrm>
          </p:grpSpPr>
          <p:sp>
            <p:nvSpPr>
              <p:cNvPr id="4143" name="Google Shape;4143;p48"/>
              <p:cNvSpPr/>
              <p:nvPr/>
            </p:nvSpPr>
            <p:spPr>
              <a:xfrm>
                <a:off x="2920" y="1445"/>
                <a:ext cx="326" cy="289"/>
              </a:xfrm>
              <a:prstGeom prst="ellipse">
                <a:avLst/>
              </a:prstGeom>
              <a:noFill/>
              <a:ln cap="flat" cmpd="sng" w="12700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144" name="Google Shape;4144;p48"/>
              <p:cNvGrpSpPr/>
              <p:nvPr/>
            </p:nvGrpSpPr>
            <p:grpSpPr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4145" name="Google Shape;4145;p48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46" name="Google Shape;4146;p48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47" name="Google Shape;4147;p48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48" name="Google Shape;4148;p48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49" name="Google Shape;4149;p48"/>
                <p:cNvSpPr/>
                <p:nvPr/>
              </p:nvSpPr>
              <p:spPr>
                <a:xfrm flipH="1" rot="10800000">
                  <a:off x="2987" y="1424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150" name="Google Shape;4150;p48"/>
              <p:cNvSpPr/>
              <p:nvPr/>
            </p:nvSpPr>
            <p:spPr>
              <a:xfrm>
                <a:off x="2995" y="1615"/>
                <a:ext cx="178" cy="129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51" name="Google Shape;4151;p48"/>
            <p:cNvGrpSpPr/>
            <p:nvPr/>
          </p:nvGrpSpPr>
          <p:grpSpPr>
            <a:xfrm>
              <a:off x="6527789" y="1518577"/>
              <a:ext cx="375668" cy="713877"/>
              <a:chOff x="3130" y="3288"/>
              <a:chExt cx="410" cy="742"/>
            </a:xfrm>
          </p:grpSpPr>
          <p:cxnSp>
            <p:nvCxnSpPr>
              <p:cNvPr id="4152" name="Google Shape;4152;p48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3" name="Google Shape;4153;p48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4" name="Google Shape;4154;p48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5" name="Google Shape;4155;p48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6" name="Google Shape;4156;p48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7" name="Google Shape;4157;p48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8" name="Google Shape;4158;p48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9" name="Google Shape;4159;p48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0" name="Google Shape;4160;p48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1" name="Google Shape;4161;p48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2" name="Google Shape;4162;p48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3" name="Google Shape;4163;p48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4" name="Google Shape;4164;p48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5" name="Google Shape;4165;p48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6" name="Google Shape;4166;p48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167" name="Google Shape;4167;p48"/>
          <p:cNvGrpSpPr/>
          <p:nvPr/>
        </p:nvGrpSpPr>
        <p:grpSpPr>
          <a:xfrm>
            <a:off x="4568916" y="2664426"/>
            <a:ext cx="575361" cy="312974"/>
            <a:chOff x="1503784" y="3006600"/>
            <a:chExt cx="1771786" cy="957087"/>
          </a:xfrm>
        </p:grpSpPr>
        <p:grpSp>
          <p:nvGrpSpPr>
            <p:cNvPr id="4168" name="Google Shape;4168;p48"/>
            <p:cNvGrpSpPr/>
            <p:nvPr/>
          </p:nvGrpSpPr>
          <p:grpSpPr>
            <a:xfrm>
              <a:off x="1503784" y="3006600"/>
              <a:ext cx="1771786" cy="957087"/>
              <a:chOff x="1465684" y="2997075"/>
              <a:chExt cx="1771786" cy="957087"/>
            </a:xfrm>
          </p:grpSpPr>
          <p:sp>
            <p:nvSpPr>
              <p:cNvPr id="4169" name="Google Shape;4169;p48"/>
              <p:cNvSpPr/>
              <p:nvPr/>
            </p:nvSpPr>
            <p:spPr>
              <a:xfrm>
                <a:off x="1465684" y="3328365"/>
                <a:ext cx="1771786" cy="625797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170" name="Google Shape;4170;p48"/>
              <p:cNvSpPr/>
              <p:nvPr/>
            </p:nvSpPr>
            <p:spPr>
              <a:xfrm>
                <a:off x="1466704" y="2997075"/>
                <a:ext cx="1769640" cy="619577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</p:grpSp>
        <p:grpSp>
          <p:nvGrpSpPr>
            <p:cNvPr id="4171" name="Google Shape;4171;p48"/>
            <p:cNvGrpSpPr/>
            <p:nvPr/>
          </p:nvGrpSpPr>
          <p:grpSpPr>
            <a:xfrm>
              <a:off x="1961060" y="3038475"/>
              <a:ext cx="801873" cy="553944"/>
              <a:chOff x="1951535" y="3022600"/>
              <a:chExt cx="801873" cy="553944"/>
            </a:xfrm>
          </p:grpSpPr>
          <p:grpSp>
            <p:nvGrpSpPr>
              <p:cNvPr id="4172" name="Google Shape;4172;p48"/>
              <p:cNvGrpSpPr/>
              <p:nvPr/>
            </p:nvGrpSpPr>
            <p:grpSpPr>
              <a:xfrm>
                <a:off x="2032000" y="3022600"/>
                <a:ext cx="257175" cy="544419"/>
                <a:chOff x="2441575" y="2479675"/>
                <a:chExt cx="765175" cy="1028347"/>
              </a:xfrm>
            </p:grpSpPr>
            <p:sp>
              <p:nvSpPr>
                <p:cNvPr id="4173" name="Google Shape;4173;p48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74" name="Google Shape;4174;p48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75" name="Google Shape;4175;p48"/>
              <p:cNvGrpSpPr/>
              <p:nvPr/>
            </p:nvGrpSpPr>
            <p:grpSpPr>
              <a:xfrm flipH="1">
                <a:off x="2441575" y="3032125"/>
                <a:ext cx="257175" cy="544419"/>
                <a:chOff x="2441575" y="2479675"/>
                <a:chExt cx="765175" cy="1028347"/>
              </a:xfrm>
            </p:grpSpPr>
            <p:sp>
              <p:nvSpPr>
                <p:cNvPr id="4176" name="Google Shape;4176;p48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77" name="Google Shape;4177;p48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178" name="Google Shape;4178;p48"/>
              <p:cNvSpPr/>
              <p:nvPr/>
            </p:nvSpPr>
            <p:spPr>
              <a:xfrm flipH="1" rot="10800000">
                <a:off x="2057400" y="3130550"/>
                <a:ext cx="625475" cy="60324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9" name="Google Shape;4179;p48"/>
              <p:cNvSpPr/>
              <p:nvPr/>
            </p:nvSpPr>
            <p:spPr>
              <a:xfrm rot="-4543353">
                <a:off x="2079626" y="3187701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0" name="Google Shape;4180;p48"/>
              <p:cNvSpPr/>
              <p:nvPr/>
            </p:nvSpPr>
            <p:spPr>
              <a:xfrm flipH="1" rot="6584936">
                <a:off x="1990347" y="3141540"/>
                <a:ext cx="95195" cy="50805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1" name="Google Shape;4181;p48"/>
              <p:cNvSpPr/>
              <p:nvPr/>
            </p:nvSpPr>
            <p:spPr>
              <a:xfrm>
                <a:off x="2032000" y="3162300"/>
                <a:ext cx="6508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2" name="Google Shape;4182;p48"/>
              <p:cNvSpPr/>
              <p:nvPr/>
            </p:nvSpPr>
            <p:spPr>
              <a:xfrm rot="-6584936">
                <a:off x="2627741" y="3146398"/>
                <a:ext cx="9519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3" name="Google Shape;4183;p48"/>
              <p:cNvSpPr/>
              <p:nvPr/>
            </p:nvSpPr>
            <p:spPr>
              <a:xfrm rot="4492456">
                <a:off x="2397126" y="31972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184" name="Google Shape;4184;p48"/>
              <p:cNvGrpSpPr/>
              <p:nvPr/>
            </p:nvGrpSpPr>
            <p:grpSpPr>
              <a:xfrm>
                <a:off x="1951535" y="3316761"/>
                <a:ext cx="801873" cy="106763"/>
                <a:chOff x="1953503" y="3313586"/>
                <a:chExt cx="706591" cy="106763"/>
              </a:xfrm>
            </p:grpSpPr>
            <p:sp>
              <p:nvSpPr>
                <p:cNvPr id="4185" name="Google Shape;4185;p48"/>
                <p:cNvSpPr/>
                <p:nvPr/>
              </p:nvSpPr>
              <p:spPr>
                <a:xfrm flipH="1" rot="10800000">
                  <a:off x="2012950" y="3330575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86" name="Google Shape;4186;p48"/>
                <p:cNvSpPr/>
                <p:nvPr/>
              </p:nvSpPr>
              <p:spPr>
                <a:xfrm flipH="1" rot="6584936">
                  <a:off x="1945897" y="3341565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87" name="Google Shape;4187;p48"/>
                <p:cNvSpPr/>
                <p:nvPr/>
              </p:nvSpPr>
              <p:spPr>
                <a:xfrm>
                  <a:off x="1987550" y="3362325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88" name="Google Shape;4188;p48"/>
                <p:cNvSpPr/>
                <p:nvPr/>
              </p:nvSpPr>
              <p:spPr>
                <a:xfrm rot="-6584936">
                  <a:off x="2577455" y="3347983"/>
                  <a:ext cx="95195" cy="40287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189" name="Google Shape;4189;p48"/>
              <p:cNvSpPr/>
              <p:nvPr/>
            </p:nvSpPr>
            <p:spPr>
              <a:xfrm rot="4389628">
                <a:off x="2495482" y="3370576"/>
                <a:ext cx="160883" cy="55150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0" name="Google Shape;4190;p48"/>
              <p:cNvSpPr/>
              <p:nvPr/>
            </p:nvSpPr>
            <p:spPr>
              <a:xfrm rot="-4531743">
                <a:off x="2025651" y="33623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descr="A close up of text on a white background&#10;&#10;Description automatically generated" id="4191" name="Google Shape;4191;p4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71567" y="3739464"/>
            <a:ext cx="788909" cy="741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4192" name="Google Shape;4192;p4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98926" y="4122524"/>
            <a:ext cx="578534" cy="5436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4193" name="Google Shape;4193;p4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21542" y="4283161"/>
            <a:ext cx="392663" cy="3690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4" name="Google Shape;4194;p48"/>
          <p:cNvGrpSpPr/>
          <p:nvPr/>
        </p:nvGrpSpPr>
        <p:grpSpPr>
          <a:xfrm>
            <a:off x="517216" y="2059558"/>
            <a:ext cx="7456680" cy="3486150"/>
            <a:chOff x="689621" y="1603077"/>
            <a:chExt cx="9942241" cy="4648200"/>
          </a:xfrm>
        </p:grpSpPr>
        <p:sp>
          <p:nvSpPr>
            <p:cNvPr id="4195" name="Google Shape;4195;p48"/>
            <p:cNvSpPr/>
            <p:nvPr/>
          </p:nvSpPr>
          <p:spPr>
            <a:xfrm>
              <a:off x="689621" y="1603077"/>
              <a:ext cx="4166584" cy="46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Serving Gateway (S-GW), PDN Gateway (P-GW)</a:t>
              </a:r>
              <a:endParaRPr/>
            </a:p>
            <a:p>
              <a:pPr indent="-176213" lvl="0" marL="221456" marR="0" rtl="0" algn="l">
                <a:spcBef>
                  <a:spcPts val="36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lie on data path from mobile to/from Internet</a:t>
              </a:r>
              <a:endParaRPr/>
            </a:p>
            <a:p>
              <a:pPr indent="-176213" lvl="0" marL="221456" marR="0" rtl="0" algn="l">
                <a:spcBef>
                  <a:spcPts val="36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P-GW</a:t>
              </a:r>
              <a:endParaRPr/>
            </a:p>
            <a:p>
              <a:pPr indent="-166687" lvl="1" marL="471488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gateway to mobile cellular network</a:t>
              </a:r>
              <a:endParaRPr/>
            </a:p>
            <a:p>
              <a:pPr indent="-166687" lvl="1" marL="471488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Looks like nay other internet gateway router</a:t>
              </a:r>
              <a:endParaRPr/>
            </a:p>
            <a:p>
              <a:pPr indent="-166687" lvl="1" marL="471488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provides NAT services </a:t>
              </a:r>
              <a:endParaRPr/>
            </a:p>
            <a:p>
              <a:pPr indent="-175022" lvl="0" marL="175022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other routers:</a:t>
              </a:r>
              <a:endParaRPr/>
            </a:p>
            <a:p>
              <a:pPr indent="-166687" lvl="1" marL="471488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extensive use of tunneling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1671" lvl="0" marL="175022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11199"/>
                </a:buClr>
                <a:buSzPts val="2100"/>
                <a:buFont typeface="Noto Sans Symbols"/>
                <a:buNone/>
              </a:pPr>
              <a:r>
                <a:t/>
              </a:r>
              <a:endPara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57175" lvl="0" marL="257175" marR="0" rtl="0" algn="l">
                <a:spcBef>
                  <a:spcPts val="36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96" name="Google Shape;4196;p48"/>
            <p:cNvCxnSpPr>
              <a:endCxn id="4077" idx="9"/>
            </p:cNvCxnSpPr>
            <p:nvPr/>
          </p:nvCxnSpPr>
          <p:spPr>
            <a:xfrm>
              <a:off x="3954162" y="2310713"/>
              <a:ext cx="6677700" cy="114870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97" name="Google Shape;4197;p48"/>
            <p:cNvCxnSpPr>
              <a:endCxn id="4073" idx="13"/>
            </p:cNvCxnSpPr>
            <p:nvPr/>
          </p:nvCxnSpPr>
          <p:spPr>
            <a:xfrm>
              <a:off x="3958770" y="2311400"/>
              <a:ext cx="4902900" cy="173910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Puzzle" id="4198" name="Google Shape;4198;p4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2653558">
            <a:off x="8422002" y="124898"/>
            <a:ext cx="603250" cy="6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99" name="Google Shape;4199;p48"/>
          <p:cNvSpPr/>
          <p:nvPr/>
        </p:nvSpPr>
        <p:spPr>
          <a:xfrm>
            <a:off x="7337429" y="582457"/>
            <a:ext cx="1789569" cy="5989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Slide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4" name="Shape 4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5" name="Google Shape;4205;p49"/>
          <p:cNvSpPr txBox="1"/>
          <p:nvPr>
            <p:ph type="title"/>
          </p:nvPr>
        </p:nvSpPr>
        <p:spPr>
          <a:xfrm>
            <a:off x="231692" y="128204"/>
            <a:ext cx="7886700" cy="67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Elements of 4G LTE architecture</a:t>
            </a:r>
            <a:endParaRPr/>
          </a:p>
        </p:txBody>
      </p:sp>
      <p:sp>
        <p:nvSpPr>
          <p:cNvPr id="4206" name="Google Shape;4206;p49"/>
          <p:cNvSpPr txBox="1"/>
          <p:nvPr>
            <p:ph idx="12" type="sldNum"/>
          </p:nvPr>
        </p:nvSpPr>
        <p:spPr>
          <a:xfrm>
            <a:off x="6346929" y="642521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Wireless and Mobile Networks: 7- </a:t>
            </a:r>
            <a:fld id="{00000000-1234-1234-1234-123412341234}" type="slidenum"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100">
              <a:solidFill>
                <a:srgbClr val="7F7F7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07" name="Google Shape;4207;p49"/>
          <p:cNvSpPr/>
          <p:nvPr/>
        </p:nvSpPr>
        <p:spPr>
          <a:xfrm>
            <a:off x="3568019" y="2201049"/>
            <a:ext cx="1797908" cy="1492077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8" name="Google Shape;4208;p49"/>
          <p:cNvSpPr/>
          <p:nvPr/>
        </p:nvSpPr>
        <p:spPr>
          <a:xfrm>
            <a:off x="5181600" y="2289994"/>
            <a:ext cx="3374174" cy="2072867"/>
          </a:xfrm>
          <a:custGeom>
            <a:rect b="b" l="l" r="r" t="t"/>
            <a:pathLst>
              <a:path extrusionOk="0" h="761031" w="1404583">
                <a:moveTo>
                  <a:pt x="231469" y="21319"/>
                </a:moveTo>
                <a:cubicBezTo>
                  <a:pt x="113339" y="68148"/>
                  <a:pt x="168135" y="217890"/>
                  <a:pt x="130383" y="294045"/>
                </a:cubicBezTo>
                <a:cubicBezTo>
                  <a:pt x="92631" y="370200"/>
                  <a:pt x="15047" y="419628"/>
                  <a:pt x="4957" y="478252"/>
                </a:cubicBezTo>
                <a:cubicBezTo>
                  <a:pt x="-5133" y="536876"/>
                  <a:pt x="-6784" y="601806"/>
                  <a:pt x="69845" y="645790"/>
                </a:cubicBezTo>
                <a:cubicBezTo>
                  <a:pt x="114412" y="664652"/>
                  <a:pt x="174902" y="743051"/>
                  <a:pt x="363588" y="758567"/>
                </a:cubicBezTo>
                <a:cubicBezTo>
                  <a:pt x="827649" y="755219"/>
                  <a:pt x="1109615" y="783142"/>
                  <a:pt x="1278658" y="709030"/>
                </a:cubicBezTo>
                <a:cubicBezTo>
                  <a:pt x="1447701" y="634918"/>
                  <a:pt x="1407676" y="440091"/>
                  <a:pt x="1377847" y="313896"/>
                </a:cubicBezTo>
                <a:cubicBezTo>
                  <a:pt x="1318189" y="194584"/>
                  <a:pt x="1265114" y="253952"/>
                  <a:pt x="1146823" y="100862"/>
                </a:cubicBezTo>
                <a:cubicBezTo>
                  <a:pt x="1043800" y="52777"/>
                  <a:pt x="899969" y="21099"/>
                  <a:pt x="839164" y="13068"/>
                </a:cubicBezTo>
                <a:cubicBezTo>
                  <a:pt x="716407" y="20525"/>
                  <a:pt x="349599" y="-25510"/>
                  <a:pt x="231469" y="2131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9" name="Google Shape;4209;p49"/>
          <p:cNvCxnSpPr/>
          <p:nvPr/>
        </p:nvCxnSpPr>
        <p:spPr>
          <a:xfrm rot="10800000">
            <a:off x="6543575" y="3486682"/>
            <a:ext cx="140466" cy="5121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0" name="Google Shape;4210;p49"/>
          <p:cNvCxnSpPr/>
          <p:nvPr/>
        </p:nvCxnSpPr>
        <p:spPr>
          <a:xfrm>
            <a:off x="6566049" y="3475938"/>
            <a:ext cx="795110" cy="3093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1" name="Google Shape;4211;p49"/>
          <p:cNvCxnSpPr>
            <a:endCxn id="4212" idx="4"/>
          </p:cNvCxnSpPr>
          <p:nvPr/>
        </p:nvCxnSpPr>
        <p:spPr>
          <a:xfrm flipH="1" rot="10800000">
            <a:off x="7361262" y="3617512"/>
            <a:ext cx="613500" cy="16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3" name="Google Shape;4213;p49"/>
          <p:cNvCxnSpPr/>
          <p:nvPr/>
        </p:nvCxnSpPr>
        <p:spPr>
          <a:xfrm rot="10800000">
            <a:off x="5742383" y="3149028"/>
            <a:ext cx="843431" cy="31485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4" name="Google Shape;4214;p49"/>
          <p:cNvCxnSpPr/>
          <p:nvPr/>
        </p:nvCxnSpPr>
        <p:spPr>
          <a:xfrm flipH="1" rot="10800000">
            <a:off x="6585811" y="3039824"/>
            <a:ext cx="751618" cy="4240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5" name="Google Shape;4215;p49"/>
          <p:cNvCxnSpPr>
            <a:stCxn id="4216" idx="4"/>
          </p:cNvCxnSpPr>
          <p:nvPr/>
        </p:nvCxnSpPr>
        <p:spPr>
          <a:xfrm>
            <a:off x="5541893" y="3661864"/>
            <a:ext cx="1142100" cy="33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7" name="Google Shape;4217;p49"/>
          <p:cNvCxnSpPr/>
          <p:nvPr/>
        </p:nvCxnSpPr>
        <p:spPr>
          <a:xfrm flipH="1" rot="10800000">
            <a:off x="5407484" y="3471131"/>
            <a:ext cx="1136090" cy="17541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8" name="Google Shape;4218;p49"/>
          <p:cNvCxnSpPr/>
          <p:nvPr/>
        </p:nvCxnSpPr>
        <p:spPr>
          <a:xfrm>
            <a:off x="7973755" y="3504323"/>
            <a:ext cx="68215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9" name="Google Shape;4219;p49"/>
          <p:cNvSpPr txBox="1"/>
          <p:nvPr/>
        </p:nvSpPr>
        <p:spPr>
          <a:xfrm>
            <a:off x="5980171" y="2606284"/>
            <a:ext cx="822227" cy="446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Mobility Management Entity (</a:t>
            </a: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4220" name="Google Shape;4220;p49"/>
          <p:cNvSpPr txBox="1"/>
          <p:nvPr/>
        </p:nvSpPr>
        <p:spPr>
          <a:xfrm>
            <a:off x="5843425" y="4167429"/>
            <a:ext cx="1765252" cy="211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Serving Gateway (</a:t>
            </a: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4221" name="Google Shape;4221;p49"/>
          <p:cNvSpPr txBox="1"/>
          <p:nvPr/>
        </p:nvSpPr>
        <p:spPr>
          <a:xfrm>
            <a:off x="7525063" y="2688073"/>
            <a:ext cx="1261709" cy="328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Subscriber Service (</a:t>
            </a: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4222" name="Google Shape;4222;p49"/>
          <p:cNvSpPr txBox="1"/>
          <p:nvPr/>
        </p:nvSpPr>
        <p:spPr>
          <a:xfrm>
            <a:off x="7423324" y="3803400"/>
            <a:ext cx="1390136" cy="211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PDN gateway (</a:t>
            </a: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4223" name="Google Shape;4223;p49"/>
          <p:cNvSpPr txBox="1"/>
          <p:nvPr/>
        </p:nvSpPr>
        <p:spPr>
          <a:xfrm>
            <a:off x="4925464" y="4207825"/>
            <a:ext cx="338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24" name="Google Shape;4224;p49"/>
          <p:cNvCxnSpPr>
            <a:endCxn id="4225" idx="2"/>
          </p:cNvCxnSpPr>
          <p:nvPr/>
        </p:nvCxnSpPr>
        <p:spPr>
          <a:xfrm>
            <a:off x="6566049" y="3486681"/>
            <a:ext cx="1406700" cy="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6" name="Google Shape;4226;p49"/>
          <p:cNvCxnSpPr/>
          <p:nvPr/>
        </p:nvCxnSpPr>
        <p:spPr>
          <a:xfrm flipH="1" rot="10800000">
            <a:off x="6684042" y="3785287"/>
            <a:ext cx="677117" cy="213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7" name="Google Shape;4227;p49"/>
          <p:cNvCxnSpPr/>
          <p:nvPr/>
        </p:nvCxnSpPr>
        <p:spPr>
          <a:xfrm flipH="1" rot="10800000">
            <a:off x="5742383" y="3998806"/>
            <a:ext cx="978705" cy="4649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8" name="Google Shape;4228;p49"/>
          <p:cNvCxnSpPr>
            <a:stCxn id="4216" idx="4"/>
            <a:endCxn id="4229" idx="2"/>
          </p:cNvCxnSpPr>
          <p:nvPr/>
        </p:nvCxnSpPr>
        <p:spPr>
          <a:xfrm>
            <a:off x="5541893" y="3661864"/>
            <a:ext cx="178500" cy="37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0" name="Google Shape;4230;p49"/>
          <p:cNvCxnSpPr/>
          <p:nvPr/>
        </p:nvCxnSpPr>
        <p:spPr>
          <a:xfrm flipH="1" rot="10800000">
            <a:off x="5742385" y="3486682"/>
            <a:ext cx="843427" cy="55861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1" name="Google Shape;4231;p49"/>
          <p:cNvCxnSpPr>
            <a:stCxn id="4232" idx="0"/>
          </p:cNvCxnSpPr>
          <p:nvPr/>
        </p:nvCxnSpPr>
        <p:spPr>
          <a:xfrm flipH="1">
            <a:off x="4799598" y="3581248"/>
            <a:ext cx="701700" cy="76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3" name="Google Shape;4233;p49"/>
          <p:cNvCxnSpPr>
            <a:stCxn id="4234" idx="12"/>
          </p:cNvCxnSpPr>
          <p:nvPr/>
        </p:nvCxnSpPr>
        <p:spPr>
          <a:xfrm rot="10800000">
            <a:off x="5006289" y="2868879"/>
            <a:ext cx="495300" cy="74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5" name="Google Shape;4235;p49"/>
          <p:cNvCxnSpPr>
            <a:stCxn id="4234" idx="13"/>
          </p:cNvCxnSpPr>
          <p:nvPr/>
        </p:nvCxnSpPr>
        <p:spPr>
          <a:xfrm flipH="1">
            <a:off x="4376299" y="3581886"/>
            <a:ext cx="1124700" cy="49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6" name="Google Shape;4236;p49"/>
          <p:cNvSpPr txBox="1"/>
          <p:nvPr/>
        </p:nvSpPr>
        <p:spPr>
          <a:xfrm>
            <a:off x="8281603" y="3343551"/>
            <a:ext cx="688907" cy="391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4237" name="Google Shape;4237;p49"/>
          <p:cNvSpPr txBox="1"/>
          <p:nvPr/>
        </p:nvSpPr>
        <p:spPr>
          <a:xfrm>
            <a:off x="3421984" y="2769561"/>
            <a:ext cx="1192320" cy="307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device 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(</a:t>
            </a:r>
            <a:r>
              <a:rPr b="1" lang="en-US" sz="8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UE</a:t>
            </a:r>
            <a:r>
              <a:rPr lang="en-US" sz="8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4238" name="Google Shape;4238;p49"/>
          <p:cNvSpPr txBox="1"/>
          <p:nvPr/>
        </p:nvSpPr>
        <p:spPr>
          <a:xfrm>
            <a:off x="4400756" y="2973406"/>
            <a:ext cx="755336" cy="316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/>
          </a:p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(eNode-B)  </a:t>
            </a:r>
            <a:endParaRPr b="1" sz="78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39" name="Google Shape;4239;p49"/>
          <p:cNvGrpSpPr/>
          <p:nvPr/>
        </p:nvGrpSpPr>
        <p:grpSpPr>
          <a:xfrm>
            <a:off x="6387958" y="3768421"/>
            <a:ext cx="662416" cy="405464"/>
            <a:chOff x="7493876" y="2774731"/>
            <a:chExt cx="1481958" cy="894622"/>
          </a:xfrm>
        </p:grpSpPr>
        <p:sp>
          <p:nvSpPr>
            <p:cNvPr id="4240" name="Google Shape;4240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241" name="Google Shape;4241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242" name="Google Shape;4242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43" name="Google Shape;4243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4" name="Google Shape;4244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5" name="Google Shape;4245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6" name="Google Shape;4246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47" name="Google Shape;4247;p49"/>
          <p:cNvGrpSpPr/>
          <p:nvPr/>
        </p:nvGrpSpPr>
        <p:grpSpPr>
          <a:xfrm>
            <a:off x="7643574" y="3355032"/>
            <a:ext cx="662416" cy="405464"/>
            <a:chOff x="7493876" y="2774731"/>
            <a:chExt cx="1481958" cy="894622"/>
          </a:xfrm>
        </p:grpSpPr>
        <p:sp>
          <p:nvSpPr>
            <p:cNvPr id="4248" name="Google Shape;4248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212" name="Google Shape;4212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249" name="Google Shape;4249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50" name="Google Shape;4250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1" name="Google Shape;4251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2" name="Google Shape;4252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5" name="Google Shape;4225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53" name="Google Shape;4253;p49"/>
          <p:cNvGrpSpPr/>
          <p:nvPr/>
        </p:nvGrpSpPr>
        <p:grpSpPr>
          <a:xfrm>
            <a:off x="6387959" y="3342925"/>
            <a:ext cx="371472" cy="238991"/>
            <a:chOff x="7493876" y="2774731"/>
            <a:chExt cx="1481958" cy="894622"/>
          </a:xfrm>
        </p:grpSpPr>
        <p:sp>
          <p:nvSpPr>
            <p:cNvPr id="4254" name="Google Shape;4254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255" name="Google Shape;4255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256" name="Google Shape;4256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57" name="Google Shape;4257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8" name="Google Shape;4258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9" name="Google Shape;4259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0" name="Google Shape;4260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61" name="Google Shape;4261;p49"/>
          <p:cNvGrpSpPr/>
          <p:nvPr/>
        </p:nvGrpSpPr>
        <p:grpSpPr>
          <a:xfrm>
            <a:off x="7131329" y="3656586"/>
            <a:ext cx="371472" cy="238991"/>
            <a:chOff x="7493876" y="2774731"/>
            <a:chExt cx="1481958" cy="894622"/>
          </a:xfrm>
        </p:grpSpPr>
        <p:sp>
          <p:nvSpPr>
            <p:cNvPr id="4262" name="Google Shape;4262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263" name="Google Shape;4263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264" name="Google Shape;4264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65" name="Google Shape;4265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6" name="Google Shape;4266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7" name="Google Shape;4267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8" name="Google Shape;4268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69" name="Google Shape;4269;p49"/>
          <p:cNvGrpSpPr/>
          <p:nvPr/>
        </p:nvGrpSpPr>
        <p:grpSpPr>
          <a:xfrm>
            <a:off x="5356168" y="3507151"/>
            <a:ext cx="371472" cy="238991"/>
            <a:chOff x="7493876" y="2774731"/>
            <a:chExt cx="1481958" cy="894622"/>
          </a:xfrm>
        </p:grpSpPr>
        <p:sp>
          <p:nvSpPr>
            <p:cNvPr id="4270" name="Google Shape;4270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216" name="Google Shape;421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271" name="Google Shape;427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72" name="Google Shape;427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3" name="Google Shape;4273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2" name="Google Shape;4232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4" name="Google Shape;4234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74" name="Google Shape;4274;p49"/>
          <p:cNvGrpSpPr/>
          <p:nvPr/>
        </p:nvGrpSpPr>
        <p:grpSpPr>
          <a:xfrm>
            <a:off x="5535903" y="3951075"/>
            <a:ext cx="371472" cy="238991"/>
            <a:chOff x="7493876" y="2774731"/>
            <a:chExt cx="1481958" cy="894622"/>
          </a:xfrm>
        </p:grpSpPr>
        <p:sp>
          <p:nvSpPr>
            <p:cNvPr id="4275" name="Google Shape;427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276" name="Google Shape;427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277" name="Google Shape;427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78" name="Google Shape;427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9" name="Google Shape;427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0" name="Google Shape;428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9" name="Google Shape;4229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81" name="Google Shape;4281;p49"/>
          <p:cNvGrpSpPr/>
          <p:nvPr/>
        </p:nvGrpSpPr>
        <p:grpSpPr>
          <a:xfrm>
            <a:off x="3833510" y="2271165"/>
            <a:ext cx="550055" cy="495205"/>
            <a:chOff x="2751" y="1851"/>
            <a:chExt cx="462" cy="478"/>
          </a:xfrm>
        </p:grpSpPr>
        <p:pic>
          <p:nvPicPr>
            <p:cNvPr descr="iphone_stylized_small" id="4282" name="Google Shape;4282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283" name="Google Shape;4283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84" name="Google Shape;4284;p49"/>
          <p:cNvGrpSpPr/>
          <p:nvPr/>
        </p:nvGrpSpPr>
        <p:grpSpPr>
          <a:xfrm>
            <a:off x="4360088" y="3357433"/>
            <a:ext cx="401240" cy="311162"/>
            <a:chOff x="7432700" y="2327293"/>
            <a:chExt cx="534987" cy="414882"/>
          </a:xfrm>
        </p:grpSpPr>
        <p:pic>
          <p:nvPicPr>
            <p:cNvPr descr="antenna_stylized" id="4285" name="Google Shape;4285;p4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286" name="Google Shape;4286;p4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7" name="Google Shape;4287;p49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4288" name="Google Shape;4288;p4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9" name="Google Shape;4289;p49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0" name="Google Shape;4290;p49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1" name="Google Shape;4291;p49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2" name="Google Shape;4292;p49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3" name="Google Shape;4293;p49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4" name="Google Shape;4294;p49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95" name="Google Shape;4295;p49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4296" name="Google Shape;4296;p4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7" name="Google Shape;4297;p4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8" name="Google Shape;4298;p4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9" name="Google Shape;4299;p4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0" name="Google Shape;4300;p4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1" name="Google Shape;4301;p4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02" name="Google Shape;4302;p49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3" name="Google Shape;4303;p49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4" name="Google Shape;4304;p49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5" name="Google Shape;4305;p49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6" name="Google Shape;4306;p49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7" name="Google Shape;4307;p49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08" name="Google Shape;4308;p49"/>
          <p:cNvGrpSpPr/>
          <p:nvPr/>
        </p:nvGrpSpPr>
        <p:grpSpPr>
          <a:xfrm>
            <a:off x="3681893" y="3078711"/>
            <a:ext cx="636984" cy="169582"/>
            <a:chOff x="8493165" y="2029804"/>
            <a:chExt cx="849312" cy="226109"/>
          </a:xfrm>
        </p:grpSpPr>
        <p:pic>
          <p:nvPicPr>
            <p:cNvPr descr="car_icon_small" id="4309" name="Google Shape;4309;p4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310" name="Google Shape;4310;p4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screen shot of a computer&#10;&#10;Description automatically generated" id="4311" name="Google Shape;4311;p4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97614" y="2465219"/>
            <a:ext cx="484394" cy="9035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2" name="Google Shape;4312;p49"/>
          <p:cNvGrpSpPr/>
          <p:nvPr/>
        </p:nvGrpSpPr>
        <p:grpSpPr>
          <a:xfrm>
            <a:off x="6885806" y="2404934"/>
            <a:ext cx="756242" cy="1013253"/>
            <a:chOff x="9181074" y="2063579"/>
            <a:chExt cx="1008323" cy="1351004"/>
          </a:xfrm>
        </p:grpSpPr>
        <p:grpSp>
          <p:nvGrpSpPr>
            <p:cNvPr id="4313" name="Google Shape;4313;p49"/>
            <p:cNvGrpSpPr/>
            <p:nvPr/>
          </p:nvGrpSpPr>
          <p:grpSpPr>
            <a:xfrm>
              <a:off x="9309047" y="2092807"/>
              <a:ext cx="439787" cy="517111"/>
              <a:chOff x="4501086" y="2717689"/>
              <a:chExt cx="347435" cy="424729"/>
            </a:xfrm>
          </p:grpSpPr>
          <p:sp>
            <p:nvSpPr>
              <p:cNvPr id="4314" name="Google Shape;4314;p49"/>
              <p:cNvSpPr/>
              <p:nvPr/>
            </p:nvSpPr>
            <p:spPr>
              <a:xfrm>
                <a:off x="4501086" y="2764691"/>
                <a:ext cx="345572" cy="328307"/>
              </a:xfrm>
              <a:prstGeom prst="rect">
                <a:avLst/>
              </a:prstGeom>
              <a:gradFill>
                <a:gsLst>
                  <a:gs pos="0">
                    <a:srgbClr val="CDD3D7"/>
                  </a:gs>
                  <a:gs pos="1000">
                    <a:srgbClr val="CDD3D7"/>
                  </a:gs>
                  <a:gs pos="100000">
                    <a:srgbClr val="E7ECF0"/>
                  </a:gs>
                </a:gsLst>
                <a:lin ang="16200000" scaled="0"/>
              </a:gradFill>
              <a:ln cap="flat" cmpd="sng" w="9525">
                <a:solidFill>
                  <a:srgbClr val="7F7F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1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5" name="Google Shape;4315;p49"/>
              <p:cNvSpPr/>
              <p:nvPr/>
            </p:nvSpPr>
            <p:spPr>
              <a:xfrm>
                <a:off x="4501086" y="2717689"/>
                <a:ext cx="345572" cy="98840"/>
              </a:xfrm>
              <a:prstGeom prst="ellipse">
                <a:avLst/>
              </a:prstGeom>
              <a:solidFill>
                <a:srgbClr val="E2E7EA"/>
              </a:solidFill>
              <a:ln cap="flat" cmpd="sng" w="9525">
                <a:solidFill>
                  <a:srgbClr val="7F7F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1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6" name="Google Shape;4316;p49"/>
              <p:cNvSpPr/>
              <p:nvPr/>
            </p:nvSpPr>
            <p:spPr>
              <a:xfrm>
                <a:off x="4502949" y="3043578"/>
                <a:ext cx="345572" cy="98840"/>
              </a:xfrm>
              <a:prstGeom prst="ellipse">
                <a:avLst/>
              </a:prstGeom>
              <a:solidFill>
                <a:srgbClr val="CDD3D7"/>
              </a:solidFill>
              <a:ln cap="flat" cmpd="sng" w="9525">
                <a:solidFill>
                  <a:srgbClr val="7F7F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1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7" name="Google Shape;4317;p49"/>
              <p:cNvSpPr/>
              <p:nvPr/>
            </p:nvSpPr>
            <p:spPr>
              <a:xfrm>
                <a:off x="4504261" y="3036961"/>
                <a:ext cx="339222" cy="52862"/>
              </a:xfrm>
              <a:prstGeom prst="rect">
                <a:avLst/>
              </a:prstGeom>
              <a:solidFill>
                <a:srgbClr val="CDD3D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13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18" name="Google Shape;4318;p49"/>
            <p:cNvSpPr/>
            <p:nvPr/>
          </p:nvSpPr>
          <p:spPr>
            <a:xfrm>
              <a:off x="9181074" y="2063579"/>
              <a:ext cx="630195" cy="568410"/>
            </a:xfrm>
            <a:prstGeom prst="can">
              <a:avLst>
                <a:gd fmla="val 25000" name="adj"/>
              </a:avLst>
            </a:prstGeom>
            <a:gradFill>
              <a:gsLst>
                <a:gs pos="0">
                  <a:srgbClr val="C4CDD3"/>
                </a:gs>
                <a:gs pos="3800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screen shot of a computer&#10;&#10;Description automatically generated" id="4319" name="Google Shape;4319;p4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543539" y="2209860"/>
              <a:ext cx="645858" cy="12047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20" name="Google Shape;4320;p49"/>
          <p:cNvGrpSpPr/>
          <p:nvPr/>
        </p:nvGrpSpPr>
        <p:grpSpPr>
          <a:xfrm>
            <a:off x="4477824" y="2057771"/>
            <a:ext cx="349684" cy="715079"/>
            <a:chOff x="6476205" y="1279015"/>
            <a:chExt cx="466245" cy="953439"/>
          </a:xfrm>
        </p:grpSpPr>
        <p:grpSp>
          <p:nvGrpSpPr>
            <p:cNvPr id="4321" name="Google Shape;4321;p49"/>
            <p:cNvGrpSpPr/>
            <p:nvPr/>
          </p:nvGrpSpPr>
          <p:grpSpPr>
            <a:xfrm>
              <a:off x="6476205" y="1279015"/>
              <a:ext cx="466245" cy="434369"/>
              <a:chOff x="2920" y="1424"/>
              <a:chExt cx="326" cy="320"/>
            </a:xfrm>
          </p:grpSpPr>
          <p:sp>
            <p:nvSpPr>
              <p:cNvPr id="4322" name="Google Shape;4322;p49"/>
              <p:cNvSpPr/>
              <p:nvPr/>
            </p:nvSpPr>
            <p:spPr>
              <a:xfrm>
                <a:off x="2920" y="1445"/>
                <a:ext cx="326" cy="289"/>
              </a:xfrm>
              <a:prstGeom prst="ellipse">
                <a:avLst/>
              </a:prstGeom>
              <a:noFill/>
              <a:ln cap="flat" cmpd="sng" w="12700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323" name="Google Shape;4323;p49"/>
              <p:cNvGrpSpPr/>
              <p:nvPr/>
            </p:nvGrpSpPr>
            <p:grpSpPr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4324" name="Google Shape;4324;p49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5" name="Google Shape;4325;p49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6" name="Google Shape;4326;p49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7" name="Google Shape;4327;p49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8" name="Google Shape;4328;p49"/>
                <p:cNvSpPr/>
                <p:nvPr/>
              </p:nvSpPr>
              <p:spPr>
                <a:xfrm flipH="1" rot="10800000">
                  <a:off x="2987" y="1424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29" name="Google Shape;4329;p49"/>
              <p:cNvSpPr/>
              <p:nvPr/>
            </p:nvSpPr>
            <p:spPr>
              <a:xfrm>
                <a:off x="2995" y="1615"/>
                <a:ext cx="178" cy="129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30" name="Google Shape;4330;p49"/>
            <p:cNvGrpSpPr/>
            <p:nvPr/>
          </p:nvGrpSpPr>
          <p:grpSpPr>
            <a:xfrm>
              <a:off x="6527789" y="1518577"/>
              <a:ext cx="375668" cy="713877"/>
              <a:chOff x="3130" y="3288"/>
              <a:chExt cx="410" cy="742"/>
            </a:xfrm>
          </p:grpSpPr>
          <p:cxnSp>
            <p:nvCxnSpPr>
              <p:cNvPr id="4331" name="Google Shape;4331;p49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2" name="Google Shape;4332;p49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3" name="Google Shape;4333;p49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4" name="Google Shape;4334;p49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5" name="Google Shape;4335;p49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6" name="Google Shape;4336;p49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7" name="Google Shape;4337;p49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8" name="Google Shape;4338;p49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9" name="Google Shape;4339;p49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0" name="Google Shape;4340;p49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1" name="Google Shape;4341;p49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2" name="Google Shape;4342;p49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3" name="Google Shape;4343;p49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4" name="Google Shape;4344;p49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5" name="Google Shape;4345;p49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346" name="Google Shape;4346;p49"/>
          <p:cNvGrpSpPr/>
          <p:nvPr/>
        </p:nvGrpSpPr>
        <p:grpSpPr>
          <a:xfrm>
            <a:off x="4568916" y="2664426"/>
            <a:ext cx="575361" cy="312974"/>
            <a:chOff x="1503784" y="3006600"/>
            <a:chExt cx="1771786" cy="957087"/>
          </a:xfrm>
        </p:grpSpPr>
        <p:grpSp>
          <p:nvGrpSpPr>
            <p:cNvPr id="4347" name="Google Shape;4347;p49"/>
            <p:cNvGrpSpPr/>
            <p:nvPr/>
          </p:nvGrpSpPr>
          <p:grpSpPr>
            <a:xfrm>
              <a:off x="1503784" y="3006600"/>
              <a:ext cx="1771786" cy="957087"/>
              <a:chOff x="1465684" y="2997075"/>
              <a:chExt cx="1771786" cy="957087"/>
            </a:xfrm>
          </p:grpSpPr>
          <p:sp>
            <p:nvSpPr>
              <p:cNvPr id="4348" name="Google Shape;4348;p49"/>
              <p:cNvSpPr/>
              <p:nvPr/>
            </p:nvSpPr>
            <p:spPr>
              <a:xfrm>
                <a:off x="1465684" y="3328365"/>
                <a:ext cx="1771786" cy="625797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349" name="Google Shape;4349;p49"/>
              <p:cNvSpPr/>
              <p:nvPr/>
            </p:nvSpPr>
            <p:spPr>
              <a:xfrm>
                <a:off x="1466704" y="2997075"/>
                <a:ext cx="1769640" cy="619577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</p:grpSp>
        <p:grpSp>
          <p:nvGrpSpPr>
            <p:cNvPr id="4350" name="Google Shape;4350;p49"/>
            <p:cNvGrpSpPr/>
            <p:nvPr/>
          </p:nvGrpSpPr>
          <p:grpSpPr>
            <a:xfrm>
              <a:off x="1961060" y="3038475"/>
              <a:ext cx="801873" cy="553944"/>
              <a:chOff x="1951535" y="3022600"/>
              <a:chExt cx="801873" cy="553944"/>
            </a:xfrm>
          </p:grpSpPr>
          <p:grpSp>
            <p:nvGrpSpPr>
              <p:cNvPr id="4351" name="Google Shape;4351;p49"/>
              <p:cNvGrpSpPr/>
              <p:nvPr/>
            </p:nvGrpSpPr>
            <p:grpSpPr>
              <a:xfrm>
                <a:off x="2032000" y="3022600"/>
                <a:ext cx="257175" cy="544419"/>
                <a:chOff x="2441575" y="2479675"/>
                <a:chExt cx="765175" cy="1028347"/>
              </a:xfrm>
            </p:grpSpPr>
            <p:sp>
              <p:nvSpPr>
                <p:cNvPr id="4352" name="Google Shape;4352;p49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53" name="Google Shape;4353;p49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54" name="Google Shape;4354;p49"/>
              <p:cNvGrpSpPr/>
              <p:nvPr/>
            </p:nvGrpSpPr>
            <p:grpSpPr>
              <a:xfrm flipH="1">
                <a:off x="2441575" y="3032125"/>
                <a:ext cx="257175" cy="544419"/>
                <a:chOff x="2441575" y="2479675"/>
                <a:chExt cx="765175" cy="1028347"/>
              </a:xfrm>
            </p:grpSpPr>
            <p:sp>
              <p:nvSpPr>
                <p:cNvPr id="4355" name="Google Shape;4355;p49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56" name="Google Shape;4356;p49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57" name="Google Shape;4357;p49"/>
              <p:cNvSpPr/>
              <p:nvPr/>
            </p:nvSpPr>
            <p:spPr>
              <a:xfrm flipH="1" rot="10800000">
                <a:off x="2057400" y="3130550"/>
                <a:ext cx="625475" cy="60324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8" name="Google Shape;4358;p49"/>
              <p:cNvSpPr/>
              <p:nvPr/>
            </p:nvSpPr>
            <p:spPr>
              <a:xfrm rot="-4543353">
                <a:off x="2079626" y="3187701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9" name="Google Shape;4359;p49"/>
              <p:cNvSpPr/>
              <p:nvPr/>
            </p:nvSpPr>
            <p:spPr>
              <a:xfrm flipH="1" rot="6584936">
                <a:off x="1990347" y="3141540"/>
                <a:ext cx="95195" cy="50805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0" name="Google Shape;4360;p49"/>
              <p:cNvSpPr/>
              <p:nvPr/>
            </p:nvSpPr>
            <p:spPr>
              <a:xfrm>
                <a:off x="2032000" y="3162300"/>
                <a:ext cx="6508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1" name="Google Shape;4361;p49"/>
              <p:cNvSpPr/>
              <p:nvPr/>
            </p:nvSpPr>
            <p:spPr>
              <a:xfrm rot="-6584936">
                <a:off x="2627741" y="3146398"/>
                <a:ext cx="9519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2" name="Google Shape;4362;p49"/>
              <p:cNvSpPr/>
              <p:nvPr/>
            </p:nvSpPr>
            <p:spPr>
              <a:xfrm rot="4492456">
                <a:off x="2397126" y="31972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363" name="Google Shape;4363;p49"/>
              <p:cNvGrpSpPr/>
              <p:nvPr/>
            </p:nvGrpSpPr>
            <p:grpSpPr>
              <a:xfrm>
                <a:off x="1951535" y="3316761"/>
                <a:ext cx="801873" cy="106763"/>
                <a:chOff x="1953503" y="3313586"/>
                <a:chExt cx="706591" cy="106763"/>
              </a:xfrm>
            </p:grpSpPr>
            <p:sp>
              <p:nvSpPr>
                <p:cNvPr id="4364" name="Google Shape;4364;p49"/>
                <p:cNvSpPr/>
                <p:nvPr/>
              </p:nvSpPr>
              <p:spPr>
                <a:xfrm flipH="1" rot="10800000">
                  <a:off x="2012950" y="3330575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65" name="Google Shape;4365;p49"/>
                <p:cNvSpPr/>
                <p:nvPr/>
              </p:nvSpPr>
              <p:spPr>
                <a:xfrm flipH="1" rot="6584936">
                  <a:off x="1945897" y="3341565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66" name="Google Shape;4366;p49"/>
                <p:cNvSpPr/>
                <p:nvPr/>
              </p:nvSpPr>
              <p:spPr>
                <a:xfrm>
                  <a:off x="1987550" y="3362325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67" name="Google Shape;4367;p49"/>
                <p:cNvSpPr/>
                <p:nvPr/>
              </p:nvSpPr>
              <p:spPr>
                <a:xfrm rot="-6584936">
                  <a:off x="2577455" y="3347983"/>
                  <a:ext cx="95195" cy="40287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68" name="Google Shape;4368;p49"/>
              <p:cNvSpPr/>
              <p:nvPr/>
            </p:nvSpPr>
            <p:spPr>
              <a:xfrm rot="4389628">
                <a:off x="2495482" y="3370576"/>
                <a:ext cx="160883" cy="55150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9" name="Google Shape;4369;p49"/>
              <p:cNvSpPr/>
              <p:nvPr/>
            </p:nvSpPr>
            <p:spPr>
              <a:xfrm rot="-4531743">
                <a:off x="2025651" y="33623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descr="A close up of text on a white background&#10;&#10;Description automatically generated" id="4370" name="Google Shape;4370;p4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71567" y="3739464"/>
            <a:ext cx="788909" cy="741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4371" name="Google Shape;4371;p4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98926" y="4122524"/>
            <a:ext cx="578534" cy="5436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4372" name="Google Shape;4372;p4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21542" y="4283161"/>
            <a:ext cx="392663" cy="3690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73" name="Google Shape;4373;p49"/>
          <p:cNvGrpSpPr/>
          <p:nvPr/>
        </p:nvGrpSpPr>
        <p:grpSpPr>
          <a:xfrm>
            <a:off x="426713" y="2142967"/>
            <a:ext cx="5207969" cy="3861959"/>
            <a:chOff x="643092" y="1603077"/>
            <a:chExt cx="6943958" cy="5149278"/>
          </a:xfrm>
        </p:grpSpPr>
        <p:sp>
          <p:nvSpPr>
            <p:cNvPr id="4374" name="Google Shape;4374;p49"/>
            <p:cNvSpPr/>
            <p:nvPr/>
          </p:nvSpPr>
          <p:spPr>
            <a:xfrm>
              <a:off x="689621" y="1603077"/>
              <a:ext cx="4154228" cy="24870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Mobility Management Entity</a:t>
              </a:r>
              <a:endParaRPr/>
            </a:p>
            <a:p>
              <a:pPr indent="-176213" lvl="0" marL="221456" marR="0" rtl="0" algn="l">
                <a:spcBef>
                  <a:spcPts val="36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device authentication (device-to-network, network-to-device) coordinated with mobile home network HSS </a:t>
              </a:r>
              <a:endParaRPr/>
            </a:p>
            <a:p>
              <a:pPr indent="-257175" lvl="0" marL="257175" marR="0" rtl="0" algn="l">
                <a:spcBef>
                  <a:spcPts val="36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75" name="Google Shape;4375;p49"/>
            <p:cNvCxnSpPr/>
            <p:nvPr/>
          </p:nvCxnSpPr>
          <p:spPr>
            <a:xfrm>
              <a:off x="1692876" y="2298357"/>
              <a:ext cx="5894174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76" name="Google Shape;4376;p49"/>
            <p:cNvSpPr/>
            <p:nvPr/>
          </p:nvSpPr>
          <p:spPr>
            <a:xfrm>
              <a:off x="643092" y="4417746"/>
              <a:ext cx="4931674" cy="2334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176213" lvl="0" marL="221456" marR="0" rtl="0" algn="l"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mobile device management: </a:t>
              </a:r>
              <a:endParaRPr/>
            </a:p>
            <a:p>
              <a:pPr indent="-129779" lvl="1" marL="388144" marR="0" rtl="0" algn="l">
                <a:spcBef>
                  <a:spcPts val="36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device handover between cells</a:t>
              </a:r>
              <a:endParaRPr/>
            </a:p>
            <a:p>
              <a:pPr indent="-129779" lvl="1" marL="388144" marR="0" rtl="0" algn="l">
                <a:spcBef>
                  <a:spcPts val="36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tracking/paging device location</a:t>
              </a:r>
              <a:endParaRPr/>
            </a:p>
            <a:p>
              <a:pPr indent="-176213" lvl="0" marL="221456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path (tunneling) setup from mobile device to P-GW</a:t>
              </a:r>
              <a:endPara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57175" lvl="0" marL="257175" marR="0" rtl="0" algn="l">
                <a:spcBef>
                  <a:spcPts val="36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uzzle" id="4377" name="Google Shape;4377;p4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2653558">
            <a:off x="8385133" y="42146"/>
            <a:ext cx="603250" cy="6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8" name="Google Shape;4378;p49"/>
          <p:cNvSpPr/>
          <p:nvPr/>
        </p:nvSpPr>
        <p:spPr>
          <a:xfrm>
            <a:off x="7300560" y="499705"/>
            <a:ext cx="1789569" cy="5989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Slide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3" name="Shape 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4" name="Google Shape;4384;p50"/>
          <p:cNvSpPr txBox="1"/>
          <p:nvPr>
            <p:ph type="title"/>
          </p:nvPr>
        </p:nvSpPr>
        <p:spPr>
          <a:xfrm>
            <a:off x="238118" y="302097"/>
            <a:ext cx="7886700" cy="67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LTE: data plane control plane separation</a:t>
            </a:r>
            <a:endParaRPr/>
          </a:p>
        </p:txBody>
      </p:sp>
      <p:sp>
        <p:nvSpPr>
          <p:cNvPr id="4385" name="Google Shape;4385;p50"/>
          <p:cNvSpPr txBox="1"/>
          <p:nvPr>
            <p:ph idx="12" type="sldNum"/>
          </p:nvPr>
        </p:nvSpPr>
        <p:spPr>
          <a:xfrm>
            <a:off x="6302680" y="64364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Wireless and Mobile Networks: 7- </a:t>
            </a:r>
            <a:fld id="{00000000-1234-1234-1234-123412341234}" type="slidenum"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100">
              <a:solidFill>
                <a:srgbClr val="7F7F7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4386" name="Google Shape;4386;p50"/>
          <p:cNvGrpSpPr/>
          <p:nvPr/>
        </p:nvGrpSpPr>
        <p:grpSpPr>
          <a:xfrm>
            <a:off x="664002" y="1923018"/>
            <a:ext cx="4630028" cy="1367918"/>
            <a:chOff x="2454644" y="1594021"/>
            <a:chExt cx="6173370" cy="1823890"/>
          </a:xfrm>
        </p:grpSpPr>
        <p:grpSp>
          <p:nvGrpSpPr>
            <p:cNvPr id="4387" name="Google Shape;4387;p50"/>
            <p:cNvGrpSpPr/>
            <p:nvPr/>
          </p:nvGrpSpPr>
          <p:grpSpPr>
            <a:xfrm>
              <a:off x="2454644" y="2342419"/>
              <a:ext cx="733407" cy="660273"/>
              <a:chOff x="2751" y="1851"/>
              <a:chExt cx="462" cy="478"/>
            </a:xfrm>
          </p:grpSpPr>
          <p:pic>
            <p:nvPicPr>
              <p:cNvPr descr="iphone_stylized_small" id="4388" name="Google Shape;4388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4389" name="Google Shape;4389;p5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390" name="Google Shape;4390;p50"/>
            <p:cNvGrpSpPr/>
            <p:nvPr/>
          </p:nvGrpSpPr>
          <p:grpSpPr>
            <a:xfrm>
              <a:off x="3449031" y="1773131"/>
              <a:ext cx="790834" cy="1208131"/>
              <a:chOff x="5970432" y="1600694"/>
              <a:chExt cx="888604" cy="1226172"/>
            </a:xfrm>
          </p:grpSpPr>
          <p:grpSp>
            <p:nvGrpSpPr>
              <p:cNvPr id="4391" name="Google Shape;4391;p50"/>
              <p:cNvGrpSpPr/>
              <p:nvPr/>
            </p:nvGrpSpPr>
            <p:grpSpPr>
              <a:xfrm>
                <a:off x="5970432" y="1600694"/>
                <a:ext cx="466245" cy="953439"/>
                <a:chOff x="6476205" y="1279015"/>
                <a:chExt cx="466245" cy="953439"/>
              </a:xfrm>
            </p:grpSpPr>
            <p:grpSp>
              <p:nvGrpSpPr>
                <p:cNvPr id="4392" name="Google Shape;4392;p50"/>
                <p:cNvGrpSpPr/>
                <p:nvPr/>
              </p:nvGrpSpPr>
              <p:grpSpPr>
                <a:xfrm>
                  <a:off x="6476205" y="1279015"/>
                  <a:ext cx="466245" cy="420795"/>
                  <a:chOff x="2920" y="1424"/>
                  <a:chExt cx="326" cy="310"/>
                </a:xfrm>
              </p:grpSpPr>
              <p:sp>
                <p:nvSpPr>
                  <p:cNvPr id="4393" name="Google Shape;4393;p50"/>
                  <p:cNvSpPr/>
                  <p:nvPr/>
                </p:nvSpPr>
                <p:spPr>
                  <a:xfrm>
                    <a:off x="2920" y="1445"/>
                    <a:ext cx="326" cy="28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394" name="Google Shape;4394;p50"/>
                  <p:cNvGrpSpPr/>
                  <p:nvPr/>
                </p:nvGrpSpPr>
                <p:grpSpPr>
                  <a:xfrm>
                    <a:off x="2949" y="1424"/>
                    <a:ext cx="265" cy="280"/>
                    <a:chOff x="2949" y="1424"/>
                    <a:chExt cx="265" cy="280"/>
                  </a:xfrm>
                </p:grpSpPr>
                <p:sp>
                  <p:nvSpPr>
                    <p:cNvPr id="4395" name="Google Shape;4395;p50"/>
                    <p:cNvSpPr/>
                    <p:nvPr/>
                  </p:nvSpPr>
                  <p:spPr>
                    <a:xfrm>
                      <a:off x="3030" y="1545"/>
                      <a:ext cx="107" cy="92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96" name="Google Shape;4396;p50"/>
                    <p:cNvSpPr/>
                    <p:nvPr/>
                  </p:nvSpPr>
                  <p:spPr>
                    <a:xfrm>
                      <a:off x="3006" y="1525"/>
                      <a:ext cx="154" cy="131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97" name="Google Shape;4397;p50"/>
                    <p:cNvSpPr/>
                    <p:nvPr/>
                  </p:nvSpPr>
                  <p:spPr>
                    <a:xfrm>
                      <a:off x="2983" y="1501"/>
                      <a:ext cx="203" cy="179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98" name="Google Shape;4398;p50"/>
                    <p:cNvSpPr/>
                    <p:nvPr/>
                  </p:nvSpPr>
                  <p:spPr>
                    <a:xfrm>
                      <a:off x="2949" y="1476"/>
                      <a:ext cx="265" cy="228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99" name="Google Shape;4399;p50"/>
                    <p:cNvSpPr/>
                    <p:nvPr/>
                  </p:nvSpPr>
                  <p:spPr>
                    <a:xfrm flipH="1" rot="10800000">
                      <a:off x="2987" y="1424"/>
                      <a:ext cx="205" cy="143"/>
                    </a:xfrm>
                    <a:custGeom>
                      <a:rect b="b" l="l" r="r" t="t"/>
                      <a:pathLst>
                        <a:path extrusionOk="0" h="956" w="1180">
                          <a:moveTo>
                            <a:pt x="499" y="7"/>
                          </a:moveTo>
                          <a:lnTo>
                            <a:pt x="0" y="780"/>
                          </a:lnTo>
                          <a:lnTo>
                            <a:pt x="134" y="885"/>
                          </a:lnTo>
                          <a:lnTo>
                            <a:pt x="366" y="920"/>
                          </a:lnTo>
                          <a:lnTo>
                            <a:pt x="534" y="956"/>
                          </a:lnTo>
                          <a:lnTo>
                            <a:pt x="829" y="949"/>
                          </a:lnTo>
                          <a:lnTo>
                            <a:pt x="1096" y="850"/>
                          </a:lnTo>
                          <a:lnTo>
                            <a:pt x="1180" y="801"/>
                          </a:lnTo>
                          <a:lnTo>
                            <a:pt x="668" y="0"/>
                          </a:lnTo>
                          <a:lnTo>
                            <a:pt x="499" y="7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4400" name="Google Shape;4400;p50"/>
                <p:cNvGrpSpPr/>
                <p:nvPr/>
              </p:nvGrpSpPr>
              <p:grpSpPr>
                <a:xfrm>
                  <a:off x="6527789" y="1518577"/>
                  <a:ext cx="375668" cy="713877"/>
                  <a:chOff x="3130" y="3288"/>
                  <a:chExt cx="410" cy="742"/>
                </a:xfrm>
              </p:grpSpPr>
              <p:cxnSp>
                <p:nvCxnSpPr>
                  <p:cNvPr id="4401" name="Google Shape;4401;p50"/>
                  <p:cNvCxnSpPr/>
                  <p:nvPr/>
                </p:nvCxnSpPr>
                <p:spPr>
                  <a:xfrm flipH="1">
                    <a:off x="3130" y="3288"/>
                    <a:ext cx="205" cy="6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02" name="Google Shape;4402;p50"/>
                  <p:cNvCxnSpPr/>
                  <p:nvPr/>
                </p:nvCxnSpPr>
                <p:spPr>
                  <a:xfrm>
                    <a:off x="3335" y="3288"/>
                    <a:ext cx="205" cy="6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03" name="Google Shape;4403;p50"/>
                  <p:cNvCxnSpPr/>
                  <p:nvPr/>
                </p:nvCxnSpPr>
                <p:spPr>
                  <a:xfrm>
                    <a:off x="3130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04" name="Google Shape;4404;p50"/>
                  <p:cNvCxnSpPr/>
                  <p:nvPr/>
                </p:nvCxnSpPr>
                <p:spPr>
                  <a:xfrm flipH="1">
                    <a:off x="3335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05" name="Google Shape;4405;p50"/>
                  <p:cNvCxnSpPr/>
                  <p:nvPr/>
                </p:nvCxnSpPr>
                <p:spPr>
                  <a:xfrm>
                    <a:off x="3335" y="3303"/>
                    <a:ext cx="0" cy="7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06" name="Google Shape;4406;p50"/>
                  <p:cNvCxnSpPr/>
                  <p:nvPr/>
                </p:nvCxnSpPr>
                <p:spPr>
                  <a:xfrm flipH="1" rot="10800000">
                    <a:off x="3130" y="3888"/>
                    <a:ext cx="205" cy="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07" name="Google Shape;4407;p50"/>
                  <p:cNvCxnSpPr/>
                  <p:nvPr/>
                </p:nvCxnSpPr>
                <p:spPr>
                  <a:xfrm rot="10800000">
                    <a:off x="3335" y="3888"/>
                    <a:ext cx="205" cy="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08" name="Google Shape;4408;p50"/>
                  <p:cNvCxnSpPr/>
                  <p:nvPr/>
                </p:nvCxnSpPr>
                <p:spPr>
                  <a:xfrm>
                    <a:off x="3217" y="3668"/>
                    <a:ext cx="118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09" name="Google Shape;4409;p50"/>
                  <p:cNvCxnSpPr/>
                  <p:nvPr/>
                </p:nvCxnSpPr>
                <p:spPr>
                  <a:xfrm flipH="1" rot="10800000">
                    <a:off x="3335" y="3668"/>
                    <a:ext cx="124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10" name="Google Shape;4410;p50"/>
                  <p:cNvCxnSpPr/>
                  <p:nvPr/>
                </p:nvCxnSpPr>
                <p:spPr>
                  <a:xfrm>
                    <a:off x="3178" y="3766"/>
                    <a:ext cx="152" cy="7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11" name="Google Shape;4411;p50"/>
                  <p:cNvCxnSpPr/>
                  <p:nvPr/>
                </p:nvCxnSpPr>
                <p:spPr>
                  <a:xfrm flipH="1" rot="10800000">
                    <a:off x="3335" y="3781"/>
                    <a:ext cx="153" cy="6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12" name="Google Shape;4412;p50"/>
                  <p:cNvCxnSpPr/>
                  <p:nvPr/>
                </p:nvCxnSpPr>
                <p:spPr>
                  <a:xfrm flipH="1" rot="10800000">
                    <a:off x="3335" y="3567"/>
                    <a:ext cx="78" cy="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13" name="Google Shape;4413;p50"/>
                  <p:cNvCxnSpPr/>
                  <p:nvPr/>
                </p:nvCxnSpPr>
                <p:spPr>
                  <a:xfrm flipH="1" rot="10800000">
                    <a:off x="3335" y="3428"/>
                    <a:ext cx="49" cy="21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14" name="Google Shape;4414;p50"/>
                  <p:cNvCxnSpPr/>
                  <p:nvPr/>
                </p:nvCxnSpPr>
                <p:spPr>
                  <a:xfrm>
                    <a:off x="3247" y="3558"/>
                    <a:ext cx="9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15" name="Google Shape;4415;p50"/>
                  <p:cNvCxnSpPr/>
                  <p:nvPr/>
                </p:nvCxnSpPr>
                <p:spPr>
                  <a:xfrm>
                    <a:off x="3289" y="3422"/>
                    <a:ext cx="5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4416" name="Google Shape;4416;p50"/>
              <p:cNvGrpSpPr/>
              <p:nvPr/>
            </p:nvGrpSpPr>
            <p:grpSpPr>
              <a:xfrm>
                <a:off x="6091888" y="2409568"/>
                <a:ext cx="767148" cy="417298"/>
                <a:chOff x="1503784" y="3006600"/>
                <a:chExt cx="1771786" cy="957087"/>
              </a:xfrm>
            </p:grpSpPr>
            <p:grpSp>
              <p:nvGrpSpPr>
                <p:cNvPr id="4417" name="Google Shape;4417;p50"/>
                <p:cNvGrpSpPr/>
                <p:nvPr/>
              </p:nvGrpSpPr>
              <p:grpSpPr>
                <a:xfrm>
                  <a:off x="1503784" y="3006600"/>
                  <a:ext cx="1771786" cy="957087"/>
                  <a:chOff x="1465684" y="2997075"/>
                  <a:chExt cx="1771786" cy="957087"/>
                </a:xfrm>
              </p:grpSpPr>
              <p:sp>
                <p:nvSpPr>
                  <p:cNvPr id="4418" name="Google Shape;4418;p50"/>
                  <p:cNvSpPr/>
                  <p:nvPr/>
                </p:nvSpPr>
                <p:spPr>
                  <a:xfrm>
                    <a:off x="1465684" y="3328365"/>
                    <a:ext cx="1771786" cy="625797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4419" name="Google Shape;4419;p50"/>
                  <p:cNvSpPr/>
                  <p:nvPr/>
                </p:nvSpPr>
                <p:spPr>
                  <a:xfrm>
                    <a:off x="1466704" y="2997075"/>
                    <a:ext cx="1769640" cy="619577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</p:grpSp>
            <p:grpSp>
              <p:nvGrpSpPr>
                <p:cNvPr id="4420" name="Google Shape;4420;p50"/>
                <p:cNvGrpSpPr/>
                <p:nvPr/>
              </p:nvGrpSpPr>
              <p:grpSpPr>
                <a:xfrm>
                  <a:off x="1961060" y="3038475"/>
                  <a:ext cx="801873" cy="553944"/>
                  <a:chOff x="1951535" y="3022600"/>
                  <a:chExt cx="801873" cy="553944"/>
                </a:xfrm>
              </p:grpSpPr>
              <p:grpSp>
                <p:nvGrpSpPr>
                  <p:cNvPr id="4421" name="Google Shape;4421;p50"/>
                  <p:cNvGrpSpPr/>
                  <p:nvPr/>
                </p:nvGrpSpPr>
                <p:grpSpPr>
                  <a:xfrm>
                    <a:off x="2032000" y="3022600"/>
                    <a:ext cx="257175" cy="544419"/>
                    <a:chOff x="2441575" y="2479675"/>
                    <a:chExt cx="765175" cy="1028347"/>
                  </a:xfrm>
                </p:grpSpPr>
                <p:sp>
                  <p:nvSpPr>
                    <p:cNvPr id="4422" name="Google Shape;4422;p50"/>
                    <p:cNvSpPr/>
                    <p:nvPr/>
                  </p:nvSpPr>
                  <p:spPr>
                    <a:xfrm>
                      <a:off x="2441575" y="2479675"/>
                      <a:ext cx="765175" cy="1025525"/>
                    </a:xfrm>
                    <a:prstGeom prst="parallelogram">
                      <a:avLst>
                        <a:gd fmla="val 62205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23" name="Google Shape;4423;p50"/>
                    <p:cNvSpPr/>
                    <p:nvPr/>
                  </p:nvSpPr>
                  <p:spPr>
                    <a:xfrm>
                      <a:off x="2571751" y="2558697"/>
                      <a:ext cx="603250" cy="949325"/>
                    </a:xfrm>
                    <a:prstGeom prst="parallelogram">
                      <a:avLst>
                        <a:gd fmla="val 72206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4424" name="Google Shape;4424;p50"/>
                  <p:cNvGrpSpPr/>
                  <p:nvPr/>
                </p:nvGrpSpPr>
                <p:grpSpPr>
                  <a:xfrm flipH="1">
                    <a:off x="2441575" y="3032125"/>
                    <a:ext cx="257175" cy="544419"/>
                    <a:chOff x="2441575" y="2479675"/>
                    <a:chExt cx="765175" cy="1028347"/>
                  </a:xfrm>
                </p:grpSpPr>
                <p:sp>
                  <p:nvSpPr>
                    <p:cNvPr id="4425" name="Google Shape;4425;p50"/>
                    <p:cNvSpPr/>
                    <p:nvPr/>
                  </p:nvSpPr>
                  <p:spPr>
                    <a:xfrm>
                      <a:off x="2441575" y="2479675"/>
                      <a:ext cx="765175" cy="1025525"/>
                    </a:xfrm>
                    <a:prstGeom prst="parallelogram">
                      <a:avLst>
                        <a:gd fmla="val 62205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26" name="Google Shape;4426;p50"/>
                    <p:cNvSpPr/>
                    <p:nvPr/>
                  </p:nvSpPr>
                  <p:spPr>
                    <a:xfrm>
                      <a:off x="2571751" y="2558697"/>
                      <a:ext cx="603250" cy="949325"/>
                    </a:xfrm>
                    <a:prstGeom prst="parallelogram">
                      <a:avLst>
                        <a:gd fmla="val 72206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4427" name="Google Shape;4427;p50"/>
                  <p:cNvSpPr/>
                  <p:nvPr/>
                </p:nvSpPr>
                <p:spPr>
                  <a:xfrm flipH="1" rot="10800000">
                    <a:off x="2057400" y="3130550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28" name="Google Shape;4428;p50"/>
                  <p:cNvSpPr/>
                  <p:nvPr/>
                </p:nvSpPr>
                <p:spPr>
                  <a:xfrm rot="-4543353">
                    <a:off x="2079626" y="3187701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29" name="Google Shape;4429;p50"/>
                  <p:cNvSpPr/>
                  <p:nvPr/>
                </p:nvSpPr>
                <p:spPr>
                  <a:xfrm flipH="1" rot="6584936">
                    <a:off x="1990347" y="3141540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30" name="Google Shape;4430;p50"/>
                  <p:cNvSpPr/>
                  <p:nvPr/>
                </p:nvSpPr>
                <p:spPr>
                  <a:xfrm>
                    <a:off x="2032000" y="3162300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31" name="Google Shape;4431;p50"/>
                  <p:cNvSpPr/>
                  <p:nvPr/>
                </p:nvSpPr>
                <p:spPr>
                  <a:xfrm rot="-6584936">
                    <a:off x="2627741" y="3146398"/>
                    <a:ext cx="9519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32" name="Google Shape;4432;p50"/>
                  <p:cNvSpPr/>
                  <p:nvPr/>
                </p:nvSpPr>
                <p:spPr>
                  <a:xfrm rot="4492456">
                    <a:off x="2397126" y="3197226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433" name="Google Shape;4433;p50"/>
                  <p:cNvGrpSpPr/>
                  <p:nvPr/>
                </p:nvGrpSpPr>
                <p:grpSpPr>
                  <a:xfrm>
                    <a:off x="1951535" y="3316761"/>
                    <a:ext cx="801873" cy="106763"/>
                    <a:chOff x="1953503" y="3313586"/>
                    <a:chExt cx="706591" cy="106763"/>
                  </a:xfrm>
                </p:grpSpPr>
                <p:sp>
                  <p:nvSpPr>
                    <p:cNvPr id="4434" name="Google Shape;4434;p50"/>
                    <p:cNvSpPr/>
                    <p:nvPr/>
                  </p:nvSpPr>
                  <p:spPr>
                    <a:xfrm flipH="1" rot="10800000">
                      <a:off x="2012950" y="3330575"/>
                      <a:ext cx="625475" cy="60324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35" name="Google Shape;4435;p50"/>
                    <p:cNvSpPr/>
                    <p:nvPr/>
                  </p:nvSpPr>
                  <p:spPr>
                    <a:xfrm flipH="1" rot="6584936">
                      <a:off x="1945897" y="3341565"/>
                      <a:ext cx="95195" cy="50805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36" name="Google Shape;4436;p50"/>
                    <p:cNvSpPr/>
                    <p:nvPr/>
                  </p:nvSpPr>
                  <p:spPr>
                    <a:xfrm>
                      <a:off x="1987550" y="3362325"/>
                      <a:ext cx="650875" cy="45719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37" name="Google Shape;4437;p50"/>
                    <p:cNvSpPr/>
                    <p:nvPr/>
                  </p:nvSpPr>
                  <p:spPr>
                    <a:xfrm rot="-6584936">
                      <a:off x="2577455" y="3347983"/>
                      <a:ext cx="95195" cy="40287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4438" name="Google Shape;4438;p50"/>
                  <p:cNvSpPr/>
                  <p:nvPr/>
                </p:nvSpPr>
                <p:spPr>
                  <a:xfrm rot="4389628">
                    <a:off x="2495482" y="3370576"/>
                    <a:ext cx="160883" cy="55150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39" name="Google Shape;4439;p50"/>
                  <p:cNvSpPr/>
                  <p:nvPr/>
                </p:nvSpPr>
                <p:spPr>
                  <a:xfrm rot="-4531743">
                    <a:off x="2025651" y="3362326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pic>
          <p:nvPicPr>
            <p:cNvPr descr="A screen shot of a computer&#10;&#10;Description automatically generated" id="4440" name="Google Shape;4440;p5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39269" y="2306483"/>
              <a:ext cx="518980" cy="96805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41" name="Google Shape;4441;p50"/>
            <p:cNvGrpSpPr/>
            <p:nvPr/>
          </p:nvGrpSpPr>
          <p:grpSpPr>
            <a:xfrm>
              <a:off x="6672649" y="1594021"/>
              <a:ext cx="847689" cy="1079156"/>
              <a:chOff x="9181074" y="2063579"/>
              <a:chExt cx="1008323" cy="1351004"/>
            </a:xfrm>
          </p:grpSpPr>
          <p:grpSp>
            <p:nvGrpSpPr>
              <p:cNvPr id="4442" name="Google Shape;4442;p50"/>
              <p:cNvGrpSpPr/>
              <p:nvPr/>
            </p:nvGrpSpPr>
            <p:grpSpPr>
              <a:xfrm>
                <a:off x="9309047" y="2092807"/>
                <a:ext cx="439787" cy="517111"/>
                <a:chOff x="4501086" y="2717689"/>
                <a:chExt cx="347435" cy="424729"/>
              </a:xfrm>
            </p:grpSpPr>
            <p:sp>
              <p:nvSpPr>
                <p:cNvPr id="4443" name="Google Shape;4443;p50"/>
                <p:cNvSpPr/>
                <p:nvPr/>
              </p:nvSpPr>
              <p:spPr>
                <a:xfrm>
                  <a:off x="4501086" y="2764691"/>
                  <a:ext cx="345572" cy="328307"/>
                </a:xfrm>
                <a:prstGeom prst="rect">
                  <a:avLst/>
                </a:prstGeom>
                <a:gradFill>
                  <a:gsLst>
                    <a:gs pos="0">
                      <a:srgbClr val="CDD3D7"/>
                    </a:gs>
                    <a:gs pos="1000">
                      <a:srgbClr val="CDD3D7"/>
                    </a:gs>
                    <a:gs pos="100000">
                      <a:srgbClr val="E7ECF0"/>
                    </a:gs>
                  </a:gsLst>
                  <a:lin ang="16200000" scaled="0"/>
                </a:gradFill>
                <a:ln cap="flat" cmpd="sng" w="9525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13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4" name="Google Shape;4444;p50"/>
                <p:cNvSpPr/>
                <p:nvPr/>
              </p:nvSpPr>
              <p:spPr>
                <a:xfrm>
                  <a:off x="4501086" y="2717689"/>
                  <a:ext cx="345572" cy="98840"/>
                </a:xfrm>
                <a:prstGeom prst="ellipse">
                  <a:avLst/>
                </a:prstGeom>
                <a:solidFill>
                  <a:srgbClr val="E2E7EA"/>
                </a:solidFill>
                <a:ln cap="flat" cmpd="sng" w="9525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13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5" name="Google Shape;4445;p50"/>
                <p:cNvSpPr/>
                <p:nvPr/>
              </p:nvSpPr>
              <p:spPr>
                <a:xfrm>
                  <a:off x="4502949" y="3043578"/>
                  <a:ext cx="345572" cy="98840"/>
                </a:xfrm>
                <a:prstGeom prst="ellipse">
                  <a:avLst/>
                </a:prstGeom>
                <a:solidFill>
                  <a:srgbClr val="CDD3D7"/>
                </a:solidFill>
                <a:ln cap="flat" cmpd="sng" w="9525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13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6" name="Google Shape;4446;p50"/>
                <p:cNvSpPr/>
                <p:nvPr/>
              </p:nvSpPr>
              <p:spPr>
                <a:xfrm>
                  <a:off x="4504261" y="3036961"/>
                  <a:ext cx="339222" cy="52862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13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447" name="Google Shape;4447;p50"/>
              <p:cNvSpPr/>
              <p:nvPr/>
            </p:nvSpPr>
            <p:spPr>
              <a:xfrm>
                <a:off x="9181074" y="2063579"/>
                <a:ext cx="630195" cy="568410"/>
              </a:xfrm>
              <a:prstGeom prst="can">
                <a:avLst>
                  <a:gd fmla="val 25000" name="adj"/>
                </a:avLst>
              </a:prstGeom>
              <a:gradFill>
                <a:gsLst>
                  <a:gs pos="0">
                    <a:srgbClr val="C4CDD3"/>
                  </a:gs>
                  <a:gs pos="38000">
                    <a:srgbClr val="F2F2F2"/>
                  </a:gs>
                  <a:gs pos="100000">
                    <a:srgbClr val="BFBFBF"/>
                  </a:gs>
                </a:gsLst>
                <a:lin ang="0" scaled="0"/>
              </a:gradFill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A screen shot of a computer&#10;&#10;Description automatically generated" id="4448" name="Google Shape;4448;p5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543539" y="2209860"/>
                <a:ext cx="645858" cy="12047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49" name="Google Shape;4449;p50"/>
            <p:cNvGrpSpPr/>
            <p:nvPr/>
          </p:nvGrpSpPr>
          <p:grpSpPr>
            <a:xfrm>
              <a:off x="7933038" y="2656701"/>
              <a:ext cx="694976" cy="460529"/>
              <a:chOff x="7493876" y="2774731"/>
              <a:chExt cx="1481958" cy="894622"/>
            </a:xfrm>
          </p:grpSpPr>
          <p:sp>
            <p:nvSpPr>
              <p:cNvPr id="4450" name="Google Shape;4450;p5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451" name="Google Shape;4451;p5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452" name="Google Shape;4452;p5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453" name="Google Shape;4453;p5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4" name="Google Shape;4454;p5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5" name="Google Shape;4455;p5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6" name="Google Shape;4456;p5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457" name="Google Shape;4457;p50"/>
            <p:cNvGrpSpPr/>
            <p:nvPr/>
          </p:nvGrpSpPr>
          <p:grpSpPr>
            <a:xfrm>
              <a:off x="6182498" y="2957382"/>
              <a:ext cx="694976" cy="460529"/>
              <a:chOff x="7493876" y="2774731"/>
              <a:chExt cx="1481958" cy="894622"/>
            </a:xfrm>
          </p:grpSpPr>
          <p:sp>
            <p:nvSpPr>
              <p:cNvPr id="4458" name="Google Shape;4458;p5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459" name="Google Shape;4459;p5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460" name="Google Shape;4460;p5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461" name="Google Shape;4461;p5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2" name="Google Shape;4462;p5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3" name="Google Shape;4463;p5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4" name="Google Shape;4464;p5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465" name="Google Shape;4465;p50"/>
          <p:cNvSpPr txBox="1"/>
          <p:nvPr/>
        </p:nvSpPr>
        <p:spPr>
          <a:xfrm>
            <a:off x="5657850" y="2237743"/>
            <a:ext cx="3169562" cy="1125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control plane</a:t>
            </a:r>
            <a:endParaRPr/>
          </a:p>
          <a:p>
            <a:pPr indent="-211931" lvl="0" marL="257175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011199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protocols for mobility management , security, authentication (later)</a:t>
            </a:r>
            <a:endParaRPr/>
          </a:p>
        </p:txBody>
      </p:sp>
      <p:sp>
        <p:nvSpPr>
          <p:cNvPr id="4466" name="Google Shape;4466;p50"/>
          <p:cNvSpPr txBox="1"/>
          <p:nvPr/>
        </p:nvSpPr>
        <p:spPr>
          <a:xfrm>
            <a:off x="2762237" y="3150094"/>
            <a:ext cx="5505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7" name="Google Shape;4467;p50"/>
          <p:cNvSpPr txBox="1"/>
          <p:nvPr/>
        </p:nvSpPr>
        <p:spPr>
          <a:xfrm>
            <a:off x="4372903" y="2199505"/>
            <a:ext cx="4497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8" name="Google Shape;4468;p50"/>
          <p:cNvSpPr txBox="1"/>
          <p:nvPr/>
        </p:nvSpPr>
        <p:spPr>
          <a:xfrm>
            <a:off x="1321878" y="2954282"/>
            <a:ext cx="9705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69" name="Google Shape;4469;p50"/>
          <p:cNvCxnSpPr/>
          <p:nvPr/>
        </p:nvCxnSpPr>
        <p:spPr>
          <a:xfrm>
            <a:off x="2022439" y="2842551"/>
            <a:ext cx="660251" cy="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470" name="Google Shape;4470;p50"/>
          <p:cNvCxnSpPr/>
          <p:nvPr/>
        </p:nvCxnSpPr>
        <p:spPr>
          <a:xfrm flipH="1" rot="10800000">
            <a:off x="3124323" y="2482960"/>
            <a:ext cx="929165" cy="275458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471" name="Google Shape;4471;p50"/>
          <p:cNvCxnSpPr/>
          <p:nvPr/>
        </p:nvCxnSpPr>
        <p:spPr>
          <a:xfrm>
            <a:off x="3124323" y="2898255"/>
            <a:ext cx="1558891" cy="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472" name="Google Shape;4472;p50"/>
          <p:cNvCxnSpPr/>
          <p:nvPr/>
        </p:nvCxnSpPr>
        <p:spPr>
          <a:xfrm>
            <a:off x="3124323" y="3020217"/>
            <a:ext cx="300184" cy="125237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473" name="Google Shape;4473;p50"/>
          <p:cNvSpPr txBox="1"/>
          <p:nvPr/>
        </p:nvSpPr>
        <p:spPr>
          <a:xfrm>
            <a:off x="4798732" y="3067566"/>
            <a:ext cx="5725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endParaRPr/>
          </a:p>
        </p:txBody>
      </p:sp>
      <p:cxnSp>
        <p:nvCxnSpPr>
          <p:cNvPr id="4474" name="Google Shape;4474;p50"/>
          <p:cNvCxnSpPr/>
          <p:nvPr/>
        </p:nvCxnSpPr>
        <p:spPr>
          <a:xfrm>
            <a:off x="1074005" y="2839607"/>
            <a:ext cx="397711" cy="4064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4475" name="Google Shape;4475;p50"/>
          <p:cNvGrpSpPr/>
          <p:nvPr/>
        </p:nvGrpSpPr>
        <p:grpSpPr>
          <a:xfrm>
            <a:off x="685627" y="3310995"/>
            <a:ext cx="8141785" cy="1592762"/>
            <a:chOff x="914169" y="3271659"/>
            <a:chExt cx="10855713" cy="2123682"/>
          </a:xfrm>
        </p:grpSpPr>
        <p:sp>
          <p:nvSpPr>
            <p:cNvPr id="4476" name="Google Shape;4476;p50"/>
            <p:cNvSpPr txBox="1"/>
            <p:nvPr/>
          </p:nvSpPr>
          <p:spPr>
            <a:xfrm>
              <a:off x="4671280" y="3271659"/>
              <a:ext cx="7536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S-GW</a:t>
              </a:r>
              <a:endParaRPr/>
            </a:p>
          </p:txBody>
        </p:sp>
        <p:grpSp>
          <p:nvGrpSpPr>
            <p:cNvPr id="4477" name="Google Shape;4477;p50"/>
            <p:cNvGrpSpPr/>
            <p:nvPr/>
          </p:nvGrpSpPr>
          <p:grpSpPr>
            <a:xfrm>
              <a:off x="2793288" y="4511982"/>
              <a:ext cx="4433068" cy="574881"/>
              <a:chOff x="5366964" y="5459934"/>
              <a:chExt cx="4476119" cy="574881"/>
            </a:xfrm>
          </p:grpSpPr>
          <p:sp>
            <p:nvSpPr>
              <p:cNvPr id="4478" name="Google Shape;4478;p50"/>
              <p:cNvSpPr/>
              <p:nvPr/>
            </p:nvSpPr>
            <p:spPr>
              <a:xfrm>
                <a:off x="5366964" y="5459934"/>
                <a:ext cx="4476119" cy="574881"/>
              </a:xfrm>
              <a:custGeom>
                <a:rect b="b" l="l" r="r" t="t"/>
                <a:pathLst>
                  <a:path extrusionOk="0" h="806768" w="1379141">
                    <a:moveTo>
                      <a:pt x="216608" y="59582"/>
                    </a:moveTo>
                    <a:cubicBezTo>
                      <a:pt x="97984" y="70023"/>
                      <a:pt x="146525" y="65300"/>
                      <a:pt x="112559" y="113979"/>
                    </a:cubicBezTo>
                    <a:cubicBezTo>
                      <a:pt x="78593" y="162658"/>
                      <a:pt x="25373" y="149706"/>
                      <a:pt x="12814" y="351654"/>
                    </a:cubicBezTo>
                    <a:cubicBezTo>
                      <a:pt x="255" y="553602"/>
                      <a:pt x="-21645" y="640069"/>
                      <a:pt x="54984" y="684053"/>
                    </a:cubicBezTo>
                    <a:cubicBezTo>
                      <a:pt x="99551" y="702915"/>
                      <a:pt x="160041" y="781314"/>
                      <a:pt x="348727" y="796830"/>
                    </a:cubicBezTo>
                    <a:cubicBezTo>
                      <a:pt x="812788" y="793482"/>
                      <a:pt x="1165213" y="838487"/>
                      <a:pt x="1270711" y="760661"/>
                    </a:cubicBezTo>
                    <a:cubicBezTo>
                      <a:pt x="1376209" y="682835"/>
                      <a:pt x="1380962" y="491721"/>
                      <a:pt x="1378790" y="329881"/>
                    </a:cubicBezTo>
                    <a:cubicBezTo>
                      <a:pt x="1373459" y="210569"/>
                      <a:pt x="1340858" y="86687"/>
                      <a:pt x="1280844" y="13800"/>
                    </a:cubicBezTo>
                    <a:cubicBezTo>
                      <a:pt x="1177821" y="-34285"/>
                      <a:pt x="885108" y="59362"/>
                      <a:pt x="824303" y="51331"/>
                    </a:cubicBezTo>
                    <a:cubicBezTo>
                      <a:pt x="701546" y="58788"/>
                      <a:pt x="335232" y="49141"/>
                      <a:pt x="216608" y="59582"/>
                    </a:cubicBezTo>
                    <a:close/>
                  </a:path>
                </a:pathLst>
              </a:custGeom>
              <a:solidFill>
                <a:srgbClr val="9AE0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13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479" name="Google Shape;4479;p50"/>
              <p:cNvCxnSpPr>
                <a:stCxn id="4480" idx="0"/>
              </p:cNvCxnSpPr>
              <p:nvPr/>
            </p:nvCxnSpPr>
            <p:spPr>
              <a:xfrm rot="10800000">
                <a:off x="8591309" y="5631871"/>
                <a:ext cx="66600" cy="2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81" name="Google Shape;4481;p50"/>
              <p:cNvCxnSpPr>
                <a:stCxn id="4482" idx="9"/>
              </p:cNvCxnSpPr>
              <p:nvPr/>
            </p:nvCxnSpPr>
            <p:spPr>
              <a:xfrm>
                <a:off x="8270073" y="5586838"/>
                <a:ext cx="387300" cy="32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83" name="Google Shape;4483;p50"/>
              <p:cNvCxnSpPr>
                <a:stCxn id="4482" idx="2"/>
              </p:cNvCxnSpPr>
              <p:nvPr/>
            </p:nvCxnSpPr>
            <p:spPr>
              <a:xfrm>
                <a:off x="8269779" y="5582623"/>
                <a:ext cx="334500" cy="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84" name="Google Shape;4484;p50"/>
              <p:cNvCxnSpPr>
                <a:endCxn id="4485" idx="2"/>
              </p:cNvCxnSpPr>
              <p:nvPr/>
            </p:nvCxnSpPr>
            <p:spPr>
              <a:xfrm>
                <a:off x="8289329" y="5888859"/>
                <a:ext cx="368100" cy="3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86" name="Google Shape;4486;p50"/>
              <p:cNvCxnSpPr>
                <a:stCxn id="4487" idx="4"/>
                <a:endCxn id="4488" idx="2"/>
              </p:cNvCxnSpPr>
              <p:nvPr/>
            </p:nvCxnSpPr>
            <p:spPr>
              <a:xfrm flipH="1">
                <a:off x="8269746" y="5614796"/>
                <a:ext cx="600" cy="24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89" name="Google Shape;4489;p50"/>
              <p:cNvCxnSpPr/>
              <p:nvPr/>
            </p:nvCxnSpPr>
            <p:spPr>
              <a:xfrm flipH="1" rot="10800000">
                <a:off x="8289330" y="5631766"/>
                <a:ext cx="317903" cy="25709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490" name="Google Shape;4490;p50"/>
              <p:cNvGrpSpPr/>
              <p:nvPr/>
            </p:nvGrpSpPr>
            <p:grpSpPr>
              <a:xfrm>
                <a:off x="8178961" y="5824636"/>
                <a:ext cx="182938" cy="111323"/>
                <a:chOff x="7493876" y="2774731"/>
                <a:chExt cx="1481958" cy="894622"/>
              </a:xfrm>
            </p:grpSpPr>
            <p:sp>
              <p:nvSpPr>
                <p:cNvPr id="4491" name="Google Shape;4491;p5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492" name="Google Shape;4492;p5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493" name="Google Shape;4493;p5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494" name="Google Shape;4494;p5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95" name="Google Shape;4495;p5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96" name="Google Shape;4496;p5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88" name="Google Shape;4488;p5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47FFD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497" name="Google Shape;4497;p50"/>
              <p:cNvGrpSpPr/>
              <p:nvPr/>
            </p:nvGrpSpPr>
            <p:grpSpPr>
              <a:xfrm>
                <a:off x="8182762" y="5545189"/>
                <a:ext cx="175179" cy="107525"/>
                <a:chOff x="7493876" y="2774731"/>
                <a:chExt cx="1481958" cy="894622"/>
              </a:xfrm>
            </p:grpSpPr>
            <p:sp>
              <p:nvSpPr>
                <p:cNvPr id="4498" name="Google Shape;4498;p5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487" name="Google Shape;4487;p5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499" name="Google Shape;4499;p5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00" name="Google Shape;4500;p5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01" name="Google Shape;4501;p5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02" name="Google Shape;4502;p5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82" name="Google Shape;4482;p5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47FFD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503" name="Google Shape;4503;p50"/>
              <p:cNvGrpSpPr/>
              <p:nvPr/>
            </p:nvGrpSpPr>
            <p:grpSpPr>
              <a:xfrm>
                <a:off x="8515547" y="5580583"/>
                <a:ext cx="175179" cy="107525"/>
                <a:chOff x="7493876" y="2774731"/>
                <a:chExt cx="1481958" cy="894622"/>
              </a:xfrm>
            </p:grpSpPr>
            <p:sp>
              <p:nvSpPr>
                <p:cNvPr id="4504" name="Google Shape;4504;p5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505" name="Google Shape;4505;p5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506" name="Google Shape;4506;p5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07" name="Google Shape;4507;p5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08" name="Google Shape;4508;p5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09" name="Google Shape;4509;p5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10" name="Google Shape;4510;p5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47FFD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511" name="Google Shape;4511;p50"/>
              <p:cNvGrpSpPr/>
              <p:nvPr/>
            </p:nvGrpSpPr>
            <p:grpSpPr>
              <a:xfrm>
                <a:off x="8570325" y="5882671"/>
                <a:ext cx="175179" cy="107525"/>
                <a:chOff x="7493876" y="2774731"/>
                <a:chExt cx="1481958" cy="894622"/>
              </a:xfrm>
            </p:grpSpPr>
            <p:sp>
              <p:nvSpPr>
                <p:cNvPr id="4512" name="Google Shape;4512;p5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480" name="Google Shape;4480;p5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513" name="Google Shape;4513;p5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14" name="Google Shape;4514;p5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15" name="Google Shape;4515;p5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16" name="Google Shape;4516;p5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85" name="Google Shape;4485;p5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47FFD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517" name="Google Shape;4517;p50"/>
            <p:cNvGrpSpPr/>
            <p:nvPr/>
          </p:nvGrpSpPr>
          <p:grpSpPr>
            <a:xfrm>
              <a:off x="3096215" y="4614313"/>
              <a:ext cx="998795" cy="445007"/>
              <a:chOff x="4332883" y="5571655"/>
              <a:chExt cx="998795" cy="445007"/>
            </a:xfrm>
          </p:grpSpPr>
          <p:cxnSp>
            <p:nvCxnSpPr>
              <p:cNvPr id="4518" name="Google Shape;4518;p50"/>
              <p:cNvCxnSpPr>
                <a:stCxn id="4519" idx="0"/>
              </p:cNvCxnSpPr>
              <p:nvPr/>
            </p:nvCxnSpPr>
            <p:spPr>
              <a:xfrm rot="10800000">
                <a:off x="4745231" y="5658337"/>
                <a:ext cx="66600" cy="2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20" name="Google Shape;4520;p50"/>
              <p:cNvCxnSpPr/>
              <p:nvPr/>
            </p:nvCxnSpPr>
            <p:spPr>
              <a:xfrm>
                <a:off x="4753706" y="5653287"/>
                <a:ext cx="299692" cy="1423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21" name="Google Shape;4521;p50"/>
              <p:cNvCxnSpPr/>
              <p:nvPr/>
            </p:nvCxnSpPr>
            <p:spPr>
              <a:xfrm flipH="1" rot="10800000">
                <a:off x="5053398" y="5718444"/>
                <a:ext cx="231278" cy="7721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22" name="Google Shape;4522;p50"/>
              <p:cNvCxnSpPr>
                <a:stCxn id="4523" idx="9"/>
              </p:cNvCxnSpPr>
              <p:nvPr/>
            </p:nvCxnSpPr>
            <p:spPr>
              <a:xfrm>
                <a:off x="4423995" y="5613304"/>
                <a:ext cx="387300" cy="32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24" name="Google Shape;4524;p50"/>
              <p:cNvCxnSpPr>
                <a:stCxn id="4523" idx="2"/>
              </p:cNvCxnSpPr>
              <p:nvPr/>
            </p:nvCxnSpPr>
            <p:spPr>
              <a:xfrm>
                <a:off x="4423701" y="5609089"/>
                <a:ext cx="334500" cy="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25" name="Google Shape;4525;p50"/>
              <p:cNvCxnSpPr/>
              <p:nvPr/>
            </p:nvCxnSpPr>
            <p:spPr>
              <a:xfrm>
                <a:off x="4753706" y="5658231"/>
                <a:ext cx="530161" cy="43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26" name="Google Shape;4526;p50"/>
              <p:cNvCxnSpPr>
                <a:stCxn id="4527" idx="2"/>
              </p:cNvCxnSpPr>
              <p:nvPr/>
            </p:nvCxnSpPr>
            <p:spPr>
              <a:xfrm flipH="1" rot="10800000">
                <a:off x="4811264" y="5795671"/>
                <a:ext cx="242100" cy="15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28" name="Google Shape;4528;p50"/>
              <p:cNvCxnSpPr>
                <a:endCxn id="4527" idx="2"/>
              </p:cNvCxnSpPr>
              <p:nvPr/>
            </p:nvCxnSpPr>
            <p:spPr>
              <a:xfrm>
                <a:off x="4443251" y="5915325"/>
                <a:ext cx="368100" cy="3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29" name="Google Shape;4529;p50"/>
              <p:cNvCxnSpPr>
                <a:stCxn id="4530" idx="4"/>
                <a:endCxn id="4531" idx="2"/>
              </p:cNvCxnSpPr>
              <p:nvPr/>
            </p:nvCxnSpPr>
            <p:spPr>
              <a:xfrm flipH="1">
                <a:off x="4423668" y="5641262"/>
                <a:ext cx="600" cy="24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32" name="Google Shape;4532;p50"/>
              <p:cNvCxnSpPr/>
              <p:nvPr/>
            </p:nvCxnSpPr>
            <p:spPr>
              <a:xfrm flipH="1" rot="10800000">
                <a:off x="4443252" y="5658232"/>
                <a:ext cx="317903" cy="25709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533" name="Google Shape;4533;p50"/>
              <p:cNvGrpSpPr/>
              <p:nvPr/>
            </p:nvGrpSpPr>
            <p:grpSpPr>
              <a:xfrm>
                <a:off x="4332883" y="5851102"/>
                <a:ext cx="182938" cy="111323"/>
                <a:chOff x="7493876" y="2774731"/>
                <a:chExt cx="1481958" cy="894622"/>
              </a:xfrm>
            </p:grpSpPr>
            <p:sp>
              <p:nvSpPr>
                <p:cNvPr id="4534" name="Google Shape;4534;p5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535" name="Google Shape;4535;p5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536" name="Google Shape;4536;p5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37" name="Google Shape;4537;p5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38" name="Google Shape;4538;p5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39" name="Google Shape;4539;p5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31" name="Google Shape;4531;p5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47FFD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540" name="Google Shape;4540;p50"/>
              <p:cNvGrpSpPr/>
              <p:nvPr/>
            </p:nvGrpSpPr>
            <p:grpSpPr>
              <a:xfrm>
                <a:off x="4336684" y="5571655"/>
                <a:ext cx="175179" cy="107525"/>
                <a:chOff x="7493876" y="2774731"/>
                <a:chExt cx="1481958" cy="894622"/>
              </a:xfrm>
            </p:grpSpPr>
            <p:sp>
              <p:nvSpPr>
                <p:cNvPr id="4541" name="Google Shape;4541;p5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530" name="Google Shape;4530;p5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542" name="Google Shape;4542;p5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43" name="Google Shape;4543;p5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44" name="Google Shape;4544;p5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45" name="Google Shape;4545;p5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23" name="Google Shape;4523;p5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47FFD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546" name="Google Shape;4546;p50"/>
              <p:cNvGrpSpPr/>
              <p:nvPr/>
            </p:nvGrpSpPr>
            <p:grpSpPr>
              <a:xfrm>
                <a:off x="4669469" y="5607049"/>
                <a:ext cx="175179" cy="107525"/>
                <a:chOff x="7493876" y="2774731"/>
                <a:chExt cx="1481958" cy="894622"/>
              </a:xfrm>
            </p:grpSpPr>
            <p:sp>
              <p:nvSpPr>
                <p:cNvPr id="4547" name="Google Shape;4547;p5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548" name="Google Shape;4548;p5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549" name="Google Shape;4549;p5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50" name="Google Shape;4550;p5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51" name="Google Shape;4551;p5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52" name="Google Shape;4552;p5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53" name="Google Shape;4553;p5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47FFD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554" name="Google Shape;4554;p50"/>
              <p:cNvGrpSpPr/>
              <p:nvPr/>
            </p:nvGrpSpPr>
            <p:grpSpPr>
              <a:xfrm>
                <a:off x="4724247" y="5909137"/>
                <a:ext cx="175179" cy="107525"/>
                <a:chOff x="7493876" y="2774731"/>
                <a:chExt cx="1481958" cy="894622"/>
              </a:xfrm>
            </p:grpSpPr>
            <p:sp>
              <p:nvSpPr>
                <p:cNvPr id="4555" name="Google Shape;4555;p5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519" name="Google Shape;4519;p5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556" name="Google Shape;4556;p5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57" name="Google Shape;4557;p5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58" name="Google Shape;4558;p5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59" name="Google Shape;4559;p5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27" name="Google Shape;4527;p5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47FFD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560" name="Google Shape;4560;p50"/>
              <p:cNvGrpSpPr/>
              <p:nvPr/>
            </p:nvGrpSpPr>
            <p:grpSpPr>
              <a:xfrm>
                <a:off x="5156499" y="5631997"/>
                <a:ext cx="175179" cy="107525"/>
                <a:chOff x="7493876" y="2774731"/>
                <a:chExt cx="1481958" cy="894622"/>
              </a:xfrm>
            </p:grpSpPr>
            <p:sp>
              <p:nvSpPr>
                <p:cNvPr id="4561" name="Google Shape;4561;p5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562" name="Google Shape;4562;p5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563" name="Google Shape;4563;p5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64" name="Google Shape;4564;p5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65" name="Google Shape;4565;p5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66" name="Google Shape;4566;p5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67" name="Google Shape;4567;p5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47FFD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568" name="Google Shape;4568;p50"/>
              <p:cNvGrpSpPr/>
              <p:nvPr/>
            </p:nvGrpSpPr>
            <p:grpSpPr>
              <a:xfrm>
                <a:off x="4944983" y="5749145"/>
                <a:ext cx="175179" cy="107525"/>
                <a:chOff x="7493876" y="2774731"/>
                <a:chExt cx="1481958" cy="894622"/>
              </a:xfrm>
            </p:grpSpPr>
            <p:sp>
              <p:nvSpPr>
                <p:cNvPr id="4569" name="Google Shape;4569;p5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570" name="Google Shape;4570;p5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571" name="Google Shape;4571;p5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72" name="Google Shape;4572;p5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73" name="Google Shape;4573;p5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74" name="Google Shape;4574;p5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75" name="Google Shape;4575;p5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47FFD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576" name="Google Shape;4576;p50"/>
            <p:cNvGrpSpPr/>
            <p:nvPr/>
          </p:nvGrpSpPr>
          <p:grpSpPr>
            <a:xfrm>
              <a:off x="914169" y="3784413"/>
              <a:ext cx="6320401" cy="1610928"/>
              <a:chOff x="2495834" y="3549633"/>
              <a:chExt cx="6320401" cy="1610928"/>
            </a:xfrm>
          </p:grpSpPr>
          <p:grpSp>
            <p:nvGrpSpPr>
              <p:cNvPr id="4577" name="Google Shape;4577;p50"/>
              <p:cNvGrpSpPr/>
              <p:nvPr/>
            </p:nvGrpSpPr>
            <p:grpSpPr>
              <a:xfrm>
                <a:off x="2495834" y="3549633"/>
                <a:ext cx="6206323" cy="1243997"/>
                <a:chOff x="2495834" y="3537276"/>
                <a:chExt cx="6206323" cy="1243997"/>
              </a:xfrm>
            </p:grpSpPr>
            <p:grpSp>
              <p:nvGrpSpPr>
                <p:cNvPr id="4578" name="Google Shape;4578;p50"/>
                <p:cNvGrpSpPr/>
                <p:nvPr/>
              </p:nvGrpSpPr>
              <p:grpSpPr>
                <a:xfrm>
                  <a:off x="2495834" y="4101197"/>
                  <a:ext cx="733407" cy="660273"/>
                  <a:chOff x="2751" y="1851"/>
                  <a:chExt cx="462" cy="478"/>
                </a:xfrm>
              </p:grpSpPr>
              <p:pic>
                <p:nvPicPr>
                  <p:cNvPr descr="iphone_stylized_small" id="4579" name="Google Shape;4579;p5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2928" y="1922"/>
                    <a:ext cx="152" cy="40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antenna_radiation_stylized" id="4580" name="Google Shape;4580;p50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2751" y="1851"/>
                    <a:ext cx="462" cy="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4581" name="Google Shape;4581;p50"/>
                <p:cNvGrpSpPr/>
                <p:nvPr/>
              </p:nvGrpSpPr>
              <p:grpSpPr>
                <a:xfrm>
                  <a:off x="3472122" y="3537276"/>
                  <a:ext cx="790834" cy="1208131"/>
                  <a:chOff x="5970432" y="1600694"/>
                  <a:chExt cx="888604" cy="1226172"/>
                </a:xfrm>
              </p:grpSpPr>
              <p:grpSp>
                <p:nvGrpSpPr>
                  <p:cNvPr id="4582" name="Google Shape;4582;p50"/>
                  <p:cNvGrpSpPr/>
                  <p:nvPr/>
                </p:nvGrpSpPr>
                <p:grpSpPr>
                  <a:xfrm>
                    <a:off x="5970432" y="1600694"/>
                    <a:ext cx="466245" cy="953439"/>
                    <a:chOff x="6476205" y="1279015"/>
                    <a:chExt cx="466245" cy="953439"/>
                  </a:xfrm>
                </p:grpSpPr>
                <p:grpSp>
                  <p:nvGrpSpPr>
                    <p:cNvPr id="4583" name="Google Shape;4583;p50"/>
                    <p:cNvGrpSpPr/>
                    <p:nvPr/>
                  </p:nvGrpSpPr>
                  <p:grpSpPr>
                    <a:xfrm>
                      <a:off x="6476205" y="1279015"/>
                      <a:ext cx="466245" cy="420795"/>
                      <a:chOff x="2920" y="1424"/>
                      <a:chExt cx="326" cy="310"/>
                    </a:xfrm>
                  </p:grpSpPr>
                  <p:sp>
                    <p:nvSpPr>
                      <p:cNvPr id="4584" name="Google Shape;4584;p50"/>
                      <p:cNvSpPr/>
                      <p:nvPr/>
                    </p:nvSpPr>
                    <p:spPr>
                      <a:xfrm>
                        <a:off x="2920" y="1445"/>
                        <a:ext cx="326" cy="289"/>
                      </a:xfrm>
                      <a:prstGeom prst="ellipse">
                        <a:avLst/>
                      </a:prstGeom>
                      <a:noFill/>
                      <a:ln cap="flat" cmpd="sng" w="12700">
                        <a:solidFill>
                          <a:srgbClr val="011199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4585" name="Google Shape;4585;p50"/>
                      <p:cNvGrpSpPr/>
                      <p:nvPr/>
                    </p:nvGrpSpPr>
                    <p:grpSpPr>
                      <a:xfrm>
                        <a:off x="2949" y="1424"/>
                        <a:ext cx="265" cy="280"/>
                        <a:chOff x="2949" y="1424"/>
                        <a:chExt cx="265" cy="280"/>
                      </a:xfrm>
                    </p:grpSpPr>
                    <p:sp>
                      <p:nvSpPr>
                        <p:cNvPr id="4586" name="Google Shape;4586;p50"/>
                        <p:cNvSpPr/>
                        <p:nvPr/>
                      </p:nvSpPr>
                      <p:spPr>
                        <a:xfrm>
                          <a:off x="3030" y="1545"/>
                          <a:ext cx="107" cy="92"/>
                        </a:xfrm>
                        <a:prstGeom prst="ellipse">
                          <a:avLst/>
                        </a:prstGeom>
                        <a:noFill/>
                        <a:ln cap="flat" cmpd="sng" w="12700">
                          <a:solidFill>
                            <a:srgbClr val="01119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4587" name="Google Shape;4587;p50"/>
                        <p:cNvSpPr/>
                        <p:nvPr/>
                      </p:nvSpPr>
                      <p:spPr>
                        <a:xfrm>
                          <a:off x="3006" y="1525"/>
                          <a:ext cx="154" cy="131"/>
                        </a:xfrm>
                        <a:prstGeom prst="ellipse">
                          <a:avLst/>
                        </a:prstGeom>
                        <a:noFill/>
                        <a:ln cap="flat" cmpd="sng" w="12700">
                          <a:solidFill>
                            <a:srgbClr val="01119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4588" name="Google Shape;4588;p50"/>
                        <p:cNvSpPr/>
                        <p:nvPr/>
                      </p:nvSpPr>
                      <p:spPr>
                        <a:xfrm>
                          <a:off x="2983" y="1501"/>
                          <a:ext cx="203" cy="179"/>
                        </a:xfrm>
                        <a:prstGeom prst="ellipse">
                          <a:avLst/>
                        </a:prstGeom>
                        <a:noFill/>
                        <a:ln cap="flat" cmpd="sng" w="12700">
                          <a:solidFill>
                            <a:srgbClr val="01119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4589" name="Google Shape;4589;p50"/>
                        <p:cNvSpPr/>
                        <p:nvPr/>
                      </p:nvSpPr>
                      <p:spPr>
                        <a:xfrm>
                          <a:off x="2949" y="1476"/>
                          <a:ext cx="265" cy="228"/>
                        </a:xfrm>
                        <a:prstGeom prst="ellipse">
                          <a:avLst/>
                        </a:prstGeom>
                        <a:noFill/>
                        <a:ln cap="flat" cmpd="sng" w="12700">
                          <a:solidFill>
                            <a:srgbClr val="01119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4590" name="Google Shape;4590;p50"/>
                        <p:cNvSpPr/>
                        <p:nvPr/>
                      </p:nvSpPr>
                      <p:spPr>
                        <a:xfrm flipH="1" rot="10800000">
                          <a:off x="2987" y="1424"/>
                          <a:ext cx="205" cy="143"/>
                        </a:xfrm>
                        <a:custGeom>
                          <a:rect b="b" l="l" r="r" t="t"/>
                          <a:pathLst>
                            <a:path extrusionOk="0" h="956" w="1180">
                              <a:moveTo>
                                <a:pt x="499" y="7"/>
                              </a:moveTo>
                              <a:lnTo>
                                <a:pt x="0" y="780"/>
                              </a:lnTo>
                              <a:lnTo>
                                <a:pt x="134" y="885"/>
                              </a:lnTo>
                              <a:lnTo>
                                <a:pt x="366" y="920"/>
                              </a:lnTo>
                              <a:lnTo>
                                <a:pt x="534" y="956"/>
                              </a:lnTo>
                              <a:lnTo>
                                <a:pt x="829" y="949"/>
                              </a:lnTo>
                              <a:lnTo>
                                <a:pt x="1096" y="850"/>
                              </a:lnTo>
                              <a:lnTo>
                                <a:pt x="1180" y="801"/>
                              </a:lnTo>
                              <a:lnTo>
                                <a:pt x="668" y="0"/>
                              </a:lnTo>
                              <a:lnTo>
                                <a:pt x="499" y="7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lt1"/>
                        </a:solidFill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4591" name="Google Shape;4591;p50"/>
                    <p:cNvGrpSpPr/>
                    <p:nvPr/>
                  </p:nvGrpSpPr>
                  <p:grpSpPr>
                    <a:xfrm>
                      <a:off x="6527789" y="1518577"/>
                      <a:ext cx="375668" cy="713877"/>
                      <a:chOff x="3130" y="3288"/>
                      <a:chExt cx="410" cy="742"/>
                    </a:xfrm>
                  </p:grpSpPr>
                  <p:cxnSp>
                    <p:nvCxnSpPr>
                      <p:cNvPr id="4592" name="Google Shape;4592;p50"/>
                      <p:cNvCxnSpPr/>
                      <p:nvPr/>
                    </p:nvCxnSpPr>
                    <p:spPr>
                      <a:xfrm flipH="1">
                        <a:off x="3130" y="3288"/>
                        <a:ext cx="205" cy="672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593" name="Google Shape;4593;p50"/>
                      <p:cNvCxnSpPr/>
                      <p:nvPr/>
                    </p:nvCxnSpPr>
                    <p:spPr>
                      <a:xfrm>
                        <a:off x="3335" y="3288"/>
                        <a:ext cx="205" cy="669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594" name="Google Shape;4594;p50"/>
                      <p:cNvCxnSpPr/>
                      <p:nvPr/>
                    </p:nvCxnSpPr>
                    <p:spPr>
                      <a:xfrm>
                        <a:off x="3130" y="3957"/>
                        <a:ext cx="205" cy="73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595" name="Google Shape;4595;p50"/>
                      <p:cNvCxnSpPr/>
                      <p:nvPr/>
                    </p:nvCxnSpPr>
                    <p:spPr>
                      <a:xfrm flipH="1">
                        <a:off x="3335" y="3957"/>
                        <a:ext cx="205" cy="73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596" name="Google Shape;4596;p50"/>
                      <p:cNvCxnSpPr/>
                      <p:nvPr/>
                    </p:nvCxnSpPr>
                    <p:spPr>
                      <a:xfrm>
                        <a:off x="3335" y="3303"/>
                        <a:ext cx="0" cy="727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597" name="Google Shape;4597;p50"/>
                      <p:cNvCxnSpPr/>
                      <p:nvPr/>
                    </p:nvCxnSpPr>
                    <p:spPr>
                      <a:xfrm flipH="1" rot="10800000">
                        <a:off x="3130" y="3888"/>
                        <a:ext cx="205" cy="72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598" name="Google Shape;4598;p50"/>
                      <p:cNvCxnSpPr/>
                      <p:nvPr/>
                    </p:nvCxnSpPr>
                    <p:spPr>
                      <a:xfrm rot="10800000">
                        <a:off x="3335" y="3888"/>
                        <a:ext cx="205" cy="69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599" name="Google Shape;4599;p50"/>
                      <p:cNvCxnSpPr/>
                      <p:nvPr/>
                    </p:nvCxnSpPr>
                    <p:spPr>
                      <a:xfrm>
                        <a:off x="3217" y="3668"/>
                        <a:ext cx="118" cy="55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600" name="Google Shape;4600;p50"/>
                      <p:cNvCxnSpPr/>
                      <p:nvPr/>
                    </p:nvCxnSpPr>
                    <p:spPr>
                      <a:xfrm flipH="1" rot="10800000">
                        <a:off x="3335" y="3668"/>
                        <a:ext cx="124" cy="55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601" name="Google Shape;4601;p50"/>
                      <p:cNvCxnSpPr/>
                      <p:nvPr/>
                    </p:nvCxnSpPr>
                    <p:spPr>
                      <a:xfrm>
                        <a:off x="3178" y="3766"/>
                        <a:ext cx="152" cy="75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602" name="Google Shape;4602;p50"/>
                      <p:cNvCxnSpPr/>
                      <p:nvPr/>
                    </p:nvCxnSpPr>
                    <p:spPr>
                      <a:xfrm flipH="1" rot="10800000">
                        <a:off x="3335" y="3781"/>
                        <a:ext cx="153" cy="66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603" name="Google Shape;4603;p50"/>
                      <p:cNvCxnSpPr/>
                      <p:nvPr/>
                    </p:nvCxnSpPr>
                    <p:spPr>
                      <a:xfrm flipH="1" rot="10800000">
                        <a:off x="3335" y="3567"/>
                        <a:ext cx="78" cy="27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604" name="Google Shape;4604;p50"/>
                      <p:cNvCxnSpPr/>
                      <p:nvPr/>
                    </p:nvCxnSpPr>
                    <p:spPr>
                      <a:xfrm flipH="1" rot="10800000">
                        <a:off x="3335" y="3428"/>
                        <a:ext cx="49" cy="21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605" name="Google Shape;4605;p50"/>
                      <p:cNvCxnSpPr/>
                      <p:nvPr/>
                    </p:nvCxnSpPr>
                    <p:spPr>
                      <a:xfrm>
                        <a:off x="3247" y="3558"/>
                        <a:ext cx="95" cy="36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606" name="Google Shape;4606;p50"/>
                      <p:cNvCxnSpPr/>
                      <p:nvPr/>
                    </p:nvCxnSpPr>
                    <p:spPr>
                      <a:xfrm>
                        <a:off x="3289" y="3422"/>
                        <a:ext cx="55" cy="36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  <p:grpSp>
                <p:nvGrpSpPr>
                  <p:cNvPr id="4607" name="Google Shape;4607;p50"/>
                  <p:cNvGrpSpPr/>
                  <p:nvPr/>
                </p:nvGrpSpPr>
                <p:grpSpPr>
                  <a:xfrm>
                    <a:off x="6091888" y="2409568"/>
                    <a:ext cx="767148" cy="417298"/>
                    <a:chOff x="1503784" y="3006600"/>
                    <a:chExt cx="1771786" cy="957087"/>
                  </a:xfrm>
                </p:grpSpPr>
                <p:grpSp>
                  <p:nvGrpSpPr>
                    <p:cNvPr id="4608" name="Google Shape;4608;p50"/>
                    <p:cNvGrpSpPr/>
                    <p:nvPr/>
                  </p:nvGrpSpPr>
                  <p:grpSpPr>
                    <a:xfrm>
                      <a:off x="1503784" y="3006600"/>
                      <a:ext cx="1771786" cy="957087"/>
                      <a:chOff x="1465684" y="2997075"/>
                      <a:chExt cx="1771786" cy="957087"/>
                    </a:xfrm>
                  </p:grpSpPr>
                  <p:sp>
                    <p:nvSpPr>
                      <p:cNvPr id="4609" name="Google Shape;4609;p50"/>
                      <p:cNvSpPr/>
                      <p:nvPr/>
                    </p:nvSpPr>
                    <p:spPr>
                      <a:xfrm>
                        <a:off x="1465684" y="3328365"/>
                        <a:ext cx="1771786" cy="625797"/>
                      </a:xfrm>
                      <a:custGeom>
                        <a:rect b="b" l="l" r="r" t="t"/>
                        <a:pathLst>
                          <a:path extrusionOk="0" h="3099826" w="8166683">
                            <a:moveTo>
                              <a:pt x="8165849" y="7337"/>
                            </a:moveTo>
                            <a:lnTo>
                              <a:pt x="8166683" y="1636654"/>
                            </a:lnTo>
                            <a:cubicBezTo>
                              <a:pt x="7917761" y="2728489"/>
                              <a:pt x="5475903" y="3100137"/>
                              <a:pt x="4116250" y="3099826"/>
                            </a:cubicBezTo>
                            <a:cubicBezTo>
                              <a:pt x="2756597" y="3099515"/>
                              <a:pt x="245424" y="2744647"/>
                              <a:pt x="8764" y="1634789"/>
                            </a:cubicBezTo>
                            <a:cubicBezTo>
                              <a:pt x="11928" y="1215900"/>
                              <a:pt x="-2713" y="418889"/>
                              <a:pt x="451" y="0"/>
                            </a:cubicBezTo>
                            <a:cubicBezTo>
                              <a:pt x="385485" y="953840"/>
                              <a:pt x="2700268" y="1437288"/>
                              <a:pt x="4061168" y="1438511"/>
                            </a:cubicBezTo>
                            <a:cubicBezTo>
                              <a:pt x="5422068" y="1439734"/>
                              <a:pt x="7793228" y="1089449"/>
                              <a:pt x="8165849" y="7337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B8C2C9"/>
                          </a:gs>
                          <a:gs pos="21000">
                            <a:schemeClr val="lt1"/>
                          </a:gs>
                          <a:gs pos="60000">
                            <a:srgbClr val="D6DCE0"/>
                          </a:gs>
                          <a:gs pos="100000">
                            <a:srgbClr val="B8C2C9"/>
                          </a:gs>
                        </a:gsLst>
                        <a:lin ang="0" scaled="0"/>
                      </a:gradFill>
                      <a:ln cap="flat" cmpd="sng" w="9525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50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                  </a:t>
                        </a:r>
                        <a:endParaRPr/>
                      </a:p>
                    </p:txBody>
                  </p:sp>
                  <p:sp>
                    <p:nvSpPr>
                      <p:cNvPr id="4610" name="Google Shape;4610;p50"/>
                      <p:cNvSpPr/>
                      <p:nvPr/>
                    </p:nvSpPr>
                    <p:spPr>
                      <a:xfrm>
                        <a:off x="1466704" y="2997075"/>
                        <a:ext cx="1769640" cy="619577"/>
                      </a:xfrm>
                      <a:prstGeom prst="ellipse">
                        <a:avLst/>
                      </a:prstGeom>
                      <a:solidFill>
                        <a:srgbClr val="B8C2C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50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             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4611" name="Google Shape;4611;p50"/>
                    <p:cNvGrpSpPr/>
                    <p:nvPr/>
                  </p:nvGrpSpPr>
                  <p:grpSpPr>
                    <a:xfrm>
                      <a:off x="1961060" y="3038475"/>
                      <a:ext cx="801873" cy="553944"/>
                      <a:chOff x="1951535" y="3022600"/>
                      <a:chExt cx="801873" cy="553944"/>
                    </a:xfrm>
                  </p:grpSpPr>
                  <p:grpSp>
                    <p:nvGrpSpPr>
                      <p:cNvPr id="4612" name="Google Shape;4612;p50"/>
                      <p:cNvGrpSpPr/>
                      <p:nvPr/>
                    </p:nvGrpSpPr>
                    <p:grpSpPr>
                      <a:xfrm>
                        <a:off x="2032000" y="3022600"/>
                        <a:ext cx="257175" cy="544419"/>
                        <a:chOff x="2441575" y="2479675"/>
                        <a:chExt cx="765175" cy="1028347"/>
                      </a:xfrm>
                    </p:grpSpPr>
                    <p:sp>
                      <p:nvSpPr>
                        <p:cNvPr id="4613" name="Google Shape;4613;p50"/>
                        <p:cNvSpPr/>
                        <p:nvPr/>
                      </p:nvSpPr>
                      <p:spPr>
                        <a:xfrm>
                          <a:off x="2441575" y="2479675"/>
                          <a:ext cx="765175" cy="1025525"/>
                        </a:xfrm>
                        <a:prstGeom prst="parallelogram">
                          <a:avLst>
                            <a:gd fmla="val 62205" name="adj"/>
                          </a:avLst>
                        </a:prstGeom>
                        <a:solidFill>
                          <a:srgbClr val="011199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4614" name="Google Shape;4614;p50"/>
                        <p:cNvSpPr/>
                        <p:nvPr/>
                      </p:nvSpPr>
                      <p:spPr>
                        <a:xfrm>
                          <a:off x="2571751" y="2558697"/>
                          <a:ext cx="603250" cy="949325"/>
                        </a:xfrm>
                        <a:prstGeom prst="parallelogram">
                          <a:avLst>
                            <a:gd fmla="val 72206" name="adj"/>
                          </a:avLst>
                        </a:prstGeom>
                        <a:solidFill>
                          <a:srgbClr val="8FAADC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615" name="Google Shape;4615;p50"/>
                      <p:cNvGrpSpPr/>
                      <p:nvPr/>
                    </p:nvGrpSpPr>
                    <p:grpSpPr>
                      <a:xfrm flipH="1">
                        <a:off x="2441575" y="3032125"/>
                        <a:ext cx="257175" cy="544419"/>
                        <a:chOff x="2441575" y="2479675"/>
                        <a:chExt cx="765175" cy="1028347"/>
                      </a:xfrm>
                    </p:grpSpPr>
                    <p:sp>
                      <p:nvSpPr>
                        <p:cNvPr id="4616" name="Google Shape;4616;p50"/>
                        <p:cNvSpPr/>
                        <p:nvPr/>
                      </p:nvSpPr>
                      <p:spPr>
                        <a:xfrm>
                          <a:off x="2441575" y="2479675"/>
                          <a:ext cx="765175" cy="1025525"/>
                        </a:xfrm>
                        <a:prstGeom prst="parallelogram">
                          <a:avLst>
                            <a:gd fmla="val 62205" name="adj"/>
                          </a:avLst>
                        </a:prstGeom>
                        <a:solidFill>
                          <a:srgbClr val="011199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4617" name="Google Shape;4617;p50"/>
                        <p:cNvSpPr/>
                        <p:nvPr/>
                      </p:nvSpPr>
                      <p:spPr>
                        <a:xfrm>
                          <a:off x="2571751" y="2558697"/>
                          <a:ext cx="603250" cy="949325"/>
                        </a:xfrm>
                        <a:prstGeom prst="parallelogram">
                          <a:avLst>
                            <a:gd fmla="val 72206" name="adj"/>
                          </a:avLst>
                        </a:prstGeom>
                        <a:solidFill>
                          <a:srgbClr val="8FAADC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  <p:sp>
                    <p:nvSpPr>
                      <p:cNvPr id="4618" name="Google Shape;4618;p50"/>
                      <p:cNvSpPr/>
                      <p:nvPr/>
                    </p:nvSpPr>
                    <p:spPr>
                      <a:xfrm flipH="1" rot="10800000">
                        <a:off x="2057400" y="3130550"/>
                        <a:ext cx="625475" cy="60324"/>
                      </a:xfrm>
                      <a:prstGeom prst="parallelogram">
                        <a:avLst>
                          <a:gd fmla="val 30290" name="adj"/>
                        </a:avLst>
                      </a:prstGeom>
                      <a:solidFill>
                        <a:srgbClr val="011199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4619" name="Google Shape;4619;p50"/>
                      <p:cNvSpPr/>
                      <p:nvPr/>
                    </p:nvSpPr>
                    <p:spPr>
                      <a:xfrm rot="-4543353">
                        <a:off x="2079626" y="3187701"/>
                        <a:ext cx="257175" cy="45719"/>
                      </a:xfrm>
                      <a:prstGeom prst="parallelogram">
                        <a:avLst>
                          <a:gd fmla="val 30290" name="adj"/>
                        </a:avLst>
                      </a:prstGeom>
                      <a:solidFill>
                        <a:srgbClr val="8FAADC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4620" name="Google Shape;4620;p50"/>
                      <p:cNvSpPr/>
                      <p:nvPr/>
                    </p:nvSpPr>
                    <p:spPr>
                      <a:xfrm flipH="1" rot="6584936">
                        <a:off x="1990347" y="3141540"/>
                        <a:ext cx="95195" cy="50805"/>
                      </a:xfrm>
                      <a:prstGeom prst="parallelogram">
                        <a:avLst>
                          <a:gd fmla="val 30290" name="adj"/>
                        </a:avLst>
                      </a:prstGeom>
                      <a:solidFill>
                        <a:srgbClr val="011199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4621" name="Google Shape;4621;p50"/>
                      <p:cNvSpPr/>
                      <p:nvPr/>
                    </p:nvSpPr>
                    <p:spPr>
                      <a:xfrm>
                        <a:off x="2032000" y="3162300"/>
                        <a:ext cx="650875" cy="45719"/>
                      </a:xfrm>
                      <a:prstGeom prst="parallelogram">
                        <a:avLst>
                          <a:gd fmla="val 30290" name="adj"/>
                        </a:avLst>
                      </a:prstGeom>
                      <a:solidFill>
                        <a:srgbClr val="8FAADC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4622" name="Google Shape;4622;p50"/>
                      <p:cNvSpPr/>
                      <p:nvPr/>
                    </p:nvSpPr>
                    <p:spPr>
                      <a:xfrm rot="-6584936">
                        <a:off x="2627741" y="3146398"/>
                        <a:ext cx="95195" cy="45719"/>
                      </a:xfrm>
                      <a:prstGeom prst="parallelogram">
                        <a:avLst>
                          <a:gd fmla="val 30290" name="adj"/>
                        </a:avLst>
                      </a:prstGeom>
                      <a:solidFill>
                        <a:srgbClr val="011199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4623" name="Google Shape;4623;p50"/>
                      <p:cNvSpPr/>
                      <p:nvPr/>
                    </p:nvSpPr>
                    <p:spPr>
                      <a:xfrm rot="4492456">
                        <a:off x="2397126" y="3197226"/>
                        <a:ext cx="257175" cy="45719"/>
                      </a:xfrm>
                      <a:prstGeom prst="parallelogram">
                        <a:avLst>
                          <a:gd fmla="val 30290" name="adj"/>
                        </a:avLst>
                      </a:prstGeom>
                      <a:solidFill>
                        <a:srgbClr val="8FAADC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4624" name="Google Shape;4624;p50"/>
                      <p:cNvGrpSpPr/>
                      <p:nvPr/>
                    </p:nvGrpSpPr>
                    <p:grpSpPr>
                      <a:xfrm>
                        <a:off x="1951535" y="3316761"/>
                        <a:ext cx="801873" cy="106763"/>
                        <a:chOff x="1953503" y="3313586"/>
                        <a:chExt cx="706591" cy="106763"/>
                      </a:xfrm>
                    </p:grpSpPr>
                    <p:sp>
                      <p:nvSpPr>
                        <p:cNvPr id="4625" name="Google Shape;4625;p50"/>
                        <p:cNvSpPr/>
                        <p:nvPr/>
                      </p:nvSpPr>
                      <p:spPr>
                        <a:xfrm flipH="1" rot="10800000">
                          <a:off x="2012950" y="3330575"/>
                          <a:ext cx="625475" cy="60324"/>
                        </a:xfrm>
                        <a:prstGeom prst="parallelogram">
                          <a:avLst>
                            <a:gd fmla="val 30290" name="adj"/>
                          </a:avLst>
                        </a:prstGeom>
                        <a:solidFill>
                          <a:srgbClr val="011199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4626" name="Google Shape;4626;p50"/>
                        <p:cNvSpPr/>
                        <p:nvPr/>
                      </p:nvSpPr>
                      <p:spPr>
                        <a:xfrm flipH="1" rot="6584936">
                          <a:off x="1945897" y="3341565"/>
                          <a:ext cx="95195" cy="50805"/>
                        </a:xfrm>
                        <a:prstGeom prst="parallelogram">
                          <a:avLst>
                            <a:gd fmla="val 30290" name="adj"/>
                          </a:avLst>
                        </a:prstGeom>
                        <a:solidFill>
                          <a:srgbClr val="011199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4627" name="Google Shape;4627;p50"/>
                        <p:cNvSpPr/>
                        <p:nvPr/>
                      </p:nvSpPr>
                      <p:spPr>
                        <a:xfrm>
                          <a:off x="1987550" y="3362325"/>
                          <a:ext cx="650875" cy="45719"/>
                        </a:xfrm>
                        <a:prstGeom prst="parallelogram">
                          <a:avLst>
                            <a:gd fmla="val 30290" name="adj"/>
                          </a:avLst>
                        </a:prstGeom>
                        <a:solidFill>
                          <a:srgbClr val="8FAADC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4628" name="Google Shape;4628;p50"/>
                        <p:cNvSpPr/>
                        <p:nvPr/>
                      </p:nvSpPr>
                      <p:spPr>
                        <a:xfrm rot="-6584936">
                          <a:off x="2577455" y="3347983"/>
                          <a:ext cx="95195" cy="40287"/>
                        </a:xfrm>
                        <a:prstGeom prst="parallelogram">
                          <a:avLst>
                            <a:gd fmla="val 30290" name="adj"/>
                          </a:avLst>
                        </a:prstGeom>
                        <a:solidFill>
                          <a:srgbClr val="011199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  <p:sp>
                    <p:nvSpPr>
                      <p:cNvPr id="4629" name="Google Shape;4629;p50"/>
                      <p:cNvSpPr/>
                      <p:nvPr/>
                    </p:nvSpPr>
                    <p:spPr>
                      <a:xfrm rot="4389628">
                        <a:off x="2495482" y="3370576"/>
                        <a:ext cx="160883" cy="55150"/>
                      </a:xfrm>
                      <a:prstGeom prst="parallelogram">
                        <a:avLst>
                          <a:gd fmla="val 30290" name="adj"/>
                        </a:avLst>
                      </a:prstGeom>
                      <a:solidFill>
                        <a:srgbClr val="8FAADC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4630" name="Google Shape;4630;p50"/>
                      <p:cNvSpPr/>
                      <p:nvPr/>
                    </p:nvSpPr>
                    <p:spPr>
                      <a:xfrm rot="-4531743">
                        <a:off x="2025651" y="3362326"/>
                        <a:ext cx="257175" cy="45719"/>
                      </a:xfrm>
                      <a:prstGeom prst="parallelogram">
                        <a:avLst>
                          <a:gd fmla="val 30290" name="adj"/>
                        </a:avLst>
                      </a:prstGeom>
                      <a:solidFill>
                        <a:srgbClr val="8FAADC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4631" name="Google Shape;4631;p50"/>
                <p:cNvGrpSpPr/>
                <p:nvPr/>
              </p:nvGrpSpPr>
              <p:grpSpPr>
                <a:xfrm>
                  <a:off x="6186618" y="4320744"/>
                  <a:ext cx="694976" cy="460529"/>
                  <a:chOff x="7493876" y="2774731"/>
                  <a:chExt cx="1481958" cy="894622"/>
                </a:xfrm>
              </p:grpSpPr>
              <p:sp>
                <p:nvSpPr>
                  <p:cNvPr id="4632" name="Google Shape;4632;p50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4633" name="Google Shape;4633;p50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4634" name="Google Shape;4634;p50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635" name="Google Shape;4635;p50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36" name="Google Shape;4636;p50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37" name="Google Shape;4637;p50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38" name="Google Shape;4638;p50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47FFD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4639" name="Google Shape;4639;p50"/>
                <p:cNvGrpSpPr/>
                <p:nvPr/>
              </p:nvGrpSpPr>
              <p:grpSpPr>
                <a:xfrm>
                  <a:off x="8007181" y="4312506"/>
                  <a:ext cx="694976" cy="460529"/>
                  <a:chOff x="7493876" y="2774731"/>
                  <a:chExt cx="1481958" cy="894622"/>
                </a:xfrm>
              </p:grpSpPr>
              <p:sp>
                <p:nvSpPr>
                  <p:cNvPr id="4640" name="Google Shape;4640;p50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4641" name="Google Shape;4641;p50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4642" name="Google Shape;4642;p50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643" name="Google Shape;4643;p50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44" name="Google Shape;4644;p50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45" name="Google Shape;4645;p50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46" name="Google Shape;4646;p50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47FFD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4647" name="Google Shape;4647;p50"/>
              <p:cNvSpPr txBox="1"/>
              <p:nvPr/>
            </p:nvSpPr>
            <p:spPr>
              <a:xfrm>
                <a:off x="3405529" y="4791229"/>
                <a:ext cx="127768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base station</a:t>
                </a: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648" name="Google Shape;4648;p50"/>
              <p:cNvCxnSpPr/>
              <p:nvPr/>
            </p:nvCxnSpPr>
            <p:spPr>
              <a:xfrm>
                <a:off x="3034266" y="4554323"/>
                <a:ext cx="530281" cy="541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11199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4649" name="Google Shape;4649;p50"/>
              <p:cNvCxnSpPr/>
              <p:nvPr/>
            </p:nvCxnSpPr>
            <p:spPr>
              <a:xfrm>
                <a:off x="5382689" y="4554323"/>
                <a:ext cx="764985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11199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4650" name="Google Shape;4650;p50"/>
              <p:cNvSpPr txBox="1"/>
              <p:nvPr/>
            </p:nvSpPr>
            <p:spPr>
              <a:xfrm>
                <a:off x="8052780" y="4766736"/>
                <a:ext cx="76345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P-GW</a:t>
                </a:r>
                <a:endParaRPr/>
              </a:p>
            </p:txBody>
          </p:sp>
          <p:sp>
            <p:nvSpPr>
              <p:cNvPr id="4651" name="Google Shape;4651;p50"/>
              <p:cNvSpPr txBox="1"/>
              <p:nvPr/>
            </p:nvSpPr>
            <p:spPr>
              <a:xfrm>
                <a:off x="6228228" y="4790108"/>
                <a:ext cx="75367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S-GW</a:t>
                </a:r>
                <a:endParaRPr/>
              </a:p>
            </p:txBody>
          </p:sp>
          <p:pic>
            <p:nvPicPr>
              <p:cNvPr id="4652" name="Google Shape;4652;p5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450342" y="4450690"/>
                <a:ext cx="1508938" cy="207264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4653" name="Google Shape;4653;p50"/>
              <p:cNvCxnSpPr/>
              <p:nvPr/>
            </p:nvCxnSpPr>
            <p:spPr>
              <a:xfrm flipH="1">
                <a:off x="4279805" y="4554323"/>
                <a:ext cx="214699" cy="760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11199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54" name="Google Shape;4654;p50"/>
              <p:cNvCxnSpPr/>
              <p:nvPr/>
            </p:nvCxnSpPr>
            <p:spPr>
              <a:xfrm>
                <a:off x="7569965" y="4554323"/>
                <a:ext cx="397397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11199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pic>
            <p:nvPicPr>
              <p:cNvPr id="4655" name="Google Shape;4655;p5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020621" y="4458294"/>
                <a:ext cx="816721" cy="207264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4656" name="Google Shape;4656;p50"/>
              <p:cNvCxnSpPr/>
              <p:nvPr/>
            </p:nvCxnSpPr>
            <p:spPr>
              <a:xfrm flipH="1">
                <a:off x="6894126" y="4561927"/>
                <a:ext cx="139746" cy="760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11199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4657" name="Google Shape;4657;p50"/>
            <p:cNvSpPr txBox="1"/>
            <p:nvPr/>
          </p:nvSpPr>
          <p:spPr>
            <a:xfrm>
              <a:off x="7543799" y="4118420"/>
              <a:ext cx="4226083" cy="1168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data plane</a:t>
              </a:r>
              <a:endParaRPr/>
            </a:p>
            <a:p>
              <a:pPr indent="-211931" lvl="0" marL="257175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new protocols at link, physical layers</a:t>
              </a:r>
              <a:endParaRPr/>
            </a:p>
          </p:txBody>
        </p:sp>
        <p:cxnSp>
          <p:nvCxnSpPr>
            <p:cNvPr id="4658" name="Google Shape;4658;p50"/>
            <p:cNvCxnSpPr/>
            <p:nvPr/>
          </p:nvCxnSpPr>
          <p:spPr>
            <a:xfrm>
              <a:off x="1124466" y="3620530"/>
              <a:ext cx="9564129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4659" name="Google Shape;4659;p50"/>
          <p:cNvGrpSpPr/>
          <p:nvPr/>
        </p:nvGrpSpPr>
        <p:grpSpPr>
          <a:xfrm>
            <a:off x="3000440" y="4534174"/>
            <a:ext cx="5817704" cy="858614"/>
            <a:chOff x="4000586" y="4902565"/>
            <a:chExt cx="7756939" cy="1144818"/>
          </a:xfrm>
        </p:grpSpPr>
        <p:grpSp>
          <p:nvGrpSpPr>
            <p:cNvPr id="4660" name="Google Shape;4660;p50"/>
            <p:cNvGrpSpPr/>
            <p:nvPr/>
          </p:nvGrpSpPr>
          <p:grpSpPr>
            <a:xfrm>
              <a:off x="4000586" y="4902565"/>
              <a:ext cx="1895771" cy="1144818"/>
              <a:chOff x="5705818" y="5074585"/>
              <a:chExt cx="1895771" cy="1026251"/>
            </a:xfrm>
          </p:grpSpPr>
          <p:sp>
            <p:nvSpPr>
              <p:cNvPr id="4661" name="Google Shape;4661;p50"/>
              <p:cNvSpPr txBox="1"/>
              <p:nvPr/>
            </p:nvSpPr>
            <p:spPr>
              <a:xfrm>
                <a:off x="5993027" y="5659395"/>
                <a:ext cx="1608562" cy="441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11199"/>
                    </a:solidFill>
                    <a:latin typeface="Arial"/>
                    <a:ea typeface="Arial"/>
                    <a:cs typeface="Arial"/>
                    <a:sym typeface="Arial"/>
                  </a:rPr>
                  <a:t>IP tunnels</a:t>
                </a:r>
                <a:endParaRPr/>
              </a:p>
            </p:txBody>
          </p:sp>
          <p:cxnSp>
            <p:nvCxnSpPr>
              <p:cNvPr id="4662" name="Google Shape;4662;p50"/>
              <p:cNvCxnSpPr>
                <a:endCxn id="4661" idx="0"/>
              </p:cNvCxnSpPr>
              <p:nvPr/>
            </p:nvCxnSpPr>
            <p:spPr>
              <a:xfrm flipH="1">
                <a:off x="6797308" y="5078595"/>
                <a:ext cx="604500" cy="580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63" name="Google Shape;4663;p50"/>
              <p:cNvCxnSpPr/>
              <p:nvPr/>
            </p:nvCxnSpPr>
            <p:spPr>
              <a:xfrm>
                <a:off x="5705818" y="5074585"/>
                <a:ext cx="851465" cy="580768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664" name="Google Shape;4664;p50"/>
            <p:cNvSpPr txBox="1"/>
            <p:nvPr/>
          </p:nvSpPr>
          <p:spPr>
            <a:xfrm>
              <a:off x="7531443" y="5135794"/>
              <a:ext cx="4226082" cy="78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11931" lvl="0" marL="257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extensive use of tunneling to facilitate mobility</a:t>
              </a:r>
              <a:endParaRPr/>
            </a:p>
          </p:txBody>
        </p:sp>
      </p:grpSp>
      <p:pic>
        <p:nvPicPr>
          <p:cNvPr descr="Puzzle" id="4665" name="Google Shape;4665;p5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2653558">
            <a:off x="8439004" y="86104"/>
            <a:ext cx="603250" cy="6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66" name="Google Shape;4666;p50"/>
          <p:cNvSpPr/>
          <p:nvPr/>
        </p:nvSpPr>
        <p:spPr>
          <a:xfrm>
            <a:off x="7354431" y="543663"/>
            <a:ext cx="1789569" cy="5989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Slide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1" name="Shape 4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2" name="Google Shape;4672;p51"/>
          <p:cNvGrpSpPr/>
          <p:nvPr/>
        </p:nvGrpSpPr>
        <p:grpSpPr>
          <a:xfrm>
            <a:off x="3577777" y="4695348"/>
            <a:ext cx="3324801" cy="431161"/>
            <a:chOff x="5366964" y="5459934"/>
            <a:chExt cx="4476119" cy="574881"/>
          </a:xfrm>
        </p:grpSpPr>
        <p:sp>
          <p:nvSpPr>
            <p:cNvPr id="4673" name="Google Shape;4673;p51"/>
            <p:cNvSpPr/>
            <p:nvPr/>
          </p:nvSpPr>
          <p:spPr>
            <a:xfrm>
              <a:off x="5366964" y="5459934"/>
              <a:ext cx="4476119" cy="574881"/>
            </a:xfrm>
            <a:custGeom>
              <a:rect b="b" l="l" r="r" t="t"/>
              <a:pathLst>
                <a:path extrusionOk="0" h="806768" w="1379141">
                  <a:moveTo>
                    <a:pt x="216608" y="59582"/>
                  </a:moveTo>
                  <a:cubicBezTo>
                    <a:pt x="97984" y="70023"/>
                    <a:pt x="146525" y="65300"/>
                    <a:pt x="112559" y="113979"/>
                  </a:cubicBezTo>
                  <a:cubicBezTo>
                    <a:pt x="78593" y="162658"/>
                    <a:pt x="25373" y="149706"/>
                    <a:pt x="12814" y="351654"/>
                  </a:cubicBezTo>
                  <a:cubicBezTo>
                    <a:pt x="255" y="553602"/>
                    <a:pt x="-21645" y="640069"/>
                    <a:pt x="54984" y="684053"/>
                  </a:cubicBezTo>
                  <a:cubicBezTo>
                    <a:pt x="99551" y="702915"/>
                    <a:pt x="160041" y="781314"/>
                    <a:pt x="348727" y="796830"/>
                  </a:cubicBezTo>
                  <a:cubicBezTo>
                    <a:pt x="812788" y="793482"/>
                    <a:pt x="1165213" y="838487"/>
                    <a:pt x="1270711" y="760661"/>
                  </a:cubicBezTo>
                  <a:cubicBezTo>
                    <a:pt x="1376209" y="682835"/>
                    <a:pt x="1380962" y="491721"/>
                    <a:pt x="1378790" y="329881"/>
                  </a:cubicBezTo>
                  <a:cubicBezTo>
                    <a:pt x="1373459" y="210569"/>
                    <a:pt x="1340858" y="86687"/>
                    <a:pt x="1280844" y="13800"/>
                  </a:cubicBezTo>
                  <a:cubicBezTo>
                    <a:pt x="1177821" y="-34285"/>
                    <a:pt x="885108" y="59362"/>
                    <a:pt x="824303" y="51331"/>
                  </a:cubicBezTo>
                  <a:cubicBezTo>
                    <a:pt x="701546" y="58788"/>
                    <a:pt x="335232" y="49141"/>
                    <a:pt x="216608" y="5958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674" name="Google Shape;4674;p51"/>
            <p:cNvCxnSpPr>
              <a:stCxn id="4675" idx="0"/>
            </p:cNvCxnSpPr>
            <p:nvPr/>
          </p:nvCxnSpPr>
          <p:spPr>
            <a:xfrm rot="10800000">
              <a:off x="8591309" y="5631871"/>
              <a:ext cx="66600" cy="25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76" name="Google Shape;4676;p51"/>
            <p:cNvCxnSpPr>
              <a:stCxn id="4677" idx="9"/>
            </p:cNvCxnSpPr>
            <p:nvPr/>
          </p:nvCxnSpPr>
          <p:spPr>
            <a:xfrm>
              <a:off x="8270073" y="5586838"/>
              <a:ext cx="387300" cy="32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78" name="Google Shape;4678;p51"/>
            <p:cNvCxnSpPr>
              <a:stCxn id="4677" idx="2"/>
            </p:cNvCxnSpPr>
            <p:nvPr/>
          </p:nvCxnSpPr>
          <p:spPr>
            <a:xfrm>
              <a:off x="8269779" y="5582623"/>
              <a:ext cx="334500" cy="4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79" name="Google Shape;4679;p51"/>
            <p:cNvCxnSpPr>
              <a:endCxn id="4680" idx="2"/>
            </p:cNvCxnSpPr>
            <p:nvPr/>
          </p:nvCxnSpPr>
          <p:spPr>
            <a:xfrm>
              <a:off x="8289329" y="5888859"/>
              <a:ext cx="368100" cy="31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81" name="Google Shape;4681;p51"/>
            <p:cNvCxnSpPr>
              <a:stCxn id="4682" idx="4"/>
              <a:endCxn id="4683" idx="2"/>
            </p:cNvCxnSpPr>
            <p:nvPr/>
          </p:nvCxnSpPr>
          <p:spPr>
            <a:xfrm flipH="1">
              <a:off x="8269746" y="5614796"/>
              <a:ext cx="600" cy="248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84" name="Google Shape;4684;p51"/>
            <p:cNvCxnSpPr/>
            <p:nvPr/>
          </p:nvCxnSpPr>
          <p:spPr>
            <a:xfrm flipH="1" rot="10800000">
              <a:off x="8289330" y="5631766"/>
              <a:ext cx="317903" cy="2570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685" name="Google Shape;4685;p51"/>
            <p:cNvGrpSpPr/>
            <p:nvPr/>
          </p:nvGrpSpPr>
          <p:grpSpPr>
            <a:xfrm>
              <a:off x="8178961" y="5824636"/>
              <a:ext cx="182938" cy="111323"/>
              <a:chOff x="7493876" y="2774731"/>
              <a:chExt cx="1481958" cy="894622"/>
            </a:xfrm>
          </p:grpSpPr>
          <p:sp>
            <p:nvSpPr>
              <p:cNvPr id="4686" name="Google Shape;4686;p5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687" name="Google Shape;4687;p5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688" name="Google Shape;4688;p5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689" name="Google Shape;4689;p5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0" name="Google Shape;4690;p5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1" name="Google Shape;4691;p5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3" name="Google Shape;4683;p5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692" name="Google Shape;4692;p51"/>
            <p:cNvGrpSpPr/>
            <p:nvPr/>
          </p:nvGrpSpPr>
          <p:grpSpPr>
            <a:xfrm>
              <a:off x="8182762" y="5545189"/>
              <a:ext cx="175179" cy="107525"/>
              <a:chOff x="7493876" y="2774731"/>
              <a:chExt cx="1481958" cy="894622"/>
            </a:xfrm>
          </p:grpSpPr>
          <p:sp>
            <p:nvSpPr>
              <p:cNvPr id="4693" name="Google Shape;4693;p5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682" name="Google Shape;4682;p5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694" name="Google Shape;4694;p5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695" name="Google Shape;4695;p5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6" name="Google Shape;4696;p5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7" name="Google Shape;4697;p5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7" name="Google Shape;4677;p5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698" name="Google Shape;4698;p51"/>
            <p:cNvGrpSpPr/>
            <p:nvPr/>
          </p:nvGrpSpPr>
          <p:grpSpPr>
            <a:xfrm>
              <a:off x="8515547" y="5580583"/>
              <a:ext cx="175179" cy="107525"/>
              <a:chOff x="7493876" y="2774731"/>
              <a:chExt cx="1481958" cy="894622"/>
            </a:xfrm>
          </p:grpSpPr>
          <p:sp>
            <p:nvSpPr>
              <p:cNvPr id="4699" name="Google Shape;4699;p5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700" name="Google Shape;4700;p5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701" name="Google Shape;4701;p5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02" name="Google Shape;4702;p5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3" name="Google Shape;4703;p5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4" name="Google Shape;4704;p5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5" name="Google Shape;4705;p5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706" name="Google Shape;4706;p51"/>
            <p:cNvGrpSpPr/>
            <p:nvPr/>
          </p:nvGrpSpPr>
          <p:grpSpPr>
            <a:xfrm>
              <a:off x="8570325" y="5882671"/>
              <a:ext cx="175179" cy="107525"/>
              <a:chOff x="7493876" y="2774731"/>
              <a:chExt cx="1481958" cy="894622"/>
            </a:xfrm>
          </p:grpSpPr>
          <p:sp>
            <p:nvSpPr>
              <p:cNvPr id="4707" name="Google Shape;4707;p5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675" name="Google Shape;4675;p5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708" name="Google Shape;4708;p5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09" name="Google Shape;4709;p5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10" name="Google Shape;4710;p5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11" name="Google Shape;4711;p5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0" name="Google Shape;4680;p5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712" name="Google Shape;4712;p51"/>
          <p:cNvGrpSpPr/>
          <p:nvPr/>
        </p:nvGrpSpPr>
        <p:grpSpPr>
          <a:xfrm>
            <a:off x="3804973" y="4772096"/>
            <a:ext cx="749096" cy="333755"/>
            <a:chOff x="4332883" y="5571655"/>
            <a:chExt cx="998795" cy="445007"/>
          </a:xfrm>
        </p:grpSpPr>
        <p:cxnSp>
          <p:nvCxnSpPr>
            <p:cNvPr id="4713" name="Google Shape;4713;p51"/>
            <p:cNvCxnSpPr>
              <a:stCxn id="4714" idx="0"/>
            </p:cNvCxnSpPr>
            <p:nvPr/>
          </p:nvCxnSpPr>
          <p:spPr>
            <a:xfrm rot="10800000">
              <a:off x="4745231" y="5658337"/>
              <a:ext cx="66600" cy="25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15" name="Google Shape;4715;p51"/>
            <p:cNvCxnSpPr/>
            <p:nvPr/>
          </p:nvCxnSpPr>
          <p:spPr>
            <a:xfrm>
              <a:off x="4753706" y="5653287"/>
              <a:ext cx="299692" cy="1423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16" name="Google Shape;4716;p51"/>
            <p:cNvCxnSpPr/>
            <p:nvPr/>
          </p:nvCxnSpPr>
          <p:spPr>
            <a:xfrm flipH="1" rot="10800000">
              <a:off x="5053398" y="5718444"/>
              <a:ext cx="231278" cy="772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17" name="Google Shape;4717;p51"/>
            <p:cNvCxnSpPr>
              <a:stCxn id="4718" idx="9"/>
            </p:cNvCxnSpPr>
            <p:nvPr/>
          </p:nvCxnSpPr>
          <p:spPr>
            <a:xfrm>
              <a:off x="4423995" y="5613304"/>
              <a:ext cx="387300" cy="32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19" name="Google Shape;4719;p51"/>
            <p:cNvCxnSpPr>
              <a:stCxn id="4718" idx="2"/>
            </p:cNvCxnSpPr>
            <p:nvPr/>
          </p:nvCxnSpPr>
          <p:spPr>
            <a:xfrm>
              <a:off x="4423701" y="5609089"/>
              <a:ext cx="334500" cy="4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20" name="Google Shape;4720;p51"/>
            <p:cNvCxnSpPr/>
            <p:nvPr/>
          </p:nvCxnSpPr>
          <p:spPr>
            <a:xfrm>
              <a:off x="4753706" y="5658231"/>
              <a:ext cx="530161" cy="437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21" name="Google Shape;4721;p51"/>
            <p:cNvCxnSpPr>
              <a:stCxn id="4722" idx="2"/>
            </p:cNvCxnSpPr>
            <p:nvPr/>
          </p:nvCxnSpPr>
          <p:spPr>
            <a:xfrm flipH="1" rot="10800000">
              <a:off x="4811264" y="5795671"/>
              <a:ext cx="242100" cy="15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23" name="Google Shape;4723;p51"/>
            <p:cNvCxnSpPr>
              <a:endCxn id="4722" idx="2"/>
            </p:cNvCxnSpPr>
            <p:nvPr/>
          </p:nvCxnSpPr>
          <p:spPr>
            <a:xfrm>
              <a:off x="4443251" y="5915325"/>
              <a:ext cx="368100" cy="31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24" name="Google Shape;4724;p51"/>
            <p:cNvCxnSpPr>
              <a:stCxn id="4725" idx="4"/>
              <a:endCxn id="4726" idx="2"/>
            </p:cNvCxnSpPr>
            <p:nvPr/>
          </p:nvCxnSpPr>
          <p:spPr>
            <a:xfrm flipH="1">
              <a:off x="4423668" y="5641262"/>
              <a:ext cx="600" cy="248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27" name="Google Shape;4727;p51"/>
            <p:cNvCxnSpPr/>
            <p:nvPr/>
          </p:nvCxnSpPr>
          <p:spPr>
            <a:xfrm flipH="1" rot="10800000">
              <a:off x="4443252" y="5658232"/>
              <a:ext cx="317903" cy="2570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728" name="Google Shape;4728;p51"/>
            <p:cNvGrpSpPr/>
            <p:nvPr/>
          </p:nvGrpSpPr>
          <p:grpSpPr>
            <a:xfrm>
              <a:off x="4332883" y="5851102"/>
              <a:ext cx="182938" cy="111323"/>
              <a:chOff x="7493876" y="2774731"/>
              <a:chExt cx="1481958" cy="894622"/>
            </a:xfrm>
          </p:grpSpPr>
          <p:sp>
            <p:nvSpPr>
              <p:cNvPr id="4729" name="Google Shape;4729;p5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730" name="Google Shape;4730;p5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731" name="Google Shape;4731;p5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32" name="Google Shape;4732;p5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3" name="Google Shape;4733;p5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4" name="Google Shape;4734;p5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6" name="Google Shape;4726;p5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735" name="Google Shape;4735;p51"/>
            <p:cNvGrpSpPr/>
            <p:nvPr/>
          </p:nvGrpSpPr>
          <p:grpSpPr>
            <a:xfrm>
              <a:off x="4336684" y="5571655"/>
              <a:ext cx="175179" cy="107525"/>
              <a:chOff x="7493876" y="2774731"/>
              <a:chExt cx="1481958" cy="894622"/>
            </a:xfrm>
          </p:grpSpPr>
          <p:sp>
            <p:nvSpPr>
              <p:cNvPr id="4736" name="Google Shape;4736;p5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725" name="Google Shape;4725;p5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737" name="Google Shape;4737;p5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38" name="Google Shape;4738;p5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9" name="Google Shape;4739;p5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0" name="Google Shape;4740;p5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18" name="Google Shape;4718;p5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741" name="Google Shape;4741;p51"/>
            <p:cNvGrpSpPr/>
            <p:nvPr/>
          </p:nvGrpSpPr>
          <p:grpSpPr>
            <a:xfrm>
              <a:off x="4669469" y="5607049"/>
              <a:ext cx="175179" cy="107525"/>
              <a:chOff x="7493876" y="2774731"/>
              <a:chExt cx="1481958" cy="894622"/>
            </a:xfrm>
          </p:grpSpPr>
          <p:sp>
            <p:nvSpPr>
              <p:cNvPr id="4742" name="Google Shape;4742;p5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743" name="Google Shape;4743;p5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744" name="Google Shape;4744;p5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45" name="Google Shape;4745;p5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6" name="Google Shape;4746;p5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7" name="Google Shape;4747;p5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8" name="Google Shape;4748;p5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749" name="Google Shape;4749;p51"/>
            <p:cNvGrpSpPr/>
            <p:nvPr/>
          </p:nvGrpSpPr>
          <p:grpSpPr>
            <a:xfrm>
              <a:off x="4724247" y="5909137"/>
              <a:ext cx="175179" cy="107525"/>
              <a:chOff x="7493876" y="2774731"/>
              <a:chExt cx="1481958" cy="894622"/>
            </a:xfrm>
          </p:grpSpPr>
          <p:sp>
            <p:nvSpPr>
              <p:cNvPr id="4750" name="Google Shape;4750;p5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714" name="Google Shape;4714;p5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751" name="Google Shape;4751;p5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52" name="Google Shape;4752;p5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3" name="Google Shape;4753;p5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4" name="Google Shape;4754;p5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2" name="Google Shape;4722;p5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755" name="Google Shape;4755;p51"/>
            <p:cNvGrpSpPr/>
            <p:nvPr/>
          </p:nvGrpSpPr>
          <p:grpSpPr>
            <a:xfrm>
              <a:off x="5156499" y="5631997"/>
              <a:ext cx="175179" cy="107525"/>
              <a:chOff x="7493876" y="2774731"/>
              <a:chExt cx="1481958" cy="894622"/>
            </a:xfrm>
          </p:grpSpPr>
          <p:sp>
            <p:nvSpPr>
              <p:cNvPr id="4756" name="Google Shape;4756;p5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757" name="Google Shape;4757;p5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758" name="Google Shape;4758;p5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59" name="Google Shape;4759;p5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0" name="Google Shape;4760;p5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1" name="Google Shape;4761;p5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2" name="Google Shape;4762;p5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763" name="Google Shape;4763;p51"/>
            <p:cNvGrpSpPr/>
            <p:nvPr/>
          </p:nvGrpSpPr>
          <p:grpSpPr>
            <a:xfrm>
              <a:off x="4944983" y="5749145"/>
              <a:ext cx="175179" cy="107525"/>
              <a:chOff x="7493876" y="2774731"/>
              <a:chExt cx="1481958" cy="894622"/>
            </a:xfrm>
          </p:grpSpPr>
          <p:sp>
            <p:nvSpPr>
              <p:cNvPr id="4764" name="Google Shape;4764;p5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765" name="Google Shape;4765;p5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766" name="Google Shape;4766;p5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67" name="Google Shape;4767;p5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8" name="Google Shape;4768;p5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9" name="Google Shape;4769;p5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0" name="Google Shape;4770;p5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771" name="Google Shape;4771;p51"/>
          <p:cNvGrpSpPr/>
          <p:nvPr/>
        </p:nvGrpSpPr>
        <p:grpSpPr>
          <a:xfrm>
            <a:off x="2587448" y="2536157"/>
            <a:ext cx="1290257" cy="2231466"/>
            <a:chOff x="6582236" y="2141267"/>
            <a:chExt cx="1720343" cy="2975288"/>
          </a:xfrm>
        </p:grpSpPr>
        <p:sp>
          <p:nvSpPr>
            <p:cNvPr id="4772" name="Google Shape;4772;p51"/>
            <p:cNvSpPr/>
            <p:nvPr/>
          </p:nvSpPr>
          <p:spPr>
            <a:xfrm>
              <a:off x="6624647" y="3985500"/>
              <a:ext cx="1504433" cy="1131055"/>
            </a:xfrm>
            <a:custGeom>
              <a:rect b="b" l="l" r="r" t="t"/>
              <a:pathLst>
                <a:path extrusionOk="0" h="1508073" w="909578">
                  <a:moveTo>
                    <a:pt x="267142" y="1481045"/>
                  </a:moveTo>
                  <a:cubicBezTo>
                    <a:pt x="289422" y="745172"/>
                    <a:pt x="169938" y="471113"/>
                    <a:pt x="0" y="20584"/>
                  </a:cubicBezTo>
                  <a:lnTo>
                    <a:pt x="909578" y="0"/>
                  </a:lnTo>
                  <a:cubicBezTo>
                    <a:pt x="539513" y="917738"/>
                    <a:pt x="617073" y="992412"/>
                    <a:pt x="535335" y="1508073"/>
                  </a:cubicBezTo>
                  <a:lnTo>
                    <a:pt x="267142" y="1481045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1000">
                  <a:srgbClr val="A5A5A5"/>
                </a:gs>
                <a:gs pos="100000">
                  <a:schemeClr val="lt1"/>
                </a:gs>
              </a:gsLst>
              <a:lin ang="4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3" name="Google Shape;4773;p51"/>
            <p:cNvSpPr/>
            <p:nvPr/>
          </p:nvSpPr>
          <p:spPr>
            <a:xfrm>
              <a:off x="6585559" y="2169268"/>
              <a:ext cx="1532239" cy="182264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4" name="Google Shape;4774;p51"/>
            <p:cNvSpPr txBox="1"/>
            <p:nvPr/>
          </p:nvSpPr>
          <p:spPr>
            <a:xfrm>
              <a:off x="7113636" y="2141267"/>
              <a:ext cx="487741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</p:txBody>
        </p:sp>
        <p:sp>
          <p:nvSpPr>
            <p:cNvPr id="4775" name="Google Shape;4775;p51"/>
            <p:cNvSpPr txBox="1"/>
            <p:nvPr/>
          </p:nvSpPr>
          <p:spPr>
            <a:xfrm>
              <a:off x="6608177" y="2535459"/>
              <a:ext cx="1460231" cy="51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Packet Data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Convergence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6" name="Google Shape;4776;p51"/>
            <p:cNvSpPr txBox="1"/>
            <p:nvPr/>
          </p:nvSpPr>
          <p:spPr>
            <a:xfrm>
              <a:off x="6819561" y="2965227"/>
              <a:ext cx="121016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Radio Link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7" name="Google Shape;4777;p51"/>
            <p:cNvSpPr txBox="1"/>
            <p:nvPr/>
          </p:nvSpPr>
          <p:spPr>
            <a:xfrm>
              <a:off x="6622803" y="3264691"/>
              <a:ext cx="16797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Medium Access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8" name="Google Shape;4778;p51"/>
            <p:cNvSpPr txBox="1"/>
            <p:nvPr/>
          </p:nvSpPr>
          <p:spPr>
            <a:xfrm>
              <a:off x="6832993" y="3613467"/>
              <a:ext cx="1203748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79" name="Google Shape;4779;p51"/>
            <p:cNvCxnSpPr/>
            <p:nvPr/>
          </p:nvCxnSpPr>
          <p:spPr>
            <a:xfrm>
              <a:off x="6583857" y="3625556"/>
              <a:ext cx="1529037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80" name="Google Shape;4780;p51"/>
            <p:cNvCxnSpPr/>
            <p:nvPr/>
          </p:nvCxnSpPr>
          <p:spPr>
            <a:xfrm>
              <a:off x="6664608" y="2994952"/>
              <a:ext cx="1402033" cy="0"/>
            </a:xfrm>
            <a:prstGeom prst="straightConnector1">
              <a:avLst/>
            </a:prstGeom>
            <a:noFill/>
            <a:ln cap="flat" cmpd="sng" w="1270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81" name="Google Shape;4781;p51"/>
            <p:cNvCxnSpPr/>
            <p:nvPr/>
          </p:nvCxnSpPr>
          <p:spPr>
            <a:xfrm>
              <a:off x="6582236" y="2169150"/>
              <a:ext cx="1533461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82" name="Google Shape;4782;p51"/>
            <p:cNvCxnSpPr/>
            <p:nvPr/>
          </p:nvCxnSpPr>
          <p:spPr>
            <a:xfrm>
              <a:off x="6585039" y="2520797"/>
              <a:ext cx="1533461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83" name="Google Shape;4783;p51"/>
            <p:cNvCxnSpPr/>
            <p:nvPr/>
          </p:nvCxnSpPr>
          <p:spPr>
            <a:xfrm>
              <a:off x="6651508" y="3275439"/>
              <a:ext cx="1402033" cy="0"/>
            </a:xfrm>
            <a:prstGeom prst="straightConnector1">
              <a:avLst/>
            </a:prstGeom>
            <a:noFill/>
            <a:ln cap="flat" cmpd="sng" w="1270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784" name="Google Shape;4784;p51"/>
          <p:cNvSpPr txBox="1"/>
          <p:nvPr>
            <p:ph type="title"/>
          </p:nvPr>
        </p:nvSpPr>
        <p:spPr>
          <a:xfrm>
            <a:off x="155146" y="250960"/>
            <a:ext cx="7886700" cy="67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LTE data plane protocol stack: first hop</a:t>
            </a:r>
            <a:endParaRPr/>
          </a:p>
        </p:txBody>
      </p:sp>
      <p:sp>
        <p:nvSpPr>
          <p:cNvPr id="4785" name="Google Shape;4785;p51"/>
          <p:cNvSpPr txBox="1"/>
          <p:nvPr>
            <p:ph idx="12" type="sldNum"/>
          </p:nvPr>
        </p:nvSpPr>
        <p:spPr>
          <a:xfrm>
            <a:off x="6370853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Wireless and Mobile Networks: 7- </a:t>
            </a:r>
            <a:fld id="{00000000-1234-1234-1234-123412341234}" type="slidenum"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100">
              <a:solidFill>
                <a:srgbClr val="7F7F7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4786" name="Google Shape;4786;p51"/>
          <p:cNvGrpSpPr/>
          <p:nvPr/>
        </p:nvGrpSpPr>
        <p:grpSpPr>
          <a:xfrm>
            <a:off x="2882118" y="4161469"/>
            <a:ext cx="593126" cy="885032"/>
            <a:chOff x="5970432" y="1629202"/>
            <a:chExt cx="888604" cy="1197664"/>
          </a:xfrm>
        </p:grpSpPr>
        <p:grpSp>
          <p:nvGrpSpPr>
            <p:cNvPr id="4787" name="Google Shape;4787;p51"/>
            <p:cNvGrpSpPr/>
            <p:nvPr/>
          </p:nvGrpSpPr>
          <p:grpSpPr>
            <a:xfrm>
              <a:off x="5970432" y="1629202"/>
              <a:ext cx="466245" cy="924931"/>
              <a:chOff x="6476205" y="1307523"/>
              <a:chExt cx="466245" cy="924931"/>
            </a:xfrm>
          </p:grpSpPr>
          <p:grpSp>
            <p:nvGrpSpPr>
              <p:cNvPr id="4788" name="Google Shape;4788;p51"/>
              <p:cNvGrpSpPr/>
              <p:nvPr/>
            </p:nvGrpSpPr>
            <p:grpSpPr>
              <a:xfrm>
                <a:off x="6476205" y="1307523"/>
                <a:ext cx="466245" cy="392290"/>
                <a:chOff x="2920" y="1445"/>
                <a:chExt cx="326" cy="289"/>
              </a:xfrm>
            </p:grpSpPr>
            <p:sp>
              <p:nvSpPr>
                <p:cNvPr id="4789" name="Google Shape;4789;p51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90" name="Google Shape;4790;p51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4791" name="Google Shape;4791;p51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92" name="Google Shape;4792;p51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93" name="Google Shape;4793;p51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94" name="Google Shape;4794;p51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795" name="Google Shape;4795;p51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4796" name="Google Shape;4796;p51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97" name="Google Shape;4797;p51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98" name="Google Shape;4798;p51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99" name="Google Shape;4799;p51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00" name="Google Shape;4800;p51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01" name="Google Shape;4801;p51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02" name="Google Shape;4802;p51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03" name="Google Shape;4803;p51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04" name="Google Shape;4804;p51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05" name="Google Shape;4805;p51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06" name="Google Shape;4806;p51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07" name="Google Shape;4807;p51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08" name="Google Shape;4808;p51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09" name="Google Shape;4809;p51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10" name="Google Shape;4810;p51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4811" name="Google Shape;4811;p51"/>
            <p:cNvGrpSpPr/>
            <p:nvPr/>
          </p:nvGrpSpPr>
          <p:grpSpPr>
            <a:xfrm>
              <a:off x="6091888" y="2409568"/>
              <a:ext cx="767148" cy="417298"/>
              <a:chOff x="1503784" y="3006600"/>
              <a:chExt cx="1771786" cy="957087"/>
            </a:xfrm>
          </p:grpSpPr>
          <p:grpSp>
            <p:nvGrpSpPr>
              <p:cNvPr id="4812" name="Google Shape;4812;p51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4813" name="Google Shape;4813;p51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814" name="Google Shape;4814;p51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4815" name="Google Shape;4815;p51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4816" name="Google Shape;4816;p51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817" name="Google Shape;4817;p51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18" name="Google Shape;4818;p51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819" name="Google Shape;4819;p51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820" name="Google Shape;4820;p51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21" name="Google Shape;4821;p51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822" name="Google Shape;4822;p51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23" name="Google Shape;4823;p51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24" name="Google Shape;4824;p51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25" name="Google Shape;4825;p51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26" name="Google Shape;4826;p51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27" name="Google Shape;4827;p51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28" name="Google Shape;4828;p51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4829" name="Google Shape;4829;p51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30" name="Google Shape;4830;p51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31" name="Google Shape;4831;p51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32" name="Google Shape;4832;p51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833" name="Google Shape;4833;p51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4" name="Google Shape;4834;p51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835" name="Google Shape;4835;p51"/>
          <p:cNvGrpSpPr/>
          <p:nvPr/>
        </p:nvGrpSpPr>
        <p:grpSpPr>
          <a:xfrm>
            <a:off x="4917990" y="4728004"/>
            <a:ext cx="521232" cy="345397"/>
            <a:chOff x="7493876" y="2774731"/>
            <a:chExt cx="1481958" cy="894622"/>
          </a:xfrm>
        </p:grpSpPr>
        <p:sp>
          <p:nvSpPr>
            <p:cNvPr id="4836" name="Google Shape;4836;p5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837" name="Google Shape;4837;p5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838" name="Google Shape;4838;p5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9" name="Google Shape;4839;p5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0" name="Google Shape;4840;p5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1" name="Google Shape;4841;p5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2" name="Google Shape;4842;p5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43" name="Google Shape;4843;p51"/>
          <p:cNvGrpSpPr/>
          <p:nvPr/>
        </p:nvGrpSpPr>
        <p:grpSpPr>
          <a:xfrm>
            <a:off x="6283412" y="4721826"/>
            <a:ext cx="521232" cy="345397"/>
            <a:chOff x="7493876" y="2774731"/>
            <a:chExt cx="1481958" cy="894622"/>
          </a:xfrm>
        </p:grpSpPr>
        <p:sp>
          <p:nvSpPr>
            <p:cNvPr id="4844" name="Google Shape;4844;p5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845" name="Google Shape;4845;p5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846" name="Google Shape;4846;p5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47" name="Google Shape;4847;p5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8" name="Google Shape;4848;p5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9" name="Google Shape;4849;p5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0" name="Google Shape;4850;p5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51" name="Google Shape;4851;p51"/>
          <p:cNvSpPr txBox="1"/>
          <p:nvPr/>
        </p:nvSpPr>
        <p:spPr>
          <a:xfrm>
            <a:off x="6813869" y="4668943"/>
            <a:ext cx="1072832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plane</a:t>
            </a:r>
            <a:endParaRPr/>
          </a:p>
        </p:txBody>
      </p:sp>
      <p:cxnSp>
        <p:nvCxnSpPr>
          <p:cNvPr id="4852" name="Google Shape;4852;p51"/>
          <p:cNvCxnSpPr/>
          <p:nvPr/>
        </p:nvCxnSpPr>
        <p:spPr>
          <a:xfrm>
            <a:off x="2113005" y="4897985"/>
            <a:ext cx="838432" cy="0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53" name="Google Shape;4853;p51"/>
          <p:cNvCxnSpPr/>
          <p:nvPr/>
        </p:nvCxnSpPr>
        <p:spPr>
          <a:xfrm>
            <a:off x="4315044" y="4893920"/>
            <a:ext cx="573739" cy="0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54" name="Google Shape;4854;p51"/>
          <p:cNvSpPr txBox="1"/>
          <p:nvPr/>
        </p:nvSpPr>
        <p:spPr>
          <a:xfrm>
            <a:off x="6317612" y="5053230"/>
            <a:ext cx="5725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endParaRPr/>
          </a:p>
        </p:txBody>
      </p:sp>
      <p:sp>
        <p:nvSpPr>
          <p:cNvPr id="4855" name="Google Shape;4855;p51"/>
          <p:cNvSpPr txBox="1"/>
          <p:nvPr/>
        </p:nvSpPr>
        <p:spPr>
          <a:xfrm>
            <a:off x="4949198" y="5070760"/>
            <a:ext cx="5652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endParaRPr/>
          </a:p>
        </p:txBody>
      </p:sp>
      <p:pic>
        <p:nvPicPr>
          <p:cNvPr id="4856" name="Google Shape;485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5783" y="4816196"/>
            <a:ext cx="1131704" cy="1554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57" name="Google Shape;4857;p51"/>
          <p:cNvCxnSpPr/>
          <p:nvPr/>
        </p:nvCxnSpPr>
        <p:spPr>
          <a:xfrm flipH="1">
            <a:off x="3487881" y="4893921"/>
            <a:ext cx="161024" cy="5702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58" name="Google Shape;4858;p51"/>
          <p:cNvCxnSpPr/>
          <p:nvPr/>
        </p:nvCxnSpPr>
        <p:spPr>
          <a:xfrm>
            <a:off x="5955501" y="4893920"/>
            <a:ext cx="298048" cy="0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4859" name="Google Shape;4859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3493" y="4821899"/>
            <a:ext cx="612541" cy="1554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60" name="Google Shape;4860;p51"/>
          <p:cNvCxnSpPr/>
          <p:nvPr/>
        </p:nvCxnSpPr>
        <p:spPr>
          <a:xfrm flipH="1">
            <a:off x="5448621" y="4899624"/>
            <a:ext cx="104810" cy="5702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61" name="Google Shape;4861;p51"/>
          <p:cNvSpPr/>
          <p:nvPr/>
        </p:nvSpPr>
        <p:spPr>
          <a:xfrm flipH="1">
            <a:off x="749760" y="3918751"/>
            <a:ext cx="1263865" cy="836248"/>
          </a:xfrm>
          <a:custGeom>
            <a:rect b="b" l="l" r="r" t="t"/>
            <a:pathLst>
              <a:path extrusionOk="0" h="1486663" w="1018841">
                <a:moveTo>
                  <a:pt x="0" y="1486403"/>
                </a:moveTo>
                <a:cubicBezTo>
                  <a:pt x="98737" y="802411"/>
                  <a:pt x="114524" y="437559"/>
                  <a:pt x="68094" y="0"/>
                </a:cubicBezTo>
                <a:lnTo>
                  <a:pt x="1018841" y="5356"/>
                </a:lnTo>
                <a:cubicBezTo>
                  <a:pt x="578200" y="533988"/>
                  <a:pt x="373456" y="894007"/>
                  <a:pt x="150566" y="1435609"/>
                </a:cubicBezTo>
                <a:cubicBezTo>
                  <a:pt x="100377" y="1430923"/>
                  <a:pt x="50189" y="1491089"/>
                  <a:pt x="0" y="1486403"/>
                </a:cubicBezTo>
                <a:close/>
              </a:path>
            </a:pathLst>
          </a:custGeom>
          <a:gradFill>
            <a:gsLst>
              <a:gs pos="0">
                <a:srgbClr val="A5A5A5"/>
              </a:gs>
              <a:gs pos="1000">
                <a:srgbClr val="A5A5A5"/>
              </a:gs>
              <a:gs pos="100000">
                <a:schemeClr val="lt1"/>
              </a:gs>
            </a:gsLst>
            <a:lin ang="4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2" name="Google Shape;4862;p51"/>
          <p:cNvSpPr/>
          <p:nvPr/>
        </p:nvSpPr>
        <p:spPr>
          <a:xfrm>
            <a:off x="768436" y="1994401"/>
            <a:ext cx="1149179" cy="192487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3" name="Google Shape;4863;p51"/>
          <p:cNvSpPr txBox="1"/>
          <p:nvPr/>
        </p:nvSpPr>
        <p:spPr>
          <a:xfrm>
            <a:off x="822226" y="2000362"/>
            <a:ext cx="1128835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</p:txBody>
      </p:sp>
      <p:sp>
        <p:nvSpPr>
          <p:cNvPr id="4864" name="Google Shape;4864;p51"/>
          <p:cNvSpPr txBox="1"/>
          <p:nvPr/>
        </p:nvSpPr>
        <p:spPr>
          <a:xfrm>
            <a:off x="897459" y="2256933"/>
            <a:ext cx="100149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/>
          </a:p>
        </p:txBody>
      </p:sp>
      <p:sp>
        <p:nvSpPr>
          <p:cNvPr id="4865" name="Google Shape;4865;p51"/>
          <p:cNvSpPr txBox="1"/>
          <p:nvPr/>
        </p:nvSpPr>
        <p:spPr>
          <a:xfrm>
            <a:off x="1164492" y="2531294"/>
            <a:ext cx="365806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endParaRPr/>
          </a:p>
        </p:txBody>
      </p:sp>
      <p:sp>
        <p:nvSpPr>
          <p:cNvPr id="4866" name="Google Shape;4866;p51"/>
          <p:cNvSpPr txBox="1"/>
          <p:nvPr/>
        </p:nvSpPr>
        <p:spPr>
          <a:xfrm>
            <a:off x="785399" y="2826937"/>
            <a:ext cx="1095173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Packet Data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Convergence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7" name="Google Shape;4867;p51"/>
          <p:cNvSpPr txBox="1"/>
          <p:nvPr/>
        </p:nvSpPr>
        <p:spPr>
          <a:xfrm>
            <a:off x="943937" y="3149264"/>
            <a:ext cx="9076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Radio Link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8" name="Google Shape;4868;p51"/>
          <p:cNvSpPr txBox="1"/>
          <p:nvPr/>
        </p:nvSpPr>
        <p:spPr>
          <a:xfrm>
            <a:off x="796368" y="3373862"/>
            <a:ext cx="12598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Medium Access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9" name="Google Shape;4869;p51"/>
          <p:cNvSpPr txBox="1"/>
          <p:nvPr/>
        </p:nvSpPr>
        <p:spPr>
          <a:xfrm>
            <a:off x="954012" y="3635444"/>
            <a:ext cx="902811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0" name="Google Shape;4870;p51"/>
          <p:cNvCxnSpPr/>
          <p:nvPr/>
        </p:nvCxnSpPr>
        <p:spPr>
          <a:xfrm>
            <a:off x="767159" y="3644510"/>
            <a:ext cx="1146778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1" name="Google Shape;4871;p51"/>
          <p:cNvCxnSpPr/>
          <p:nvPr/>
        </p:nvCxnSpPr>
        <p:spPr>
          <a:xfrm>
            <a:off x="763841" y="2288471"/>
            <a:ext cx="1150096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2" name="Google Shape;4872;p51"/>
          <p:cNvCxnSpPr/>
          <p:nvPr/>
        </p:nvCxnSpPr>
        <p:spPr>
          <a:xfrm>
            <a:off x="827722" y="3171557"/>
            <a:ext cx="1051525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3" name="Google Shape;4873;p51"/>
          <p:cNvSpPr txBox="1"/>
          <p:nvPr/>
        </p:nvSpPr>
        <p:spPr>
          <a:xfrm rot="-5400000">
            <a:off x="221078" y="3093104"/>
            <a:ext cx="6078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</p:txBody>
      </p:sp>
      <p:cxnSp>
        <p:nvCxnSpPr>
          <p:cNvPr id="4874" name="Google Shape;4874;p51"/>
          <p:cNvCxnSpPr/>
          <p:nvPr/>
        </p:nvCxnSpPr>
        <p:spPr>
          <a:xfrm>
            <a:off x="487805" y="2820703"/>
            <a:ext cx="9968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5" name="Google Shape;4875;p51"/>
          <p:cNvCxnSpPr/>
          <p:nvPr/>
        </p:nvCxnSpPr>
        <p:spPr>
          <a:xfrm>
            <a:off x="470660" y="3640776"/>
            <a:ext cx="9968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6" name="Google Shape;4876;p51"/>
          <p:cNvCxnSpPr>
            <a:stCxn id="4873" idx="3"/>
          </p:cNvCxnSpPr>
          <p:nvPr/>
        </p:nvCxnSpPr>
        <p:spPr>
          <a:xfrm flipH="1" rot="10800000">
            <a:off x="525008" y="2820841"/>
            <a:ext cx="6600" cy="15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77" name="Google Shape;4877;p51"/>
          <p:cNvCxnSpPr>
            <a:stCxn id="4873" idx="1"/>
          </p:cNvCxnSpPr>
          <p:nvPr/>
        </p:nvCxnSpPr>
        <p:spPr>
          <a:xfrm>
            <a:off x="525008" y="3581700"/>
            <a:ext cx="0" cy="6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78" name="Google Shape;4878;p51"/>
          <p:cNvCxnSpPr/>
          <p:nvPr/>
        </p:nvCxnSpPr>
        <p:spPr>
          <a:xfrm>
            <a:off x="765943" y="2552206"/>
            <a:ext cx="1150096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9" name="Google Shape;4879;p51"/>
          <p:cNvCxnSpPr/>
          <p:nvPr/>
        </p:nvCxnSpPr>
        <p:spPr>
          <a:xfrm>
            <a:off x="768045" y="2815941"/>
            <a:ext cx="1150096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80" name="Google Shape;4880;p51"/>
          <p:cNvCxnSpPr/>
          <p:nvPr/>
        </p:nvCxnSpPr>
        <p:spPr>
          <a:xfrm>
            <a:off x="817897" y="3381923"/>
            <a:ext cx="1051525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81" name="Google Shape;4881;p51"/>
          <p:cNvGrpSpPr/>
          <p:nvPr/>
        </p:nvGrpSpPr>
        <p:grpSpPr>
          <a:xfrm>
            <a:off x="1612383" y="4609683"/>
            <a:ext cx="550055" cy="495205"/>
            <a:chOff x="2751" y="1851"/>
            <a:chExt cx="462" cy="478"/>
          </a:xfrm>
        </p:grpSpPr>
        <p:pic>
          <p:nvPicPr>
            <p:cNvPr descr="iphone_stylized_small" id="4882" name="Google Shape;4882;p5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883" name="Google Shape;4883;p5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84" name="Google Shape;4884;p51"/>
          <p:cNvSpPr/>
          <p:nvPr/>
        </p:nvSpPr>
        <p:spPr>
          <a:xfrm>
            <a:off x="3466071" y="4610615"/>
            <a:ext cx="3466070" cy="759941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5" name="Google Shape;4885;p51"/>
          <p:cNvSpPr txBox="1"/>
          <p:nvPr/>
        </p:nvSpPr>
        <p:spPr>
          <a:xfrm>
            <a:off x="2832173" y="5071600"/>
            <a:ext cx="958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6" name="Google Shape;4886;p51"/>
          <p:cNvSpPr/>
          <p:nvPr/>
        </p:nvSpPr>
        <p:spPr>
          <a:xfrm>
            <a:off x="4168637" y="1837136"/>
            <a:ext cx="4663355" cy="2606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LTE link layer protocols:</a:t>
            </a:r>
            <a:endParaRPr/>
          </a:p>
          <a:p>
            <a:pPr indent="-211931" lvl="0" marL="257175" marR="0" rtl="0" algn="l"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Packet Data Convergence: header compression, encryption</a:t>
            </a:r>
            <a:endParaRPr/>
          </a:p>
          <a:p>
            <a:pPr indent="-211931" lvl="0" marL="257175" marR="0" rtl="0" algn="l"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Radio Link Control (RLC) Protocol: fragmentation/reassembly, reliable data transfer </a:t>
            </a:r>
            <a:endParaRPr/>
          </a:p>
          <a:p>
            <a:pPr indent="-211931" lvl="0" marL="257175" marR="0" rtl="0" algn="l"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Medium Access: requesting, use of radio transmission slots</a:t>
            </a:r>
            <a:endParaRPr/>
          </a:p>
          <a:p>
            <a:pPr indent="-97630" lvl="0" marL="257175" marR="0" rtl="0" algn="l"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257175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cxnSp>
        <p:nvCxnSpPr>
          <p:cNvPr id="4887" name="Google Shape;4887;p51"/>
          <p:cNvCxnSpPr/>
          <p:nvPr/>
        </p:nvCxnSpPr>
        <p:spPr>
          <a:xfrm flipH="1">
            <a:off x="3800476" y="2367864"/>
            <a:ext cx="536747" cy="637793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88" name="Google Shape;4888;p51"/>
          <p:cNvCxnSpPr/>
          <p:nvPr/>
        </p:nvCxnSpPr>
        <p:spPr>
          <a:xfrm flipH="1">
            <a:off x="3800475" y="2973344"/>
            <a:ext cx="530569" cy="318333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89" name="Google Shape;4889;p51"/>
          <p:cNvCxnSpPr/>
          <p:nvPr/>
        </p:nvCxnSpPr>
        <p:spPr>
          <a:xfrm rot="10800000">
            <a:off x="3800475" y="3519195"/>
            <a:ext cx="539837" cy="319124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uzzle" id="4890" name="Google Shape;4890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653558">
            <a:off x="8439953" y="46308"/>
            <a:ext cx="603250" cy="6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91" name="Google Shape;4891;p51"/>
          <p:cNvSpPr/>
          <p:nvPr/>
        </p:nvSpPr>
        <p:spPr>
          <a:xfrm>
            <a:off x="7355380" y="503867"/>
            <a:ext cx="1789569" cy="5989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Slide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6" name="Shape 4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97" name="Google Shape;4897;p52"/>
          <p:cNvGrpSpPr/>
          <p:nvPr/>
        </p:nvGrpSpPr>
        <p:grpSpPr>
          <a:xfrm>
            <a:off x="2587448" y="2536157"/>
            <a:ext cx="1290257" cy="2231466"/>
            <a:chOff x="6582236" y="2141267"/>
            <a:chExt cx="1720343" cy="2975288"/>
          </a:xfrm>
        </p:grpSpPr>
        <p:sp>
          <p:nvSpPr>
            <p:cNvPr id="4898" name="Google Shape;4898;p52"/>
            <p:cNvSpPr/>
            <p:nvPr/>
          </p:nvSpPr>
          <p:spPr>
            <a:xfrm>
              <a:off x="6624647" y="3985500"/>
              <a:ext cx="1504433" cy="1131055"/>
            </a:xfrm>
            <a:custGeom>
              <a:rect b="b" l="l" r="r" t="t"/>
              <a:pathLst>
                <a:path extrusionOk="0" h="1508073" w="909578">
                  <a:moveTo>
                    <a:pt x="267142" y="1481045"/>
                  </a:moveTo>
                  <a:cubicBezTo>
                    <a:pt x="289422" y="745172"/>
                    <a:pt x="169938" y="471113"/>
                    <a:pt x="0" y="20584"/>
                  </a:cubicBezTo>
                  <a:lnTo>
                    <a:pt x="909578" y="0"/>
                  </a:lnTo>
                  <a:cubicBezTo>
                    <a:pt x="539513" y="917738"/>
                    <a:pt x="617073" y="992412"/>
                    <a:pt x="535335" y="1508073"/>
                  </a:cubicBezTo>
                  <a:lnTo>
                    <a:pt x="267142" y="1481045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1000">
                  <a:srgbClr val="A5A5A5"/>
                </a:gs>
                <a:gs pos="100000">
                  <a:schemeClr val="lt1"/>
                </a:gs>
              </a:gsLst>
              <a:lin ang="4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9" name="Google Shape;4899;p52"/>
            <p:cNvSpPr/>
            <p:nvPr/>
          </p:nvSpPr>
          <p:spPr>
            <a:xfrm>
              <a:off x="6585559" y="2169268"/>
              <a:ext cx="1532239" cy="182264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0" name="Google Shape;4900;p52"/>
            <p:cNvSpPr txBox="1"/>
            <p:nvPr/>
          </p:nvSpPr>
          <p:spPr>
            <a:xfrm>
              <a:off x="7113636" y="2141267"/>
              <a:ext cx="487741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</p:txBody>
        </p:sp>
        <p:sp>
          <p:nvSpPr>
            <p:cNvPr id="4901" name="Google Shape;4901;p52"/>
            <p:cNvSpPr txBox="1"/>
            <p:nvPr/>
          </p:nvSpPr>
          <p:spPr>
            <a:xfrm>
              <a:off x="6608177" y="2535459"/>
              <a:ext cx="1460231" cy="51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Packet Data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Convergence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2" name="Google Shape;4902;p52"/>
            <p:cNvSpPr txBox="1"/>
            <p:nvPr/>
          </p:nvSpPr>
          <p:spPr>
            <a:xfrm>
              <a:off x="6819561" y="2965227"/>
              <a:ext cx="121016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Radio Link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3" name="Google Shape;4903;p52"/>
            <p:cNvSpPr txBox="1"/>
            <p:nvPr/>
          </p:nvSpPr>
          <p:spPr>
            <a:xfrm>
              <a:off x="6622803" y="3264691"/>
              <a:ext cx="16797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Medium Access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4" name="Google Shape;4904;p52"/>
            <p:cNvSpPr txBox="1"/>
            <p:nvPr/>
          </p:nvSpPr>
          <p:spPr>
            <a:xfrm>
              <a:off x="6832993" y="3613467"/>
              <a:ext cx="1203748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05" name="Google Shape;4905;p52"/>
            <p:cNvCxnSpPr/>
            <p:nvPr/>
          </p:nvCxnSpPr>
          <p:spPr>
            <a:xfrm>
              <a:off x="6583857" y="3625556"/>
              <a:ext cx="1529037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06" name="Google Shape;4906;p52"/>
            <p:cNvCxnSpPr/>
            <p:nvPr/>
          </p:nvCxnSpPr>
          <p:spPr>
            <a:xfrm>
              <a:off x="6664608" y="2994952"/>
              <a:ext cx="1402033" cy="0"/>
            </a:xfrm>
            <a:prstGeom prst="straightConnector1">
              <a:avLst/>
            </a:prstGeom>
            <a:noFill/>
            <a:ln cap="flat" cmpd="sng" w="1270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07" name="Google Shape;4907;p52"/>
            <p:cNvCxnSpPr/>
            <p:nvPr/>
          </p:nvCxnSpPr>
          <p:spPr>
            <a:xfrm>
              <a:off x="6582236" y="2169150"/>
              <a:ext cx="1533461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08" name="Google Shape;4908;p52"/>
            <p:cNvCxnSpPr/>
            <p:nvPr/>
          </p:nvCxnSpPr>
          <p:spPr>
            <a:xfrm>
              <a:off x="6585039" y="2520797"/>
              <a:ext cx="1533461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09" name="Google Shape;4909;p52"/>
            <p:cNvCxnSpPr/>
            <p:nvPr/>
          </p:nvCxnSpPr>
          <p:spPr>
            <a:xfrm>
              <a:off x="6651508" y="3275439"/>
              <a:ext cx="1402033" cy="0"/>
            </a:xfrm>
            <a:prstGeom prst="straightConnector1">
              <a:avLst/>
            </a:prstGeom>
            <a:noFill/>
            <a:ln cap="flat" cmpd="sng" w="1270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910" name="Google Shape;4910;p52"/>
          <p:cNvSpPr txBox="1"/>
          <p:nvPr>
            <p:ph type="title"/>
          </p:nvPr>
        </p:nvSpPr>
        <p:spPr>
          <a:xfrm>
            <a:off x="102413" y="280013"/>
            <a:ext cx="7886700" cy="67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LTE data plane protocol stack: first hop</a:t>
            </a:r>
            <a:endParaRPr/>
          </a:p>
        </p:txBody>
      </p:sp>
      <p:sp>
        <p:nvSpPr>
          <p:cNvPr id="4911" name="Google Shape;4911;p52"/>
          <p:cNvSpPr txBox="1"/>
          <p:nvPr>
            <p:ph idx="12" type="sldNum"/>
          </p:nvPr>
        </p:nvSpPr>
        <p:spPr>
          <a:xfrm>
            <a:off x="6400800" y="64292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Wireless and Mobile Networks: 7- </a:t>
            </a:r>
            <a:fld id="{00000000-1234-1234-1234-123412341234}" type="slidenum"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100">
              <a:solidFill>
                <a:srgbClr val="7F7F7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4912" name="Google Shape;4912;p52"/>
          <p:cNvGrpSpPr/>
          <p:nvPr/>
        </p:nvGrpSpPr>
        <p:grpSpPr>
          <a:xfrm>
            <a:off x="2882118" y="4161469"/>
            <a:ext cx="593126" cy="885032"/>
            <a:chOff x="5970432" y="1629202"/>
            <a:chExt cx="888604" cy="1197664"/>
          </a:xfrm>
        </p:grpSpPr>
        <p:grpSp>
          <p:nvGrpSpPr>
            <p:cNvPr id="4913" name="Google Shape;4913;p52"/>
            <p:cNvGrpSpPr/>
            <p:nvPr/>
          </p:nvGrpSpPr>
          <p:grpSpPr>
            <a:xfrm>
              <a:off x="5970432" y="1629202"/>
              <a:ext cx="466245" cy="924931"/>
              <a:chOff x="6476205" y="1307523"/>
              <a:chExt cx="466245" cy="924931"/>
            </a:xfrm>
          </p:grpSpPr>
          <p:grpSp>
            <p:nvGrpSpPr>
              <p:cNvPr id="4914" name="Google Shape;4914;p52"/>
              <p:cNvGrpSpPr/>
              <p:nvPr/>
            </p:nvGrpSpPr>
            <p:grpSpPr>
              <a:xfrm>
                <a:off x="6476205" y="1307523"/>
                <a:ext cx="466245" cy="392290"/>
                <a:chOff x="2920" y="1445"/>
                <a:chExt cx="326" cy="289"/>
              </a:xfrm>
            </p:grpSpPr>
            <p:sp>
              <p:nvSpPr>
                <p:cNvPr id="4915" name="Google Shape;4915;p52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16" name="Google Shape;4916;p52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4917" name="Google Shape;4917;p52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18" name="Google Shape;4918;p52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19" name="Google Shape;4919;p52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20" name="Google Shape;4920;p52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921" name="Google Shape;4921;p52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4922" name="Google Shape;4922;p52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23" name="Google Shape;4923;p52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24" name="Google Shape;4924;p52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25" name="Google Shape;4925;p52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26" name="Google Shape;4926;p52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27" name="Google Shape;4927;p52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28" name="Google Shape;4928;p52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29" name="Google Shape;4929;p52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30" name="Google Shape;4930;p52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31" name="Google Shape;4931;p52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32" name="Google Shape;4932;p52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33" name="Google Shape;4933;p52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34" name="Google Shape;4934;p52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35" name="Google Shape;4935;p52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36" name="Google Shape;4936;p52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4937" name="Google Shape;4937;p52"/>
            <p:cNvGrpSpPr/>
            <p:nvPr/>
          </p:nvGrpSpPr>
          <p:grpSpPr>
            <a:xfrm>
              <a:off x="6091888" y="2409568"/>
              <a:ext cx="767148" cy="417298"/>
              <a:chOff x="1503784" y="3006600"/>
              <a:chExt cx="1771786" cy="957087"/>
            </a:xfrm>
          </p:grpSpPr>
          <p:grpSp>
            <p:nvGrpSpPr>
              <p:cNvPr id="4938" name="Google Shape;4938;p52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4939" name="Google Shape;4939;p52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940" name="Google Shape;4940;p52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4941" name="Google Shape;4941;p52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4942" name="Google Shape;4942;p52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943" name="Google Shape;4943;p52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44" name="Google Shape;4944;p52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945" name="Google Shape;4945;p52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946" name="Google Shape;4946;p52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47" name="Google Shape;4947;p52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948" name="Google Shape;4948;p52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49" name="Google Shape;4949;p52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50" name="Google Shape;4950;p52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51" name="Google Shape;4951;p52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52" name="Google Shape;4952;p52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53" name="Google Shape;4953;p52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54" name="Google Shape;4954;p52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4955" name="Google Shape;4955;p52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56" name="Google Shape;4956;p52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57" name="Google Shape;4957;p52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58" name="Google Shape;4958;p52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959" name="Google Shape;4959;p52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60" name="Google Shape;4960;p52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cxnSp>
        <p:nvCxnSpPr>
          <p:cNvPr id="4961" name="Google Shape;4961;p52"/>
          <p:cNvCxnSpPr/>
          <p:nvPr/>
        </p:nvCxnSpPr>
        <p:spPr>
          <a:xfrm>
            <a:off x="2113005" y="4897985"/>
            <a:ext cx="838432" cy="0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962" name="Google Shape;4962;p52"/>
          <p:cNvSpPr/>
          <p:nvPr/>
        </p:nvSpPr>
        <p:spPr>
          <a:xfrm flipH="1">
            <a:off x="749760" y="3918751"/>
            <a:ext cx="1263865" cy="836248"/>
          </a:xfrm>
          <a:custGeom>
            <a:rect b="b" l="l" r="r" t="t"/>
            <a:pathLst>
              <a:path extrusionOk="0" h="1486663" w="1018841">
                <a:moveTo>
                  <a:pt x="0" y="1486403"/>
                </a:moveTo>
                <a:cubicBezTo>
                  <a:pt x="98737" y="802411"/>
                  <a:pt x="114524" y="437559"/>
                  <a:pt x="68094" y="0"/>
                </a:cubicBezTo>
                <a:lnTo>
                  <a:pt x="1018841" y="5356"/>
                </a:lnTo>
                <a:cubicBezTo>
                  <a:pt x="578200" y="533988"/>
                  <a:pt x="373456" y="894007"/>
                  <a:pt x="150566" y="1435609"/>
                </a:cubicBezTo>
                <a:cubicBezTo>
                  <a:pt x="100377" y="1430923"/>
                  <a:pt x="50189" y="1491089"/>
                  <a:pt x="0" y="1486403"/>
                </a:cubicBezTo>
                <a:close/>
              </a:path>
            </a:pathLst>
          </a:custGeom>
          <a:gradFill>
            <a:gsLst>
              <a:gs pos="0">
                <a:srgbClr val="A5A5A5"/>
              </a:gs>
              <a:gs pos="1000">
                <a:srgbClr val="A5A5A5"/>
              </a:gs>
              <a:gs pos="100000">
                <a:schemeClr val="lt1"/>
              </a:gs>
            </a:gsLst>
            <a:lin ang="4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3" name="Google Shape;4963;p52"/>
          <p:cNvSpPr/>
          <p:nvPr/>
        </p:nvSpPr>
        <p:spPr>
          <a:xfrm>
            <a:off x="768436" y="1994401"/>
            <a:ext cx="1149179" cy="192487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4" name="Google Shape;4964;p52"/>
          <p:cNvSpPr txBox="1"/>
          <p:nvPr/>
        </p:nvSpPr>
        <p:spPr>
          <a:xfrm>
            <a:off x="822226" y="2000362"/>
            <a:ext cx="1128835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</p:txBody>
      </p:sp>
      <p:sp>
        <p:nvSpPr>
          <p:cNvPr id="4965" name="Google Shape;4965;p52"/>
          <p:cNvSpPr txBox="1"/>
          <p:nvPr/>
        </p:nvSpPr>
        <p:spPr>
          <a:xfrm>
            <a:off x="897459" y="2256933"/>
            <a:ext cx="100149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/>
          </a:p>
        </p:txBody>
      </p:sp>
      <p:sp>
        <p:nvSpPr>
          <p:cNvPr id="4966" name="Google Shape;4966;p52"/>
          <p:cNvSpPr txBox="1"/>
          <p:nvPr/>
        </p:nvSpPr>
        <p:spPr>
          <a:xfrm>
            <a:off x="1164492" y="2531294"/>
            <a:ext cx="365806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endParaRPr/>
          </a:p>
        </p:txBody>
      </p:sp>
      <p:sp>
        <p:nvSpPr>
          <p:cNvPr id="4967" name="Google Shape;4967;p52"/>
          <p:cNvSpPr txBox="1"/>
          <p:nvPr/>
        </p:nvSpPr>
        <p:spPr>
          <a:xfrm>
            <a:off x="785399" y="2826937"/>
            <a:ext cx="1095173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Packet Data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Convergence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8" name="Google Shape;4968;p52"/>
          <p:cNvSpPr txBox="1"/>
          <p:nvPr/>
        </p:nvSpPr>
        <p:spPr>
          <a:xfrm>
            <a:off x="943937" y="3149264"/>
            <a:ext cx="9076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Radio Link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9" name="Google Shape;4969;p52"/>
          <p:cNvSpPr txBox="1"/>
          <p:nvPr/>
        </p:nvSpPr>
        <p:spPr>
          <a:xfrm>
            <a:off x="796368" y="3373862"/>
            <a:ext cx="12598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Medium Access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0" name="Google Shape;4970;p52"/>
          <p:cNvSpPr txBox="1"/>
          <p:nvPr/>
        </p:nvSpPr>
        <p:spPr>
          <a:xfrm>
            <a:off x="954012" y="3635444"/>
            <a:ext cx="902811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1" name="Google Shape;4971;p52"/>
          <p:cNvCxnSpPr/>
          <p:nvPr/>
        </p:nvCxnSpPr>
        <p:spPr>
          <a:xfrm>
            <a:off x="767159" y="3644510"/>
            <a:ext cx="1146778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2" name="Google Shape;4972;p52"/>
          <p:cNvCxnSpPr/>
          <p:nvPr/>
        </p:nvCxnSpPr>
        <p:spPr>
          <a:xfrm>
            <a:off x="763841" y="2288471"/>
            <a:ext cx="1150096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3" name="Google Shape;4973;p52"/>
          <p:cNvCxnSpPr/>
          <p:nvPr/>
        </p:nvCxnSpPr>
        <p:spPr>
          <a:xfrm>
            <a:off x="827722" y="3171557"/>
            <a:ext cx="1051525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4" name="Google Shape;4974;p52"/>
          <p:cNvSpPr txBox="1"/>
          <p:nvPr/>
        </p:nvSpPr>
        <p:spPr>
          <a:xfrm rot="-5400000">
            <a:off x="221078" y="3093104"/>
            <a:ext cx="6078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</p:txBody>
      </p:sp>
      <p:cxnSp>
        <p:nvCxnSpPr>
          <p:cNvPr id="4975" name="Google Shape;4975;p52"/>
          <p:cNvCxnSpPr/>
          <p:nvPr/>
        </p:nvCxnSpPr>
        <p:spPr>
          <a:xfrm>
            <a:off x="487805" y="2820703"/>
            <a:ext cx="9968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6" name="Google Shape;4976;p52"/>
          <p:cNvCxnSpPr/>
          <p:nvPr/>
        </p:nvCxnSpPr>
        <p:spPr>
          <a:xfrm>
            <a:off x="470660" y="3640776"/>
            <a:ext cx="9968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7" name="Google Shape;4977;p52"/>
          <p:cNvCxnSpPr>
            <a:stCxn id="4974" idx="3"/>
          </p:cNvCxnSpPr>
          <p:nvPr/>
        </p:nvCxnSpPr>
        <p:spPr>
          <a:xfrm flipH="1" rot="10800000">
            <a:off x="525008" y="2820841"/>
            <a:ext cx="6600" cy="15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78" name="Google Shape;4978;p52"/>
          <p:cNvCxnSpPr>
            <a:stCxn id="4974" idx="1"/>
          </p:cNvCxnSpPr>
          <p:nvPr/>
        </p:nvCxnSpPr>
        <p:spPr>
          <a:xfrm>
            <a:off x="525008" y="3581700"/>
            <a:ext cx="0" cy="6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79" name="Google Shape;4979;p52"/>
          <p:cNvCxnSpPr/>
          <p:nvPr/>
        </p:nvCxnSpPr>
        <p:spPr>
          <a:xfrm>
            <a:off x="765943" y="2552206"/>
            <a:ext cx="1150096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0" name="Google Shape;4980;p52"/>
          <p:cNvCxnSpPr/>
          <p:nvPr/>
        </p:nvCxnSpPr>
        <p:spPr>
          <a:xfrm>
            <a:off x="768045" y="2815941"/>
            <a:ext cx="1150096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1" name="Google Shape;4981;p52"/>
          <p:cNvCxnSpPr/>
          <p:nvPr/>
        </p:nvCxnSpPr>
        <p:spPr>
          <a:xfrm>
            <a:off x="817897" y="3381923"/>
            <a:ext cx="1051525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982" name="Google Shape;4982;p52"/>
          <p:cNvGrpSpPr/>
          <p:nvPr/>
        </p:nvGrpSpPr>
        <p:grpSpPr>
          <a:xfrm>
            <a:off x="1612383" y="4609683"/>
            <a:ext cx="550055" cy="495205"/>
            <a:chOff x="2751" y="1851"/>
            <a:chExt cx="462" cy="478"/>
          </a:xfrm>
        </p:grpSpPr>
        <p:pic>
          <p:nvPicPr>
            <p:cNvPr descr="iphone_stylized_small" id="4983" name="Google Shape;4983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984" name="Google Shape;4984;p5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85" name="Google Shape;4985;p52"/>
          <p:cNvSpPr txBox="1"/>
          <p:nvPr/>
        </p:nvSpPr>
        <p:spPr>
          <a:xfrm>
            <a:off x="2832173" y="5071600"/>
            <a:ext cx="958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6" name="Google Shape;4986;p52"/>
          <p:cNvSpPr/>
          <p:nvPr/>
        </p:nvSpPr>
        <p:spPr>
          <a:xfrm>
            <a:off x="4168637" y="1837136"/>
            <a:ext cx="4663355" cy="3857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LTE radio access network:</a:t>
            </a:r>
            <a:endParaRPr/>
          </a:p>
          <a:p>
            <a:pPr indent="-211931" lvl="0" marL="257175" marR="0" rtl="0" algn="l"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800">
                <a:solidFill>
                  <a:srgbClr val="011199"/>
                </a:solidFill>
                <a:latin typeface="Arial"/>
                <a:ea typeface="Arial"/>
                <a:cs typeface="Arial"/>
                <a:sym typeface="Arial"/>
              </a:rPr>
              <a:t>downstream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011199"/>
                </a:solidFill>
                <a:latin typeface="Arial"/>
                <a:ea typeface="Arial"/>
                <a:cs typeface="Arial"/>
                <a:sym typeface="Arial"/>
              </a:rPr>
              <a:t>channel: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FDM, TDM within frequency channel (OFDM - orthogonal frequency division multiplexing)</a:t>
            </a:r>
            <a:endParaRPr/>
          </a:p>
          <a:p>
            <a:pPr indent="-166687" lvl="1" marL="471488" marR="0" rtl="0" algn="l"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“orthogonal”: minimal interference between channels</a:t>
            </a:r>
            <a:endParaRPr/>
          </a:p>
          <a:p>
            <a:pPr indent="-166687" lvl="1" marL="471488" marR="0" rtl="0" algn="l"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11199"/>
                </a:solidFill>
                <a:latin typeface="Arial"/>
                <a:ea typeface="Arial"/>
                <a:cs typeface="Arial"/>
                <a:sym typeface="Arial"/>
              </a:rPr>
              <a:t>upstream: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FDM, TDM similar to OFDM</a:t>
            </a:r>
            <a:endParaRPr/>
          </a:p>
          <a:p>
            <a:pPr indent="-211931" lvl="0" marL="257175" marR="0" rtl="0" algn="l"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active mobile device allocated two or more 0.5 ms time slots over 12 frequencies</a:t>
            </a:r>
            <a:endParaRPr/>
          </a:p>
          <a:p>
            <a:pPr indent="-213122" lvl="1" marL="471488" marR="0" rtl="0" algn="l"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scheduling algorithm not standardized – up to operator</a:t>
            </a:r>
            <a:endParaRPr/>
          </a:p>
          <a:p>
            <a:pPr indent="-213122" lvl="1" marL="471488" marR="0" rtl="0" algn="l"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100’s Mbps per device possible</a:t>
            </a:r>
            <a:endParaRPr/>
          </a:p>
          <a:p>
            <a:pPr indent="-97630" lvl="0" marL="257175" marR="0" rtl="0" algn="l"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257175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987" name="Google Shape;4987;p52"/>
          <p:cNvSpPr/>
          <p:nvPr/>
        </p:nvSpPr>
        <p:spPr>
          <a:xfrm rot="-769976">
            <a:off x="1385228" y="4159531"/>
            <a:ext cx="2187146" cy="579298"/>
          </a:xfrm>
          <a:prstGeom prst="ellipse">
            <a:avLst/>
          </a:prstGeom>
          <a:solidFill>
            <a:srgbClr val="C00000">
              <a:alpha val="3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zzle" id="4988" name="Google Shape;4988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2653558">
            <a:off x="8439953" y="46308"/>
            <a:ext cx="603250" cy="6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89" name="Google Shape;4989;p52"/>
          <p:cNvSpPr/>
          <p:nvPr/>
        </p:nvSpPr>
        <p:spPr>
          <a:xfrm>
            <a:off x="7355380" y="503867"/>
            <a:ext cx="1789569" cy="5989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Slide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3" name="Shape 4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4" name="Google Shape;4994;p53"/>
          <p:cNvSpPr/>
          <p:nvPr/>
        </p:nvSpPr>
        <p:spPr>
          <a:xfrm>
            <a:off x="331788" y="230188"/>
            <a:ext cx="79786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Functional split of major LTE components</a:t>
            </a:r>
            <a:endParaRPr/>
          </a:p>
        </p:txBody>
      </p:sp>
      <p:pic>
        <p:nvPicPr>
          <p:cNvPr descr="underline_base" id="4995" name="Google Shape;49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463" y="813106"/>
            <a:ext cx="7907337" cy="22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6" name="Google Shape;4996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418" y="1191126"/>
            <a:ext cx="9144000" cy="5666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97" name="Google Shape;4997;p53"/>
          <p:cNvSpPr txBox="1"/>
          <p:nvPr/>
        </p:nvSpPr>
        <p:spPr>
          <a:xfrm>
            <a:off x="6651010" y="2923586"/>
            <a:ext cx="186461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holds idle UE info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QoS enforcement</a:t>
            </a:r>
            <a:endParaRPr/>
          </a:p>
        </p:txBody>
      </p:sp>
      <p:cxnSp>
        <p:nvCxnSpPr>
          <p:cNvPr id="4998" name="Google Shape;4998;p53"/>
          <p:cNvCxnSpPr/>
          <p:nvPr/>
        </p:nvCxnSpPr>
        <p:spPr>
          <a:xfrm flipH="1">
            <a:off x="5001168" y="3569917"/>
            <a:ext cx="1963738" cy="2204197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000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9" name="Google Shape;4999;p53"/>
          <p:cNvSpPr txBox="1"/>
          <p:nvPr/>
        </p:nvSpPr>
        <p:spPr>
          <a:xfrm>
            <a:off x="4424764" y="1539468"/>
            <a:ext cx="412369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handles idle/active UE transitions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pages 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sets up eNodeB-PGW tunnel (aka bearer) </a:t>
            </a:r>
            <a:endParaRPr/>
          </a:p>
        </p:txBody>
      </p:sp>
      <p:cxnSp>
        <p:nvCxnSpPr>
          <p:cNvPr id="5000" name="Google Shape;5000;p53"/>
          <p:cNvCxnSpPr/>
          <p:nvPr/>
        </p:nvCxnSpPr>
        <p:spPr>
          <a:xfrm flipH="1">
            <a:off x="4848330" y="2462798"/>
            <a:ext cx="539230" cy="583594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000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1" name="Google Shape;5001;p53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02" name="Google Shape;5002;p53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grpSp>
        <p:nvGrpSpPr>
          <p:cNvPr id="5003" name="Google Shape;5003;p53"/>
          <p:cNvGrpSpPr/>
          <p:nvPr/>
        </p:nvGrpSpPr>
        <p:grpSpPr>
          <a:xfrm>
            <a:off x="2365965" y="953786"/>
            <a:ext cx="650612" cy="891549"/>
            <a:chOff x="742" y="2409"/>
            <a:chExt cx="576" cy="881"/>
          </a:xfrm>
        </p:grpSpPr>
        <p:grpSp>
          <p:nvGrpSpPr>
            <p:cNvPr id="5004" name="Google Shape;5004;p53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5005" name="Google Shape;5005;p53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6" name="Google Shape;5006;p53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7" name="Google Shape;5007;p53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8" name="Google Shape;5008;p53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9" name="Google Shape;5009;p53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0" name="Google Shape;5010;p53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1" name="Google Shape;5011;p53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2" name="Google Shape;5012;p53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3" name="Google Shape;5013;p53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4" name="Google Shape;5014;p53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5" name="Google Shape;5015;p53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6" name="Google Shape;5016;p53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7" name="Google Shape;5017;p53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8" name="Google Shape;5018;p53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9" name="Google Shape;5019;p53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5020" name="Google Shape;5020;p5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1" name="Google Shape;5021;p53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22" name="Google Shape;5022;p53"/>
          <p:cNvGrpSpPr/>
          <p:nvPr/>
        </p:nvGrpSpPr>
        <p:grpSpPr>
          <a:xfrm>
            <a:off x="5676587" y="2161661"/>
            <a:ext cx="614363" cy="880827"/>
            <a:chOff x="4804140" y="4632965"/>
            <a:chExt cx="614363" cy="1348762"/>
          </a:xfrm>
        </p:grpSpPr>
        <p:grpSp>
          <p:nvGrpSpPr>
            <p:cNvPr id="5023" name="Google Shape;5023;p53"/>
            <p:cNvGrpSpPr/>
            <p:nvPr/>
          </p:nvGrpSpPr>
          <p:grpSpPr>
            <a:xfrm>
              <a:off x="4867640" y="5188066"/>
              <a:ext cx="550863" cy="793661"/>
              <a:chOff x="611" y="3693"/>
              <a:chExt cx="449" cy="287"/>
            </a:xfrm>
          </p:grpSpPr>
          <p:sp>
            <p:nvSpPr>
              <p:cNvPr id="5024" name="Google Shape;5024;p53"/>
              <p:cNvSpPr/>
              <p:nvPr/>
            </p:nvSpPr>
            <p:spPr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025" name="Google Shape;5025;p53"/>
              <p:cNvSpPr/>
              <p:nvPr/>
            </p:nvSpPr>
            <p:spPr>
              <a:xfrm>
                <a:off x="975" y="3704"/>
                <a:ext cx="62" cy="74"/>
              </a:xfrm>
              <a:custGeom>
                <a:rect b="b" l="l" r="r" t="t"/>
                <a:pathLst>
                  <a:path extrusionOk="0" h="74" w="62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026" name="Google Shape;5026;p53"/>
              <p:cNvSpPr/>
              <p:nvPr/>
            </p:nvSpPr>
            <p:spPr>
              <a:xfrm>
                <a:off x="972" y="3764"/>
                <a:ext cx="63" cy="216"/>
              </a:xfrm>
              <a:custGeom>
                <a:rect b="b" l="l" r="r" t="t"/>
                <a:pathLst>
                  <a:path extrusionOk="0" h="225" w="63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027" name="Google Shape;5027;p53"/>
              <p:cNvSpPr/>
              <p:nvPr/>
            </p:nvSpPr>
            <p:spPr>
              <a:xfrm>
                <a:off x="1013" y="3693"/>
                <a:ext cx="47" cy="78"/>
              </a:xfrm>
              <a:custGeom>
                <a:rect b="b" l="l" r="r" t="t"/>
                <a:pathLst>
                  <a:path extrusionOk="0" h="78" w="47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028" name="Google Shape;5028;p53"/>
              <p:cNvSpPr/>
              <p:nvPr/>
            </p:nvSpPr>
            <p:spPr>
              <a:xfrm>
                <a:off x="987" y="3728"/>
                <a:ext cx="44" cy="51"/>
              </a:xfrm>
              <a:custGeom>
                <a:rect b="b" l="l" r="r" t="t"/>
                <a:pathLst>
                  <a:path extrusionOk="0" h="51" w="44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029" name="Google Shape;5029;p53"/>
              <p:cNvSpPr/>
              <p:nvPr/>
            </p:nvSpPr>
            <p:spPr>
              <a:xfrm>
                <a:off x="611" y="3695"/>
                <a:ext cx="417" cy="95"/>
              </a:xfrm>
              <a:custGeom>
                <a:rect b="b" l="l" r="r" t="t"/>
                <a:pathLst>
                  <a:path extrusionOk="0" h="95" w="417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sp>
          <p:nvSpPr>
            <p:cNvPr id="5030" name="Google Shape;5030;p53"/>
            <p:cNvSpPr txBox="1"/>
            <p:nvPr/>
          </p:nvSpPr>
          <p:spPr>
            <a:xfrm>
              <a:off x="4804140" y="4632965"/>
              <a:ext cx="184666" cy="565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31" name="Google Shape;5031;p53"/>
          <p:cNvGrpSpPr/>
          <p:nvPr/>
        </p:nvGrpSpPr>
        <p:grpSpPr>
          <a:xfrm>
            <a:off x="8316178" y="4168703"/>
            <a:ext cx="661282" cy="793661"/>
            <a:chOff x="8316178" y="4168703"/>
            <a:chExt cx="661282" cy="793661"/>
          </a:xfrm>
        </p:grpSpPr>
        <p:grpSp>
          <p:nvGrpSpPr>
            <p:cNvPr id="5032" name="Google Shape;5032;p53"/>
            <p:cNvGrpSpPr/>
            <p:nvPr/>
          </p:nvGrpSpPr>
          <p:grpSpPr>
            <a:xfrm>
              <a:off x="8392684" y="4168703"/>
              <a:ext cx="550863" cy="793661"/>
              <a:chOff x="611" y="3693"/>
              <a:chExt cx="449" cy="287"/>
            </a:xfrm>
          </p:grpSpPr>
          <p:sp>
            <p:nvSpPr>
              <p:cNvPr id="5033" name="Google Shape;5033;p53"/>
              <p:cNvSpPr/>
              <p:nvPr/>
            </p:nvSpPr>
            <p:spPr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5034" name="Google Shape;5034;p53"/>
              <p:cNvGrpSpPr/>
              <p:nvPr/>
            </p:nvGrpSpPr>
            <p:grpSpPr>
              <a:xfrm>
                <a:off x="687" y="3826"/>
                <a:ext cx="224" cy="110"/>
                <a:chOff x="687" y="3826"/>
                <a:chExt cx="224" cy="110"/>
              </a:xfrm>
            </p:grpSpPr>
            <p:sp>
              <p:nvSpPr>
                <p:cNvPr id="5035" name="Google Shape;5035;p53"/>
                <p:cNvSpPr/>
                <p:nvPr/>
              </p:nvSpPr>
              <p:spPr>
                <a:xfrm>
                  <a:off x="687" y="3826"/>
                  <a:ext cx="222" cy="110"/>
                </a:xfrm>
                <a:custGeom>
                  <a:rect b="b" l="l" r="r" t="t"/>
                  <a:pathLst>
                    <a:path extrusionOk="0" h="110" w="222">
                      <a:moveTo>
                        <a:pt x="0" y="110"/>
                      </a:moveTo>
                      <a:lnTo>
                        <a:pt x="36" y="110"/>
                      </a:lnTo>
                      <a:lnTo>
                        <a:pt x="183" y="0"/>
                      </a:lnTo>
                      <a:lnTo>
                        <a:pt x="222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036" name="Google Shape;5036;p53"/>
                <p:cNvSpPr/>
                <p:nvPr/>
              </p:nvSpPr>
              <p:spPr>
                <a:xfrm flipH="1" rot="10800000">
                  <a:off x="689" y="3826"/>
                  <a:ext cx="222" cy="110"/>
                </a:xfrm>
                <a:custGeom>
                  <a:rect b="b" l="l" r="r" t="t"/>
                  <a:pathLst>
                    <a:path extrusionOk="0" h="110" w="222">
                      <a:moveTo>
                        <a:pt x="0" y="110"/>
                      </a:moveTo>
                      <a:lnTo>
                        <a:pt x="36" y="110"/>
                      </a:lnTo>
                      <a:lnTo>
                        <a:pt x="183" y="0"/>
                      </a:lnTo>
                      <a:lnTo>
                        <a:pt x="222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  <p:sp>
            <p:nvSpPr>
              <p:cNvPr id="5037" name="Google Shape;5037;p53"/>
              <p:cNvSpPr/>
              <p:nvPr/>
            </p:nvSpPr>
            <p:spPr>
              <a:xfrm>
                <a:off x="975" y="3704"/>
                <a:ext cx="62" cy="74"/>
              </a:xfrm>
              <a:custGeom>
                <a:rect b="b" l="l" r="r" t="t"/>
                <a:pathLst>
                  <a:path extrusionOk="0" h="74" w="62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038" name="Google Shape;5038;p53"/>
              <p:cNvSpPr/>
              <p:nvPr/>
            </p:nvSpPr>
            <p:spPr>
              <a:xfrm>
                <a:off x="972" y="3764"/>
                <a:ext cx="63" cy="216"/>
              </a:xfrm>
              <a:custGeom>
                <a:rect b="b" l="l" r="r" t="t"/>
                <a:pathLst>
                  <a:path extrusionOk="0" h="225" w="63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039" name="Google Shape;5039;p53"/>
              <p:cNvSpPr/>
              <p:nvPr/>
            </p:nvSpPr>
            <p:spPr>
              <a:xfrm>
                <a:off x="1013" y="3693"/>
                <a:ext cx="47" cy="78"/>
              </a:xfrm>
              <a:custGeom>
                <a:rect b="b" l="l" r="r" t="t"/>
                <a:pathLst>
                  <a:path extrusionOk="0" h="78" w="47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040" name="Google Shape;5040;p53"/>
              <p:cNvSpPr/>
              <p:nvPr/>
            </p:nvSpPr>
            <p:spPr>
              <a:xfrm>
                <a:off x="987" y="3728"/>
                <a:ext cx="44" cy="51"/>
              </a:xfrm>
              <a:custGeom>
                <a:rect b="b" l="l" r="r" t="t"/>
                <a:pathLst>
                  <a:path extrusionOk="0" h="51" w="44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041" name="Google Shape;5041;p53"/>
              <p:cNvSpPr/>
              <p:nvPr/>
            </p:nvSpPr>
            <p:spPr>
              <a:xfrm>
                <a:off x="611" y="3695"/>
                <a:ext cx="417" cy="95"/>
              </a:xfrm>
              <a:custGeom>
                <a:rect b="b" l="l" r="r" t="t"/>
                <a:pathLst>
                  <a:path extrusionOk="0" h="95" w="417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5042" name="Google Shape;5042;p53"/>
            <p:cNvGrpSpPr/>
            <p:nvPr/>
          </p:nvGrpSpPr>
          <p:grpSpPr>
            <a:xfrm>
              <a:off x="8316178" y="4544719"/>
              <a:ext cx="661282" cy="323815"/>
              <a:chOff x="1871277" y="1576300"/>
              <a:chExt cx="1128371" cy="437861"/>
            </a:xfrm>
          </p:grpSpPr>
          <p:sp>
            <p:nvSpPr>
              <p:cNvPr id="5043" name="Google Shape;5043;p53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4" name="Google Shape;5044;p53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5" name="Google Shape;5045;p53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6" name="Google Shape;5046;p53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7" name="Google Shape;5047;p53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8" name="Google Shape;5048;p53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9" name="Google Shape;5049;p53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050" name="Google Shape;5050;p53"/>
              <p:cNvCxnSpPr>
                <a:endCxn id="5045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051" name="Google Shape;5051;p53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</p:grpSp>
      <p:grpSp>
        <p:nvGrpSpPr>
          <p:cNvPr id="5052" name="Google Shape;5052;p53"/>
          <p:cNvGrpSpPr/>
          <p:nvPr/>
        </p:nvGrpSpPr>
        <p:grpSpPr>
          <a:xfrm>
            <a:off x="5670305" y="4221892"/>
            <a:ext cx="661282" cy="793661"/>
            <a:chOff x="8316178" y="4168703"/>
            <a:chExt cx="661282" cy="793661"/>
          </a:xfrm>
        </p:grpSpPr>
        <p:grpSp>
          <p:nvGrpSpPr>
            <p:cNvPr id="5053" name="Google Shape;5053;p53"/>
            <p:cNvGrpSpPr/>
            <p:nvPr/>
          </p:nvGrpSpPr>
          <p:grpSpPr>
            <a:xfrm>
              <a:off x="8392684" y="4168703"/>
              <a:ext cx="550863" cy="793661"/>
              <a:chOff x="611" y="3693"/>
              <a:chExt cx="449" cy="287"/>
            </a:xfrm>
          </p:grpSpPr>
          <p:sp>
            <p:nvSpPr>
              <p:cNvPr id="5054" name="Google Shape;5054;p53"/>
              <p:cNvSpPr/>
              <p:nvPr/>
            </p:nvSpPr>
            <p:spPr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5055" name="Google Shape;5055;p53"/>
              <p:cNvGrpSpPr/>
              <p:nvPr/>
            </p:nvGrpSpPr>
            <p:grpSpPr>
              <a:xfrm>
                <a:off x="687" y="3826"/>
                <a:ext cx="224" cy="110"/>
                <a:chOff x="687" y="3826"/>
                <a:chExt cx="224" cy="110"/>
              </a:xfrm>
            </p:grpSpPr>
            <p:sp>
              <p:nvSpPr>
                <p:cNvPr id="5056" name="Google Shape;5056;p53"/>
                <p:cNvSpPr/>
                <p:nvPr/>
              </p:nvSpPr>
              <p:spPr>
                <a:xfrm>
                  <a:off x="687" y="3826"/>
                  <a:ext cx="222" cy="110"/>
                </a:xfrm>
                <a:custGeom>
                  <a:rect b="b" l="l" r="r" t="t"/>
                  <a:pathLst>
                    <a:path extrusionOk="0" h="110" w="222">
                      <a:moveTo>
                        <a:pt x="0" y="110"/>
                      </a:moveTo>
                      <a:lnTo>
                        <a:pt x="36" y="110"/>
                      </a:lnTo>
                      <a:lnTo>
                        <a:pt x="183" y="0"/>
                      </a:lnTo>
                      <a:lnTo>
                        <a:pt x="222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057" name="Google Shape;5057;p53"/>
                <p:cNvSpPr/>
                <p:nvPr/>
              </p:nvSpPr>
              <p:spPr>
                <a:xfrm flipH="1" rot="10800000">
                  <a:off x="689" y="3826"/>
                  <a:ext cx="222" cy="110"/>
                </a:xfrm>
                <a:custGeom>
                  <a:rect b="b" l="l" r="r" t="t"/>
                  <a:pathLst>
                    <a:path extrusionOk="0" h="110" w="222">
                      <a:moveTo>
                        <a:pt x="0" y="110"/>
                      </a:moveTo>
                      <a:lnTo>
                        <a:pt x="36" y="110"/>
                      </a:lnTo>
                      <a:lnTo>
                        <a:pt x="183" y="0"/>
                      </a:lnTo>
                      <a:lnTo>
                        <a:pt x="222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  <p:sp>
            <p:nvSpPr>
              <p:cNvPr id="5058" name="Google Shape;5058;p53"/>
              <p:cNvSpPr/>
              <p:nvPr/>
            </p:nvSpPr>
            <p:spPr>
              <a:xfrm>
                <a:off x="975" y="3704"/>
                <a:ext cx="62" cy="74"/>
              </a:xfrm>
              <a:custGeom>
                <a:rect b="b" l="l" r="r" t="t"/>
                <a:pathLst>
                  <a:path extrusionOk="0" h="74" w="62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059" name="Google Shape;5059;p53"/>
              <p:cNvSpPr/>
              <p:nvPr/>
            </p:nvSpPr>
            <p:spPr>
              <a:xfrm>
                <a:off x="972" y="3764"/>
                <a:ext cx="63" cy="216"/>
              </a:xfrm>
              <a:custGeom>
                <a:rect b="b" l="l" r="r" t="t"/>
                <a:pathLst>
                  <a:path extrusionOk="0" h="225" w="63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060" name="Google Shape;5060;p53"/>
              <p:cNvSpPr/>
              <p:nvPr/>
            </p:nvSpPr>
            <p:spPr>
              <a:xfrm>
                <a:off x="1013" y="3693"/>
                <a:ext cx="47" cy="78"/>
              </a:xfrm>
              <a:custGeom>
                <a:rect b="b" l="l" r="r" t="t"/>
                <a:pathLst>
                  <a:path extrusionOk="0" h="78" w="47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061" name="Google Shape;5061;p53"/>
              <p:cNvSpPr/>
              <p:nvPr/>
            </p:nvSpPr>
            <p:spPr>
              <a:xfrm>
                <a:off x="987" y="3728"/>
                <a:ext cx="44" cy="51"/>
              </a:xfrm>
              <a:custGeom>
                <a:rect b="b" l="l" r="r" t="t"/>
                <a:pathLst>
                  <a:path extrusionOk="0" h="51" w="44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062" name="Google Shape;5062;p53"/>
              <p:cNvSpPr/>
              <p:nvPr/>
            </p:nvSpPr>
            <p:spPr>
              <a:xfrm>
                <a:off x="611" y="3695"/>
                <a:ext cx="417" cy="95"/>
              </a:xfrm>
              <a:custGeom>
                <a:rect b="b" l="l" r="r" t="t"/>
                <a:pathLst>
                  <a:path extrusionOk="0" h="95" w="417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5063" name="Google Shape;5063;p53"/>
            <p:cNvGrpSpPr/>
            <p:nvPr/>
          </p:nvGrpSpPr>
          <p:grpSpPr>
            <a:xfrm>
              <a:off x="8316178" y="4544719"/>
              <a:ext cx="661282" cy="323815"/>
              <a:chOff x="1871277" y="1576300"/>
              <a:chExt cx="1128371" cy="437861"/>
            </a:xfrm>
          </p:grpSpPr>
          <p:sp>
            <p:nvSpPr>
              <p:cNvPr id="5064" name="Google Shape;5064;p53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5" name="Google Shape;5065;p53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6" name="Google Shape;5066;p53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7" name="Google Shape;5067;p53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8" name="Google Shape;5068;p53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9" name="Google Shape;5069;p53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0" name="Google Shape;5070;p53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071" name="Google Shape;5071;p53"/>
              <p:cNvCxnSpPr>
                <a:endCxn id="5066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072" name="Google Shape;5072;p53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7" name="Shape 5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8" name="Google Shape;5078;p54"/>
          <p:cNvGrpSpPr/>
          <p:nvPr/>
        </p:nvGrpSpPr>
        <p:grpSpPr>
          <a:xfrm>
            <a:off x="610888" y="2495762"/>
            <a:ext cx="2168336" cy="2395671"/>
            <a:chOff x="814516" y="2184682"/>
            <a:chExt cx="2891115" cy="3194228"/>
          </a:xfrm>
        </p:grpSpPr>
        <p:sp>
          <p:nvSpPr>
            <p:cNvPr id="5079" name="Google Shape;5079;p54"/>
            <p:cNvSpPr/>
            <p:nvPr/>
          </p:nvSpPr>
          <p:spPr>
            <a:xfrm>
              <a:off x="933477" y="4204640"/>
              <a:ext cx="2493026" cy="1174270"/>
            </a:xfrm>
            <a:custGeom>
              <a:rect b="b" l="l" r="r" t="t"/>
              <a:pathLst>
                <a:path extrusionOk="0" h="1565693" w="934860">
                  <a:moveTo>
                    <a:pt x="744708" y="1565693"/>
                  </a:moveTo>
                  <a:cubicBezTo>
                    <a:pt x="575040" y="582684"/>
                    <a:pt x="361886" y="450529"/>
                    <a:pt x="0" y="0"/>
                  </a:cubicBezTo>
                  <a:lnTo>
                    <a:pt x="934860" y="18745"/>
                  </a:lnTo>
                  <a:cubicBezTo>
                    <a:pt x="805671" y="639922"/>
                    <a:pt x="836305" y="757012"/>
                    <a:pt x="826077" y="1470381"/>
                  </a:cubicBezTo>
                  <a:lnTo>
                    <a:pt x="744708" y="1565693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1000">
                  <a:srgbClr val="A5A5A5"/>
                </a:gs>
                <a:gs pos="100000">
                  <a:schemeClr val="lt1"/>
                </a:gs>
              </a:gsLst>
              <a:lin ang="4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80" name="Google Shape;5080;p54"/>
            <p:cNvGrpSpPr/>
            <p:nvPr/>
          </p:nvGrpSpPr>
          <p:grpSpPr>
            <a:xfrm>
              <a:off x="814516" y="2184682"/>
              <a:ext cx="2891115" cy="2201980"/>
              <a:chOff x="814516" y="2184682"/>
              <a:chExt cx="2891115" cy="2201980"/>
            </a:xfrm>
          </p:grpSpPr>
          <p:sp>
            <p:nvSpPr>
              <p:cNvPr id="5081" name="Google Shape;5081;p54"/>
              <p:cNvSpPr/>
              <p:nvPr/>
            </p:nvSpPr>
            <p:spPr>
              <a:xfrm>
                <a:off x="929429" y="2784239"/>
                <a:ext cx="1232156" cy="143275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2" name="Google Shape;5082;p54"/>
              <p:cNvSpPr txBox="1"/>
              <p:nvPr/>
            </p:nvSpPr>
            <p:spPr>
              <a:xfrm>
                <a:off x="1281744" y="2745373"/>
                <a:ext cx="536900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</p:txBody>
          </p:sp>
          <p:sp>
            <p:nvSpPr>
              <p:cNvPr id="5083" name="Google Shape;5083;p54"/>
              <p:cNvSpPr txBox="1"/>
              <p:nvPr/>
            </p:nvSpPr>
            <p:spPr>
              <a:xfrm>
                <a:off x="954244" y="3072097"/>
                <a:ext cx="1161001" cy="4185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Packet Data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Convergence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4" name="Google Shape;5084;p54"/>
              <p:cNvSpPr txBox="1"/>
              <p:nvPr/>
            </p:nvSpPr>
            <p:spPr>
              <a:xfrm>
                <a:off x="1117603" y="3409930"/>
                <a:ext cx="972916" cy="3077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Radio Link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5" name="Google Shape;5085;p54"/>
              <p:cNvSpPr txBox="1"/>
              <p:nvPr/>
            </p:nvSpPr>
            <p:spPr>
              <a:xfrm>
                <a:off x="959379" y="3645335"/>
                <a:ext cx="1331988" cy="3077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Medium Access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6" name="Google Shape;5086;p54"/>
              <p:cNvSpPr txBox="1"/>
              <p:nvPr/>
            </p:nvSpPr>
            <p:spPr>
              <a:xfrm>
                <a:off x="1107335" y="3894218"/>
                <a:ext cx="1391834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Physical</a:t>
                </a:r>
                <a:endParaRPr/>
              </a:p>
            </p:txBody>
          </p:sp>
          <p:cxnSp>
            <p:nvCxnSpPr>
              <p:cNvPr id="5087" name="Google Shape;5087;p54"/>
              <p:cNvCxnSpPr/>
              <p:nvPr/>
            </p:nvCxnSpPr>
            <p:spPr>
              <a:xfrm>
                <a:off x="928061" y="3929005"/>
                <a:ext cx="122958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88" name="Google Shape;5088;p54"/>
              <p:cNvCxnSpPr/>
              <p:nvPr/>
            </p:nvCxnSpPr>
            <p:spPr>
              <a:xfrm>
                <a:off x="992997" y="3433297"/>
                <a:ext cx="1127451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A5A5A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89" name="Google Shape;5089;p54"/>
              <p:cNvCxnSpPr/>
              <p:nvPr/>
            </p:nvCxnSpPr>
            <p:spPr>
              <a:xfrm>
                <a:off x="926757" y="2784146"/>
                <a:ext cx="123313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90" name="Google Shape;5090;p54"/>
              <p:cNvCxnSpPr/>
              <p:nvPr/>
            </p:nvCxnSpPr>
            <p:spPr>
              <a:xfrm>
                <a:off x="929011" y="3060570"/>
                <a:ext cx="123313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91" name="Google Shape;5091;p54"/>
              <p:cNvCxnSpPr/>
              <p:nvPr/>
            </p:nvCxnSpPr>
            <p:spPr>
              <a:xfrm>
                <a:off x="982462" y="3653783"/>
                <a:ext cx="1127451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A5A5A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092" name="Google Shape;5092;p54"/>
              <p:cNvGrpSpPr/>
              <p:nvPr/>
            </p:nvGrpSpPr>
            <p:grpSpPr>
              <a:xfrm>
                <a:off x="2160462" y="2184682"/>
                <a:ext cx="1545169" cy="2201980"/>
                <a:chOff x="2160462" y="2184682"/>
                <a:chExt cx="1545169" cy="2201980"/>
              </a:xfrm>
            </p:grpSpPr>
            <p:sp>
              <p:nvSpPr>
                <p:cNvPr id="5093" name="Google Shape;5093;p54"/>
                <p:cNvSpPr/>
                <p:nvPr/>
              </p:nvSpPr>
              <p:spPr>
                <a:xfrm>
                  <a:off x="2165388" y="2199503"/>
                  <a:ext cx="1232156" cy="201748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5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94" name="Google Shape;5094;p54"/>
                <p:cNvSpPr txBox="1"/>
                <p:nvPr/>
              </p:nvSpPr>
              <p:spPr>
                <a:xfrm>
                  <a:off x="2431735" y="2184682"/>
                  <a:ext cx="1203748" cy="4924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GTP-U</a:t>
                  </a:r>
                  <a:endParaRPr/>
                </a:p>
              </p:txBody>
            </p:sp>
            <p:sp>
              <p:nvSpPr>
                <p:cNvPr id="5095" name="Google Shape;5095;p54"/>
                <p:cNvSpPr txBox="1"/>
                <p:nvPr/>
              </p:nvSpPr>
              <p:spPr>
                <a:xfrm>
                  <a:off x="2522761" y="2477319"/>
                  <a:ext cx="895972" cy="4924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UDP</a:t>
                  </a:r>
                  <a:endParaRPr/>
                </a:p>
              </p:txBody>
            </p:sp>
            <p:sp>
              <p:nvSpPr>
                <p:cNvPr id="5096" name="Google Shape;5096;p54"/>
                <p:cNvSpPr txBox="1"/>
                <p:nvPr/>
              </p:nvSpPr>
              <p:spPr>
                <a:xfrm>
                  <a:off x="2517703" y="2745373"/>
                  <a:ext cx="536900" cy="4924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IP</a:t>
                  </a:r>
                  <a:endParaRPr/>
                </a:p>
              </p:txBody>
            </p:sp>
            <p:sp>
              <p:nvSpPr>
                <p:cNvPr id="5097" name="Google Shape;5097;p54"/>
                <p:cNvSpPr txBox="1"/>
                <p:nvPr/>
              </p:nvSpPr>
              <p:spPr>
                <a:xfrm>
                  <a:off x="2518651" y="3343496"/>
                  <a:ext cx="707887" cy="61555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link</a:t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98" name="Google Shape;5098;p54"/>
                <p:cNvSpPr txBox="1"/>
                <p:nvPr/>
              </p:nvSpPr>
              <p:spPr>
                <a:xfrm>
                  <a:off x="2313797" y="3894219"/>
                  <a:ext cx="1391834" cy="4924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Physical</a:t>
                  </a:r>
                  <a:endParaRPr/>
                </a:p>
              </p:txBody>
            </p:sp>
            <p:cxnSp>
              <p:nvCxnSpPr>
                <p:cNvPr id="5099" name="Google Shape;5099;p54"/>
                <p:cNvCxnSpPr/>
                <p:nvPr/>
              </p:nvCxnSpPr>
              <p:spPr>
                <a:xfrm>
                  <a:off x="2164020" y="3929006"/>
                  <a:ext cx="1229581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00" name="Google Shape;5100;p54"/>
                <p:cNvCxnSpPr/>
                <p:nvPr/>
              </p:nvCxnSpPr>
              <p:spPr>
                <a:xfrm>
                  <a:off x="2160462" y="2507722"/>
                  <a:ext cx="123313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01" name="Google Shape;5101;p54"/>
                <p:cNvCxnSpPr/>
                <p:nvPr/>
              </p:nvCxnSpPr>
              <p:spPr>
                <a:xfrm>
                  <a:off x="2162716" y="2784147"/>
                  <a:ext cx="123313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02" name="Google Shape;5102;p54"/>
                <p:cNvCxnSpPr/>
                <p:nvPr/>
              </p:nvCxnSpPr>
              <p:spPr>
                <a:xfrm>
                  <a:off x="2164970" y="3060571"/>
                  <a:ext cx="123313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103" name="Google Shape;5103;p54"/>
              <p:cNvSpPr/>
              <p:nvPr/>
            </p:nvSpPr>
            <p:spPr>
              <a:xfrm>
                <a:off x="814516" y="2710248"/>
                <a:ext cx="1352036" cy="1518852"/>
              </a:xfrm>
              <a:prstGeom prst="rect">
                <a:avLst/>
              </a:prstGeom>
              <a:solidFill>
                <a:schemeClr val="lt1">
                  <a:alpha val="72941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104" name="Google Shape;5104;p54"/>
          <p:cNvSpPr txBox="1"/>
          <p:nvPr>
            <p:ph type="title"/>
          </p:nvPr>
        </p:nvSpPr>
        <p:spPr>
          <a:xfrm>
            <a:off x="349984" y="496515"/>
            <a:ext cx="7886700" cy="67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LTE data plane protocol stack:  packet core</a:t>
            </a:r>
            <a:endParaRPr/>
          </a:p>
        </p:txBody>
      </p:sp>
      <p:sp>
        <p:nvSpPr>
          <p:cNvPr id="5105" name="Google Shape;5105;p54"/>
          <p:cNvSpPr txBox="1"/>
          <p:nvPr>
            <p:ph idx="12" type="sldNum"/>
          </p:nvPr>
        </p:nvSpPr>
        <p:spPr>
          <a:xfrm>
            <a:off x="633346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Wireless and Mobile Networks: 7- </a:t>
            </a:r>
            <a:fld id="{00000000-1234-1234-1234-123412341234}" type="slidenum"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100">
              <a:solidFill>
                <a:srgbClr val="7F7F7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5106" name="Google Shape;5106;p54"/>
          <p:cNvGrpSpPr/>
          <p:nvPr/>
        </p:nvGrpSpPr>
        <p:grpSpPr>
          <a:xfrm>
            <a:off x="3597427" y="2504844"/>
            <a:ext cx="2060919" cy="2349327"/>
            <a:chOff x="4796570" y="2196792"/>
            <a:chExt cx="2747893" cy="3132436"/>
          </a:xfrm>
        </p:grpSpPr>
        <p:grpSp>
          <p:nvGrpSpPr>
            <p:cNvPr id="5107" name="Google Shape;5107;p54"/>
            <p:cNvGrpSpPr/>
            <p:nvPr/>
          </p:nvGrpSpPr>
          <p:grpSpPr>
            <a:xfrm>
              <a:off x="4796570" y="2196792"/>
              <a:ext cx="1545169" cy="2201980"/>
              <a:chOff x="2160462" y="2184682"/>
              <a:chExt cx="1545169" cy="2201980"/>
            </a:xfrm>
          </p:grpSpPr>
          <p:sp>
            <p:nvSpPr>
              <p:cNvPr id="5108" name="Google Shape;5108;p54"/>
              <p:cNvSpPr/>
              <p:nvPr/>
            </p:nvSpPr>
            <p:spPr>
              <a:xfrm>
                <a:off x="2165388" y="2199503"/>
                <a:ext cx="1232156" cy="20174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9" name="Google Shape;5109;p54"/>
              <p:cNvSpPr txBox="1"/>
              <p:nvPr/>
            </p:nvSpPr>
            <p:spPr>
              <a:xfrm>
                <a:off x="2431735" y="2184682"/>
                <a:ext cx="1203748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GTP-U</a:t>
                </a:r>
                <a:endParaRPr/>
              </a:p>
            </p:txBody>
          </p:sp>
          <p:sp>
            <p:nvSpPr>
              <p:cNvPr id="5110" name="Google Shape;5110;p54"/>
              <p:cNvSpPr txBox="1"/>
              <p:nvPr/>
            </p:nvSpPr>
            <p:spPr>
              <a:xfrm>
                <a:off x="2522761" y="2477319"/>
                <a:ext cx="895972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</p:txBody>
          </p:sp>
          <p:sp>
            <p:nvSpPr>
              <p:cNvPr id="5111" name="Google Shape;5111;p54"/>
              <p:cNvSpPr txBox="1"/>
              <p:nvPr/>
            </p:nvSpPr>
            <p:spPr>
              <a:xfrm>
                <a:off x="2517703" y="2745373"/>
                <a:ext cx="536900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</p:txBody>
          </p:sp>
          <p:sp>
            <p:nvSpPr>
              <p:cNvPr id="5112" name="Google Shape;5112;p54"/>
              <p:cNvSpPr txBox="1"/>
              <p:nvPr/>
            </p:nvSpPr>
            <p:spPr>
              <a:xfrm>
                <a:off x="2518651" y="3343496"/>
                <a:ext cx="707887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link</a:t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3" name="Google Shape;5113;p54"/>
              <p:cNvSpPr txBox="1"/>
              <p:nvPr/>
            </p:nvSpPr>
            <p:spPr>
              <a:xfrm>
                <a:off x="2313797" y="3894219"/>
                <a:ext cx="1391834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Physical</a:t>
                </a:r>
                <a:endParaRPr/>
              </a:p>
            </p:txBody>
          </p:sp>
          <p:cxnSp>
            <p:nvCxnSpPr>
              <p:cNvPr id="5114" name="Google Shape;5114;p54"/>
              <p:cNvCxnSpPr/>
              <p:nvPr/>
            </p:nvCxnSpPr>
            <p:spPr>
              <a:xfrm>
                <a:off x="2164020" y="3929006"/>
                <a:ext cx="122958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15" name="Google Shape;5115;p54"/>
              <p:cNvCxnSpPr/>
              <p:nvPr/>
            </p:nvCxnSpPr>
            <p:spPr>
              <a:xfrm>
                <a:off x="2160462" y="2507722"/>
                <a:ext cx="123313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16" name="Google Shape;5116;p54"/>
              <p:cNvCxnSpPr/>
              <p:nvPr/>
            </p:nvCxnSpPr>
            <p:spPr>
              <a:xfrm>
                <a:off x="2162716" y="2784147"/>
                <a:ext cx="123313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17" name="Google Shape;5117;p54"/>
              <p:cNvCxnSpPr/>
              <p:nvPr/>
            </p:nvCxnSpPr>
            <p:spPr>
              <a:xfrm>
                <a:off x="2164970" y="3060571"/>
                <a:ext cx="123313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118" name="Google Shape;5118;p54"/>
            <p:cNvGrpSpPr/>
            <p:nvPr/>
          </p:nvGrpSpPr>
          <p:grpSpPr>
            <a:xfrm>
              <a:off x="5999294" y="2196792"/>
              <a:ext cx="1545169" cy="2201980"/>
              <a:chOff x="2160462" y="2184682"/>
              <a:chExt cx="1545169" cy="2201980"/>
            </a:xfrm>
          </p:grpSpPr>
          <p:sp>
            <p:nvSpPr>
              <p:cNvPr id="5119" name="Google Shape;5119;p54"/>
              <p:cNvSpPr/>
              <p:nvPr/>
            </p:nvSpPr>
            <p:spPr>
              <a:xfrm>
                <a:off x="2165388" y="2199503"/>
                <a:ext cx="1232156" cy="20174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0" name="Google Shape;5120;p54"/>
              <p:cNvSpPr txBox="1"/>
              <p:nvPr/>
            </p:nvSpPr>
            <p:spPr>
              <a:xfrm>
                <a:off x="2431735" y="2184682"/>
                <a:ext cx="1203748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GTP-U</a:t>
                </a:r>
                <a:endParaRPr/>
              </a:p>
            </p:txBody>
          </p:sp>
          <p:sp>
            <p:nvSpPr>
              <p:cNvPr id="5121" name="Google Shape;5121;p54"/>
              <p:cNvSpPr txBox="1"/>
              <p:nvPr/>
            </p:nvSpPr>
            <p:spPr>
              <a:xfrm>
                <a:off x="2522760" y="2477319"/>
                <a:ext cx="895973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</p:txBody>
          </p:sp>
          <p:sp>
            <p:nvSpPr>
              <p:cNvPr id="5122" name="Google Shape;5122;p54"/>
              <p:cNvSpPr txBox="1"/>
              <p:nvPr/>
            </p:nvSpPr>
            <p:spPr>
              <a:xfrm>
                <a:off x="2517702" y="2745373"/>
                <a:ext cx="536900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</p:txBody>
          </p:sp>
          <p:sp>
            <p:nvSpPr>
              <p:cNvPr id="5123" name="Google Shape;5123;p54"/>
              <p:cNvSpPr txBox="1"/>
              <p:nvPr/>
            </p:nvSpPr>
            <p:spPr>
              <a:xfrm>
                <a:off x="2518652" y="3343496"/>
                <a:ext cx="707887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link</a:t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4" name="Google Shape;5124;p54"/>
              <p:cNvSpPr txBox="1"/>
              <p:nvPr/>
            </p:nvSpPr>
            <p:spPr>
              <a:xfrm>
                <a:off x="2313795" y="3894219"/>
                <a:ext cx="1391836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Physical</a:t>
                </a:r>
                <a:endParaRPr/>
              </a:p>
            </p:txBody>
          </p:sp>
          <p:cxnSp>
            <p:nvCxnSpPr>
              <p:cNvPr id="5125" name="Google Shape;5125;p54"/>
              <p:cNvCxnSpPr/>
              <p:nvPr/>
            </p:nvCxnSpPr>
            <p:spPr>
              <a:xfrm>
                <a:off x="2164020" y="3929006"/>
                <a:ext cx="122958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26" name="Google Shape;5126;p54"/>
              <p:cNvCxnSpPr/>
              <p:nvPr/>
            </p:nvCxnSpPr>
            <p:spPr>
              <a:xfrm>
                <a:off x="2160462" y="2507722"/>
                <a:ext cx="123313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27" name="Google Shape;5127;p54"/>
              <p:cNvCxnSpPr/>
              <p:nvPr/>
            </p:nvCxnSpPr>
            <p:spPr>
              <a:xfrm>
                <a:off x="2162716" y="2784147"/>
                <a:ext cx="123313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28" name="Google Shape;5128;p54"/>
              <p:cNvCxnSpPr/>
              <p:nvPr/>
            </p:nvCxnSpPr>
            <p:spPr>
              <a:xfrm>
                <a:off x="2164970" y="3060571"/>
                <a:ext cx="123313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5129" name="Google Shape;5129;p54"/>
            <p:cNvSpPr/>
            <p:nvPr/>
          </p:nvSpPr>
          <p:spPr>
            <a:xfrm flipH="1">
              <a:off x="4829975" y="4229099"/>
              <a:ext cx="2493026" cy="1100129"/>
            </a:xfrm>
            <a:custGeom>
              <a:rect b="b" l="l" r="r" t="t"/>
              <a:pathLst>
                <a:path extrusionOk="0" h="1466838" w="934860">
                  <a:moveTo>
                    <a:pt x="554728" y="1466838"/>
                  </a:moveTo>
                  <a:cubicBezTo>
                    <a:pt x="385060" y="483829"/>
                    <a:pt x="361886" y="450529"/>
                    <a:pt x="0" y="0"/>
                  </a:cubicBezTo>
                  <a:lnTo>
                    <a:pt x="934860" y="18745"/>
                  </a:lnTo>
                  <a:cubicBezTo>
                    <a:pt x="805671" y="639922"/>
                    <a:pt x="701929" y="740536"/>
                    <a:pt x="691701" y="1453905"/>
                  </a:cubicBezTo>
                  <a:lnTo>
                    <a:pt x="554728" y="1466838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1000">
                  <a:srgbClr val="A5A5A5"/>
                </a:gs>
                <a:gs pos="100000">
                  <a:schemeClr val="lt1"/>
                </a:gs>
              </a:gsLst>
              <a:lin ang="4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30" name="Google Shape;5130;p54"/>
          <p:cNvGrpSpPr/>
          <p:nvPr/>
        </p:nvGrpSpPr>
        <p:grpSpPr>
          <a:xfrm>
            <a:off x="2693496" y="4695348"/>
            <a:ext cx="3324801" cy="431161"/>
            <a:chOff x="5366964" y="5459934"/>
            <a:chExt cx="4476119" cy="574881"/>
          </a:xfrm>
        </p:grpSpPr>
        <p:sp>
          <p:nvSpPr>
            <p:cNvPr id="5131" name="Google Shape;5131;p54"/>
            <p:cNvSpPr/>
            <p:nvPr/>
          </p:nvSpPr>
          <p:spPr>
            <a:xfrm>
              <a:off x="5366964" y="5459934"/>
              <a:ext cx="4476119" cy="574881"/>
            </a:xfrm>
            <a:custGeom>
              <a:rect b="b" l="l" r="r" t="t"/>
              <a:pathLst>
                <a:path extrusionOk="0" h="806768" w="1379141">
                  <a:moveTo>
                    <a:pt x="216608" y="59582"/>
                  </a:moveTo>
                  <a:cubicBezTo>
                    <a:pt x="97984" y="70023"/>
                    <a:pt x="146525" y="65300"/>
                    <a:pt x="112559" y="113979"/>
                  </a:cubicBezTo>
                  <a:cubicBezTo>
                    <a:pt x="78593" y="162658"/>
                    <a:pt x="25373" y="149706"/>
                    <a:pt x="12814" y="351654"/>
                  </a:cubicBezTo>
                  <a:cubicBezTo>
                    <a:pt x="255" y="553602"/>
                    <a:pt x="-21645" y="640069"/>
                    <a:pt x="54984" y="684053"/>
                  </a:cubicBezTo>
                  <a:cubicBezTo>
                    <a:pt x="99551" y="702915"/>
                    <a:pt x="160041" y="781314"/>
                    <a:pt x="348727" y="796830"/>
                  </a:cubicBezTo>
                  <a:cubicBezTo>
                    <a:pt x="812788" y="793482"/>
                    <a:pt x="1165213" y="838487"/>
                    <a:pt x="1270711" y="760661"/>
                  </a:cubicBezTo>
                  <a:cubicBezTo>
                    <a:pt x="1376209" y="682835"/>
                    <a:pt x="1380962" y="491721"/>
                    <a:pt x="1378790" y="329881"/>
                  </a:cubicBezTo>
                  <a:cubicBezTo>
                    <a:pt x="1373459" y="210569"/>
                    <a:pt x="1340858" y="86687"/>
                    <a:pt x="1280844" y="13800"/>
                  </a:cubicBezTo>
                  <a:cubicBezTo>
                    <a:pt x="1177821" y="-34285"/>
                    <a:pt x="885108" y="59362"/>
                    <a:pt x="824303" y="51331"/>
                  </a:cubicBezTo>
                  <a:cubicBezTo>
                    <a:pt x="701546" y="58788"/>
                    <a:pt x="335232" y="49141"/>
                    <a:pt x="216608" y="5958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132" name="Google Shape;5132;p54"/>
            <p:cNvCxnSpPr>
              <a:stCxn id="5133" idx="0"/>
            </p:cNvCxnSpPr>
            <p:nvPr/>
          </p:nvCxnSpPr>
          <p:spPr>
            <a:xfrm rot="10800000">
              <a:off x="8591309" y="5631871"/>
              <a:ext cx="66600" cy="25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34" name="Google Shape;5134;p54"/>
            <p:cNvCxnSpPr>
              <a:stCxn id="5135" idx="9"/>
            </p:cNvCxnSpPr>
            <p:nvPr/>
          </p:nvCxnSpPr>
          <p:spPr>
            <a:xfrm>
              <a:off x="8270073" y="5586838"/>
              <a:ext cx="387300" cy="32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36" name="Google Shape;5136;p54"/>
            <p:cNvCxnSpPr>
              <a:stCxn id="5135" idx="2"/>
            </p:cNvCxnSpPr>
            <p:nvPr/>
          </p:nvCxnSpPr>
          <p:spPr>
            <a:xfrm>
              <a:off x="8269779" y="5582623"/>
              <a:ext cx="334500" cy="4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37" name="Google Shape;5137;p54"/>
            <p:cNvCxnSpPr>
              <a:endCxn id="5138" idx="2"/>
            </p:cNvCxnSpPr>
            <p:nvPr/>
          </p:nvCxnSpPr>
          <p:spPr>
            <a:xfrm>
              <a:off x="8289329" y="5888859"/>
              <a:ext cx="368100" cy="31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39" name="Google Shape;5139;p54"/>
            <p:cNvCxnSpPr>
              <a:stCxn id="5140" idx="4"/>
              <a:endCxn id="5141" idx="2"/>
            </p:cNvCxnSpPr>
            <p:nvPr/>
          </p:nvCxnSpPr>
          <p:spPr>
            <a:xfrm flipH="1">
              <a:off x="8269746" y="5614796"/>
              <a:ext cx="600" cy="248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42" name="Google Shape;5142;p54"/>
            <p:cNvCxnSpPr/>
            <p:nvPr/>
          </p:nvCxnSpPr>
          <p:spPr>
            <a:xfrm flipH="1" rot="10800000">
              <a:off x="8289330" y="5631766"/>
              <a:ext cx="317903" cy="2570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143" name="Google Shape;5143;p54"/>
            <p:cNvGrpSpPr/>
            <p:nvPr/>
          </p:nvGrpSpPr>
          <p:grpSpPr>
            <a:xfrm>
              <a:off x="8178961" y="5824636"/>
              <a:ext cx="182938" cy="111323"/>
              <a:chOff x="7493876" y="2774731"/>
              <a:chExt cx="1481958" cy="894622"/>
            </a:xfrm>
          </p:grpSpPr>
          <p:sp>
            <p:nvSpPr>
              <p:cNvPr id="5144" name="Google Shape;5144;p5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145" name="Google Shape;5145;p5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146" name="Google Shape;5146;p5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147" name="Google Shape;5147;p5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48" name="Google Shape;5148;p5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49" name="Google Shape;5149;p5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41" name="Google Shape;5141;p5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50" name="Google Shape;5150;p54"/>
            <p:cNvGrpSpPr/>
            <p:nvPr/>
          </p:nvGrpSpPr>
          <p:grpSpPr>
            <a:xfrm>
              <a:off x="8182762" y="5545189"/>
              <a:ext cx="175179" cy="107525"/>
              <a:chOff x="7493876" y="2774731"/>
              <a:chExt cx="1481958" cy="894622"/>
            </a:xfrm>
          </p:grpSpPr>
          <p:sp>
            <p:nvSpPr>
              <p:cNvPr id="5151" name="Google Shape;5151;p5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140" name="Google Shape;5140;p5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152" name="Google Shape;5152;p5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153" name="Google Shape;5153;p5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54" name="Google Shape;5154;p5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55" name="Google Shape;5155;p5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5" name="Google Shape;5135;p5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56" name="Google Shape;5156;p54"/>
            <p:cNvGrpSpPr/>
            <p:nvPr/>
          </p:nvGrpSpPr>
          <p:grpSpPr>
            <a:xfrm>
              <a:off x="8515547" y="5580583"/>
              <a:ext cx="175179" cy="107525"/>
              <a:chOff x="7493876" y="2774731"/>
              <a:chExt cx="1481958" cy="894622"/>
            </a:xfrm>
          </p:grpSpPr>
          <p:sp>
            <p:nvSpPr>
              <p:cNvPr id="5157" name="Google Shape;5157;p5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158" name="Google Shape;5158;p5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159" name="Google Shape;5159;p5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160" name="Google Shape;5160;p5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1" name="Google Shape;5161;p5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2" name="Google Shape;5162;p5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3" name="Google Shape;5163;p5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64" name="Google Shape;5164;p54"/>
            <p:cNvGrpSpPr/>
            <p:nvPr/>
          </p:nvGrpSpPr>
          <p:grpSpPr>
            <a:xfrm>
              <a:off x="8570325" y="5882671"/>
              <a:ext cx="175179" cy="107525"/>
              <a:chOff x="7493876" y="2774731"/>
              <a:chExt cx="1481958" cy="894622"/>
            </a:xfrm>
          </p:grpSpPr>
          <p:sp>
            <p:nvSpPr>
              <p:cNvPr id="5165" name="Google Shape;5165;p5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133" name="Google Shape;5133;p5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166" name="Google Shape;5166;p5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167" name="Google Shape;5167;p5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8" name="Google Shape;5168;p5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9" name="Google Shape;5169;p5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8" name="Google Shape;5138;p5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5170" name="Google Shape;5170;p54"/>
          <p:cNvGrpSpPr/>
          <p:nvPr/>
        </p:nvGrpSpPr>
        <p:grpSpPr>
          <a:xfrm>
            <a:off x="2920692" y="4772096"/>
            <a:ext cx="749096" cy="333755"/>
            <a:chOff x="4332883" y="5571655"/>
            <a:chExt cx="998795" cy="445007"/>
          </a:xfrm>
        </p:grpSpPr>
        <p:cxnSp>
          <p:nvCxnSpPr>
            <p:cNvPr id="5171" name="Google Shape;5171;p54"/>
            <p:cNvCxnSpPr>
              <a:stCxn id="5172" idx="0"/>
            </p:cNvCxnSpPr>
            <p:nvPr/>
          </p:nvCxnSpPr>
          <p:spPr>
            <a:xfrm rot="10800000">
              <a:off x="4745231" y="5658337"/>
              <a:ext cx="66600" cy="25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73" name="Google Shape;5173;p54"/>
            <p:cNvCxnSpPr/>
            <p:nvPr/>
          </p:nvCxnSpPr>
          <p:spPr>
            <a:xfrm>
              <a:off x="4753706" y="5653287"/>
              <a:ext cx="299692" cy="1423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74" name="Google Shape;5174;p54"/>
            <p:cNvCxnSpPr/>
            <p:nvPr/>
          </p:nvCxnSpPr>
          <p:spPr>
            <a:xfrm flipH="1" rot="10800000">
              <a:off x="5053398" y="5718444"/>
              <a:ext cx="231278" cy="772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75" name="Google Shape;5175;p54"/>
            <p:cNvCxnSpPr>
              <a:stCxn id="5176" idx="9"/>
            </p:cNvCxnSpPr>
            <p:nvPr/>
          </p:nvCxnSpPr>
          <p:spPr>
            <a:xfrm>
              <a:off x="4423995" y="5613304"/>
              <a:ext cx="387300" cy="32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77" name="Google Shape;5177;p54"/>
            <p:cNvCxnSpPr>
              <a:stCxn id="5176" idx="2"/>
            </p:cNvCxnSpPr>
            <p:nvPr/>
          </p:nvCxnSpPr>
          <p:spPr>
            <a:xfrm>
              <a:off x="4423701" y="5609089"/>
              <a:ext cx="334500" cy="4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78" name="Google Shape;5178;p54"/>
            <p:cNvCxnSpPr/>
            <p:nvPr/>
          </p:nvCxnSpPr>
          <p:spPr>
            <a:xfrm>
              <a:off x="4753706" y="5658231"/>
              <a:ext cx="530161" cy="437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79" name="Google Shape;5179;p54"/>
            <p:cNvCxnSpPr>
              <a:stCxn id="5180" idx="2"/>
            </p:cNvCxnSpPr>
            <p:nvPr/>
          </p:nvCxnSpPr>
          <p:spPr>
            <a:xfrm flipH="1" rot="10800000">
              <a:off x="4811264" y="5795671"/>
              <a:ext cx="242100" cy="15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81" name="Google Shape;5181;p54"/>
            <p:cNvCxnSpPr>
              <a:endCxn id="5180" idx="2"/>
            </p:cNvCxnSpPr>
            <p:nvPr/>
          </p:nvCxnSpPr>
          <p:spPr>
            <a:xfrm>
              <a:off x="4443251" y="5915325"/>
              <a:ext cx="368100" cy="31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82" name="Google Shape;5182;p54"/>
            <p:cNvCxnSpPr>
              <a:stCxn id="5183" idx="4"/>
              <a:endCxn id="5184" idx="2"/>
            </p:cNvCxnSpPr>
            <p:nvPr/>
          </p:nvCxnSpPr>
          <p:spPr>
            <a:xfrm flipH="1">
              <a:off x="4423668" y="5641262"/>
              <a:ext cx="600" cy="248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85" name="Google Shape;5185;p54"/>
            <p:cNvCxnSpPr/>
            <p:nvPr/>
          </p:nvCxnSpPr>
          <p:spPr>
            <a:xfrm flipH="1" rot="10800000">
              <a:off x="4443252" y="5658232"/>
              <a:ext cx="317903" cy="2570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186" name="Google Shape;5186;p54"/>
            <p:cNvGrpSpPr/>
            <p:nvPr/>
          </p:nvGrpSpPr>
          <p:grpSpPr>
            <a:xfrm>
              <a:off x="4332883" y="5851102"/>
              <a:ext cx="182938" cy="111323"/>
              <a:chOff x="7493876" y="2774731"/>
              <a:chExt cx="1481958" cy="894622"/>
            </a:xfrm>
          </p:grpSpPr>
          <p:sp>
            <p:nvSpPr>
              <p:cNvPr id="5187" name="Google Shape;5187;p5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188" name="Google Shape;5188;p5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189" name="Google Shape;5189;p5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190" name="Google Shape;5190;p5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1" name="Google Shape;5191;p5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2" name="Google Shape;5192;p5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4" name="Google Shape;5184;p5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93" name="Google Shape;5193;p54"/>
            <p:cNvGrpSpPr/>
            <p:nvPr/>
          </p:nvGrpSpPr>
          <p:grpSpPr>
            <a:xfrm>
              <a:off x="4336684" y="5571655"/>
              <a:ext cx="175179" cy="107525"/>
              <a:chOff x="7493876" y="2774731"/>
              <a:chExt cx="1481958" cy="894622"/>
            </a:xfrm>
          </p:grpSpPr>
          <p:sp>
            <p:nvSpPr>
              <p:cNvPr id="5194" name="Google Shape;5194;p5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183" name="Google Shape;5183;p5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195" name="Google Shape;5195;p5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196" name="Google Shape;5196;p5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7" name="Google Shape;5197;p5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8" name="Google Shape;5198;p5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6" name="Google Shape;5176;p5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99" name="Google Shape;5199;p54"/>
            <p:cNvGrpSpPr/>
            <p:nvPr/>
          </p:nvGrpSpPr>
          <p:grpSpPr>
            <a:xfrm>
              <a:off x="4669469" y="5607049"/>
              <a:ext cx="175179" cy="107525"/>
              <a:chOff x="7493876" y="2774731"/>
              <a:chExt cx="1481958" cy="894622"/>
            </a:xfrm>
          </p:grpSpPr>
          <p:sp>
            <p:nvSpPr>
              <p:cNvPr id="5200" name="Google Shape;5200;p5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201" name="Google Shape;5201;p5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202" name="Google Shape;5202;p5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203" name="Google Shape;5203;p5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4" name="Google Shape;5204;p5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5" name="Google Shape;5205;p5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6" name="Google Shape;5206;p5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07" name="Google Shape;5207;p54"/>
            <p:cNvGrpSpPr/>
            <p:nvPr/>
          </p:nvGrpSpPr>
          <p:grpSpPr>
            <a:xfrm>
              <a:off x="4724247" y="5909137"/>
              <a:ext cx="175179" cy="107525"/>
              <a:chOff x="7493876" y="2774731"/>
              <a:chExt cx="1481958" cy="894622"/>
            </a:xfrm>
          </p:grpSpPr>
          <p:sp>
            <p:nvSpPr>
              <p:cNvPr id="5208" name="Google Shape;5208;p5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172" name="Google Shape;5172;p5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209" name="Google Shape;5209;p5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210" name="Google Shape;5210;p5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11" name="Google Shape;5211;p5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12" name="Google Shape;5212;p5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0" name="Google Shape;5180;p5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13" name="Google Shape;5213;p54"/>
            <p:cNvGrpSpPr/>
            <p:nvPr/>
          </p:nvGrpSpPr>
          <p:grpSpPr>
            <a:xfrm>
              <a:off x="5156499" y="5631997"/>
              <a:ext cx="175179" cy="107525"/>
              <a:chOff x="7493876" y="2774731"/>
              <a:chExt cx="1481958" cy="894622"/>
            </a:xfrm>
          </p:grpSpPr>
          <p:sp>
            <p:nvSpPr>
              <p:cNvPr id="5214" name="Google Shape;5214;p5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215" name="Google Shape;5215;p5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216" name="Google Shape;5216;p5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217" name="Google Shape;5217;p5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18" name="Google Shape;5218;p5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19" name="Google Shape;5219;p5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0" name="Google Shape;5220;p5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21" name="Google Shape;5221;p54"/>
            <p:cNvGrpSpPr/>
            <p:nvPr/>
          </p:nvGrpSpPr>
          <p:grpSpPr>
            <a:xfrm>
              <a:off x="4944983" y="5749145"/>
              <a:ext cx="175179" cy="107525"/>
              <a:chOff x="7493876" y="2774731"/>
              <a:chExt cx="1481958" cy="894622"/>
            </a:xfrm>
          </p:grpSpPr>
          <p:sp>
            <p:nvSpPr>
              <p:cNvPr id="5222" name="Google Shape;5222;p5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223" name="Google Shape;5223;p5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224" name="Google Shape;5224;p5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225" name="Google Shape;5225;p5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6" name="Google Shape;5226;p5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7" name="Google Shape;5227;p5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8" name="Google Shape;5228;p5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5229" name="Google Shape;5229;p54"/>
          <p:cNvGrpSpPr/>
          <p:nvPr/>
        </p:nvGrpSpPr>
        <p:grpSpPr>
          <a:xfrm>
            <a:off x="1997837" y="4161469"/>
            <a:ext cx="593126" cy="885032"/>
            <a:chOff x="5970432" y="1629202"/>
            <a:chExt cx="888604" cy="1197664"/>
          </a:xfrm>
        </p:grpSpPr>
        <p:grpSp>
          <p:nvGrpSpPr>
            <p:cNvPr id="5230" name="Google Shape;5230;p54"/>
            <p:cNvGrpSpPr/>
            <p:nvPr/>
          </p:nvGrpSpPr>
          <p:grpSpPr>
            <a:xfrm>
              <a:off x="5970432" y="1629202"/>
              <a:ext cx="466245" cy="924931"/>
              <a:chOff x="6476205" y="1307523"/>
              <a:chExt cx="466245" cy="924931"/>
            </a:xfrm>
          </p:grpSpPr>
          <p:grpSp>
            <p:nvGrpSpPr>
              <p:cNvPr id="5231" name="Google Shape;5231;p54"/>
              <p:cNvGrpSpPr/>
              <p:nvPr/>
            </p:nvGrpSpPr>
            <p:grpSpPr>
              <a:xfrm>
                <a:off x="6476205" y="1307523"/>
                <a:ext cx="466245" cy="392290"/>
                <a:chOff x="2920" y="1445"/>
                <a:chExt cx="326" cy="289"/>
              </a:xfrm>
            </p:grpSpPr>
            <p:sp>
              <p:nvSpPr>
                <p:cNvPr id="5232" name="Google Shape;5232;p54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233" name="Google Shape;5233;p54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5234" name="Google Shape;5234;p54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35" name="Google Shape;5235;p54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36" name="Google Shape;5236;p54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37" name="Google Shape;5237;p54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5238" name="Google Shape;5238;p54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5239" name="Google Shape;5239;p54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40" name="Google Shape;5240;p54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41" name="Google Shape;5241;p54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42" name="Google Shape;5242;p54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43" name="Google Shape;5243;p54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44" name="Google Shape;5244;p54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45" name="Google Shape;5245;p54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46" name="Google Shape;5246;p54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47" name="Google Shape;5247;p54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48" name="Google Shape;5248;p54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49" name="Google Shape;5249;p54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50" name="Google Shape;5250;p54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51" name="Google Shape;5251;p54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52" name="Google Shape;5252;p54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53" name="Google Shape;5253;p54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5254" name="Google Shape;5254;p54"/>
            <p:cNvGrpSpPr/>
            <p:nvPr/>
          </p:nvGrpSpPr>
          <p:grpSpPr>
            <a:xfrm>
              <a:off x="6091888" y="2409568"/>
              <a:ext cx="767148" cy="417298"/>
              <a:chOff x="1503784" y="3006600"/>
              <a:chExt cx="1771786" cy="957087"/>
            </a:xfrm>
          </p:grpSpPr>
          <p:grpSp>
            <p:nvGrpSpPr>
              <p:cNvPr id="5255" name="Google Shape;5255;p54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5256" name="Google Shape;5256;p54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257" name="Google Shape;5257;p54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5258" name="Google Shape;5258;p54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5259" name="Google Shape;5259;p54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5260" name="Google Shape;5260;p54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61" name="Google Shape;5261;p54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262" name="Google Shape;5262;p54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5263" name="Google Shape;5263;p54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64" name="Google Shape;5264;p54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265" name="Google Shape;5265;p54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6" name="Google Shape;5266;p54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7" name="Google Shape;5267;p54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8" name="Google Shape;5268;p54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9" name="Google Shape;5269;p54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0" name="Google Shape;5270;p54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271" name="Google Shape;5271;p54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5272" name="Google Shape;5272;p54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73" name="Google Shape;5273;p54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74" name="Google Shape;5274;p54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75" name="Google Shape;5275;p54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276" name="Google Shape;5276;p54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7" name="Google Shape;5277;p54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5278" name="Google Shape;5278;p54"/>
          <p:cNvGrpSpPr/>
          <p:nvPr/>
        </p:nvGrpSpPr>
        <p:grpSpPr>
          <a:xfrm>
            <a:off x="4033709" y="4728004"/>
            <a:ext cx="521232" cy="345397"/>
            <a:chOff x="7493876" y="2774731"/>
            <a:chExt cx="1481958" cy="894622"/>
          </a:xfrm>
        </p:grpSpPr>
        <p:sp>
          <p:nvSpPr>
            <p:cNvPr id="5279" name="Google Shape;5279;p5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280" name="Google Shape;5280;p5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281" name="Google Shape;5281;p5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82" name="Google Shape;5282;p5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3" name="Google Shape;5283;p5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4" name="Google Shape;5284;p5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5" name="Google Shape;5285;p5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86" name="Google Shape;5286;p54"/>
          <p:cNvGrpSpPr/>
          <p:nvPr/>
        </p:nvGrpSpPr>
        <p:grpSpPr>
          <a:xfrm>
            <a:off x="5399132" y="4721826"/>
            <a:ext cx="521232" cy="345397"/>
            <a:chOff x="7493876" y="2774731"/>
            <a:chExt cx="1481958" cy="894622"/>
          </a:xfrm>
        </p:grpSpPr>
        <p:sp>
          <p:nvSpPr>
            <p:cNvPr id="5287" name="Google Shape;5287;p5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288" name="Google Shape;5288;p5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289" name="Google Shape;5289;p5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90" name="Google Shape;5290;p5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1" name="Google Shape;5291;p5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2" name="Google Shape;5292;p5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3" name="Google Shape;5293;p5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294" name="Google Shape;5294;p54"/>
          <p:cNvCxnSpPr/>
          <p:nvPr/>
        </p:nvCxnSpPr>
        <p:spPr>
          <a:xfrm>
            <a:off x="1228725" y="4897985"/>
            <a:ext cx="838432" cy="0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295" name="Google Shape;5295;p54"/>
          <p:cNvSpPr txBox="1"/>
          <p:nvPr/>
        </p:nvSpPr>
        <p:spPr>
          <a:xfrm>
            <a:off x="5433331" y="5053230"/>
            <a:ext cx="5725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endParaRPr/>
          </a:p>
        </p:txBody>
      </p:sp>
      <p:sp>
        <p:nvSpPr>
          <p:cNvPr id="5296" name="Google Shape;5296;p54"/>
          <p:cNvSpPr txBox="1"/>
          <p:nvPr/>
        </p:nvSpPr>
        <p:spPr>
          <a:xfrm>
            <a:off x="4064918" y="5070760"/>
            <a:ext cx="5652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endParaRPr/>
          </a:p>
        </p:txBody>
      </p:sp>
      <p:pic>
        <p:nvPicPr>
          <p:cNvPr id="5297" name="Google Shape;529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1502" y="4816196"/>
            <a:ext cx="1131704" cy="1554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98" name="Google Shape;5298;p54"/>
          <p:cNvCxnSpPr/>
          <p:nvPr/>
        </p:nvCxnSpPr>
        <p:spPr>
          <a:xfrm flipH="1">
            <a:off x="2603600" y="4893921"/>
            <a:ext cx="161024" cy="5702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99" name="Google Shape;5299;p54"/>
          <p:cNvCxnSpPr/>
          <p:nvPr/>
        </p:nvCxnSpPr>
        <p:spPr>
          <a:xfrm>
            <a:off x="5071220" y="4893920"/>
            <a:ext cx="298048" cy="0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5300" name="Google Shape;530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9212" y="4821899"/>
            <a:ext cx="612541" cy="1554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01" name="Google Shape;5301;p54"/>
          <p:cNvCxnSpPr/>
          <p:nvPr/>
        </p:nvCxnSpPr>
        <p:spPr>
          <a:xfrm flipH="1">
            <a:off x="4564340" y="4899624"/>
            <a:ext cx="104810" cy="5702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5302" name="Google Shape;5302;p54"/>
          <p:cNvGrpSpPr/>
          <p:nvPr/>
        </p:nvGrpSpPr>
        <p:grpSpPr>
          <a:xfrm>
            <a:off x="728102" y="4609683"/>
            <a:ext cx="550055" cy="495205"/>
            <a:chOff x="2751" y="1851"/>
            <a:chExt cx="462" cy="478"/>
          </a:xfrm>
        </p:grpSpPr>
        <p:pic>
          <p:nvPicPr>
            <p:cNvPr descr="iphone_stylized_small" id="5303" name="Google Shape;5303;p5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304" name="Google Shape;5304;p5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05" name="Google Shape;5305;p54"/>
          <p:cNvSpPr/>
          <p:nvPr/>
        </p:nvSpPr>
        <p:spPr>
          <a:xfrm>
            <a:off x="663404" y="4555009"/>
            <a:ext cx="1014027" cy="593125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6" name="Google Shape;5306;p54"/>
          <p:cNvSpPr txBox="1"/>
          <p:nvPr/>
        </p:nvSpPr>
        <p:spPr>
          <a:xfrm>
            <a:off x="1947892" y="5071600"/>
            <a:ext cx="958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7" name="Google Shape;5307;p54"/>
          <p:cNvSpPr/>
          <p:nvPr/>
        </p:nvSpPr>
        <p:spPr>
          <a:xfrm>
            <a:off x="1677430" y="4851572"/>
            <a:ext cx="417041" cy="111211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endParaRPr/>
          </a:p>
        </p:txBody>
      </p:sp>
      <p:grpSp>
        <p:nvGrpSpPr>
          <p:cNvPr id="5308" name="Google Shape;5308;p54"/>
          <p:cNvGrpSpPr/>
          <p:nvPr/>
        </p:nvGrpSpPr>
        <p:grpSpPr>
          <a:xfrm>
            <a:off x="2326160" y="2701497"/>
            <a:ext cx="2196413" cy="2192424"/>
            <a:chOff x="2987392" y="2753884"/>
            <a:chExt cx="2351943" cy="2628343"/>
          </a:xfrm>
        </p:grpSpPr>
        <p:cxnSp>
          <p:nvCxnSpPr>
            <p:cNvPr id="5309" name="Google Shape;5309;p54"/>
            <p:cNvCxnSpPr/>
            <p:nvPr/>
          </p:nvCxnSpPr>
          <p:spPr>
            <a:xfrm>
              <a:off x="4574350" y="5382227"/>
              <a:ext cx="764985" cy="0"/>
            </a:xfrm>
            <a:prstGeom prst="straightConnector1">
              <a:avLst/>
            </a:prstGeom>
            <a:noFill/>
            <a:ln cap="flat" cmpd="sng" w="19050">
              <a:solidFill>
                <a:srgbClr val="011199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310" name="Google Shape;5310;p54"/>
            <p:cNvSpPr/>
            <p:nvPr/>
          </p:nvSpPr>
          <p:spPr>
            <a:xfrm>
              <a:off x="2990334" y="2792627"/>
              <a:ext cx="210066" cy="24960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55000">
                  <a:schemeClr val="lt1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1" name="Google Shape;5311;p54"/>
            <p:cNvSpPr/>
            <p:nvPr/>
          </p:nvSpPr>
          <p:spPr>
            <a:xfrm>
              <a:off x="2995166" y="2753884"/>
              <a:ext cx="189068" cy="89378"/>
            </a:xfrm>
            <a:prstGeom prst="ellipse">
              <a:avLst/>
            </a:prstGeom>
            <a:gradFill>
              <a:gsLst>
                <a:gs pos="0">
                  <a:srgbClr val="C00000"/>
                </a:gs>
                <a:gs pos="55000">
                  <a:schemeClr val="lt1"/>
                </a:gs>
                <a:gs pos="100000">
                  <a:srgbClr val="C00000"/>
                </a:gs>
              </a:gsLst>
              <a:lin ang="0" scaled="0"/>
            </a:gra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2" name="Google Shape;5312;p54"/>
            <p:cNvSpPr/>
            <p:nvPr/>
          </p:nvSpPr>
          <p:spPr>
            <a:xfrm>
              <a:off x="5067300" y="2846173"/>
              <a:ext cx="210066" cy="24960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55000">
                  <a:schemeClr val="lt1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3" name="Google Shape;5313;p54"/>
            <p:cNvSpPr/>
            <p:nvPr/>
          </p:nvSpPr>
          <p:spPr>
            <a:xfrm>
              <a:off x="5072132" y="2807430"/>
              <a:ext cx="189068" cy="89378"/>
            </a:xfrm>
            <a:prstGeom prst="ellipse">
              <a:avLst/>
            </a:prstGeom>
            <a:gradFill>
              <a:gsLst>
                <a:gs pos="0">
                  <a:srgbClr val="C00000"/>
                </a:gs>
                <a:gs pos="55000">
                  <a:schemeClr val="lt1"/>
                </a:gs>
                <a:gs pos="100000">
                  <a:srgbClr val="C00000"/>
                </a:gs>
              </a:gsLst>
              <a:lin ang="0" scaled="0"/>
            </a:gra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4" name="Google Shape;5314;p54"/>
            <p:cNvSpPr/>
            <p:nvPr/>
          </p:nvSpPr>
          <p:spPr>
            <a:xfrm rot="5400000">
              <a:off x="4019036" y="4082879"/>
              <a:ext cx="236838" cy="2277761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55000">
                  <a:schemeClr val="lt1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15" name="Google Shape;5315;p54"/>
            <p:cNvGrpSpPr/>
            <p:nvPr/>
          </p:nvGrpSpPr>
          <p:grpSpPr>
            <a:xfrm>
              <a:off x="5060792" y="5100747"/>
              <a:ext cx="223781" cy="248981"/>
              <a:chOff x="5064046" y="5090985"/>
              <a:chExt cx="223781" cy="248981"/>
            </a:xfrm>
          </p:grpSpPr>
          <p:sp>
            <p:nvSpPr>
              <p:cNvPr id="5316" name="Google Shape;5316;p54"/>
              <p:cNvSpPr/>
              <p:nvPr/>
            </p:nvSpPr>
            <p:spPr>
              <a:xfrm>
                <a:off x="5064046" y="5090985"/>
                <a:ext cx="217273" cy="248981"/>
              </a:xfrm>
              <a:prstGeom prst="rect">
                <a:avLst/>
              </a:prstGeom>
              <a:gradFill>
                <a:gsLst>
                  <a:gs pos="0">
                    <a:srgbClr val="C00000">
                      <a:alpha val="0"/>
                    </a:srgbClr>
                  </a:gs>
                  <a:gs pos="55000">
                    <a:srgbClr val="FFFFFF">
                      <a:alpha val="196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7" name="Google Shape;5317;p54"/>
              <p:cNvSpPr/>
              <p:nvPr/>
            </p:nvSpPr>
            <p:spPr>
              <a:xfrm>
                <a:off x="5070554" y="5092655"/>
                <a:ext cx="217273" cy="97624"/>
              </a:xfrm>
              <a:prstGeom prst="rect">
                <a:avLst/>
              </a:prstGeom>
              <a:gradFill>
                <a:gsLst>
                  <a:gs pos="0">
                    <a:srgbClr val="C00000">
                      <a:alpha val="0"/>
                    </a:srgbClr>
                  </a:gs>
                  <a:gs pos="39000">
                    <a:srgbClr val="FFFFFF">
                      <a:alpha val="85882"/>
                    </a:srgbClr>
                  </a:gs>
                  <a:gs pos="54000">
                    <a:schemeClr val="lt1"/>
                  </a:gs>
                  <a:gs pos="67000">
                    <a:srgbClr val="FFFFFF">
                      <a:alpha val="77647"/>
                    </a:srgbClr>
                  </a:gs>
                  <a:gs pos="100000">
                    <a:srgbClr val="C00000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18" name="Google Shape;5318;p54"/>
            <p:cNvGrpSpPr/>
            <p:nvPr/>
          </p:nvGrpSpPr>
          <p:grpSpPr>
            <a:xfrm flipH="1">
              <a:off x="2987392" y="5100205"/>
              <a:ext cx="223781" cy="248981"/>
              <a:chOff x="5064046" y="5090985"/>
              <a:chExt cx="223781" cy="248981"/>
            </a:xfrm>
          </p:grpSpPr>
          <p:sp>
            <p:nvSpPr>
              <p:cNvPr id="5319" name="Google Shape;5319;p54"/>
              <p:cNvSpPr/>
              <p:nvPr/>
            </p:nvSpPr>
            <p:spPr>
              <a:xfrm>
                <a:off x="5064046" y="5090985"/>
                <a:ext cx="217273" cy="248981"/>
              </a:xfrm>
              <a:prstGeom prst="rect">
                <a:avLst/>
              </a:prstGeom>
              <a:gradFill>
                <a:gsLst>
                  <a:gs pos="0">
                    <a:srgbClr val="C00000">
                      <a:alpha val="0"/>
                    </a:srgbClr>
                  </a:gs>
                  <a:gs pos="55000">
                    <a:srgbClr val="FFFFFF">
                      <a:alpha val="196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0" name="Google Shape;5320;p54"/>
              <p:cNvSpPr/>
              <p:nvPr/>
            </p:nvSpPr>
            <p:spPr>
              <a:xfrm>
                <a:off x="5070554" y="5092655"/>
                <a:ext cx="217273" cy="97624"/>
              </a:xfrm>
              <a:prstGeom prst="rect">
                <a:avLst/>
              </a:prstGeom>
              <a:gradFill>
                <a:gsLst>
                  <a:gs pos="0">
                    <a:srgbClr val="C00000">
                      <a:alpha val="0"/>
                    </a:srgbClr>
                  </a:gs>
                  <a:gs pos="39000">
                    <a:srgbClr val="FFFFFF">
                      <a:alpha val="85882"/>
                    </a:srgbClr>
                  </a:gs>
                  <a:gs pos="54000">
                    <a:schemeClr val="lt1"/>
                  </a:gs>
                  <a:gs pos="67000">
                    <a:srgbClr val="FFFFFF">
                      <a:alpha val="77647"/>
                    </a:srgbClr>
                  </a:gs>
                  <a:gs pos="100000">
                    <a:srgbClr val="C00000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321" name="Google Shape;5321;p54"/>
          <p:cNvSpPr/>
          <p:nvPr/>
        </p:nvSpPr>
        <p:spPr>
          <a:xfrm>
            <a:off x="6125862" y="1957614"/>
            <a:ext cx="2817340" cy="3857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tunneling:</a:t>
            </a:r>
            <a:endParaRPr/>
          </a:p>
          <a:p>
            <a:pPr indent="-257175" lvl="0" marL="302419" marR="0" rtl="0" algn="l"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datagram encapsulated using GPRS Tunneling Protocol (GTP), sent inside UDP datagram to S-GW</a:t>
            </a:r>
            <a:endParaRPr/>
          </a:p>
          <a:p>
            <a:pPr indent="-257175" lvl="0" marL="302419" marR="0" rtl="0" algn="l"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S-GW re-tunnels datagrams to P-GW</a:t>
            </a:r>
            <a:endParaRPr/>
          </a:p>
          <a:p>
            <a:pPr indent="-257175" lvl="0" marL="302419" marR="0" rtl="0" algn="l"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supporting mobility: only tunneling endpoints change when mobile user moves</a:t>
            </a:r>
            <a:endParaRPr/>
          </a:p>
          <a:p>
            <a:pPr indent="-257175" lvl="0" marL="257175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descr="Puzzle" id="5322" name="Google Shape;5322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653558">
            <a:off x="8348513" y="38024"/>
            <a:ext cx="603250" cy="6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23" name="Google Shape;5323;p54"/>
          <p:cNvSpPr/>
          <p:nvPr/>
        </p:nvSpPr>
        <p:spPr>
          <a:xfrm>
            <a:off x="7263940" y="495583"/>
            <a:ext cx="1789569" cy="5989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Slide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7" name="Shape 5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8" name="Google Shape;5328;p55"/>
          <p:cNvSpPr/>
          <p:nvPr/>
        </p:nvSpPr>
        <p:spPr>
          <a:xfrm>
            <a:off x="331788" y="230188"/>
            <a:ext cx="786254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Radio+Tunneling:  UE – eNodeB – PGW</a:t>
            </a:r>
            <a:endParaRPr/>
          </a:p>
        </p:txBody>
      </p:sp>
      <p:pic>
        <p:nvPicPr>
          <p:cNvPr descr="underline_base" id="5329" name="Google Shape;532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463" y="813106"/>
            <a:ext cx="7907337" cy="229048"/>
          </a:xfrm>
          <a:prstGeom prst="rect">
            <a:avLst/>
          </a:prstGeom>
          <a:noFill/>
          <a:ln>
            <a:noFill/>
          </a:ln>
        </p:spPr>
      </p:pic>
      <p:sp>
        <p:nvSpPr>
          <p:cNvPr id="5330" name="Google Shape;5330;p55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31" name="Google Shape;5331;p55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pic>
        <p:nvPicPr>
          <p:cNvPr id="5332" name="Google Shape;5332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179901"/>
            <a:ext cx="9144000" cy="3614229"/>
          </a:xfrm>
          <a:prstGeom prst="rect">
            <a:avLst/>
          </a:prstGeom>
          <a:noFill/>
          <a:ln>
            <a:noFill/>
          </a:ln>
        </p:spPr>
      </p:pic>
      <p:sp>
        <p:nvSpPr>
          <p:cNvPr id="5333" name="Google Shape;5333;p55"/>
          <p:cNvSpPr/>
          <p:nvPr/>
        </p:nvSpPr>
        <p:spPr>
          <a:xfrm>
            <a:off x="138646" y="4091635"/>
            <a:ext cx="2908873" cy="2212588"/>
          </a:xfrm>
          <a:custGeom>
            <a:rect b="b" l="l" r="r" t="t"/>
            <a:pathLst>
              <a:path extrusionOk="0" h="2212588" w="2908873">
                <a:moveTo>
                  <a:pt x="0" y="0"/>
                </a:moveTo>
                <a:lnTo>
                  <a:pt x="1597832" y="0"/>
                </a:lnTo>
                <a:lnTo>
                  <a:pt x="2888388" y="307304"/>
                </a:lnTo>
                <a:lnTo>
                  <a:pt x="2908873" y="2192101"/>
                </a:lnTo>
                <a:lnTo>
                  <a:pt x="0" y="2212588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4" name="Google Shape;5334;p55"/>
          <p:cNvSpPr/>
          <p:nvPr/>
        </p:nvSpPr>
        <p:spPr>
          <a:xfrm>
            <a:off x="3586343" y="4412292"/>
            <a:ext cx="1659287" cy="1488412"/>
          </a:xfrm>
          <a:custGeom>
            <a:rect b="b" l="l" r="r" t="t"/>
            <a:pathLst>
              <a:path extrusionOk="0" h="1488412" w="1659287">
                <a:moveTo>
                  <a:pt x="0" y="54327"/>
                </a:moveTo>
                <a:lnTo>
                  <a:pt x="20485" y="1488412"/>
                </a:lnTo>
                <a:lnTo>
                  <a:pt x="1659287" y="1475059"/>
                </a:lnTo>
                <a:cubicBezTo>
                  <a:pt x="1655450" y="983373"/>
                  <a:pt x="1651612" y="491686"/>
                  <a:pt x="1647775" y="0"/>
                </a:cubicBezTo>
              </a:path>
            </a:pathLst>
          </a:custGeom>
          <a:noFill/>
          <a:ln cap="flat" cmpd="sng" w="317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5" name="Google Shape;5335;p55"/>
          <p:cNvSpPr txBox="1"/>
          <p:nvPr/>
        </p:nvSpPr>
        <p:spPr>
          <a:xfrm>
            <a:off x="3890695" y="5374896"/>
            <a:ext cx="10733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tunnel</a:t>
            </a:r>
            <a:endParaRPr/>
          </a:p>
        </p:txBody>
      </p:sp>
      <p:sp>
        <p:nvSpPr>
          <p:cNvPr id="5336" name="Google Shape;5336;p55"/>
          <p:cNvSpPr txBox="1"/>
          <p:nvPr/>
        </p:nvSpPr>
        <p:spPr>
          <a:xfrm>
            <a:off x="187353" y="5895217"/>
            <a:ext cx="28610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 link-layer radio net</a:t>
            </a:r>
            <a:endParaRPr/>
          </a:p>
        </p:txBody>
      </p:sp>
      <p:grpSp>
        <p:nvGrpSpPr>
          <p:cNvPr id="5337" name="Google Shape;5337;p55"/>
          <p:cNvGrpSpPr/>
          <p:nvPr/>
        </p:nvGrpSpPr>
        <p:grpSpPr>
          <a:xfrm>
            <a:off x="2183059" y="2777035"/>
            <a:ext cx="666155" cy="874492"/>
            <a:chOff x="742" y="2409"/>
            <a:chExt cx="576" cy="881"/>
          </a:xfrm>
        </p:grpSpPr>
        <p:grpSp>
          <p:nvGrpSpPr>
            <p:cNvPr id="5338" name="Google Shape;5338;p55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5339" name="Google Shape;5339;p55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0" name="Google Shape;5340;p55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1" name="Google Shape;5341;p55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2" name="Google Shape;5342;p55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3" name="Google Shape;5343;p55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4" name="Google Shape;5344;p55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5" name="Google Shape;5345;p55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6" name="Google Shape;5346;p55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7" name="Google Shape;5347;p55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8" name="Google Shape;5348;p55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9" name="Google Shape;5349;p55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0" name="Google Shape;5350;p55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1" name="Google Shape;5351;p55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2" name="Google Shape;5352;p55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3" name="Google Shape;5353;p55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5354" name="Google Shape;5354;p5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5" name="Google Shape;5355;p55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56" name="Google Shape;5356;p55"/>
          <p:cNvSpPr txBox="1"/>
          <p:nvPr/>
        </p:nvSpPr>
        <p:spPr>
          <a:xfrm>
            <a:off x="642587" y="2960350"/>
            <a:ext cx="4996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UE</a:t>
            </a:r>
            <a:endParaRPr/>
          </a:p>
        </p:txBody>
      </p:sp>
      <p:grpSp>
        <p:nvGrpSpPr>
          <p:cNvPr id="5357" name="Google Shape;5357;p55"/>
          <p:cNvGrpSpPr/>
          <p:nvPr/>
        </p:nvGrpSpPr>
        <p:grpSpPr>
          <a:xfrm>
            <a:off x="38882" y="2777032"/>
            <a:ext cx="802915" cy="612835"/>
            <a:chOff x="2751" y="1851"/>
            <a:chExt cx="462" cy="478"/>
          </a:xfrm>
        </p:grpSpPr>
        <p:pic>
          <p:nvPicPr>
            <p:cNvPr descr="iphone_stylized_small" id="5358" name="Google Shape;5358;p5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359" name="Google Shape;5359;p5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60" name="Google Shape;5360;p55"/>
          <p:cNvSpPr txBox="1"/>
          <p:nvPr/>
        </p:nvSpPr>
        <p:spPr>
          <a:xfrm>
            <a:off x="2751814" y="3196034"/>
            <a:ext cx="11590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eNodeB</a:t>
            </a:r>
            <a:endParaRPr/>
          </a:p>
        </p:txBody>
      </p:sp>
      <p:grpSp>
        <p:nvGrpSpPr>
          <p:cNvPr id="5361" name="Google Shape;5361;p55"/>
          <p:cNvGrpSpPr/>
          <p:nvPr/>
        </p:nvGrpSpPr>
        <p:grpSpPr>
          <a:xfrm>
            <a:off x="5113658" y="2786344"/>
            <a:ext cx="1524133" cy="850814"/>
            <a:chOff x="6490355" y="4964768"/>
            <a:chExt cx="1524133" cy="850814"/>
          </a:xfrm>
        </p:grpSpPr>
        <p:grpSp>
          <p:nvGrpSpPr>
            <p:cNvPr id="5362" name="Google Shape;5362;p55"/>
            <p:cNvGrpSpPr/>
            <p:nvPr/>
          </p:nvGrpSpPr>
          <p:grpSpPr>
            <a:xfrm>
              <a:off x="6566861" y="5021921"/>
              <a:ext cx="550863" cy="793661"/>
              <a:chOff x="611" y="3693"/>
              <a:chExt cx="449" cy="287"/>
            </a:xfrm>
          </p:grpSpPr>
          <p:sp>
            <p:nvSpPr>
              <p:cNvPr id="5363" name="Google Shape;5363;p55"/>
              <p:cNvSpPr/>
              <p:nvPr/>
            </p:nvSpPr>
            <p:spPr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5364" name="Google Shape;5364;p55"/>
              <p:cNvGrpSpPr/>
              <p:nvPr/>
            </p:nvGrpSpPr>
            <p:grpSpPr>
              <a:xfrm>
                <a:off x="687" y="3826"/>
                <a:ext cx="224" cy="110"/>
                <a:chOff x="687" y="3826"/>
                <a:chExt cx="224" cy="110"/>
              </a:xfrm>
            </p:grpSpPr>
            <p:sp>
              <p:nvSpPr>
                <p:cNvPr id="5365" name="Google Shape;5365;p55"/>
                <p:cNvSpPr/>
                <p:nvPr/>
              </p:nvSpPr>
              <p:spPr>
                <a:xfrm>
                  <a:off x="687" y="3826"/>
                  <a:ext cx="222" cy="110"/>
                </a:xfrm>
                <a:custGeom>
                  <a:rect b="b" l="l" r="r" t="t"/>
                  <a:pathLst>
                    <a:path extrusionOk="0" h="110" w="222">
                      <a:moveTo>
                        <a:pt x="0" y="110"/>
                      </a:moveTo>
                      <a:lnTo>
                        <a:pt x="36" y="110"/>
                      </a:lnTo>
                      <a:lnTo>
                        <a:pt x="183" y="0"/>
                      </a:lnTo>
                      <a:lnTo>
                        <a:pt x="222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366" name="Google Shape;5366;p55"/>
                <p:cNvSpPr/>
                <p:nvPr/>
              </p:nvSpPr>
              <p:spPr>
                <a:xfrm flipH="1" rot="10800000">
                  <a:off x="689" y="3826"/>
                  <a:ext cx="222" cy="110"/>
                </a:xfrm>
                <a:custGeom>
                  <a:rect b="b" l="l" r="r" t="t"/>
                  <a:pathLst>
                    <a:path extrusionOk="0" h="110" w="222">
                      <a:moveTo>
                        <a:pt x="0" y="110"/>
                      </a:moveTo>
                      <a:lnTo>
                        <a:pt x="36" y="110"/>
                      </a:lnTo>
                      <a:lnTo>
                        <a:pt x="183" y="0"/>
                      </a:lnTo>
                      <a:lnTo>
                        <a:pt x="222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  <p:sp>
            <p:nvSpPr>
              <p:cNvPr id="5367" name="Google Shape;5367;p55"/>
              <p:cNvSpPr/>
              <p:nvPr/>
            </p:nvSpPr>
            <p:spPr>
              <a:xfrm>
                <a:off x="975" y="3704"/>
                <a:ext cx="62" cy="74"/>
              </a:xfrm>
              <a:custGeom>
                <a:rect b="b" l="l" r="r" t="t"/>
                <a:pathLst>
                  <a:path extrusionOk="0" h="74" w="62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368" name="Google Shape;5368;p55"/>
              <p:cNvSpPr/>
              <p:nvPr/>
            </p:nvSpPr>
            <p:spPr>
              <a:xfrm>
                <a:off x="972" y="3764"/>
                <a:ext cx="63" cy="216"/>
              </a:xfrm>
              <a:custGeom>
                <a:rect b="b" l="l" r="r" t="t"/>
                <a:pathLst>
                  <a:path extrusionOk="0" h="225" w="63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369" name="Google Shape;5369;p55"/>
              <p:cNvSpPr/>
              <p:nvPr/>
            </p:nvSpPr>
            <p:spPr>
              <a:xfrm>
                <a:off x="1013" y="3693"/>
                <a:ext cx="47" cy="78"/>
              </a:xfrm>
              <a:custGeom>
                <a:rect b="b" l="l" r="r" t="t"/>
                <a:pathLst>
                  <a:path extrusionOk="0" h="78" w="47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370" name="Google Shape;5370;p55"/>
              <p:cNvSpPr/>
              <p:nvPr/>
            </p:nvSpPr>
            <p:spPr>
              <a:xfrm>
                <a:off x="987" y="3728"/>
                <a:ext cx="44" cy="51"/>
              </a:xfrm>
              <a:custGeom>
                <a:rect b="b" l="l" r="r" t="t"/>
                <a:pathLst>
                  <a:path extrusionOk="0" h="51" w="44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371" name="Google Shape;5371;p55"/>
              <p:cNvSpPr/>
              <p:nvPr/>
            </p:nvSpPr>
            <p:spPr>
              <a:xfrm>
                <a:off x="611" y="3695"/>
                <a:ext cx="417" cy="95"/>
              </a:xfrm>
              <a:custGeom>
                <a:rect b="b" l="l" r="r" t="t"/>
                <a:pathLst>
                  <a:path extrusionOk="0" h="95" w="417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sp>
          <p:nvSpPr>
            <p:cNvPr id="5372" name="Google Shape;5372;p55"/>
            <p:cNvSpPr txBox="1"/>
            <p:nvPr/>
          </p:nvSpPr>
          <p:spPr>
            <a:xfrm>
              <a:off x="7201445" y="5279957"/>
              <a:ext cx="813043" cy="323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S-GW</a:t>
              </a:r>
              <a:endParaRPr/>
            </a:p>
          </p:txBody>
        </p:sp>
        <p:sp>
          <p:nvSpPr>
            <p:cNvPr id="5373" name="Google Shape;5373;p55"/>
            <p:cNvSpPr txBox="1"/>
            <p:nvPr/>
          </p:nvSpPr>
          <p:spPr>
            <a:xfrm>
              <a:off x="6636711" y="4964768"/>
              <a:ext cx="361950" cy="290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/>
            </a:p>
          </p:txBody>
        </p:sp>
        <p:grpSp>
          <p:nvGrpSpPr>
            <p:cNvPr id="5374" name="Google Shape;5374;p55"/>
            <p:cNvGrpSpPr/>
            <p:nvPr/>
          </p:nvGrpSpPr>
          <p:grpSpPr>
            <a:xfrm>
              <a:off x="6490355" y="5378095"/>
              <a:ext cx="661282" cy="323815"/>
              <a:chOff x="1871277" y="1576300"/>
              <a:chExt cx="1128371" cy="437861"/>
            </a:xfrm>
          </p:grpSpPr>
          <p:sp>
            <p:nvSpPr>
              <p:cNvPr id="5375" name="Google Shape;5375;p55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6" name="Google Shape;5376;p55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7" name="Google Shape;5377;p55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8" name="Google Shape;5378;p55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9" name="Google Shape;5379;p55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0" name="Google Shape;5380;p55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1" name="Google Shape;5381;p55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382" name="Google Shape;5382;p55"/>
              <p:cNvCxnSpPr>
                <a:endCxn id="5377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383" name="Google Shape;5383;p55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</p:grpSp>
      <p:grpSp>
        <p:nvGrpSpPr>
          <p:cNvPr id="5384" name="Google Shape;5384;p55"/>
          <p:cNvGrpSpPr/>
          <p:nvPr/>
        </p:nvGrpSpPr>
        <p:grpSpPr>
          <a:xfrm>
            <a:off x="7326970" y="2834637"/>
            <a:ext cx="1524133" cy="850814"/>
            <a:chOff x="6490355" y="4964768"/>
            <a:chExt cx="1524133" cy="850814"/>
          </a:xfrm>
        </p:grpSpPr>
        <p:grpSp>
          <p:nvGrpSpPr>
            <p:cNvPr id="5385" name="Google Shape;5385;p55"/>
            <p:cNvGrpSpPr/>
            <p:nvPr/>
          </p:nvGrpSpPr>
          <p:grpSpPr>
            <a:xfrm>
              <a:off x="6566861" y="5021921"/>
              <a:ext cx="550863" cy="793661"/>
              <a:chOff x="611" y="3693"/>
              <a:chExt cx="449" cy="287"/>
            </a:xfrm>
          </p:grpSpPr>
          <p:sp>
            <p:nvSpPr>
              <p:cNvPr id="5386" name="Google Shape;5386;p55"/>
              <p:cNvSpPr/>
              <p:nvPr/>
            </p:nvSpPr>
            <p:spPr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5387" name="Google Shape;5387;p55"/>
              <p:cNvGrpSpPr/>
              <p:nvPr/>
            </p:nvGrpSpPr>
            <p:grpSpPr>
              <a:xfrm>
                <a:off x="687" y="3826"/>
                <a:ext cx="224" cy="110"/>
                <a:chOff x="687" y="3826"/>
                <a:chExt cx="224" cy="110"/>
              </a:xfrm>
            </p:grpSpPr>
            <p:sp>
              <p:nvSpPr>
                <p:cNvPr id="5388" name="Google Shape;5388;p55"/>
                <p:cNvSpPr/>
                <p:nvPr/>
              </p:nvSpPr>
              <p:spPr>
                <a:xfrm>
                  <a:off x="687" y="3826"/>
                  <a:ext cx="222" cy="110"/>
                </a:xfrm>
                <a:custGeom>
                  <a:rect b="b" l="l" r="r" t="t"/>
                  <a:pathLst>
                    <a:path extrusionOk="0" h="110" w="222">
                      <a:moveTo>
                        <a:pt x="0" y="110"/>
                      </a:moveTo>
                      <a:lnTo>
                        <a:pt x="36" y="110"/>
                      </a:lnTo>
                      <a:lnTo>
                        <a:pt x="183" y="0"/>
                      </a:lnTo>
                      <a:lnTo>
                        <a:pt x="222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5389" name="Google Shape;5389;p55"/>
                <p:cNvSpPr/>
                <p:nvPr/>
              </p:nvSpPr>
              <p:spPr>
                <a:xfrm flipH="1" rot="10800000">
                  <a:off x="689" y="3826"/>
                  <a:ext cx="222" cy="110"/>
                </a:xfrm>
                <a:custGeom>
                  <a:rect b="b" l="l" r="r" t="t"/>
                  <a:pathLst>
                    <a:path extrusionOk="0" h="110" w="222">
                      <a:moveTo>
                        <a:pt x="0" y="110"/>
                      </a:moveTo>
                      <a:lnTo>
                        <a:pt x="36" y="110"/>
                      </a:lnTo>
                      <a:lnTo>
                        <a:pt x="183" y="0"/>
                      </a:lnTo>
                      <a:lnTo>
                        <a:pt x="222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  <p:sp>
            <p:nvSpPr>
              <p:cNvPr id="5390" name="Google Shape;5390;p55"/>
              <p:cNvSpPr/>
              <p:nvPr/>
            </p:nvSpPr>
            <p:spPr>
              <a:xfrm>
                <a:off x="975" y="3704"/>
                <a:ext cx="62" cy="74"/>
              </a:xfrm>
              <a:custGeom>
                <a:rect b="b" l="l" r="r" t="t"/>
                <a:pathLst>
                  <a:path extrusionOk="0" h="74" w="62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391" name="Google Shape;5391;p55"/>
              <p:cNvSpPr/>
              <p:nvPr/>
            </p:nvSpPr>
            <p:spPr>
              <a:xfrm>
                <a:off x="972" y="3764"/>
                <a:ext cx="63" cy="216"/>
              </a:xfrm>
              <a:custGeom>
                <a:rect b="b" l="l" r="r" t="t"/>
                <a:pathLst>
                  <a:path extrusionOk="0" h="225" w="63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392" name="Google Shape;5392;p55"/>
              <p:cNvSpPr/>
              <p:nvPr/>
            </p:nvSpPr>
            <p:spPr>
              <a:xfrm>
                <a:off x="1013" y="3693"/>
                <a:ext cx="47" cy="78"/>
              </a:xfrm>
              <a:custGeom>
                <a:rect b="b" l="l" r="r" t="t"/>
                <a:pathLst>
                  <a:path extrusionOk="0" h="78" w="47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393" name="Google Shape;5393;p55"/>
              <p:cNvSpPr/>
              <p:nvPr/>
            </p:nvSpPr>
            <p:spPr>
              <a:xfrm>
                <a:off x="987" y="3728"/>
                <a:ext cx="44" cy="51"/>
              </a:xfrm>
              <a:custGeom>
                <a:rect b="b" l="l" r="r" t="t"/>
                <a:pathLst>
                  <a:path extrusionOk="0" h="51" w="44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394" name="Google Shape;5394;p55"/>
              <p:cNvSpPr/>
              <p:nvPr/>
            </p:nvSpPr>
            <p:spPr>
              <a:xfrm>
                <a:off x="611" y="3695"/>
                <a:ext cx="417" cy="95"/>
              </a:xfrm>
              <a:custGeom>
                <a:rect b="b" l="l" r="r" t="t"/>
                <a:pathLst>
                  <a:path extrusionOk="0" h="95" w="417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sp>
          <p:nvSpPr>
            <p:cNvPr id="5395" name="Google Shape;5395;p55"/>
            <p:cNvSpPr txBox="1"/>
            <p:nvPr/>
          </p:nvSpPr>
          <p:spPr>
            <a:xfrm>
              <a:off x="7201445" y="5279957"/>
              <a:ext cx="813043" cy="323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P-GW</a:t>
              </a:r>
              <a:endParaRPr/>
            </a:p>
          </p:txBody>
        </p:sp>
        <p:sp>
          <p:nvSpPr>
            <p:cNvPr id="5396" name="Google Shape;5396;p55"/>
            <p:cNvSpPr txBox="1"/>
            <p:nvPr/>
          </p:nvSpPr>
          <p:spPr>
            <a:xfrm>
              <a:off x="6636711" y="4964768"/>
              <a:ext cx="361950" cy="290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/>
            </a:p>
          </p:txBody>
        </p:sp>
        <p:grpSp>
          <p:nvGrpSpPr>
            <p:cNvPr id="5397" name="Google Shape;5397;p55"/>
            <p:cNvGrpSpPr/>
            <p:nvPr/>
          </p:nvGrpSpPr>
          <p:grpSpPr>
            <a:xfrm>
              <a:off x="6490355" y="5378095"/>
              <a:ext cx="661282" cy="323815"/>
              <a:chOff x="1871277" y="1576300"/>
              <a:chExt cx="1128371" cy="437861"/>
            </a:xfrm>
          </p:grpSpPr>
          <p:sp>
            <p:nvSpPr>
              <p:cNvPr id="5398" name="Google Shape;5398;p55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9" name="Google Shape;5399;p55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0" name="Google Shape;5400;p55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1" name="Google Shape;5401;p55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2" name="Google Shape;5402;p55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3" name="Google Shape;5403;p55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4" name="Google Shape;5404;p55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05" name="Google Shape;5405;p55"/>
              <p:cNvCxnSpPr>
                <a:endCxn id="540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406" name="Google Shape;5406;p55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</p:grpSp>
      <p:sp>
        <p:nvSpPr>
          <p:cNvPr id="5407" name="Google Shape;5407;p55"/>
          <p:cNvSpPr/>
          <p:nvPr/>
        </p:nvSpPr>
        <p:spPr>
          <a:xfrm>
            <a:off x="496860" y="6483218"/>
            <a:ext cx="915961" cy="3747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8" name="Google Shape;5408;p55"/>
          <p:cNvSpPr/>
          <p:nvPr/>
        </p:nvSpPr>
        <p:spPr>
          <a:xfrm>
            <a:off x="2689355" y="6504039"/>
            <a:ext cx="915961" cy="3123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9" name="Google Shape;5409;p55"/>
          <p:cNvSpPr/>
          <p:nvPr/>
        </p:nvSpPr>
        <p:spPr>
          <a:xfrm>
            <a:off x="5402283" y="6462397"/>
            <a:ext cx="915961" cy="3123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0" name="Google Shape;5410;p55"/>
          <p:cNvSpPr/>
          <p:nvPr/>
        </p:nvSpPr>
        <p:spPr>
          <a:xfrm>
            <a:off x="7615603" y="6358292"/>
            <a:ext cx="915961" cy="3123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11" name="Google Shape;5411;p55"/>
          <p:cNvGrpSpPr/>
          <p:nvPr/>
        </p:nvGrpSpPr>
        <p:grpSpPr>
          <a:xfrm>
            <a:off x="3489001" y="4206086"/>
            <a:ext cx="1751694" cy="180815"/>
            <a:chOff x="3489001" y="4206086"/>
            <a:chExt cx="1751694" cy="180815"/>
          </a:xfrm>
        </p:grpSpPr>
        <p:sp>
          <p:nvSpPr>
            <p:cNvPr id="5412" name="Google Shape;5412;p55"/>
            <p:cNvSpPr/>
            <p:nvPr/>
          </p:nvSpPr>
          <p:spPr>
            <a:xfrm>
              <a:off x="5193673" y="4211051"/>
              <a:ext cx="47022" cy="170308"/>
            </a:xfrm>
            <a:prstGeom prst="ellipse">
              <a:avLst/>
            </a:prstGeom>
            <a:gradFill>
              <a:gsLst>
                <a:gs pos="0">
                  <a:srgbClr val="F2F2F2">
                    <a:alpha val="74901"/>
                  </a:srgbClr>
                </a:gs>
                <a:gs pos="100000">
                  <a:srgbClr val="CC0000"/>
                </a:gs>
              </a:gsLst>
              <a:lin ang="16200000" scaled="0"/>
            </a:gra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3" name="Google Shape;5413;p55"/>
            <p:cNvSpPr/>
            <p:nvPr/>
          </p:nvSpPr>
          <p:spPr>
            <a:xfrm>
              <a:off x="3503860" y="4206086"/>
              <a:ext cx="1708851" cy="178705"/>
            </a:xfrm>
            <a:prstGeom prst="rect">
              <a:avLst/>
            </a:prstGeom>
            <a:gradFill>
              <a:gsLst>
                <a:gs pos="0">
                  <a:srgbClr val="F2F2F2">
                    <a:alpha val="40784"/>
                  </a:srgbClr>
                </a:gs>
                <a:gs pos="100000">
                  <a:srgbClr val="CC000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4" name="Google Shape;5414;p55"/>
            <p:cNvSpPr/>
            <p:nvPr/>
          </p:nvSpPr>
          <p:spPr>
            <a:xfrm>
              <a:off x="3489001" y="4209973"/>
              <a:ext cx="38568" cy="176928"/>
            </a:xfrm>
            <a:prstGeom prst="ellipse">
              <a:avLst/>
            </a:prstGeom>
            <a:gradFill>
              <a:gsLst>
                <a:gs pos="0">
                  <a:srgbClr val="F2F2F2">
                    <a:alpha val="74901"/>
                  </a:srgbClr>
                </a:gs>
                <a:gs pos="100000">
                  <a:srgbClr val="CC0000"/>
                </a:gs>
              </a:gsLst>
              <a:lin ang="16200000" scaled="0"/>
            </a:gra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15" name="Google Shape;5415;p55"/>
          <p:cNvSpPr txBox="1"/>
          <p:nvPr/>
        </p:nvSpPr>
        <p:spPr>
          <a:xfrm>
            <a:off x="1439331" y="1262888"/>
            <a:ext cx="286985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 packet from UE encapsulated in GPRS Tunneling Protocol (GTP) message at ENodeB</a:t>
            </a:r>
            <a:endParaRPr/>
          </a:p>
        </p:txBody>
      </p:sp>
      <p:sp>
        <p:nvSpPr>
          <p:cNvPr id="5416" name="Google Shape;5416;p55"/>
          <p:cNvSpPr txBox="1"/>
          <p:nvPr/>
        </p:nvSpPr>
        <p:spPr>
          <a:xfrm>
            <a:off x="4318792" y="1290359"/>
            <a:ext cx="3404423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GTP message encapsulated in UDP, then encapsulated in IP.  large IP packet addressed to SGW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17" name="Google Shape;5417;p55"/>
          <p:cNvCxnSpPr/>
          <p:nvPr/>
        </p:nvCxnSpPr>
        <p:spPr>
          <a:xfrm flipH="1">
            <a:off x="3788749" y="2436086"/>
            <a:ext cx="728608" cy="247773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18" name="Google Shape;5418;p55"/>
          <p:cNvCxnSpPr/>
          <p:nvPr/>
        </p:nvCxnSpPr>
        <p:spPr>
          <a:xfrm>
            <a:off x="1936009" y="2394443"/>
            <a:ext cx="1269856" cy="2040484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19" name="Google Shape;5419;p55"/>
          <p:cNvSpPr/>
          <p:nvPr/>
        </p:nvSpPr>
        <p:spPr>
          <a:xfrm>
            <a:off x="6257637" y="4460586"/>
            <a:ext cx="1659287" cy="1488412"/>
          </a:xfrm>
          <a:custGeom>
            <a:rect b="b" l="l" r="r" t="t"/>
            <a:pathLst>
              <a:path extrusionOk="0" h="1488412" w="1659287">
                <a:moveTo>
                  <a:pt x="0" y="54327"/>
                </a:moveTo>
                <a:lnTo>
                  <a:pt x="20485" y="1488412"/>
                </a:lnTo>
                <a:lnTo>
                  <a:pt x="1659287" y="1475059"/>
                </a:lnTo>
                <a:cubicBezTo>
                  <a:pt x="1655450" y="983373"/>
                  <a:pt x="1651612" y="491686"/>
                  <a:pt x="1647775" y="0"/>
                </a:cubicBezTo>
              </a:path>
            </a:pathLst>
          </a:custGeom>
          <a:noFill/>
          <a:ln cap="flat" cmpd="sng" w="317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20" name="Google Shape;5420;p55"/>
          <p:cNvGrpSpPr/>
          <p:nvPr/>
        </p:nvGrpSpPr>
        <p:grpSpPr>
          <a:xfrm>
            <a:off x="6118660" y="4233558"/>
            <a:ext cx="1751694" cy="180815"/>
            <a:chOff x="3489001" y="4206086"/>
            <a:chExt cx="1751694" cy="180815"/>
          </a:xfrm>
        </p:grpSpPr>
        <p:sp>
          <p:nvSpPr>
            <p:cNvPr id="5421" name="Google Shape;5421;p55"/>
            <p:cNvSpPr/>
            <p:nvPr/>
          </p:nvSpPr>
          <p:spPr>
            <a:xfrm>
              <a:off x="5193673" y="4211051"/>
              <a:ext cx="47022" cy="170308"/>
            </a:xfrm>
            <a:prstGeom prst="ellipse">
              <a:avLst/>
            </a:prstGeom>
            <a:gradFill>
              <a:gsLst>
                <a:gs pos="0">
                  <a:srgbClr val="F2F2F2">
                    <a:alpha val="74901"/>
                  </a:srgbClr>
                </a:gs>
                <a:gs pos="100000">
                  <a:srgbClr val="CC0000"/>
                </a:gs>
              </a:gsLst>
              <a:lin ang="16200000" scaled="0"/>
            </a:gra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2" name="Google Shape;5422;p55"/>
            <p:cNvSpPr/>
            <p:nvPr/>
          </p:nvSpPr>
          <p:spPr>
            <a:xfrm>
              <a:off x="3503860" y="4206086"/>
              <a:ext cx="1708851" cy="178705"/>
            </a:xfrm>
            <a:prstGeom prst="rect">
              <a:avLst/>
            </a:prstGeom>
            <a:gradFill>
              <a:gsLst>
                <a:gs pos="0">
                  <a:srgbClr val="F2F2F2">
                    <a:alpha val="40784"/>
                  </a:srgbClr>
                </a:gs>
                <a:gs pos="100000">
                  <a:srgbClr val="CC000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3" name="Google Shape;5423;p55"/>
            <p:cNvSpPr/>
            <p:nvPr/>
          </p:nvSpPr>
          <p:spPr>
            <a:xfrm>
              <a:off x="3489001" y="4209973"/>
              <a:ext cx="38568" cy="176928"/>
            </a:xfrm>
            <a:prstGeom prst="ellipse">
              <a:avLst/>
            </a:prstGeom>
            <a:gradFill>
              <a:gsLst>
                <a:gs pos="0">
                  <a:srgbClr val="F2F2F2">
                    <a:alpha val="74901"/>
                  </a:srgbClr>
                </a:gs>
                <a:gs pos="100000">
                  <a:srgbClr val="CC0000"/>
                </a:gs>
              </a:gsLst>
              <a:lin ang="16200000" scaled="0"/>
            </a:gra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7" name="Shape 5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8" name="Google Shape;5428;p56"/>
          <p:cNvSpPr/>
          <p:nvPr/>
        </p:nvSpPr>
        <p:spPr>
          <a:xfrm>
            <a:off x="331788" y="230188"/>
            <a:ext cx="48119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600"/>
              <a:buFont typeface="Gill Sans"/>
              <a:buNone/>
            </a:pPr>
            <a:r>
              <a:rPr b="0" i="0" lang="en-US" sz="36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Quality of Service in LTE</a:t>
            </a:r>
            <a:endParaRPr/>
          </a:p>
        </p:txBody>
      </p:sp>
      <p:pic>
        <p:nvPicPr>
          <p:cNvPr descr="underline_base" id="5429" name="Google Shape;542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463" y="791209"/>
            <a:ext cx="4820423" cy="229048"/>
          </a:xfrm>
          <a:prstGeom prst="rect">
            <a:avLst/>
          </a:prstGeom>
          <a:noFill/>
          <a:ln>
            <a:noFill/>
          </a:ln>
        </p:spPr>
      </p:pic>
      <p:sp>
        <p:nvSpPr>
          <p:cNvPr id="5430" name="Google Shape;5430;p56"/>
          <p:cNvSpPr/>
          <p:nvPr/>
        </p:nvSpPr>
        <p:spPr>
          <a:xfrm>
            <a:off x="4240399" y="2128276"/>
            <a:ext cx="3031782" cy="12520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31" name="Google Shape;5431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36" y="2766970"/>
            <a:ext cx="8508964" cy="3675872"/>
          </a:xfrm>
          <a:prstGeom prst="rect">
            <a:avLst/>
          </a:prstGeom>
          <a:noFill/>
          <a:ln>
            <a:noFill/>
          </a:ln>
        </p:spPr>
      </p:pic>
      <p:sp>
        <p:nvSpPr>
          <p:cNvPr id="5432" name="Google Shape;5432;p56"/>
          <p:cNvSpPr txBox="1"/>
          <p:nvPr>
            <p:ph idx="1" type="body"/>
          </p:nvPr>
        </p:nvSpPr>
        <p:spPr>
          <a:xfrm>
            <a:off x="635036" y="1406443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QoS from eNodeB to SGW: min and max guaranteed bit rate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QoS in radio access network: one of 12 QCI values</a:t>
            </a:r>
            <a:endParaRPr/>
          </a:p>
        </p:txBody>
      </p:sp>
      <p:sp>
        <p:nvSpPr>
          <p:cNvPr id="5433" name="Google Shape;5433;p56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34" name="Google Shape;5434;p56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9" name="Shape 5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0" name="Google Shape;5440;p57"/>
          <p:cNvSpPr txBox="1"/>
          <p:nvPr>
            <p:ph type="title"/>
          </p:nvPr>
        </p:nvSpPr>
        <p:spPr>
          <a:xfrm>
            <a:off x="87479" y="237335"/>
            <a:ext cx="8224206" cy="67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Global cellular network: a network of IP networks</a:t>
            </a:r>
            <a:endParaRPr/>
          </a:p>
        </p:txBody>
      </p:sp>
      <p:sp>
        <p:nvSpPr>
          <p:cNvPr id="5441" name="Google Shape;5441;p57"/>
          <p:cNvSpPr txBox="1"/>
          <p:nvPr>
            <p:ph idx="12" type="sldNum"/>
          </p:nvPr>
        </p:nvSpPr>
        <p:spPr>
          <a:xfrm>
            <a:off x="6400800" y="64381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Wireless and Mobile Networks: 7- </a:t>
            </a:r>
            <a:fld id="{00000000-1234-1234-1234-123412341234}" type="slidenum"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100">
              <a:solidFill>
                <a:srgbClr val="7F7F7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42" name="Google Shape;5442;p57"/>
          <p:cNvSpPr/>
          <p:nvPr/>
        </p:nvSpPr>
        <p:spPr>
          <a:xfrm>
            <a:off x="1877299" y="2146500"/>
            <a:ext cx="2139530" cy="1205048"/>
          </a:xfrm>
          <a:custGeom>
            <a:rect b="b" l="l" r="r" t="t"/>
            <a:pathLst>
              <a:path extrusionOk="0" h="752973" w="1469407">
                <a:moveTo>
                  <a:pt x="287738" y="16581"/>
                </a:moveTo>
                <a:cubicBezTo>
                  <a:pt x="175672" y="50448"/>
                  <a:pt x="283319" y="178948"/>
                  <a:pt x="236062" y="251715"/>
                </a:cubicBezTo>
                <a:cubicBezTo>
                  <a:pt x="188805" y="324482"/>
                  <a:pt x="24311" y="383742"/>
                  <a:pt x="4197" y="453182"/>
                </a:cubicBezTo>
                <a:cubicBezTo>
                  <a:pt x="-15917" y="522622"/>
                  <a:pt x="38751" y="624370"/>
                  <a:pt x="115380" y="668354"/>
                </a:cubicBezTo>
                <a:cubicBezTo>
                  <a:pt x="159947" y="687216"/>
                  <a:pt x="239726" y="734993"/>
                  <a:pt x="428412" y="750509"/>
                </a:cubicBezTo>
                <a:cubicBezTo>
                  <a:pt x="892473" y="747161"/>
                  <a:pt x="1174439" y="775084"/>
                  <a:pt x="1343482" y="700972"/>
                </a:cubicBezTo>
                <a:cubicBezTo>
                  <a:pt x="1512525" y="626860"/>
                  <a:pt x="1472500" y="432033"/>
                  <a:pt x="1442671" y="305838"/>
                </a:cubicBezTo>
                <a:cubicBezTo>
                  <a:pt x="1383013" y="186526"/>
                  <a:pt x="1329938" y="245894"/>
                  <a:pt x="1211647" y="92804"/>
                </a:cubicBezTo>
                <a:cubicBezTo>
                  <a:pt x="1108624" y="44719"/>
                  <a:pt x="964793" y="13041"/>
                  <a:pt x="903988" y="5010"/>
                </a:cubicBezTo>
                <a:cubicBezTo>
                  <a:pt x="781231" y="12467"/>
                  <a:pt x="399804" y="-17286"/>
                  <a:pt x="287738" y="1658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3" name="Google Shape;5443;p57"/>
          <p:cNvSpPr txBox="1"/>
          <p:nvPr/>
        </p:nvSpPr>
        <p:spPr>
          <a:xfrm rot="2707326">
            <a:off x="1611471" y="3373223"/>
            <a:ext cx="4132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44" name="Google Shape;5444;p57"/>
          <p:cNvCxnSpPr/>
          <p:nvPr/>
        </p:nvCxnSpPr>
        <p:spPr>
          <a:xfrm>
            <a:off x="1678951" y="3037874"/>
            <a:ext cx="227246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45" name="Google Shape;5445;p57"/>
          <p:cNvCxnSpPr/>
          <p:nvPr/>
        </p:nvCxnSpPr>
        <p:spPr>
          <a:xfrm flipH="1" rot="10800000">
            <a:off x="2133097" y="3300764"/>
            <a:ext cx="119711" cy="19166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46" name="Google Shape;5446;p57"/>
          <p:cNvCxnSpPr/>
          <p:nvPr/>
        </p:nvCxnSpPr>
        <p:spPr>
          <a:xfrm rot="10800000">
            <a:off x="3821595" y="2994053"/>
            <a:ext cx="41774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47" name="Google Shape;5447;p57"/>
          <p:cNvSpPr/>
          <p:nvPr/>
        </p:nvSpPr>
        <p:spPr>
          <a:xfrm>
            <a:off x="3584158" y="4136951"/>
            <a:ext cx="1983010" cy="1024989"/>
          </a:xfrm>
          <a:custGeom>
            <a:rect b="b" l="l" r="r" t="t"/>
            <a:pathLst>
              <a:path extrusionOk="0" h="752973" w="1469407">
                <a:moveTo>
                  <a:pt x="287738" y="16581"/>
                </a:moveTo>
                <a:cubicBezTo>
                  <a:pt x="175672" y="50448"/>
                  <a:pt x="283319" y="178948"/>
                  <a:pt x="236062" y="251715"/>
                </a:cubicBezTo>
                <a:cubicBezTo>
                  <a:pt x="188805" y="324482"/>
                  <a:pt x="24311" y="383742"/>
                  <a:pt x="4197" y="453182"/>
                </a:cubicBezTo>
                <a:cubicBezTo>
                  <a:pt x="-15917" y="522622"/>
                  <a:pt x="38751" y="624370"/>
                  <a:pt x="115380" y="668354"/>
                </a:cubicBezTo>
                <a:cubicBezTo>
                  <a:pt x="159947" y="687216"/>
                  <a:pt x="239726" y="734993"/>
                  <a:pt x="428412" y="750509"/>
                </a:cubicBezTo>
                <a:cubicBezTo>
                  <a:pt x="892473" y="747161"/>
                  <a:pt x="1174439" y="775084"/>
                  <a:pt x="1343482" y="700972"/>
                </a:cubicBezTo>
                <a:cubicBezTo>
                  <a:pt x="1512525" y="626860"/>
                  <a:pt x="1472500" y="432033"/>
                  <a:pt x="1442671" y="305838"/>
                </a:cubicBezTo>
                <a:cubicBezTo>
                  <a:pt x="1383013" y="186526"/>
                  <a:pt x="1329938" y="245894"/>
                  <a:pt x="1211647" y="92804"/>
                </a:cubicBezTo>
                <a:cubicBezTo>
                  <a:pt x="1108624" y="44719"/>
                  <a:pt x="964793" y="13041"/>
                  <a:pt x="903988" y="5010"/>
                </a:cubicBezTo>
                <a:cubicBezTo>
                  <a:pt x="781231" y="12467"/>
                  <a:pt x="399804" y="-17286"/>
                  <a:pt x="287738" y="1658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8" name="Google Shape;5448;p57"/>
          <p:cNvSpPr txBox="1"/>
          <p:nvPr/>
        </p:nvSpPr>
        <p:spPr>
          <a:xfrm>
            <a:off x="3804003" y="4671234"/>
            <a:ext cx="1395318" cy="466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mobile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carrier network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49" name="Google Shape;5449;p57"/>
          <p:cNvCxnSpPr/>
          <p:nvPr/>
        </p:nvCxnSpPr>
        <p:spPr>
          <a:xfrm>
            <a:off x="3609637" y="4372361"/>
            <a:ext cx="215387" cy="17947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50" name="Google Shape;5450;p57"/>
          <p:cNvSpPr txBox="1"/>
          <p:nvPr/>
        </p:nvSpPr>
        <p:spPr>
          <a:xfrm rot="3420582">
            <a:off x="3240993" y="5040314"/>
            <a:ext cx="359578" cy="248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51" name="Google Shape;5451;p57"/>
          <p:cNvCxnSpPr/>
          <p:nvPr/>
        </p:nvCxnSpPr>
        <p:spPr>
          <a:xfrm>
            <a:off x="3356913" y="4799885"/>
            <a:ext cx="227246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52" name="Google Shape;5452;p57"/>
          <p:cNvCxnSpPr/>
          <p:nvPr/>
        </p:nvCxnSpPr>
        <p:spPr>
          <a:xfrm flipH="1" rot="10800000">
            <a:off x="3807157" y="5113602"/>
            <a:ext cx="119711" cy="19166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53" name="Google Shape;5453;p57"/>
          <p:cNvCxnSpPr/>
          <p:nvPr/>
        </p:nvCxnSpPr>
        <p:spPr>
          <a:xfrm>
            <a:off x="4558398" y="3751800"/>
            <a:ext cx="0" cy="45779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54" name="Google Shape;5454;p57"/>
          <p:cNvSpPr/>
          <p:nvPr/>
        </p:nvSpPr>
        <p:spPr>
          <a:xfrm>
            <a:off x="4093515" y="2864009"/>
            <a:ext cx="1430089" cy="924957"/>
          </a:xfrm>
          <a:custGeom>
            <a:rect b="b" l="l" r="r" t="t"/>
            <a:pathLst>
              <a:path extrusionOk="0" h="1563328" w="2428541">
                <a:moveTo>
                  <a:pt x="274217" y="97731"/>
                </a:moveTo>
                <a:cubicBezTo>
                  <a:pt x="-131398" y="291421"/>
                  <a:pt x="168426" y="569538"/>
                  <a:pt x="162920" y="806058"/>
                </a:cubicBezTo>
                <a:cubicBezTo>
                  <a:pt x="157414" y="1042578"/>
                  <a:pt x="-247990" y="1551404"/>
                  <a:pt x="241182" y="1516849"/>
                </a:cubicBezTo>
                <a:cubicBezTo>
                  <a:pt x="730354" y="1482294"/>
                  <a:pt x="1348366" y="1601980"/>
                  <a:pt x="1680646" y="1550075"/>
                </a:cubicBezTo>
                <a:cubicBezTo>
                  <a:pt x="2012926" y="1498170"/>
                  <a:pt x="2113092" y="1359748"/>
                  <a:pt x="2234864" y="1205420"/>
                </a:cubicBezTo>
                <a:cubicBezTo>
                  <a:pt x="2356636" y="1051093"/>
                  <a:pt x="2473489" y="824587"/>
                  <a:pt x="2411278" y="624110"/>
                </a:cubicBezTo>
                <a:cubicBezTo>
                  <a:pt x="2349067" y="423633"/>
                  <a:pt x="2314322" y="32821"/>
                  <a:pt x="1861595" y="2556"/>
                </a:cubicBezTo>
                <a:cubicBezTo>
                  <a:pt x="1408868" y="-27709"/>
                  <a:pt x="1429163" y="220565"/>
                  <a:pt x="1164600" y="236427"/>
                </a:cubicBezTo>
                <a:cubicBezTo>
                  <a:pt x="900037" y="252289"/>
                  <a:pt x="679832" y="-95959"/>
                  <a:pt x="274217" y="9773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5" name="Google Shape;5455;p57"/>
          <p:cNvSpPr txBox="1"/>
          <p:nvPr/>
        </p:nvSpPr>
        <p:spPr>
          <a:xfrm>
            <a:off x="4012112" y="3088503"/>
            <a:ext cx="1658532" cy="688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public Internet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inter-carrier IPX</a:t>
            </a:r>
            <a:endParaRPr sz="82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6" name="Google Shape;5456;p57"/>
          <p:cNvSpPr txBox="1"/>
          <p:nvPr/>
        </p:nvSpPr>
        <p:spPr>
          <a:xfrm rot="4115069">
            <a:off x="3315862" y="3459686"/>
            <a:ext cx="413247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57" name="Google Shape;5457;p57"/>
          <p:cNvGrpSpPr/>
          <p:nvPr/>
        </p:nvGrpSpPr>
        <p:grpSpPr>
          <a:xfrm>
            <a:off x="4314608" y="4212379"/>
            <a:ext cx="572591" cy="524731"/>
            <a:chOff x="7270567" y="5238206"/>
            <a:chExt cx="763454" cy="699640"/>
          </a:xfrm>
        </p:grpSpPr>
        <p:grpSp>
          <p:nvGrpSpPr>
            <p:cNvPr id="5458" name="Google Shape;5458;p57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5459" name="Google Shape;5459;p5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460" name="Google Shape;5460;p5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461" name="Google Shape;5461;p5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62" name="Google Shape;5462;p5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63" name="Google Shape;5463;p5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64" name="Google Shape;5464;p5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65" name="Google Shape;5465;p5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466" name="Google Shape;5466;p57"/>
            <p:cNvSpPr txBox="1"/>
            <p:nvPr/>
          </p:nvSpPr>
          <p:spPr>
            <a:xfrm>
              <a:off x="7270567" y="5568514"/>
              <a:ext cx="7634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P-GW</a:t>
              </a:r>
              <a:endParaRPr/>
            </a:p>
          </p:txBody>
        </p:sp>
      </p:grpSp>
      <p:grpSp>
        <p:nvGrpSpPr>
          <p:cNvPr id="5467" name="Google Shape;5467;p57"/>
          <p:cNvGrpSpPr/>
          <p:nvPr/>
        </p:nvGrpSpPr>
        <p:grpSpPr>
          <a:xfrm>
            <a:off x="3443926" y="2731342"/>
            <a:ext cx="572591" cy="524731"/>
            <a:chOff x="7270567" y="5238206"/>
            <a:chExt cx="763454" cy="699640"/>
          </a:xfrm>
        </p:grpSpPr>
        <p:grpSp>
          <p:nvGrpSpPr>
            <p:cNvPr id="5468" name="Google Shape;5468;p57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5469" name="Google Shape;5469;p5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470" name="Google Shape;5470;p5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471" name="Google Shape;5471;p5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72" name="Google Shape;5472;p5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73" name="Google Shape;5473;p5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74" name="Google Shape;5474;p5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75" name="Google Shape;5475;p5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476" name="Google Shape;5476;p57"/>
            <p:cNvSpPr txBox="1"/>
            <p:nvPr/>
          </p:nvSpPr>
          <p:spPr>
            <a:xfrm>
              <a:off x="7270567" y="5568514"/>
              <a:ext cx="7634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P-GW</a:t>
              </a:r>
              <a:endParaRPr/>
            </a:p>
          </p:txBody>
        </p:sp>
      </p:grpSp>
      <p:sp>
        <p:nvSpPr>
          <p:cNvPr id="5477" name="Google Shape;5477;p57"/>
          <p:cNvSpPr txBox="1"/>
          <p:nvPr/>
        </p:nvSpPr>
        <p:spPr>
          <a:xfrm>
            <a:off x="1979789" y="2797260"/>
            <a:ext cx="1395318" cy="466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mobile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carrier network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78" name="Google Shape;5478;p57"/>
          <p:cNvGrpSpPr/>
          <p:nvPr/>
        </p:nvGrpSpPr>
        <p:grpSpPr>
          <a:xfrm>
            <a:off x="2589093" y="2185956"/>
            <a:ext cx="1128533" cy="560839"/>
            <a:chOff x="3056709" y="2599509"/>
            <a:chExt cx="1504710" cy="747784"/>
          </a:xfrm>
        </p:grpSpPr>
        <p:sp>
          <p:nvSpPr>
            <p:cNvPr id="5479" name="Google Shape;5479;p57"/>
            <p:cNvSpPr txBox="1"/>
            <p:nvPr/>
          </p:nvSpPr>
          <p:spPr>
            <a:xfrm>
              <a:off x="3507285" y="2702844"/>
              <a:ext cx="1054134" cy="644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Subscriber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sz="59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80" name="Google Shape;5480;p57"/>
            <p:cNvGrpSpPr/>
            <p:nvPr/>
          </p:nvGrpSpPr>
          <p:grpSpPr>
            <a:xfrm>
              <a:off x="3056709" y="2599509"/>
              <a:ext cx="543008" cy="736694"/>
              <a:chOff x="9181074" y="2063579"/>
              <a:chExt cx="1008323" cy="1351004"/>
            </a:xfrm>
          </p:grpSpPr>
          <p:grpSp>
            <p:nvGrpSpPr>
              <p:cNvPr id="5481" name="Google Shape;5481;p57"/>
              <p:cNvGrpSpPr/>
              <p:nvPr/>
            </p:nvGrpSpPr>
            <p:grpSpPr>
              <a:xfrm>
                <a:off x="9309047" y="2092807"/>
                <a:ext cx="439787" cy="517111"/>
                <a:chOff x="4501086" y="2717689"/>
                <a:chExt cx="347435" cy="424729"/>
              </a:xfrm>
            </p:grpSpPr>
            <p:sp>
              <p:nvSpPr>
                <p:cNvPr id="5482" name="Google Shape;5482;p57"/>
                <p:cNvSpPr/>
                <p:nvPr/>
              </p:nvSpPr>
              <p:spPr>
                <a:xfrm>
                  <a:off x="4501086" y="2764691"/>
                  <a:ext cx="345572" cy="328307"/>
                </a:xfrm>
                <a:prstGeom prst="rect">
                  <a:avLst/>
                </a:prstGeom>
                <a:gradFill>
                  <a:gsLst>
                    <a:gs pos="0">
                      <a:srgbClr val="CDD3D7"/>
                    </a:gs>
                    <a:gs pos="1000">
                      <a:srgbClr val="CDD3D7"/>
                    </a:gs>
                    <a:gs pos="100000">
                      <a:srgbClr val="E7ECF0"/>
                    </a:gs>
                  </a:gsLst>
                  <a:lin ang="16200000" scaled="0"/>
                </a:gradFill>
                <a:ln cap="flat" cmpd="sng" w="9525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13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83" name="Google Shape;5483;p57"/>
                <p:cNvSpPr/>
                <p:nvPr/>
              </p:nvSpPr>
              <p:spPr>
                <a:xfrm>
                  <a:off x="4501086" y="2717689"/>
                  <a:ext cx="345572" cy="98840"/>
                </a:xfrm>
                <a:prstGeom prst="ellipse">
                  <a:avLst/>
                </a:prstGeom>
                <a:solidFill>
                  <a:srgbClr val="E2E7EA"/>
                </a:solidFill>
                <a:ln cap="flat" cmpd="sng" w="9525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13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84" name="Google Shape;5484;p57"/>
                <p:cNvSpPr/>
                <p:nvPr/>
              </p:nvSpPr>
              <p:spPr>
                <a:xfrm>
                  <a:off x="4502949" y="3043578"/>
                  <a:ext cx="345572" cy="98840"/>
                </a:xfrm>
                <a:prstGeom prst="ellipse">
                  <a:avLst/>
                </a:prstGeom>
                <a:solidFill>
                  <a:srgbClr val="CDD3D7"/>
                </a:solidFill>
                <a:ln cap="flat" cmpd="sng" w="9525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13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85" name="Google Shape;5485;p57"/>
                <p:cNvSpPr/>
                <p:nvPr/>
              </p:nvSpPr>
              <p:spPr>
                <a:xfrm>
                  <a:off x="4504261" y="3036961"/>
                  <a:ext cx="339222" cy="52862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13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86" name="Google Shape;5486;p57"/>
              <p:cNvSpPr/>
              <p:nvPr/>
            </p:nvSpPr>
            <p:spPr>
              <a:xfrm>
                <a:off x="9181074" y="2063579"/>
                <a:ext cx="630195" cy="568410"/>
              </a:xfrm>
              <a:prstGeom prst="can">
                <a:avLst>
                  <a:gd fmla="val 25000" name="adj"/>
                </a:avLst>
              </a:prstGeom>
              <a:gradFill>
                <a:gsLst>
                  <a:gs pos="0">
                    <a:srgbClr val="C4CDD3"/>
                  </a:gs>
                  <a:gs pos="38000">
                    <a:srgbClr val="F2F2F2"/>
                  </a:gs>
                  <a:gs pos="100000">
                    <a:srgbClr val="BFBFBF"/>
                  </a:gs>
                </a:gsLst>
                <a:lin ang="0" scaled="0"/>
              </a:gradFill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A screen shot of a computer&#10;&#10;Description automatically generated" id="5487" name="Google Shape;5487;p5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543539" y="2209860"/>
                <a:ext cx="645858" cy="12047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488" name="Google Shape;5488;p57"/>
          <p:cNvGrpSpPr/>
          <p:nvPr/>
        </p:nvGrpSpPr>
        <p:grpSpPr>
          <a:xfrm>
            <a:off x="764178" y="1983920"/>
            <a:ext cx="1405967" cy="911136"/>
            <a:chOff x="9013371" y="2795450"/>
            <a:chExt cx="1874623" cy="1214848"/>
          </a:xfrm>
        </p:grpSpPr>
        <p:sp>
          <p:nvSpPr>
            <p:cNvPr id="5489" name="Google Shape;5489;p57"/>
            <p:cNvSpPr/>
            <p:nvPr/>
          </p:nvSpPr>
          <p:spPr>
            <a:xfrm>
              <a:off x="9013371" y="2967390"/>
              <a:ext cx="1306286" cy="1042908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90" name="Google Shape;5490;p57"/>
            <p:cNvCxnSpPr/>
            <p:nvPr/>
          </p:nvCxnSpPr>
          <p:spPr>
            <a:xfrm rot="10800000">
              <a:off x="9960584" y="3639030"/>
              <a:ext cx="92741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491" name="Google Shape;5491;p57"/>
            <p:cNvGrpSpPr/>
            <p:nvPr/>
          </p:nvGrpSpPr>
          <p:grpSpPr>
            <a:xfrm>
              <a:off x="9274627" y="2795450"/>
              <a:ext cx="810933" cy="985003"/>
              <a:chOff x="9236146" y="2789414"/>
              <a:chExt cx="888604" cy="1226172"/>
            </a:xfrm>
          </p:grpSpPr>
          <p:grpSp>
            <p:nvGrpSpPr>
              <p:cNvPr id="5492" name="Google Shape;5492;p57"/>
              <p:cNvGrpSpPr/>
              <p:nvPr/>
            </p:nvGrpSpPr>
            <p:grpSpPr>
              <a:xfrm>
                <a:off x="9236146" y="2789414"/>
                <a:ext cx="466245" cy="953439"/>
                <a:chOff x="6476205" y="1279015"/>
                <a:chExt cx="466245" cy="953439"/>
              </a:xfrm>
            </p:grpSpPr>
            <p:grpSp>
              <p:nvGrpSpPr>
                <p:cNvPr id="5493" name="Google Shape;5493;p57"/>
                <p:cNvGrpSpPr/>
                <p:nvPr/>
              </p:nvGrpSpPr>
              <p:grpSpPr>
                <a:xfrm>
                  <a:off x="6476205" y="1279015"/>
                  <a:ext cx="466245" cy="434369"/>
                  <a:chOff x="2920" y="1424"/>
                  <a:chExt cx="326" cy="320"/>
                </a:xfrm>
              </p:grpSpPr>
              <p:sp>
                <p:nvSpPr>
                  <p:cNvPr id="5494" name="Google Shape;5494;p57"/>
                  <p:cNvSpPr/>
                  <p:nvPr/>
                </p:nvSpPr>
                <p:spPr>
                  <a:xfrm>
                    <a:off x="2920" y="1445"/>
                    <a:ext cx="326" cy="28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5495" name="Google Shape;5495;p57"/>
                  <p:cNvGrpSpPr/>
                  <p:nvPr/>
                </p:nvGrpSpPr>
                <p:grpSpPr>
                  <a:xfrm>
                    <a:off x="2949" y="1424"/>
                    <a:ext cx="265" cy="280"/>
                    <a:chOff x="2949" y="1424"/>
                    <a:chExt cx="265" cy="280"/>
                  </a:xfrm>
                </p:grpSpPr>
                <p:sp>
                  <p:nvSpPr>
                    <p:cNvPr id="5496" name="Google Shape;5496;p57"/>
                    <p:cNvSpPr/>
                    <p:nvPr/>
                  </p:nvSpPr>
                  <p:spPr>
                    <a:xfrm>
                      <a:off x="3030" y="1545"/>
                      <a:ext cx="107" cy="92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497" name="Google Shape;5497;p57"/>
                    <p:cNvSpPr/>
                    <p:nvPr/>
                  </p:nvSpPr>
                  <p:spPr>
                    <a:xfrm>
                      <a:off x="3006" y="1525"/>
                      <a:ext cx="154" cy="131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498" name="Google Shape;5498;p57"/>
                    <p:cNvSpPr/>
                    <p:nvPr/>
                  </p:nvSpPr>
                  <p:spPr>
                    <a:xfrm>
                      <a:off x="2983" y="1501"/>
                      <a:ext cx="203" cy="179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499" name="Google Shape;5499;p57"/>
                    <p:cNvSpPr/>
                    <p:nvPr/>
                  </p:nvSpPr>
                  <p:spPr>
                    <a:xfrm>
                      <a:off x="2949" y="1476"/>
                      <a:ext cx="265" cy="228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500" name="Google Shape;5500;p57"/>
                    <p:cNvSpPr/>
                    <p:nvPr/>
                  </p:nvSpPr>
                  <p:spPr>
                    <a:xfrm flipH="1" rot="10800000">
                      <a:off x="2987" y="1424"/>
                      <a:ext cx="205" cy="143"/>
                    </a:xfrm>
                    <a:custGeom>
                      <a:rect b="b" l="l" r="r" t="t"/>
                      <a:pathLst>
                        <a:path extrusionOk="0" h="956" w="1180">
                          <a:moveTo>
                            <a:pt x="499" y="7"/>
                          </a:moveTo>
                          <a:lnTo>
                            <a:pt x="0" y="780"/>
                          </a:lnTo>
                          <a:lnTo>
                            <a:pt x="134" y="885"/>
                          </a:lnTo>
                          <a:lnTo>
                            <a:pt x="366" y="920"/>
                          </a:lnTo>
                          <a:lnTo>
                            <a:pt x="534" y="956"/>
                          </a:lnTo>
                          <a:lnTo>
                            <a:pt x="829" y="949"/>
                          </a:lnTo>
                          <a:lnTo>
                            <a:pt x="1096" y="850"/>
                          </a:lnTo>
                          <a:lnTo>
                            <a:pt x="1180" y="801"/>
                          </a:lnTo>
                          <a:lnTo>
                            <a:pt x="668" y="0"/>
                          </a:lnTo>
                          <a:lnTo>
                            <a:pt x="499" y="7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5501" name="Google Shape;5501;p57"/>
                  <p:cNvSpPr/>
                  <p:nvPr/>
                </p:nvSpPr>
                <p:spPr>
                  <a:xfrm>
                    <a:off x="2995" y="1615"/>
                    <a:ext cx="178" cy="129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502" name="Google Shape;5502;p57"/>
                <p:cNvGrpSpPr/>
                <p:nvPr/>
              </p:nvGrpSpPr>
              <p:grpSpPr>
                <a:xfrm>
                  <a:off x="6527789" y="1518577"/>
                  <a:ext cx="375668" cy="713877"/>
                  <a:chOff x="3130" y="3288"/>
                  <a:chExt cx="410" cy="742"/>
                </a:xfrm>
              </p:grpSpPr>
              <p:cxnSp>
                <p:nvCxnSpPr>
                  <p:cNvPr id="5503" name="Google Shape;5503;p57"/>
                  <p:cNvCxnSpPr/>
                  <p:nvPr/>
                </p:nvCxnSpPr>
                <p:spPr>
                  <a:xfrm flipH="1">
                    <a:off x="3130" y="3288"/>
                    <a:ext cx="205" cy="6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504" name="Google Shape;5504;p57"/>
                  <p:cNvCxnSpPr/>
                  <p:nvPr/>
                </p:nvCxnSpPr>
                <p:spPr>
                  <a:xfrm>
                    <a:off x="3335" y="3288"/>
                    <a:ext cx="205" cy="6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505" name="Google Shape;5505;p57"/>
                  <p:cNvCxnSpPr/>
                  <p:nvPr/>
                </p:nvCxnSpPr>
                <p:spPr>
                  <a:xfrm>
                    <a:off x="3130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506" name="Google Shape;5506;p57"/>
                  <p:cNvCxnSpPr/>
                  <p:nvPr/>
                </p:nvCxnSpPr>
                <p:spPr>
                  <a:xfrm flipH="1">
                    <a:off x="3335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507" name="Google Shape;5507;p57"/>
                  <p:cNvCxnSpPr/>
                  <p:nvPr/>
                </p:nvCxnSpPr>
                <p:spPr>
                  <a:xfrm>
                    <a:off x="3335" y="3303"/>
                    <a:ext cx="0" cy="7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508" name="Google Shape;5508;p57"/>
                  <p:cNvCxnSpPr/>
                  <p:nvPr/>
                </p:nvCxnSpPr>
                <p:spPr>
                  <a:xfrm flipH="1" rot="10800000">
                    <a:off x="3130" y="3888"/>
                    <a:ext cx="205" cy="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509" name="Google Shape;5509;p57"/>
                  <p:cNvCxnSpPr/>
                  <p:nvPr/>
                </p:nvCxnSpPr>
                <p:spPr>
                  <a:xfrm rot="10800000">
                    <a:off x="3335" y="3888"/>
                    <a:ext cx="205" cy="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510" name="Google Shape;5510;p57"/>
                  <p:cNvCxnSpPr/>
                  <p:nvPr/>
                </p:nvCxnSpPr>
                <p:spPr>
                  <a:xfrm>
                    <a:off x="3217" y="3668"/>
                    <a:ext cx="118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511" name="Google Shape;5511;p57"/>
                  <p:cNvCxnSpPr/>
                  <p:nvPr/>
                </p:nvCxnSpPr>
                <p:spPr>
                  <a:xfrm flipH="1" rot="10800000">
                    <a:off x="3335" y="3668"/>
                    <a:ext cx="124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512" name="Google Shape;5512;p57"/>
                  <p:cNvCxnSpPr/>
                  <p:nvPr/>
                </p:nvCxnSpPr>
                <p:spPr>
                  <a:xfrm>
                    <a:off x="3178" y="3766"/>
                    <a:ext cx="152" cy="7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513" name="Google Shape;5513;p57"/>
                  <p:cNvCxnSpPr/>
                  <p:nvPr/>
                </p:nvCxnSpPr>
                <p:spPr>
                  <a:xfrm flipH="1" rot="10800000">
                    <a:off x="3335" y="3781"/>
                    <a:ext cx="153" cy="6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514" name="Google Shape;5514;p57"/>
                  <p:cNvCxnSpPr/>
                  <p:nvPr/>
                </p:nvCxnSpPr>
                <p:spPr>
                  <a:xfrm flipH="1" rot="10800000">
                    <a:off x="3335" y="3567"/>
                    <a:ext cx="78" cy="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515" name="Google Shape;5515;p57"/>
                  <p:cNvCxnSpPr/>
                  <p:nvPr/>
                </p:nvCxnSpPr>
                <p:spPr>
                  <a:xfrm flipH="1" rot="10800000">
                    <a:off x="3335" y="3428"/>
                    <a:ext cx="49" cy="21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516" name="Google Shape;5516;p57"/>
                  <p:cNvCxnSpPr/>
                  <p:nvPr/>
                </p:nvCxnSpPr>
                <p:spPr>
                  <a:xfrm>
                    <a:off x="3247" y="3558"/>
                    <a:ext cx="9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517" name="Google Shape;5517;p57"/>
                  <p:cNvCxnSpPr/>
                  <p:nvPr/>
                </p:nvCxnSpPr>
                <p:spPr>
                  <a:xfrm>
                    <a:off x="3289" y="3422"/>
                    <a:ext cx="5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5518" name="Google Shape;5518;p57"/>
              <p:cNvGrpSpPr/>
              <p:nvPr/>
            </p:nvGrpSpPr>
            <p:grpSpPr>
              <a:xfrm>
                <a:off x="9357602" y="3598288"/>
                <a:ext cx="767148" cy="417298"/>
                <a:chOff x="1503784" y="3006600"/>
                <a:chExt cx="1771786" cy="957087"/>
              </a:xfrm>
            </p:grpSpPr>
            <p:grpSp>
              <p:nvGrpSpPr>
                <p:cNvPr id="5519" name="Google Shape;5519;p57"/>
                <p:cNvGrpSpPr/>
                <p:nvPr/>
              </p:nvGrpSpPr>
              <p:grpSpPr>
                <a:xfrm>
                  <a:off x="1503784" y="3006600"/>
                  <a:ext cx="1771786" cy="957087"/>
                  <a:chOff x="1465684" y="2997075"/>
                  <a:chExt cx="1771786" cy="957087"/>
                </a:xfrm>
              </p:grpSpPr>
              <p:sp>
                <p:nvSpPr>
                  <p:cNvPr id="5520" name="Google Shape;5520;p57"/>
                  <p:cNvSpPr/>
                  <p:nvPr/>
                </p:nvSpPr>
                <p:spPr>
                  <a:xfrm>
                    <a:off x="1465684" y="3328365"/>
                    <a:ext cx="1771786" cy="625797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5521" name="Google Shape;5521;p57"/>
                  <p:cNvSpPr/>
                  <p:nvPr/>
                </p:nvSpPr>
                <p:spPr>
                  <a:xfrm>
                    <a:off x="1466704" y="2997075"/>
                    <a:ext cx="1769640" cy="619577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</p:grpSp>
            <p:grpSp>
              <p:nvGrpSpPr>
                <p:cNvPr id="5522" name="Google Shape;5522;p57"/>
                <p:cNvGrpSpPr/>
                <p:nvPr/>
              </p:nvGrpSpPr>
              <p:grpSpPr>
                <a:xfrm>
                  <a:off x="1961060" y="3038475"/>
                  <a:ext cx="801873" cy="553944"/>
                  <a:chOff x="1951535" y="3022600"/>
                  <a:chExt cx="801873" cy="553944"/>
                </a:xfrm>
              </p:grpSpPr>
              <p:grpSp>
                <p:nvGrpSpPr>
                  <p:cNvPr id="5523" name="Google Shape;5523;p57"/>
                  <p:cNvGrpSpPr/>
                  <p:nvPr/>
                </p:nvGrpSpPr>
                <p:grpSpPr>
                  <a:xfrm>
                    <a:off x="2032000" y="3022600"/>
                    <a:ext cx="257175" cy="544419"/>
                    <a:chOff x="2441575" y="2479675"/>
                    <a:chExt cx="765175" cy="1028347"/>
                  </a:xfrm>
                </p:grpSpPr>
                <p:sp>
                  <p:nvSpPr>
                    <p:cNvPr id="5524" name="Google Shape;5524;p57"/>
                    <p:cNvSpPr/>
                    <p:nvPr/>
                  </p:nvSpPr>
                  <p:spPr>
                    <a:xfrm>
                      <a:off x="2441575" y="2479675"/>
                      <a:ext cx="765175" cy="1025525"/>
                    </a:xfrm>
                    <a:prstGeom prst="parallelogram">
                      <a:avLst>
                        <a:gd fmla="val 62205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525" name="Google Shape;5525;p57"/>
                    <p:cNvSpPr/>
                    <p:nvPr/>
                  </p:nvSpPr>
                  <p:spPr>
                    <a:xfrm>
                      <a:off x="2571751" y="2558697"/>
                      <a:ext cx="603250" cy="949325"/>
                    </a:xfrm>
                    <a:prstGeom prst="parallelogram">
                      <a:avLst>
                        <a:gd fmla="val 72206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5526" name="Google Shape;5526;p57"/>
                  <p:cNvGrpSpPr/>
                  <p:nvPr/>
                </p:nvGrpSpPr>
                <p:grpSpPr>
                  <a:xfrm flipH="1">
                    <a:off x="2441575" y="3032125"/>
                    <a:ext cx="257175" cy="544419"/>
                    <a:chOff x="2441575" y="2479675"/>
                    <a:chExt cx="765175" cy="1028347"/>
                  </a:xfrm>
                </p:grpSpPr>
                <p:sp>
                  <p:nvSpPr>
                    <p:cNvPr id="5527" name="Google Shape;5527;p57"/>
                    <p:cNvSpPr/>
                    <p:nvPr/>
                  </p:nvSpPr>
                  <p:spPr>
                    <a:xfrm>
                      <a:off x="2441575" y="2479675"/>
                      <a:ext cx="765175" cy="1025525"/>
                    </a:xfrm>
                    <a:prstGeom prst="parallelogram">
                      <a:avLst>
                        <a:gd fmla="val 62205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528" name="Google Shape;5528;p57"/>
                    <p:cNvSpPr/>
                    <p:nvPr/>
                  </p:nvSpPr>
                  <p:spPr>
                    <a:xfrm>
                      <a:off x="2571751" y="2558697"/>
                      <a:ext cx="603250" cy="949325"/>
                    </a:xfrm>
                    <a:prstGeom prst="parallelogram">
                      <a:avLst>
                        <a:gd fmla="val 72206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5529" name="Google Shape;5529;p57"/>
                  <p:cNvSpPr/>
                  <p:nvPr/>
                </p:nvSpPr>
                <p:spPr>
                  <a:xfrm flipH="1" rot="10800000">
                    <a:off x="2057400" y="3130550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30" name="Google Shape;5530;p57"/>
                  <p:cNvSpPr/>
                  <p:nvPr/>
                </p:nvSpPr>
                <p:spPr>
                  <a:xfrm rot="-4543353">
                    <a:off x="2079626" y="3187701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31" name="Google Shape;5531;p57"/>
                  <p:cNvSpPr/>
                  <p:nvPr/>
                </p:nvSpPr>
                <p:spPr>
                  <a:xfrm flipH="1" rot="6584936">
                    <a:off x="1990347" y="3141540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32" name="Google Shape;5532;p57"/>
                  <p:cNvSpPr/>
                  <p:nvPr/>
                </p:nvSpPr>
                <p:spPr>
                  <a:xfrm>
                    <a:off x="2032000" y="3162300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33" name="Google Shape;5533;p57"/>
                  <p:cNvSpPr/>
                  <p:nvPr/>
                </p:nvSpPr>
                <p:spPr>
                  <a:xfrm rot="-6584936">
                    <a:off x="2627741" y="3146398"/>
                    <a:ext cx="9519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34" name="Google Shape;5534;p57"/>
                  <p:cNvSpPr/>
                  <p:nvPr/>
                </p:nvSpPr>
                <p:spPr>
                  <a:xfrm rot="4492456">
                    <a:off x="2397126" y="3197226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5535" name="Google Shape;5535;p57"/>
                  <p:cNvGrpSpPr/>
                  <p:nvPr/>
                </p:nvGrpSpPr>
                <p:grpSpPr>
                  <a:xfrm>
                    <a:off x="1951535" y="3316761"/>
                    <a:ext cx="801873" cy="106763"/>
                    <a:chOff x="1953503" y="3313586"/>
                    <a:chExt cx="706591" cy="106763"/>
                  </a:xfrm>
                </p:grpSpPr>
                <p:sp>
                  <p:nvSpPr>
                    <p:cNvPr id="5536" name="Google Shape;5536;p57"/>
                    <p:cNvSpPr/>
                    <p:nvPr/>
                  </p:nvSpPr>
                  <p:spPr>
                    <a:xfrm flipH="1" rot="10800000">
                      <a:off x="2012950" y="3330575"/>
                      <a:ext cx="625475" cy="60324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537" name="Google Shape;5537;p57"/>
                    <p:cNvSpPr/>
                    <p:nvPr/>
                  </p:nvSpPr>
                  <p:spPr>
                    <a:xfrm flipH="1" rot="6584936">
                      <a:off x="1945897" y="3341565"/>
                      <a:ext cx="95195" cy="50805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538" name="Google Shape;5538;p57"/>
                    <p:cNvSpPr/>
                    <p:nvPr/>
                  </p:nvSpPr>
                  <p:spPr>
                    <a:xfrm>
                      <a:off x="1987550" y="3362325"/>
                      <a:ext cx="650875" cy="45719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539" name="Google Shape;5539;p57"/>
                    <p:cNvSpPr/>
                    <p:nvPr/>
                  </p:nvSpPr>
                  <p:spPr>
                    <a:xfrm rot="-6584936">
                      <a:off x="2577455" y="3347983"/>
                      <a:ext cx="95195" cy="40287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5540" name="Google Shape;5540;p57"/>
                  <p:cNvSpPr/>
                  <p:nvPr/>
                </p:nvSpPr>
                <p:spPr>
                  <a:xfrm rot="4389628">
                    <a:off x="2495482" y="3370576"/>
                    <a:ext cx="160883" cy="55150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41" name="Google Shape;5541;p57"/>
                  <p:cNvSpPr/>
                  <p:nvPr/>
                </p:nvSpPr>
                <p:spPr>
                  <a:xfrm rot="-4531743">
                    <a:off x="2025651" y="3362326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grpSp>
        <p:nvGrpSpPr>
          <p:cNvPr id="5542" name="Google Shape;5542;p57"/>
          <p:cNvGrpSpPr/>
          <p:nvPr/>
        </p:nvGrpSpPr>
        <p:grpSpPr>
          <a:xfrm>
            <a:off x="1251786" y="2886847"/>
            <a:ext cx="539752" cy="521014"/>
            <a:chOff x="9493249" y="5053913"/>
            <a:chExt cx="719669" cy="694685"/>
          </a:xfrm>
        </p:grpSpPr>
        <p:sp>
          <p:nvSpPr>
            <p:cNvPr id="5543" name="Google Shape;5543;p57"/>
            <p:cNvSpPr/>
            <p:nvPr/>
          </p:nvSpPr>
          <p:spPr>
            <a:xfrm>
              <a:off x="9493249" y="5152233"/>
              <a:ext cx="719669" cy="596365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4" name="Google Shape;5544;p57"/>
            <p:cNvSpPr/>
            <p:nvPr/>
          </p:nvSpPr>
          <p:spPr>
            <a:xfrm>
              <a:off x="9575262" y="5067007"/>
              <a:ext cx="259626" cy="18020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45" name="Google Shape;5545;p57"/>
            <p:cNvGrpSpPr/>
            <p:nvPr/>
          </p:nvGrpSpPr>
          <p:grpSpPr>
            <a:xfrm>
              <a:off x="9598358" y="5053913"/>
              <a:ext cx="211046" cy="174590"/>
              <a:chOff x="2949" y="1424"/>
              <a:chExt cx="265" cy="280"/>
            </a:xfrm>
          </p:grpSpPr>
          <p:sp>
            <p:nvSpPr>
              <p:cNvPr id="5546" name="Google Shape;5546;p57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7" name="Google Shape;5547;p57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8" name="Google Shape;5548;p57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9" name="Google Shape;5549;p57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0" name="Google Shape;5550;p57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551" name="Google Shape;5551;p57"/>
            <p:cNvSpPr/>
            <p:nvPr/>
          </p:nvSpPr>
          <p:spPr>
            <a:xfrm>
              <a:off x="9634992" y="5173008"/>
              <a:ext cx="141759" cy="80436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52" name="Google Shape;5552;p57"/>
            <p:cNvCxnSpPr/>
            <p:nvPr/>
          </p:nvCxnSpPr>
          <p:spPr>
            <a:xfrm flipH="1">
              <a:off x="9603986" y="5163958"/>
              <a:ext cx="104595" cy="29699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53" name="Google Shape;5553;p57"/>
            <p:cNvCxnSpPr/>
            <p:nvPr/>
          </p:nvCxnSpPr>
          <p:spPr>
            <a:xfrm>
              <a:off x="9708581" y="5163958"/>
              <a:ext cx="104595" cy="29566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54" name="Google Shape;5554;p57"/>
            <p:cNvCxnSpPr/>
            <p:nvPr/>
          </p:nvCxnSpPr>
          <p:spPr>
            <a:xfrm>
              <a:off x="9603986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55" name="Google Shape;5555;p57"/>
            <p:cNvCxnSpPr/>
            <p:nvPr/>
          </p:nvCxnSpPr>
          <p:spPr>
            <a:xfrm flipH="1">
              <a:off x="9708581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56" name="Google Shape;5556;p57"/>
            <p:cNvCxnSpPr/>
            <p:nvPr/>
          </p:nvCxnSpPr>
          <p:spPr>
            <a:xfrm>
              <a:off x="9708581" y="5170587"/>
              <a:ext cx="0" cy="32129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57" name="Google Shape;5557;p57"/>
            <p:cNvCxnSpPr/>
            <p:nvPr/>
          </p:nvCxnSpPr>
          <p:spPr>
            <a:xfrm flipH="1" rot="10800000">
              <a:off x="9603986" y="5429127"/>
              <a:ext cx="104595" cy="3182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58" name="Google Shape;5558;p57"/>
            <p:cNvCxnSpPr/>
            <p:nvPr/>
          </p:nvCxnSpPr>
          <p:spPr>
            <a:xfrm rot="10800000">
              <a:off x="9708581" y="5429127"/>
              <a:ext cx="104595" cy="3049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59" name="Google Shape;5559;p57"/>
            <p:cNvCxnSpPr/>
            <p:nvPr/>
          </p:nvCxnSpPr>
          <p:spPr>
            <a:xfrm>
              <a:off x="9648375" y="5331899"/>
              <a:ext cx="60206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60" name="Google Shape;5560;p57"/>
            <p:cNvCxnSpPr/>
            <p:nvPr/>
          </p:nvCxnSpPr>
          <p:spPr>
            <a:xfrm flipH="1" rot="10800000">
              <a:off x="9708580" y="5331899"/>
              <a:ext cx="63267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61" name="Google Shape;5561;p57"/>
            <p:cNvCxnSpPr/>
            <p:nvPr/>
          </p:nvCxnSpPr>
          <p:spPr>
            <a:xfrm>
              <a:off x="9628476" y="5375210"/>
              <a:ext cx="77553" cy="3314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62" name="Google Shape;5562;p57"/>
            <p:cNvCxnSpPr/>
            <p:nvPr/>
          </p:nvCxnSpPr>
          <p:spPr>
            <a:xfrm flipH="1" rot="10800000">
              <a:off x="9708581" y="5381839"/>
              <a:ext cx="78063" cy="291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63" name="Google Shape;5563;p57"/>
            <p:cNvCxnSpPr/>
            <p:nvPr/>
          </p:nvCxnSpPr>
          <p:spPr>
            <a:xfrm flipH="1" rot="10800000">
              <a:off x="9708580" y="5287262"/>
              <a:ext cx="39797" cy="11933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64" name="Google Shape;5564;p57"/>
            <p:cNvCxnSpPr/>
            <p:nvPr/>
          </p:nvCxnSpPr>
          <p:spPr>
            <a:xfrm flipH="1" rot="10800000">
              <a:off x="9708581" y="5225831"/>
              <a:ext cx="25001" cy="928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65" name="Google Shape;5565;p57"/>
            <p:cNvCxnSpPr/>
            <p:nvPr/>
          </p:nvCxnSpPr>
          <p:spPr>
            <a:xfrm>
              <a:off x="9663681" y="5283284"/>
              <a:ext cx="48471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66" name="Google Shape;5566;p57"/>
            <p:cNvCxnSpPr/>
            <p:nvPr/>
          </p:nvCxnSpPr>
          <p:spPr>
            <a:xfrm>
              <a:off x="9685111" y="5223179"/>
              <a:ext cx="28062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567" name="Google Shape;5567;p57"/>
            <p:cNvGrpSpPr/>
            <p:nvPr/>
          </p:nvGrpSpPr>
          <p:grpSpPr>
            <a:xfrm>
              <a:off x="9642894" y="5425476"/>
              <a:ext cx="427183" cy="191690"/>
              <a:chOff x="1503784" y="3006600"/>
              <a:chExt cx="1771786" cy="957087"/>
            </a:xfrm>
          </p:grpSpPr>
          <p:grpSp>
            <p:nvGrpSpPr>
              <p:cNvPr id="5568" name="Google Shape;5568;p57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5569" name="Google Shape;5569;p57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570" name="Google Shape;5570;p57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5571" name="Google Shape;5571;p57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5572" name="Google Shape;5572;p57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5573" name="Google Shape;5573;p5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74" name="Google Shape;5574;p5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575" name="Google Shape;5575;p57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5576" name="Google Shape;5576;p5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77" name="Google Shape;5577;p5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578" name="Google Shape;5578;p57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79" name="Google Shape;5579;p57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80" name="Google Shape;5580;p57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81" name="Google Shape;5581;p57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82" name="Google Shape;5582;p57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83" name="Google Shape;5583;p57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584" name="Google Shape;5584;p57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5585" name="Google Shape;5585;p57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86" name="Google Shape;5586;p57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87" name="Google Shape;5587;p57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88" name="Google Shape;5588;p57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589" name="Google Shape;5589;p57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90" name="Google Shape;5590;p57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5591" name="Google Shape;5591;p57"/>
          <p:cNvGrpSpPr/>
          <p:nvPr/>
        </p:nvGrpSpPr>
        <p:grpSpPr>
          <a:xfrm>
            <a:off x="1873678" y="3362581"/>
            <a:ext cx="539752" cy="521014"/>
            <a:chOff x="9493249" y="5053913"/>
            <a:chExt cx="719669" cy="694685"/>
          </a:xfrm>
        </p:grpSpPr>
        <p:sp>
          <p:nvSpPr>
            <p:cNvPr id="5592" name="Google Shape;5592;p57"/>
            <p:cNvSpPr/>
            <p:nvPr/>
          </p:nvSpPr>
          <p:spPr>
            <a:xfrm>
              <a:off x="9493249" y="5152233"/>
              <a:ext cx="719669" cy="596365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3" name="Google Shape;5593;p57"/>
            <p:cNvSpPr/>
            <p:nvPr/>
          </p:nvSpPr>
          <p:spPr>
            <a:xfrm>
              <a:off x="9575262" y="5067007"/>
              <a:ext cx="259626" cy="18020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94" name="Google Shape;5594;p57"/>
            <p:cNvGrpSpPr/>
            <p:nvPr/>
          </p:nvGrpSpPr>
          <p:grpSpPr>
            <a:xfrm>
              <a:off x="9598358" y="5053913"/>
              <a:ext cx="211046" cy="174590"/>
              <a:chOff x="2949" y="1424"/>
              <a:chExt cx="265" cy="280"/>
            </a:xfrm>
          </p:grpSpPr>
          <p:sp>
            <p:nvSpPr>
              <p:cNvPr id="5595" name="Google Shape;5595;p57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6" name="Google Shape;5596;p57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7" name="Google Shape;5597;p57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8" name="Google Shape;5598;p57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9" name="Google Shape;5599;p57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00" name="Google Shape;5600;p57"/>
            <p:cNvSpPr/>
            <p:nvPr/>
          </p:nvSpPr>
          <p:spPr>
            <a:xfrm>
              <a:off x="9634992" y="5173008"/>
              <a:ext cx="141759" cy="80436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01" name="Google Shape;5601;p57"/>
            <p:cNvCxnSpPr/>
            <p:nvPr/>
          </p:nvCxnSpPr>
          <p:spPr>
            <a:xfrm flipH="1">
              <a:off x="9603986" y="5163958"/>
              <a:ext cx="104595" cy="29699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2" name="Google Shape;5602;p57"/>
            <p:cNvCxnSpPr/>
            <p:nvPr/>
          </p:nvCxnSpPr>
          <p:spPr>
            <a:xfrm>
              <a:off x="9708581" y="5163958"/>
              <a:ext cx="104595" cy="29566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3" name="Google Shape;5603;p57"/>
            <p:cNvCxnSpPr/>
            <p:nvPr/>
          </p:nvCxnSpPr>
          <p:spPr>
            <a:xfrm>
              <a:off x="9603986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4" name="Google Shape;5604;p57"/>
            <p:cNvCxnSpPr/>
            <p:nvPr/>
          </p:nvCxnSpPr>
          <p:spPr>
            <a:xfrm flipH="1">
              <a:off x="9708581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5" name="Google Shape;5605;p57"/>
            <p:cNvCxnSpPr/>
            <p:nvPr/>
          </p:nvCxnSpPr>
          <p:spPr>
            <a:xfrm>
              <a:off x="9708581" y="5170587"/>
              <a:ext cx="0" cy="32129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6" name="Google Shape;5606;p57"/>
            <p:cNvCxnSpPr/>
            <p:nvPr/>
          </p:nvCxnSpPr>
          <p:spPr>
            <a:xfrm flipH="1" rot="10800000">
              <a:off x="9603986" y="5429127"/>
              <a:ext cx="104595" cy="3182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7" name="Google Shape;5607;p57"/>
            <p:cNvCxnSpPr/>
            <p:nvPr/>
          </p:nvCxnSpPr>
          <p:spPr>
            <a:xfrm rot="10800000">
              <a:off x="9708581" y="5429127"/>
              <a:ext cx="104595" cy="3049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8" name="Google Shape;5608;p57"/>
            <p:cNvCxnSpPr/>
            <p:nvPr/>
          </p:nvCxnSpPr>
          <p:spPr>
            <a:xfrm>
              <a:off x="9648375" y="5331899"/>
              <a:ext cx="60206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9" name="Google Shape;5609;p57"/>
            <p:cNvCxnSpPr/>
            <p:nvPr/>
          </p:nvCxnSpPr>
          <p:spPr>
            <a:xfrm flipH="1" rot="10800000">
              <a:off x="9708580" y="5331899"/>
              <a:ext cx="63267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0" name="Google Shape;5610;p57"/>
            <p:cNvCxnSpPr/>
            <p:nvPr/>
          </p:nvCxnSpPr>
          <p:spPr>
            <a:xfrm>
              <a:off x="9628476" y="5375210"/>
              <a:ext cx="77553" cy="3314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1" name="Google Shape;5611;p57"/>
            <p:cNvCxnSpPr/>
            <p:nvPr/>
          </p:nvCxnSpPr>
          <p:spPr>
            <a:xfrm flipH="1" rot="10800000">
              <a:off x="9708581" y="5381839"/>
              <a:ext cx="78063" cy="291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2" name="Google Shape;5612;p57"/>
            <p:cNvCxnSpPr/>
            <p:nvPr/>
          </p:nvCxnSpPr>
          <p:spPr>
            <a:xfrm flipH="1" rot="10800000">
              <a:off x="9708580" y="5287262"/>
              <a:ext cx="39797" cy="11933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3" name="Google Shape;5613;p57"/>
            <p:cNvCxnSpPr/>
            <p:nvPr/>
          </p:nvCxnSpPr>
          <p:spPr>
            <a:xfrm flipH="1" rot="10800000">
              <a:off x="9708581" y="5225831"/>
              <a:ext cx="25001" cy="928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4" name="Google Shape;5614;p57"/>
            <p:cNvCxnSpPr/>
            <p:nvPr/>
          </p:nvCxnSpPr>
          <p:spPr>
            <a:xfrm>
              <a:off x="9663681" y="5283284"/>
              <a:ext cx="48471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5" name="Google Shape;5615;p57"/>
            <p:cNvCxnSpPr/>
            <p:nvPr/>
          </p:nvCxnSpPr>
          <p:spPr>
            <a:xfrm>
              <a:off x="9685111" y="5223179"/>
              <a:ext cx="28062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616" name="Google Shape;5616;p57"/>
            <p:cNvGrpSpPr/>
            <p:nvPr/>
          </p:nvGrpSpPr>
          <p:grpSpPr>
            <a:xfrm>
              <a:off x="9642894" y="5425476"/>
              <a:ext cx="427183" cy="191690"/>
              <a:chOff x="1503784" y="3006600"/>
              <a:chExt cx="1771786" cy="957087"/>
            </a:xfrm>
          </p:grpSpPr>
          <p:grpSp>
            <p:nvGrpSpPr>
              <p:cNvPr id="5617" name="Google Shape;5617;p57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5618" name="Google Shape;5618;p57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619" name="Google Shape;5619;p57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5620" name="Google Shape;5620;p57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5621" name="Google Shape;5621;p57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5622" name="Google Shape;5622;p5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23" name="Google Shape;5623;p5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624" name="Google Shape;5624;p57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5625" name="Google Shape;5625;p5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26" name="Google Shape;5626;p5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627" name="Google Shape;5627;p57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28" name="Google Shape;5628;p57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29" name="Google Shape;5629;p57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30" name="Google Shape;5630;p57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31" name="Google Shape;5631;p57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32" name="Google Shape;5632;p57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633" name="Google Shape;5633;p57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5634" name="Google Shape;5634;p57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35" name="Google Shape;5635;p57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36" name="Google Shape;5636;p57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37" name="Google Shape;5637;p57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638" name="Google Shape;5638;p57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39" name="Google Shape;5639;p57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5640" name="Google Shape;5640;p57"/>
          <p:cNvGrpSpPr/>
          <p:nvPr/>
        </p:nvGrpSpPr>
        <p:grpSpPr>
          <a:xfrm>
            <a:off x="3137162" y="3949530"/>
            <a:ext cx="539752" cy="521014"/>
            <a:chOff x="9493249" y="5053913"/>
            <a:chExt cx="719669" cy="694685"/>
          </a:xfrm>
        </p:grpSpPr>
        <p:sp>
          <p:nvSpPr>
            <p:cNvPr id="5641" name="Google Shape;5641;p57"/>
            <p:cNvSpPr/>
            <p:nvPr/>
          </p:nvSpPr>
          <p:spPr>
            <a:xfrm>
              <a:off x="9493249" y="5152233"/>
              <a:ext cx="719669" cy="596365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2" name="Google Shape;5642;p57"/>
            <p:cNvSpPr/>
            <p:nvPr/>
          </p:nvSpPr>
          <p:spPr>
            <a:xfrm>
              <a:off x="9575262" y="5067007"/>
              <a:ext cx="259626" cy="18020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43" name="Google Shape;5643;p57"/>
            <p:cNvGrpSpPr/>
            <p:nvPr/>
          </p:nvGrpSpPr>
          <p:grpSpPr>
            <a:xfrm>
              <a:off x="9598358" y="5053913"/>
              <a:ext cx="211046" cy="174590"/>
              <a:chOff x="2949" y="1424"/>
              <a:chExt cx="265" cy="280"/>
            </a:xfrm>
          </p:grpSpPr>
          <p:sp>
            <p:nvSpPr>
              <p:cNvPr id="5644" name="Google Shape;5644;p57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5" name="Google Shape;5645;p57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6" name="Google Shape;5646;p57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7" name="Google Shape;5647;p57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8" name="Google Shape;5648;p57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49" name="Google Shape;5649;p57"/>
            <p:cNvSpPr/>
            <p:nvPr/>
          </p:nvSpPr>
          <p:spPr>
            <a:xfrm>
              <a:off x="9634992" y="5173008"/>
              <a:ext cx="141759" cy="80436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50" name="Google Shape;5650;p57"/>
            <p:cNvCxnSpPr/>
            <p:nvPr/>
          </p:nvCxnSpPr>
          <p:spPr>
            <a:xfrm flipH="1">
              <a:off x="9603986" y="5163958"/>
              <a:ext cx="104595" cy="29699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1" name="Google Shape;5651;p57"/>
            <p:cNvCxnSpPr/>
            <p:nvPr/>
          </p:nvCxnSpPr>
          <p:spPr>
            <a:xfrm>
              <a:off x="9708581" y="5163958"/>
              <a:ext cx="104595" cy="29566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2" name="Google Shape;5652;p57"/>
            <p:cNvCxnSpPr/>
            <p:nvPr/>
          </p:nvCxnSpPr>
          <p:spPr>
            <a:xfrm>
              <a:off x="9603986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3" name="Google Shape;5653;p57"/>
            <p:cNvCxnSpPr/>
            <p:nvPr/>
          </p:nvCxnSpPr>
          <p:spPr>
            <a:xfrm flipH="1">
              <a:off x="9708581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4" name="Google Shape;5654;p57"/>
            <p:cNvCxnSpPr/>
            <p:nvPr/>
          </p:nvCxnSpPr>
          <p:spPr>
            <a:xfrm>
              <a:off x="9708581" y="5170587"/>
              <a:ext cx="0" cy="32129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5" name="Google Shape;5655;p57"/>
            <p:cNvCxnSpPr/>
            <p:nvPr/>
          </p:nvCxnSpPr>
          <p:spPr>
            <a:xfrm flipH="1" rot="10800000">
              <a:off x="9603986" y="5429127"/>
              <a:ext cx="104595" cy="3182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6" name="Google Shape;5656;p57"/>
            <p:cNvCxnSpPr/>
            <p:nvPr/>
          </p:nvCxnSpPr>
          <p:spPr>
            <a:xfrm rot="10800000">
              <a:off x="9708581" y="5429127"/>
              <a:ext cx="104595" cy="3049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7" name="Google Shape;5657;p57"/>
            <p:cNvCxnSpPr/>
            <p:nvPr/>
          </p:nvCxnSpPr>
          <p:spPr>
            <a:xfrm>
              <a:off x="9648375" y="5331899"/>
              <a:ext cx="60206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8" name="Google Shape;5658;p57"/>
            <p:cNvCxnSpPr/>
            <p:nvPr/>
          </p:nvCxnSpPr>
          <p:spPr>
            <a:xfrm flipH="1" rot="10800000">
              <a:off x="9708580" y="5331899"/>
              <a:ext cx="63267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9" name="Google Shape;5659;p57"/>
            <p:cNvCxnSpPr/>
            <p:nvPr/>
          </p:nvCxnSpPr>
          <p:spPr>
            <a:xfrm>
              <a:off x="9628476" y="5375210"/>
              <a:ext cx="77553" cy="3314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0" name="Google Shape;5660;p57"/>
            <p:cNvCxnSpPr/>
            <p:nvPr/>
          </p:nvCxnSpPr>
          <p:spPr>
            <a:xfrm flipH="1" rot="10800000">
              <a:off x="9708581" y="5381839"/>
              <a:ext cx="78063" cy="291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1" name="Google Shape;5661;p57"/>
            <p:cNvCxnSpPr/>
            <p:nvPr/>
          </p:nvCxnSpPr>
          <p:spPr>
            <a:xfrm flipH="1" rot="10800000">
              <a:off x="9708580" y="5287262"/>
              <a:ext cx="39797" cy="11933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2" name="Google Shape;5662;p57"/>
            <p:cNvCxnSpPr/>
            <p:nvPr/>
          </p:nvCxnSpPr>
          <p:spPr>
            <a:xfrm flipH="1" rot="10800000">
              <a:off x="9708581" y="5225831"/>
              <a:ext cx="25001" cy="928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3" name="Google Shape;5663;p57"/>
            <p:cNvCxnSpPr/>
            <p:nvPr/>
          </p:nvCxnSpPr>
          <p:spPr>
            <a:xfrm>
              <a:off x="9663681" y="5283284"/>
              <a:ext cx="48471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4" name="Google Shape;5664;p57"/>
            <p:cNvCxnSpPr/>
            <p:nvPr/>
          </p:nvCxnSpPr>
          <p:spPr>
            <a:xfrm>
              <a:off x="9685111" y="5223179"/>
              <a:ext cx="28062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665" name="Google Shape;5665;p57"/>
            <p:cNvGrpSpPr/>
            <p:nvPr/>
          </p:nvGrpSpPr>
          <p:grpSpPr>
            <a:xfrm>
              <a:off x="9642894" y="5425476"/>
              <a:ext cx="427183" cy="191690"/>
              <a:chOff x="1503784" y="3006600"/>
              <a:chExt cx="1771786" cy="957087"/>
            </a:xfrm>
          </p:grpSpPr>
          <p:grpSp>
            <p:nvGrpSpPr>
              <p:cNvPr id="5666" name="Google Shape;5666;p57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5667" name="Google Shape;5667;p57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668" name="Google Shape;5668;p57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5669" name="Google Shape;5669;p57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5670" name="Google Shape;5670;p57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5671" name="Google Shape;5671;p5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72" name="Google Shape;5672;p5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673" name="Google Shape;5673;p57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5674" name="Google Shape;5674;p5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75" name="Google Shape;5675;p5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676" name="Google Shape;5676;p57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77" name="Google Shape;5677;p57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78" name="Google Shape;5678;p57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79" name="Google Shape;5679;p57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80" name="Google Shape;5680;p57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81" name="Google Shape;5681;p57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682" name="Google Shape;5682;p57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5683" name="Google Shape;5683;p57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84" name="Google Shape;5684;p57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85" name="Google Shape;5685;p57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86" name="Google Shape;5686;p57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687" name="Google Shape;5687;p57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88" name="Google Shape;5688;p57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5689" name="Google Shape;5689;p57"/>
          <p:cNvGrpSpPr/>
          <p:nvPr/>
        </p:nvGrpSpPr>
        <p:grpSpPr>
          <a:xfrm>
            <a:off x="2862225" y="4490138"/>
            <a:ext cx="539752" cy="521014"/>
            <a:chOff x="9493249" y="5053913"/>
            <a:chExt cx="719669" cy="694685"/>
          </a:xfrm>
        </p:grpSpPr>
        <p:sp>
          <p:nvSpPr>
            <p:cNvPr id="5690" name="Google Shape;5690;p57"/>
            <p:cNvSpPr/>
            <p:nvPr/>
          </p:nvSpPr>
          <p:spPr>
            <a:xfrm>
              <a:off x="9493249" y="5152233"/>
              <a:ext cx="719669" cy="596365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1" name="Google Shape;5691;p57"/>
            <p:cNvSpPr/>
            <p:nvPr/>
          </p:nvSpPr>
          <p:spPr>
            <a:xfrm>
              <a:off x="9575262" y="5067007"/>
              <a:ext cx="259626" cy="18020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92" name="Google Shape;5692;p57"/>
            <p:cNvGrpSpPr/>
            <p:nvPr/>
          </p:nvGrpSpPr>
          <p:grpSpPr>
            <a:xfrm>
              <a:off x="9598358" y="5053913"/>
              <a:ext cx="211046" cy="174590"/>
              <a:chOff x="2949" y="1424"/>
              <a:chExt cx="265" cy="280"/>
            </a:xfrm>
          </p:grpSpPr>
          <p:sp>
            <p:nvSpPr>
              <p:cNvPr id="5693" name="Google Shape;5693;p57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4" name="Google Shape;5694;p57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5" name="Google Shape;5695;p57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6" name="Google Shape;5696;p57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7" name="Google Shape;5697;p57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98" name="Google Shape;5698;p57"/>
            <p:cNvSpPr/>
            <p:nvPr/>
          </p:nvSpPr>
          <p:spPr>
            <a:xfrm>
              <a:off x="9634992" y="5173008"/>
              <a:ext cx="141759" cy="80436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99" name="Google Shape;5699;p57"/>
            <p:cNvCxnSpPr/>
            <p:nvPr/>
          </p:nvCxnSpPr>
          <p:spPr>
            <a:xfrm flipH="1">
              <a:off x="9603986" y="5163958"/>
              <a:ext cx="104595" cy="29699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0" name="Google Shape;5700;p57"/>
            <p:cNvCxnSpPr/>
            <p:nvPr/>
          </p:nvCxnSpPr>
          <p:spPr>
            <a:xfrm>
              <a:off x="9708581" y="5163958"/>
              <a:ext cx="104595" cy="29566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1" name="Google Shape;5701;p57"/>
            <p:cNvCxnSpPr/>
            <p:nvPr/>
          </p:nvCxnSpPr>
          <p:spPr>
            <a:xfrm>
              <a:off x="9603986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2" name="Google Shape;5702;p57"/>
            <p:cNvCxnSpPr/>
            <p:nvPr/>
          </p:nvCxnSpPr>
          <p:spPr>
            <a:xfrm flipH="1">
              <a:off x="9708581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3" name="Google Shape;5703;p57"/>
            <p:cNvCxnSpPr/>
            <p:nvPr/>
          </p:nvCxnSpPr>
          <p:spPr>
            <a:xfrm>
              <a:off x="9708581" y="5170587"/>
              <a:ext cx="0" cy="32129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4" name="Google Shape;5704;p57"/>
            <p:cNvCxnSpPr/>
            <p:nvPr/>
          </p:nvCxnSpPr>
          <p:spPr>
            <a:xfrm flipH="1" rot="10800000">
              <a:off x="9603986" y="5429127"/>
              <a:ext cx="104595" cy="3182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5" name="Google Shape;5705;p57"/>
            <p:cNvCxnSpPr/>
            <p:nvPr/>
          </p:nvCxnSpPr>
          <p:spPr>
            <a:xfrm rot="10800000">
              <a:off x="9708581" y="5429127"/>
              <a:ext cx="104595" cy="3049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6" name="Google Shape;5706;p57"/>
            <p:cNvCxnSpPr/>
            <p:nvPr/>
          </p:nvCxnSpPr>
          <p:spPr>
            <a:xfrm>
              <a:off x="9648375" y="5331899"/>
              <a:ext cx="60206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7" name="Google Shape;5707;p57"/>
            <p:cNvCxnSpPr/>
            <p:nvPr/>
          </p:nvCxnSpPr>
          <p:spPr>
            <a:xfrm flipH="1" rot="10800000">
              <a:off x="9708580" y="5331899"/>
              <a:ext cx="63267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8" name="Google Shape;5708;p57"/>
            <p:cNvCxnSpPr/>
            <p:nvPr/>
          </p:nvCxnSpPr>
          <p:spPr>
            <a:xfrm>
              <a:off x="9628476" y="5375210"/>
              <a:ext cx="77553" cy="3314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9" name="Google Shape;5709;p57"/>
            <p:cNvCxnSpPr/>
            <p:nvPr/>
          </p:nvCxnSpPr>
          <p:spPr>
            <a:xfrm flipH="1" rot="10800000">
              <a:off x="9708581" y="5381839"/>
              <a:ext cx="78063" cy="291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0" name="Google Shape;5710;p57"/>
            <p:cNvCxnSpPr/>
            <p:nvPr/>
          </p:nvCxnSpPr>
          <p:spPr>
            <a:xfrm flipH="1" rot="10800000">
              <a:off x="9708580" y="5287262"/>
              <a:ext cx="39797" cy="11933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1" name="Google Shape;5711;p57"/>
            <p:cNvCxnSpPr/>
            <p:nvPr/>
          </p:nvCxnSpPr>
          <p:spPr>
            <a:xfrm flipH="1" rot="10800000">
              <a:off x="9708581" y="5225831"/>
              <a:ext cx="25001" cy="928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2" name="Google Shape;5712;p57"/>
            <p:cNvCxnSpPr/>
            <p:nvPr/>
          </p:nvCxnSpPr>
          <p:spPr>
            <a:xfrm>
              <a:off x="9663681" y="5283284"/>
              <a:ext cx="48471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3" name="Google Shape;5713;p57"/>
            <p:cNvCxnSpPr/>
            <p:nvPr/>
          </p:nvCxnSpPr>
          <p:spPr>
            <a:xfrm>
              <a:off x="9685111" y="5223179"/>
              <a:ext cx="28062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714" name="Google Shape;5714;p57"/>
            <p:cNvGrpSpPr/>
            <p:nvPr/>
          </p:nvGrpSpPr>
          <p:grpSpPr>
            <a:xfrm>
              <a:off x="9642894" y="5425476"/>
              <a:ext cx="427183" cy="191690"/>
              <a:chOff x="1503784" y="3006600"/>
              <a:chExt cx="1771786" cy="957087"/>
            </a:xfrm>
          </p:grpSpPr>
          <p:grpSp>
            <p:nvGrpSpPr>
              <p:cNvPr id="5715" name="Google Shape;5715;p57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5716" name="Google Shape;5716;p57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717" name="Google Shape;5717;p57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5718" name="Google Shape;5718;p57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5719" name="Google Shape;5719;p57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5720" name="Google Shape;5720;p5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21" name="Google Shape;5721;p5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722" name="Google Shape;5722;p57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5723" name="Google Shape;5723;p5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24" name="Google Shape;5724;p5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725" name="Google Shape;5725;p57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26" name="Google Shape;5726;p57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27" name="Google Shape;5727;p57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28" name="Google Shape;5728;p57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29" name="Google Shape;5729;p57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30" name="Google Shape;5730;p57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731" name="Google Shape;5731;p57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5732" name="Google Shape;5732;p57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33" name="Google Shape;5733;p57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34" name="Google Shape;5734;p57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35" name="Google Shape;5735;p57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736" name="Google Shape;5736;p57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37" name="Google Shape;5737;p57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5738" name="Google Shape;5738;p57"/>
          <p:cNvGrpSpPr/>
          <p:nvPr/>
        </p:nvGrpSpPr>
        <p:grpSpPr>
          <a:xfrm>
            <a:off x="3424456" y="5163582"/>
            <a:ext cx="539752" cy="521014"/>
            <a:chOff x="9493249" y="5053913"/>
            <a:chExt cx="719669" cy="694685"/>
          </a:xfrm>
        </p:grpSpPr>
        <p:sp>
          <p:nvSpPr>
            <p:cNvPr id="5739" name="Google Shape;5739;p57"/>
            <p:cNvSpPr/>
            <p:nvPr/>
          </p:nvSpPr>
          <p:spPr>
            <a:xfrm>
              <a:off x="9493249" y="5152233"/>
              <a:ext cx="719669" cy="596365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0" name="Google Shape;5740;p57"/>
            <p:cNvSpPr/>
            <p:nvPr/>
          </p:nvSpPr>
          <p:spPr>
            <a:xfrm>
              <a:off x="9575262" y="5067007"/>
              <a:ext cx="259626" cy="18020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41" name="Google Shape;5741;p57"/>
            <p:cNvGrpSpPr/>
            <p:nvPr/>
          </p:nvGrpSpPr>
          <p:grpSpPr>
            <a:xfrm>
              <a:off x="9598358" y="5053913"/>
              <a:ext cx="211046" cy="174590"/>
              <a:chOff x="2949" y="1424"/>
              <a:chExt cx="265" cy="280"/>
            </a:xfrm>
          </p:grpSpPr>
          <p:sp>
            <p:nvSpPr>
              <p:cNvPr id="5742" name="Google Shape;5742;p57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3" name="Google Shape;5743;p57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4" name="Google Shape;5744;p57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5" name="Google Shape;5745;p57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6" name="Google Shape;5746;p57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47" name="Google Shape;5747;p57"/>
            <p:cNvSpPr/>
            <p:nvPr/>
          </p:nvSpPr>
          <p:spPr>
            <a:xfrm>
              <a:off x="9634992" y="5173008"/>
              <a:ext cx="141759" cy="80436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48" name="Google Shape;5748;p57"/>
            <p:cNvCxnSpPr/>
            <p:nvPr/>
          </p:nvCxnSpPr>
          <p:spPr>
            <a:xfrm flipH="1">
              <a:off x="9603986" y="5163958"/>
              <a:ext cx="104595" cy="29699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49" name="Google Shape;5749;p57"/>
            <p:cNvCxnSpPr/>
            <p:nvPr/>
          </p:nvCxnSpPr>
          <p:spPr>
            <a:xfrm>
              <a:off x="9708581" y="5163958"/>
              <a:ext cx="104595" cy="29566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50" name="Google Shape;5750;p57"/>
            <p:cNvCxnSpPr/>
            <p:nvPr/>
          </p:nvCxnSpPr>
          <p:spPr>
            <a:xfrm>
              <a:off x="9603986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51" name="Google Shape;5751;p57"/>
            <p:cNvCxnSpPr/>
            <p:nvPr/>
          </p:nvCxnSpPr>
          <p:spPr>
            <a:xfrm flipH="1">
              <a:off x="9708581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52" name="Google Shape;5752;p57"/>
            <p:cNvCxnSpPr/>
            <p:nvPr/>
          </p:nvCxnSpPr>
          <p:spPr>
            <a:xfrm>
              <a:off x="9708581" y="5170587"/>
              <a:ext cx="0" cy="32129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53" name="Google Shape;5753;p57"/>
            <p:cNvCxnSpPr/>
            <p:nvPr/>
          </p:nvCxnSpPr>
          <p:spPr>
            <a:xfrm flipH="1" rot="10800000">
              <a:off x="9603986" y="5429127"/>
              <a:ext cx="104595" cy="3182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54" name="Google Shape;5754;p57"/>
            <p:cNvCxnSpPr/>
            <p:nvPr/>
          </p:nvCxnSpPr>
          <p:spPr>
            <a:xfrm rot="10800000">
              <a:off x="9708581" y="5429127"/>
              <a:ext cx="104595" cy="3049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55" name="Google Shape;5755;p57"/>
            <p:cNvCxnSpPr/>
            <p:nvPr/>
          </p:nvCxnSpPr>
          <p:spPr>
            <a:xfrm>
              <a:off x="9648375" y="5331899"/>
              <a:ext cx="60206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56" name="Google Shape;5756;p57"/>
            <p:cNvCxnSpPr/>
            <p:nvPr/>
          </p:nvCxnSpPr>
          <p:spPr>
            <a:xfrm flipH="1" rot="10800000">
              <a:off x="9708580" y="5331899"/>
              <a:ext cx="63267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57" name="Google Shape;5757;p57"/>
            <p:cNvCxnSpPr/>
            <p:nvPr/>
          </p:nvCxnSpPr>
          <p:spPr>
            <a:xfrm>
              <a:off x="9628476" y="5375210"/>
              <a:ext cx="77553" cy="3314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58" name="Google Shape;5758;p57"/>
            <p:cNvCxnSpPr/>
            <p:nvPr/>
          </p:nvCxnSpPr>
          <p:spPr>
            <a:xfrm flipH="1" rot="10800000">
              <a:off x="9708581" y="5381839"/>
              <a:ext cx="78063" cy="291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59" name="Google Shape;5759;p57"/>
            <p:cNvCxnSpPr/>
            <p:nvPr/>
          </p:nvCxnSpPr>
          <p:spPr>
            <a:xfrm flipH="1" rot="10800000">
              <a:off x="9708580" y="5287262"/>
              <a:ext cx="39797" cy="11933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60" name="Google Shape;5760;p57"/>
            <p:cNvCxnSpPr/>
            <p:nvPr/>
          </p:nvCxnSpPr>
          <p:spPr>
            <a:xfrm flipH="1" rot="10800000">
              <a:off x="9708581" y="5225831"/>
              <a:ext cx="25001" cy="928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61" name="Google Shape;5761;p57"/>
            <p:cNvCxnSpPr/>
            <p:nvPr/>
          </p:nvCxnSpPr>
          <p:spPr>
            <a:xfrm>
              <a:off x="9663681" y="5283284"/>
              <a:ext cx="48471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62" name="Google Shape;5762;p57"/>
            <p:cNvCxnSpPr/>
            <p:nvPr/>
          </p:nvCxnSpPr>
          <p:spPr>
            <a:xfrm>
              <a:off x="9685111" y="5223179"/>
              <a:ext cx="28062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763" name="Google Shape;5763;p57"/>
            <p:cNvGrpSpPr/>
            <p:nvPr/>
          </p:nvGrpSpPr>
          <p:grpSpPr>
            <a:xfrm>
              <a:off x="9642894" y="5425476"/>
              <a:ext cx="427183" cy="191690"/>
              <a:chOff x="1503784" y="3006600"/>
              <a:chExt cx="1771786" cy="957087"/>
            </a:xfrm>
          </p:grpSpPr>
          <p:grpSp>
            <p:nvGrpSpPr>
              <p:cNvPr id="5764" name="Google Shape;5764;p57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5765" name="Google Shape;5765;p57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766" name="Google Shape;5766;p57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5767" name="Google Shape;5767;p57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5768" name="Google Shape;5768;p57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5769" name="Google Shape;5769;p5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70" name="Google Shape;5770;p5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771" name="Google Shape;5771;p57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5772" name="Google Shape;5772;p5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73" name="Google Shape;5773;p5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774" name="Google Shape;5774;p57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75" name="Google Shape;5775;p57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76" name="Google Shape;5776;p57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77" name="Google Shape;5777;p57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78" name="Google Shape;5778;p57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79" name="Google Shape;5779;p57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780" name="Google Shape;5780;p57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5781" name="Google Shape;5781;p57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82" name="Google Shape;5782;p57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83" name="Google Shape;5783;p57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84" name="Google Shape;5784;p57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785" name="Google Shape;5785;p57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86" name="Google Shape;5786;p57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5787" name="Google Shape;5787;p57"/>
          <p:cNvGrpSpPr/>
          <p:nvPr/>
        </p:nvGrpSpPr>
        <p:grpSpPr>
          <a:xfrm>
            <a:off x="223194" y="2914651"/>
            <a:ext cx="1352293" cy="1325261"/>
            <a:chOff x="297592" y="2743200"/>
            <a:chExt cx="1803057" cy="1767015"/>
          </a:xfrm>
        </p:grpSpPr>
        <p:sp>
          <p:nvSpPr>
            <p:cNvPr id="5788" name="Google Shape;5788;p57"/>
            <p:cNvSpPr/>
            <p:nvPr/>
          </p:nvSpPr>
          <p:spPr>
            <a:xfrm>
              <a:off x="1025611" y="2743200"/>
              <a:ext cx="222420" cy="1767015"/>
            </a:xfrm>
            <a:custGeom>
              <a:rect b="b" l="l" r="r" t="t"/>
              <a:pathLst>
                <a:path extrusionOk="0" h="1767015" w="447747">
                  <a:moveTo>
                    <a:pt x="447747" y="1767015"/>
                  </a:moveTo>
                  <a:cubicBezTo>
                    <a:pt x="221206" y="1507523"/>
                    <a:pt x="27618" y="1134762"/>
                    <a:pt x="2904" y="840259"/>
                  </a:cubicBezTo>
                  <a:cubicBezTo>
                    <a:pt x="-21810" y="545757"/>
                    <a:pt x="114115" y="263612"/>
                    <a:pt x="299466" y="0"/>
                  </a:cubicBezTo>
                </a:path>
              </a:pathLst>
            </a:custGeom>
            <a:noFill/>
            <a:ln cap="sq" cmpd="sng" w="571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9" name="Google Shape;5789;p57"/>
            <p:cNvSpPr txBox="1"/>
            <p:nvPr/>
          </p:nvSpPr>
          <p:spPr>
            <a:xfrm>
              <a:off x="297592" y="3558745"/>
              <a:ext cx="1803057" cy="8617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 home network</a:t>
              </a:r>
              <a:endParaRPr/>
            </a:p>
          </p:txBody>
        </p:sp>
      </p:grpSp>
      <p:grpSp>
        <p:nvGrpSpPr>
          <p:cNvPr id="5790" name="Google Shape;5790;p57"/>
          <p:cNvGrpSpPr/>
          <p:nvPr/>
        </p:nvGrpSpPr>
        <p:grpSpPr>
          <a:xfrm>
            <a:off x="1224478" y="5096744"/>
            <a:ext cx="1924035" cy="890229"/>
            <a:chOff x="1632637" y="5652657"/>
            <a:chExt cx="2565380" cy="1186972"/>
          </a:xfrm>
        </p:grpSpPr>
        <p:sp>
          <p:nvSpPr>
            <p:cNvPr id="5791" name="Google Shape;5791;p57"/>
            <p:cNvSpPr/>
            <p:nvPr/>
          </p:nvSpPr>
          <p:spPr>
            <a:xfrm flipH="1" rot="6055030">
              <a:off x="3198227" y="5045674"/>
              <a:ext cx="222420" cy="1767015"/>
            </a:xfrm>
            <a:custGeom>
              <a:rect b="b" l="l" r="r" t="t"/>
              <a:pathLst>
                <a:path extrusionOk="0" h="1767015" w="447747">
                  <a:moveTo>
                    <a:pt x="447747" y="1767015"/>
                  </a:moveTo>
                  <a:cubicBezTo>
                    <a:pt x="221206" y="1507523"/>
                    <a:pt x="27618" y="1134762"/>
                    <a:pt x="2904" y="840259"/>
                  </a:cubicBezTo>
                  <a:cubicBezTo>
                    <a:pt x="-21810" y="545757"/>
                    <a:pt x="114115" y="263612"/>
                    <a:pt x="299466" y="0"/>
                  </a:cubicBezTo>
                </a:path>
              </a:pathLst>
            </a:custGeom>
            <a:noFill/>
            <a:ln cap="sq" cmpd="sng" w="571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2" name="Google Shape;5792;p57"/>
            <p:cNvSpPr/>
            <p:nvPr/>
          </p:nvSpPr>
          <p:spPr>
            <a:xfrm>
              <a:off x="2545492" y="5807676"/>
              <a:ext cx="864973" cy="30891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3" name="Google Shape;5793;p57"/>
            <p:cNvSpPr txBox="1"/>
            <p:nvPr/>
          </p:nvSpPr>
          <p:spPr>
            <a:xfrm>
              <a:off x="1632637" y="5774722"/>
              <a:ext cx="1803058" cy="1064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roaming in visited network</a:t>
              </a:r>
              <a:endParaRPr/>
            </a:p>
          </p:txBody>
        </p:sp>
      </p:grpSp>
      <p:grpSp>
        <p:nvGrpSpPr>
          <p:cNvPr id="5794" name="Google Shape;5794;p57"/>
          <p:cNvGrpSpPr/>
          <p:nvPr/>
        </p:nvGrpSpPr>
        <p:grpSpPr>
          <a:xfrm>
            <a:off x="115459" y="4230644"/>
            <a:ext cx="1827559" cy="1748401"/>
            <a:chOff x="153945" y="4485503"/>
            <a:chExt cx="2436745" cy="2331200"/>
          </a:xfrm>
        </p:grpSpPr>
        <p:grpSp>
          <p:nvGrpSpPr>
            <p:cNvPr id="5795" name="Google Shape;5795;p57"/>
            <p:cNvGrpSpPr/>
            <p:nvPr/>
          </p:nvGrpSpPr>
          <p:grpSpPr>
            <a:xfrm>
              <a:off x="1470455" y="4485503"/>
              <a:ext cx="1120235" cy="1033731"/>
              <a:chOff x="2751" y="1851"/>
              <a:chExt cx="462" cy="478"/>
            </a:xfrm>
          </p:grpSpPr>
          <p:pic>
            <p:nvPicPr>
              <p:cNvPr descr="iphone_stylized_small" id="5796" name="Google Shape;5796;p5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5797" name="Google Shape;5797;p5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 picture containing sitting, drawing, bus&#10;&#10;Description automatically generated" id="5798" name="Google Shape;5798;p5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91220" y="4757350"/>
              <a:ext cx="625223" cy="3535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9" name="Google Shape;5799;p57"/>
            <p:cNvSpPr txBox="1"/>
            <p:nvPr/>
          </p:nvSpPr>
          <p:spPr>
            <a:xfrm>
              <a:off x="153945" y="5123933"/>
              <a:ext cx="1803057" cy="1692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SIM card: global identify info in home network</a:t>
              </a:r>
              <a:endParaRPr/>
            </a:p>
          </p:txBody>
        </p:sp>
      </p:grpSp>
      <p:sp>
        <p:nvSpPr>
          <p:cNvPr id="5800" name="Google Shape;5800;p57"/>
          <p:cNvSpPr/>
          <p:nvPr/>
        </p:nvSpPr>
        <p:spPr>
          <a:xfrm>
            <a:off x="6162933" y="3199468"/>
            <a:ext cx="2817340" cy="2032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all IP:</a:t>
            </a:r>
            <a:endParaRPr/>
          </a:p>
          <a:p>
            <a:pPr indent="-257175" lvl="0" marL="302419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carriers interconnect with each other, and public internet at exchange points</a:t>
            </a:r>
            <a:endParaRPr/>
          </a:p>
          <a:p>
            <a:pPr indent="-257175" lvl="0" marL="302419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2G, 3G: not all IP, handled otherwise</a:t>
            </a:r>
            <a:endParaRPr/>
          </a:p>
          <a:p>
            <a:pPr indent="-257175" lvl="0" marL="257175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cxnSp>
        <p:nvCxnSpPr>
          <p:cNvPr id="5801" name="Google Shape;5801;p57"/>
          <p:cNvCxnSpPr/>
          <p:nvPr/>
        </p:nvCxnSpPr>
        <p:spPr>
          <a:xfrm>
            <a:off x="5301049" y="3359493"/>
            <a:ext cx="852617" cy="0"/>
          </a:xfrm>
          <a:prstGeom prst="straightConnector1">
            <a:avLst/>
          </a:prstGeom>
          <a:noFill/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802" name="Google Shape;5802;p57"/>
          <p:cNvGrpSpPr/>
          <p:nvPr/>
        </p:nvGrpSpPr>
        <p:grpSpPr>
          <a:xfrm>
            <a:off x="3679225" y="1988506"/>
            <a:ext cx="5254711" cy="1194905"/>
            <a:chOff x="4905633" y="1508342"/>
            <a:chExt cx="7006281" cy="1593206"/>
          </a:xfrm>
        </p:grpSpPr>
        <p:sp>
          <p:nvSpPr>
            <p:cNvPr id="5803" name="Google Shape;5803;p57"/>
            <p:cNvSpPr/>
            <p:nvPr/>
          </p:nvSpPr>
          <p:spPr>
            <a:xfrm>
              <a:off x="8180173" y="1508342"/>
              <a:ext cx="3731741" cy="15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home network HSS:</a:t>
              </a:r>
              <a:endParaRPr/>
            </a:p>
            <a:p>
              <a:pPr indent="-257175" lvl="0" marL="302419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identify &amp; services info, while in home network and roaming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04" name="Google Shape;5804;p57"/>
            <p:cNvCxnSpPr/>
            <p:nvPr/>
          </p:nvCxnSpPr>
          <p:spPr>
            <a:xfrm>
              <a:off x="4905633" y="2141837"/>
              <a:ext cx="3323967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Puzzle" id="5805" name="Google Shape;5805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653558">
            <a:off x="8439953" y="46308"/>
            <a:ext cx="603250" cy="6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06" name="Google Shape;5806;p57"/>
          <p:cNvSpPr/>
          <p:nvPr/>
        </p:nvSpPr>
        <p:spPr>
          <a:xfrm>
            <a:off x="7355380" y="503867"/>
            <a:ext cx="1789569" cy="5989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Slide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1" name="Shape 5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2" name="Google Shape;5812;p58"/>
          <p:cNvSpPr txBox="1"/>
          <p:nvPr>
            <p:ph type="title"/>
          </p:nvPr>
        </p:nvSpPr>
        <p:spPr>
          <a:xfrm>
            <a:off x="459897" y="822555"/>
            <a:ext cx="8224206" cy="67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On to 5G!</a:t>
            </a:r>
            <a:endParaRPr/>
          </a:p>
        </p:txBody>
      </p:sp>
      <p:sp>
        <p:nvSpPr>
          <p:cNvPr id="5813" name="Google Shape;5813;p58"/>
          <p:cNvSpPr txBox="1"/>
          <p:nvPr>
            <p:ph idx="12" type="sldNum"/>
          </p:nvPr>
        </p:nvSpPr>
        <p:spPr>
          <a:xfrm>
            <a:off x="6377648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Wireless and Mobile Networks: 7- </a:t>
            </a:r>
            <a:fld id="{00000000-1234-1234-1234-123412341234}" type="slidenum"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100">
              <a:solidFill>
                <a:srgbClr val="7F7F7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14" name="Google Shape;5814;p58"/>
          <p:cNvSpPr/>
          <p:nvPr/>
        </p:nvSpPr>
        <p:spPr>
          <a:xfrm>
            <a:off x="664971" y="1825579"/>
            <a:ext cx="8386354" cy="36283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4313" lvl="0" marL="261938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Char char="▪"/>
            </a:pPr>
            <a:r>
              <a:rPr lang="en-US" sz="2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10x increase in peak bitrate, 10x decrease in latency, 100x increase in traffic capacity over 4G</a:t>
            </a:r>
            <a:endParaRPr/>
          </a:p>
          <a:p>
            <a:pPr indent="-214313" lvl="0" marL="261938" marR="0" rtl="0" algn="l"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Char char="▪"/>
            </a:pPr>
            <a:r>
              <a:rPr lang="en-US" sz="2100">
                <a:solidFill>
                  <a:srgbClr val="011199"/>
                </a:solidFill>
                <a:latin typeface="Arial"/>
                <a:ea typeface="Arial"/>
                <a:cs typeface="Arial"/>
                <a:sym typeface="Arial"/>
              </a:rPr>
              <a:t>5G NR (new radio):</a:t>
            </a:r>
            <a:endParaRPr/>
          </a:p>
          <a:p>
            <a:pPr indent="-214312" lvl="1" marL="604838" marR="0" rtl="0" algn="l"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frequency bands: 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FR1 (450 MHz–6 GHz)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FR2 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(24 GHz–52 GHz):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millimeter wave frequencies</a:t>
            </a:r>
            <a:endParaRPr/>
          </a:p>
          <a:p>
            <a:pPr indent="-214312" lvl="1" marL="604838" marR="0" rtl="0" algn="l"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backwards-compatible with 4G</a:t>
            </a:r>
            <a:endParaRPr/>
          </a:p>
          <a:p>
            <a:pPr indent="-214312" lvl="1" marL="604838" marR="0" rtl="0" algn="l"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MIMO: multiple directional antennae</a:t>
            </a:r>
            <a:endParaRPr/>
          </a:p>
          <a:p>
            <a:pPr indent="-214313" lvl="0" marL="261938" marR="0" rtl="0" algn="l"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Char char="▪"/>
            </a:pPr>
            <a:r>
              <a:rPr lang="en-US" sz="2100">
                <a:solidFill>
                  <a:srgbClr val="011199"/>
                </a:solidFill>
                <a:latin typeface="Arial"/>
                <a:ea typeface="Arial"/>
                <a:cs typeface="Arial"/>
                <a:sym typeface="Arial"/>
              </a:rPr>
              <a:t>millimeter wave frequencies: 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 higher data rates, but over shorter distances</a:t>
            </a:r>
            <a:endParaRPr/>
          </a:p>
          <a:p>
            <a:pPr indent="-214312" lvl="1" marL="604838" marR="0" rtl="0" algn="l"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pico-cells: cells diameters: 10-100 m</a:t>
            </a:r>
            <a:endParaRPr/>
          </a:p>
          <a:p>
            <a:pPr indent="-214312" lvl="1" marL="604838" marR="0" rtl="0" algn="l"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massive, dense deployment of new base stations required</a:t>
            </a:r>
            <a:endParaRPr/>
          </a:p>
          <a:p>
            <a:pPr indent="-100012" lvl="1" marL="604838" marR="0" rtl="0" algn="l"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0013" lvl="0" marL="261938" marR="0" rtl="0" algn="l"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zzle" id="5815" name="Google Shape;581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653558">
            <a:off x="8415852" y="65530"/>
            <a:ext cx="603250" cy="6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16" name="Google Shape;5816;p58"/>
          <p:cNvSpPr/>
          <p:nvPr/>
        </p:nvSpPr>
        <p:spPr>
          <a:xfrm>
            <a:off x="7331279" y="523089"/>
            <a:ext cx="1789569" cy="5989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Slide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1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1" name="Shape 5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2" name="Google Shape;5822;p59"/>
          <p:cNvSpPr txBox="1"/>
          <p:nvPr>
            <p:ph type="title"/>
          </p:nvPr>
        </p:nvSpPr>
        <p:spPr>
          <a:xfrm>
            <a:off x="319730" y="789606"/>
            <a:ext cx="7886700" cy="67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4G/5G cellular networks</a:t>
            </a:r>
            <a:endParaRPr/>
          </a:p>
        </p:txBody>
      </p:sp>
      <p:sp>
        <p:nvSpPr>
          <p:cNvPr id="5823" name="Google Shape;5823;p59"/>
          <p:cNvSpPr txBox="1"/>
          <p:nvPr>
            <p:ph idx="12" type="sldNum"/>
          </p:nvPr>
        </p:nvSpPr>
        <p:spPr>
          <a:xfrm>
            <a:off x="6400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Wireless and Mobile Networks: 7- </a:t>
            </a:r>
            <a:fld id="{00000000-1234-1234-1234-123412341234}" type="slidenum"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100">
              <a:solidFill>
                <a:srgbClr val="7F7F7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24" name="Google Shape;5824;p59"/>
          <p:cNvSpPr/>
          <p:nvPr/>
        </p:nvSpPr>
        <p:spPr>
          <a:xfrm>
            <a:off x="480150" y="1911277"/>
            <a:ext cx="3782930" cy="348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similarities</a:t>
            </a:r>
            <a:r>
              <a:rPr lang="en-US" sz="2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to wired Internet</a:t>
            </a:r>
            <a:endParaRPr/>
          </a:p>
          <a:p>
            <a:pPr indent="-221456" lvl="0" marL="221456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575"/>
              <a:buFont typeface="Noto Sans Symbols"/>
              <a:buChar char="▪"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edge/core distinction, but both below to same carrier</a:t>
            </a:r>
            <a:endParaRPr/>
          </a:p>
          <a:p>
            <a:pPr indent="-221456" lvl="0" marL="221456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575"/>
              <a:buFont typeface="Noto Sans Symbols"/>
              <a:buChar char="▪"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global cellular network: a network of networks</a:t>
            </a:r>
            <a:endParaRPr/>
          </a:p>
          <a:p>
            <a:pPr indent="-221456" lvl="0" marL="221456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575"/>
              <a:buFont typeface="Noto Sans Symbols"/>
              <a:buChar char="▪"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widespread use of protocols we’ve studied: HTTP, DNS, TCP, UDP, IP, NAT, separation of data/control planes, SDN, Ethernet, tunneling</a:t>
            </a:r>
            <a:endParaRPr/>
          </a:p>
          <a:p>
            <a:pPr indent="-221456" lvl="0" marL="221456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575"/>
              <a:buFont typeface="Noto Sans Symbols"/>
              <a:buChar char="▪"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interconnected to wired Internet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156" lvl="1" marL="564356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1443" lvl="0" marL="221456" marR="0" rtl="0" algn="l">
              <a:spcBef>
                <a:spcPts val="420"/>
              </a:spcBef>
              <a:spcAft>
                <a:spcPts val="0"/>
              </a:spcAft>
              <a:buClr>
                <a:srgbClr val="000099"/>
              </a:buClr>
              <a:buSzPts val="1575"/>
              <a:buFont typeface="Noto Sans Symbols"/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257175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5" name="Google Shape;5825;p59"/>
          <p:cNvSpPr/>
          <p:nvPr/>
        </p:nvSpPr>
        <p:spPr>
          <a:xfrm>
            <a:off x="4662912" y="1923634"/>
            <a:ext cx="3782930" cy="348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differences</a:t>
            </a:r>
            <a:r>
              <a:rPr lang="en-US" sz="2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from wired Internet</a:t>
            </a:r>
            <a:endParaRPr/>
          </a:p>
          <a:p>
            <a:pPr indent="-221456" lvl="0" marL="221456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575"/>
              <a:buFont typeface="Noto Sans Symbols"/>
              <a:buChar char="▪"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wireless link layer</a:t>
            </a:r>
            <a:endParaRPr/>
          </a:p>
          <a:p>
            <a:pPr indent="-221456" lvl="0" marL="221456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575"/>
              <a:buFont typeface="Noto Sans Symbols"/>
              <a:buChar char="▪"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mobility as a 1</a:t>
            </a:r>
            <a:r>
              <a:rPr baseline="30000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 service </a:t>
            </a:r>
            <a:endParaRPr/>
          </a:p>
          <a:p>
            <a:pPr indent="-221456" lvl="0" marL="221456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575"/>
              <a:buFont typeface="Noto Sans Symbols"/>
              <a:buChar char="▪"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“identity” (via SIM card)</a:t>
            </a:r>
            <a:endParaRPr/>
          </a:p>
          <a:p>
            <a:pPr indent="-221456" lvl="0" marL="221456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575"/>
              <a:buFont typeface="Noto Sans Symbols"/>
              <a:buChar char="▪"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model: users subscribe to a cellular provider</a:t>
            </a:r>
            <a:endParaRPr/>
          </a:p>
          <a:p>
            <a:pPr indent="-166687" lvl="1" marL="388144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35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strong notion of “home network” versus roaming on visited nets</a:t>
            </a:r>
            <a:endParaRPr/>
          </a:p>
          <a:p>
            <a:pPr indent="-166687" lvl="1" marL="388144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35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global access, with authentication infrastructure, and inter-carrier settlements</a:t>
            </a:r>
            <a:endParaRPr/>
          </a:p>
          <a:p>
            <a:pPr indent="-135731" lvl="0" marL="221456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000099"/>
              </a:buClr>
              <a:buSzPts val="135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156" lvl="1" marL="564356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1443" lvl="0" marL="221456" marR="0" rtl="0" algn="l">
              <a:spcBef>
                <a:spcPts val="420"/>
              </a:spcBef>
              <a:spcAft>
                <a:spcPts val="0"/>
              </a:spcAft>
              <a:buClr>
                <a:srgbClr val="000099"/>
              </a:buClr>
              <a:buSzPts val="1575"/>
              <a:buFont typeface="Noto Sans Symbols"/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257175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zzle" id="5826" name="Google Shape;582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653558">
            <a:off x="8439953" y="46308"/>
            <a:ext cx="603250" cy="6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27" name="Google Shape;5827;p59"/>
          <p:cNvSpPr/>
          <p:nvPr/>
        </p:nvSpPr>
        <p:spPr>
          <a:xfrm>
            <a:off x="7355380" y="503867"/>
            <a:ext cx="1789569" cy="5989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Slide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2" name="Shape 5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3" name="Google Shape;5833;p60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Chapter 7 outline</a:t>
            </a:r>
            <a:endParaRPr/>
          </a:p>
        </p:txBody>
      </p:sp>
      <p:sp>
        <p:nvSpPr>
          <p:cNvPr id="5834" name="Google Shape;5834;p60"/>
          <p:cNvSpPr txBox="1"/>
          <p:nvPr>
            <p:ph idx="1" type="body"/>
          </p:nvPr>
        </p:nvSpPr>
        <p:spPr>
          <a:xfrm>
            <a:off x="5334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7.1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Introduction 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Wireless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7.2</a:t>
            </a:r>
            <a:r>
              <a:rPr lang="en-US" sz="2400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Wireless links, characteristics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CDMA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7.3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IEEE 802.11 wireless LANs (“Wi-Fi”)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7.4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Cellular Internet Access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architecture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standards (e.g., 3G, LTE, 4G and 5G)</a:t>
            </a:r>
            <a:endParaRPr/>
          </a:p>
        </p:txBody>
      </p:sp>
      <p:sp>
        <p:nvSpPr>
          <p:cNvPr id="5835" name="Google Shape;5835;p60"/>
          <p:cNvSpPr txBox="1"/>
          <p:nvPr>
            <p:ph idx="2" type="body"/>
          </p:nvPr>
        </p:nvSpPr>
        <p:spPr>
          <a:xfrm>
            <a:off x="4495800" y="1600200"/>
            <a:ext cx="405447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Mobility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7.5 Principles: addressing and routing to mobile users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7.6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Mobile IP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7.7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Handling mobility in cellular networks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7.8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Mobility and higher-layer protocols</a:t>
            </a:r>
            <a:endParaRPr/>
          </a:p>
          <a:p>
            <a:pPr indent="-1905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5836" name="Google Shape;583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38" y="1017588"/>
            <a:ext cx="41132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837" name="Google Shape;5837;p60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38" name="Google Shape;5838;p60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3" name="Shape 5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4" name="Google Shape;5844;p61"/>
          <p:cNvSpPr txBox="1"/>
          <p:nvPr>
            <p:ph idx="1" type="body"/>
          </p:nvPr>
        </p:nvSpPr>
        <p:spPr>
          <a:xfrm>
            <a:off x="628650" y="2150270"/>
            <a:ext cx="7886700" cy="409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2413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spectrum of mobility, from the </a:t>
            </a:r>
            <a:r>
              <a:rPr lang="en-US" sz="2400">
                <a:solidFill>
                  <a:srgbClr val="C00000"/>
                </a:solidFill>
              </a:rPr>
              <a:t>network</a:t>
            </a:r>
            <a:r>
              <a:rPr lang="en-US" sz="2400"/>
              <a:t> perspective:</a:t>
            </a:r>
            <a:endParaRPr/>
          </a:p>
          <a:p>
            <a:pPr indent="-1651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845" name="Google Shape;5845;p61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mobility?</a:t>
            </a:r>
            <a:endParaRPr/>
          </a:p>
        </p:txBody>
      </p:sp>
      <p:sp>
        <p:nvSpPr>
          <p:cNvPr id="5846" name="Google Shape;5846;p61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Wireless and Mobile Networks: 7- 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47" name="Google Shape;5847;p61"/>
          <p:cNvGrpSpPr/>
          <p:nvPr/>
        </p:nvGrpSpPr>
        <p:grpSpPr>
          <a:xfrm>
            <a:off x="931253" y="2726022"/>
            <a:ext cx="7331064" cy="641747"/>
            <a:chOff x="367" y="837"/>
            <a:chExt cx="4656" cy="539"/>
          </a:xfrm>
        </p:grpSpPr>
        <p:sp>
          <p:nvSpPr>
            <p:cNvPr id="5848" name="Google Shape;5848;p61"/>
            <p:cNvSpPr/>
            <p:nvPr/>
          </p:nvSpPr>
          <p:spPr>
            <a:xfrm>
              <a:off x="392" y="1120"/>
              <a:ext cx="4587" cy="256"/>
            </a:xfrm>
            <a:prstGeom prst="rect">
              <a:avLst/>
            </a:prstGeom>
            <a:gradFill>
              <a:gsLst>
                <a:gs pos="0">
                  <a:srgbClr val="FFFFFF">
                    <a:alpha val="89803"/>
                  </a:srgbClr>
                </a:gs>
                <a:gs pos="100000">
                  <a:srgbClr val="3333CC"/>
                </a:gs>
              </a:gsLst>
              <a:lin ang="0" scaled="0"/>
            </a:gradFill>
            <a:ln cap="flat" cmpd="sng" w="9525">
              <a:solidFill>
                <a:srgbClr val="3333CC">
                  <a:alpha val="51764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9" name="Google Shape;5849;p61"/>
            <p:cNvSpPr txBox="1"/>
            <p:nvPr/>
          </p:nvSpPr>
          <p:spPr>
            <a:xfrm>
              <a:off x="367" y="837"/>
              <a:ext cx="676" cy="2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no mobility</a:t>
              </a:r>
              <a:endParaRPr/>
            </a:p>
          </p:txBody>
        </p:sp>
        <p:sp>
          <p:nvSpPr>
            <p:cNvPr id="5850" name="Google Shape;5850;p61"/>
            <p:cNvSpPr txBox="1"/>
            <p:nvPr/>
          </p:nvSpPr>
          <p:spPr>
            <a:xfrm>
              <a:off x="4275" y="837"/>
              <a:ext cx="748" cy="2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high mobility</a:t>
              </a:r>
              <a:endParaRPr/>
            </a:p>
          </p:txBody>
        </p:sp>
      </p:grpSp>
      <p:grpSp>
        <p:nvGrpSpPr>
          <p:cNvPr id="5851" name="Google Shape;5851;p61"/>
          <p:cNvGrpSpPr/>
          <p:nvPr/>
        </p:nvGrpSpPr>
        <p:grpSpPr>
          <a:xfrm>
            <a:off x="906238" y="3429000"/>
            <a:ext cx="1824716" cy="1938393"/>
            <a:chOff x="1208316" y="3429001"/>
            <a:chExt cx="2432955" cy="2584525"/>
          </a:xfrm>
        </p:grpSpPr>
        <p:sp>
          <p:nvSpPr>
            <p:cNvPr id="5852" name="Google Shape;5852;p61"/>
            <p:cNvSpPr txBox="1"/>
            <p:nvPr/>
          </p:nvSpPr>
          <p:spPr>
            <a:xfrm>
              <a:off x="1208316" y="4228422"/>
              <a:ext cx="2432955" cy="1785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device moves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between networks, but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powers down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while moving</a:t>
              </a:r>
              <a:endParaRPr/>
            </a:p>
          </p:txBody>
        </p:sp>
        <p:cxnSp>
          <p:nvCxnSpPr>
            <p:cNvPr id="5853" name="Google Shape;5853;p61"/>
            <p:cNvCxnSpPr/>
            <p:nvPr/>
          </p:nvCxnSpPr>
          <p:spPr>
            <a:xfrm>
              <a:off x="1371600" y="3429001"/>
              <a:ext cx="0" cy="865414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854" name="Google Shape;5854;p61"/>
          <p:cNvGrpSpPr/>
          <p:nvPr/>
        </p:nvGrpSpPr>
        <p:grpSpPr>
          <a:xfrm>
            <a:off x="2547260" y="3433082"/>
            <a:ext cx="1800224" cy="1943839"/>
            <a:chOff x="3396346" y="3434443"/>
            <a:chExt cx="2400299" cy="2591784"/>
          </a:xfrm>
        </p:grpSpPr>
        <p:sp>
          <p:nvSpPr>
            <p:cNvPr id="5855" name="Google Shape;5855;p61"/>
            <p:cNvSpPr txBox="1"/>
            <p:nvPr/>
          </p:nvSpPr>
          <p:spPr>
            <a:xfrm>
              <a:off x="3396346" y="4241124"/>
              <a:ext cx="2400299" cy="1785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device moves within same AP in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one provider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network</a:t>
              </a:r>
              <a:endParaRPr/>
            </a:p>
          </p:txBody>
        </p:sp>
        <p:cxnSp>
          <p:nvCxnSpPr>
            <p:cNvPr id="5856" name="Google Shape;5856;p61"/>
            <p:cNvCxnSpPr/>
            <p:nvPr/>
          </p:nvCxnSpPr>
          <p:spPr>
            <a:xfrm>
              <a:off x="4577439" y="3434443"/>
              <a:ext cx="0" cy="865414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857" name="Google Shape;5857;p61"/>
          <p:cNvGrpSpPr/>
          <p:nvPr/>
        </p:nvGrpSpPr>
        <p:grpSpPr>
          <a:xfrm>
            <a:off x="6294665" y="3400425"/>
            <a:ext cx="1983921" cy="2224605"/>
            <a:chOff x="8392886" y="3390900"/>
            <a:chExt cx="2645228" cy="2966139"/>
          </a:xfrm>
        </p:grpSpPr>
        <p:sp>
          <p:nvSpPr>
            <p:cNvPr id="5858" name="Google Shape;5858;p61"/>
            <p:cNvSpPr txBox="1"/>
            <p:nvPr/>
          </p:nvSpPr>
          <p:spPr>
            <a:xfrm>
              <a:off x="8392886" y="4239537"/>
              <a:ext cx="2645228" cy="21175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device moves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among multiple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provider networks,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while maintaining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ongoing connections</a:t>
              </a:r>
              <a:endParaRPr/>
            </a:p>
          </p:txBody>
        </p:sp>
        <p:cxnSp>
          <p:nvCxnSpPr>
            <p:cNvPr id="5859" name="Google Shape;5859;p61"/>
            <p:cNvCxnSpPr/>
            <p:nvPr/>
          </p:nvCxnSpPr>
          <p:spPr>
            <a:xfrm>
              <a:off x="10869385" y="3390900"/>
              <a:ext cx="0" cy="865414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860" name="Google Shape;5860;p61"/>
          <p:cNvGrpSpPr/>
          <p:nvPr/>
        </p:nvGrpSpPr>
        <p:grpSpPr>
          <a:xfrm>
            <a:off x="4571999" y="3424917"/>
            <a:ext cx="1616529" cy="1682293"/>
            <a:chOff x="3526970" y="3434443"/>
            <a:chExt cx="2155372" cy="2243057"/>
          </a:xfrm>
        </p:grpSpPr>
        <p:sp>
          <p:nvSpPr>
            <p:cNvPr id="5861" name="Google Shape;5861;p61"/>
            <p:cNvSpPr txBox="1"/>
            <p:nvPr/>
          </p:nvSpPr>
          <p:spPr>
            <a:xfrm>
              <a:off x="3526970" y="4224795"/>
              <a:ext cx="2155372" cy="1452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device moves among APs in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one provider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network</a:t>
              </a:r>
              <a:endParaRPr/>
            </a:p>
          </p:txBody>
        </p:sp>
        <p:cxnSp>
          <p:nvCxnSpPr>
            <p:cNvPr id="5862" name="Google Shape;5862;p61"/>
            <p:cNvCxnSpPr/>
            <p:nvPr/>
          </p:nvCxnSpPr>
          <p:spPr>
            <a:xfrm>
              <a:off x="4577439" y="3434443"/>
              <a:ext cx="0" cy="865414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863" name="Google Shape;5863;p61"/>
          <p:cNvGrpSpPr/>
          <p:nvPr/>
        </p:nvGrpSpPr>
        <p:grpSpPr>
          <a:xfrm>
            <a:off x="3551830" y="3815403"/>
            <a:ext cx="5199797" cy="1883392"/>
            <a:chOff x="4735773" y="3944203"/>
            <a:chExt cx="6933062" cy="2511189"/>
          </a:xfrm>
        </p:grpSpPr>
        <p:sp>
          <p:nvSpPr>
            <p:cNvPr id="5864" name="Google Shape;5864;p61"/>
            <p:cNvSpPr/>
            <p:nvPr/>
          </p:nvSpPr>
          <p:spPr>
            <a:xfrm>
              <a:off x="6141492" y="3944203"/>
              <a:ext cx="5527343" cy="2511189"/>
            </a:xfrm>
            <a:prstGeom prst="roundRect">
              <a:avLst>
                <a:gd fmla="val 16667" name="adj"/>
              </a:avLst>
            </a:prstGeom>
            <a:noFill/>
            <a:ln cap="flat" cmpd="sng" w="349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5" name="Google Shape;5865;p61"/>
            <p:cNvSpPr txBox="1"/>
            <p:nvPr/>
          </p:nvSpPr>
          <p:spPr>
            <a:xfrm>
              <a:off x="4735773" y="5745707"/>
              <a:ext cx="3152657" cy="4308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We’re interested in these!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0" name="Shape 5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71" name="Google Shape;5871;p62"/>
          <p:cNvGrpSpPr/>
          <p:nvPr/>
        </p:nvGrpSpPr>
        <p:grpSpPr>
          <a:xfrm>
            <a:off x="1597025" y="2486025"/>
            <a:ext cx="6654800" cy="3421063"/>
            <a:chOff x="1597027" y="2486025"/>
            <a:chExt cx="6654798" cy="3421063"/>
          </a:xfrm>
        </p:grpSpPr>
        <p:sp>
          <p:nvSpPr>
            <p:cNvPr id="5872" name="Google Shape;5872;p62"/>
            <p:cNvSpPr/>
            <p:nvPr/>
          </p:nvSpPr>
          <p:spPr>
            <a:xfrm>
              <a:off x="1612900" y="2616200"/>
              <a:ext cx="1866900" cy="1589088"/>
            </a:xfrm>
            <a:custGeom>
              <a:rect b="b" l="l" r="r" t="t"/>
              <a:pathLst>
                <a:path extrusionOk="0" h="1191" w="1340">
                  <a:moveTo>
                    <a:pt x="550" y="42"/>
                  </a:moveTo>
                  <a:cubicBezTo>
                    <a:pt x="437" y="4"/>
                    <a:pt x="164" y="0"/>
                    <a:pt x="82" y="60"/>
                  </a:cubicBezTo>
                  <a:cubicBezTo>
                    <a:pt x="0" y="120"/>
                    <a:pt x="67" y="292"/>
                    <a:pt x="58" y="402"/>
                  </a:cubicBezTo>
                  <a:cubicBezTo>
                    <a:pt x="49" y="512"/>
                    <a:pt x="19" y="642"/>
                    <a:pt x="28" y="720"/>
                  </a:cubicBezTo>
                  <a:cubicBezTo>
                    <a:pt x="37" y="798"/>
                    <a:pt x="27" y="844"/>
                    <a:pt x="112" y="870"/>
                  </a:cubicBezTo>
                  <a:cubicBezTo>
                    <a:pt x="197" y="896"/>
                    <a:pt x="450" y="833"/>
                    <a:pt x="538" y="876"/>
                  </a:cubicBezTo>
                  <a:cubicBezTo>
                    <a:pt x="626" y="919"/>
                    <a:pt x="524" y="1091"/>
                    <a:pt x="640" y="1128"/>
                  </a:cubicBezTo>
                  <a:cubicBezTo>
                    <a:pt x="756" y="1165"/>
                    <a:pt x="1128" y="1191"/>
                    <a:pt x="1234" y="1098"/>
                  </a:cubicBezTo>
                  <a:cubicBezTo>
                    <a:pt x="1340" y="1005"/>
                    <a:pt x="1281" y="696"/>
                    <a:pt x="1276" y="570"/>
                  </a:cubicBezTo>
                  <a:cubicBezTo>
                    <a:pt x="1271" y="444"/>
                    <a:pt x="1290" y="389"/>
                    <a:pt x="1204" y="342"/>
                  </a:cubicBezTo>
                  <a:cubicBezTo>
                    <a:pt x="1118" y="295"/>
                    <a:pt x="868" y="338"/>
                    <a:pt x="760" y="288"/>
                  </a:cubicBezTo>
                  <a:cubicBezTo>
                    <a:pt x="652" y="238"/>
                    <a:pt x="663" y="80"/>
                    <a:pt x="550" y="42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3" name="Google Shape;5873;p62"/>
            <p:cNvSpPr/>
            <p:nvPr/>
          </p:nvSpPr>
          <p:spPr>
            <a:xfrm>
              <a:off x="6413500" y="2486025"/>
              <a:ext cx="1838325" cy="1711325"/>
            </a:xfrm>
            <a:custGeom>
              <a:rect b="b" l="l" r="r" t="t"/>
              <a:pathLst>
                <a:path extrusionOk="0" h="2693" w="2894">
                  <a:moveTo>
                    <a:pt x="4" y="1331"/>
                  </a:moveTo>
                  <a:cubicBezTo>
                    <a:pt x="4" y="1049"/>
                    <a:pt x="119" y="673"/>
                    <a:pt x="349" y="509"/>
                  </a:cubicBezTo>
                  <a:cubicBezTo>
                    <a:pt x="579" y="345"/>
                    <a:pt x="1010" y="400"/>
                    <a:pt x="1384" y="344"/>
                  </a:cubicBezTo>
                  <a:cubicBezTo>
                    <a:pt x="1758" y="288"/>
                    <a:pt x="2346" y="0"/>
                    <a:pt x="2596" y="170"/>
                  </a:cubicBezTo>
                  <a:cubicBezTo>
                    <a:pt x="2846" y="340"/>
                    <a:pt x="2874" y="1035"/>
                    <a:pt x="2884" y="1364"/>
                  </a:cubicBezTo>
                  <a:cubicBezTo>
                    <a:pt x="2894" y="1693"/>
                    <a:pt x="2789" y="1954"/>
                    <a:pt x="2659" y="2144"/>
                  </a:cubicBezTo>
                  <a:cubicBezTo>
                    <a:pt x="2529" y="2334"/>
                    <a:pt x="2274" y="2432"/>
                    <a:pt x="2104" y="2504"/>
                  </a:cubicBezTo>
                  <a:cubicBezTo>
                    <a:pt x="1934" y="2576"/>
                    <a:pt x="1816" y="2558"/>
                    <a:pt x="1639" y="2579"/>
                  </a:cubicBezTo>
                  <a:cubicBezTo>
                    <a:pt x="1462" y="2600"/>
                    <a:pt x="1259" y="2693"/>
                    <a:pt x="1044" y="2630"/>
                  </a:cubicBezTo>
                  <a:cubicBezTo>
                    <a:pt x="829" y="2567"/>
                    <a:pt x="520" y="2418"/>
                    <a:pt x="346" y="2201"/>
                  </a:cubicBezTo>
                  <a:cubicBezTo>
                    <a:pt x="173" y="1985"/>
                    <a:pt x="0" y="1682"/>
                    <a:pt x="4" y="1331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4" name="Google Shape;5874;p62"/>
            <p:cNvSpPr/>
            <p:nvPr/>
          </p:nvSpPr>
          <p:spPr>
            <a:xfrm>
              <a:off x="3954463" y="3432175"/>
              <a:ext cx="2109787" cy="1250950"/>
            </a:xfrm>
            <a:custGeom>
              <a:rect b="b" l="l" r="r" t="t"/>
              <a:pathLst>
                <a:path extrusionOk="0" h="1971" w="3324">
                  <a:moveTo>
                    <a:pt x="596" y="15"/>
                  </a:moveTo>
                  <a:cubicBezTo>
                    <a:pt x="335" y="29"/>
                    <a:pt x="248" y="155"/>
                    <a:pt x="149" y="330"/>
                  </a:cubicBezTo>
                  <a:cubicBezTo>
                    <a:pt x="50" y="505"/>
                    <a:pt x="0" y="853"/>
                    <a:pt x="3" y="1066"/>
                  </a:cubicBezTo>
                  <a:cubicBezTo>
                    <a:pt x="6" y="1279"/>
                    <a:pt x="67" y="1478"/>
                    <a:pt x="168" y="1606"/>
                  </a:cubicBezTo>
                  <a:cubicBezTo>
                    <a:pt x="269" y="1734"/>
                    <a:pt x="457" y="1811"/>
                    <a:pt x="609" y="1831"/>
                  </a:cubicBezTo>
                  <a:cubicBezTo>
                    <a:pt x="761" y="1851"/>
                    <a:pt x="927" y="1719"/>
                    <a:pt x="1083" y="1726"/>
                  </a:cubicBezTo>
                  <a:cubicBezTo>
                    <a:pt x="1239" y="1733"/>
                    <a:pt x="1333" y="1844"/>
                    <a:pt x="1548" y="1876"/>
                  </a:cubicBezTo>
                  <a:cubicBezTo>
                    <a:pt x="1763" y="1908"/>
                    <a:pt x="2091" y="1971"/>
                    <a:pt x="2373" y="1921"/>
                  </a:cubicBezTo>
                  <a:cubicBezTo>
                    <a:pt x="2655" y="1871"/>
                    <a:pt x="3162" y="1740"/>
                    <a:pt x="3243" y="1576"/>
                  </a:cubicBezTo>
                  <a:cubicBezTo>
                    <a:pt x="3324" y="1412"/>
                    <a:pt x="2947" y="1124"/>
                    <a:pt x="2859" y="935"/>
                  </a:cubicBezTo>
                  <a:cubicBezTo>
                    <a:pt x="2771" y="746"/>
                    <a:pt x="2905" y="559"/>
                    <a:pt x="2714" y="444"/>
                  </a:cubicBezTo>
                  <a:cubicBezTo>
                    <a:pt x="2523" y="328"/>
                    <a:pt x="2063" y="315"/>
                    <a:pt x="1714" y="242"/>
                  </a:cubicBezTo>
                  <a:cubicBezTo>
                    <a:pt x="1366" y="168"/>
                    <a:pt x="857" y="0"/>
                    <a:pt x="596" y="15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5" name="Google Shape;5875;p62"/>
            <p:cNvSpPr txBox="1"/>
            <p:nvPr/>
          </p:nvSpPr>
          <p:spPr>
            <a:xfrm>
              <a:off x="4129088" y="3729038"/>
              <a:ext cx="14478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wide area network</a:t>
              </a:r>
              <a:endParaRPr/>
            </a:p>
          </p:txBody>
        </p:sp>
        <p:sp>
          <p:nvSpPr>
            <p:cNvPr id="5876" name="Google Shape;5876;p62"/>
            <p:cNvSpPr/>
            <p:nvPr/>
          </p:nvSpPr>
          <p:spPr>
            <a:xfrm>
              <a:off x="3259138" y="4995863"/>
              <a:ext cx="2944812" cy="911225"/>
            </a:xfrm>
            <a:custGeom>
              <a:rect b="b" l="l" r="r" t="t"/>
              <a:pathLst>
                <a:path extrusionOk="0" h="1435" w="4636">
                  <a:moveTo>
                    <a:pt x="339" y="15"/>
                  </a:moveTo>
                  <a:cubicBezTo>
                    <a:pt x="0" y="110"/>
                    <a:pt x="112" y="438"/>
                    <a:pt x="189" y="645"/>
                  </a:cubicBezTo>
                  <a:cubicBezTo>
                    <a:pt x="266" y="852"/>
                    <a:pt x="509" y="1130"/>
                    <a:pt x="804" y="1260"/>
                  </a:cubicBezTo>
                  <a:cubicBezTo>
                    <a:pt x="1099" y="1390"/>
                    <a:pt x="1507" y="1415"/>
                    <a:pt x="1959" y="1425"/>
                  </a:cubicBezTo>
                  <a:cubicBezTo>
                    <a:pt x="2411" y="1435"/>
                    <a:pt x="3192" y="1395"/>
                    <a:pt x="3519" y="1320"/>
                  </a:cubicBezTo>
                  <a:cubicBezTo>
                    <a:pt x="3846" y="1245"/>
                    <a:pt x="3753" y="1067"/>
                    <a:pt x="3924" y="975"/>
                  </a:cubicBezTo>
                  <a:cubicBezTo>
                    <a:pt x="4095" y="883"/>
                    <a:pt x="4489" y="885"/>
                    <a:pt x="4543" y="769"/>
                  </a:cubicBezTo>
                  <a:cubicBezTo>
                    <a:pt x="4597" y="653"/>
                    <a:pt x="4636" y="393"/>
                    <a:pt x="4249" y="278"/>
                  </a:cubicBezTo>
                  <a:cubicBezTo>
                    <a:pt x="3863" y="162"/>
                    <a:pt x="2874" y="120"/>
                    <a:pt x="2222" y="76"/>
                  </a:cubicBezTo>
                  <a:cubicBezTo>
                    <a:pt x="1570" y="32"/>
                    <a:pt x="868" y="0"/>
                    <a:pt x="339" y="15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77" name="Google Shape;5877;p62"/>
            <p:cNvGrpSpPr/>
            <p:nvPr/>
          </p:nvGrpSpPr>
          <p:grpSpPr>
            <a:xfrm>
              <a:off x="1597027" y="2735489"/>
              <a:ext cx="1091746" cy="791482"/>
              <a:chOff x="4089854" y="1363889"/>
              <a:chExt cx="1091746" cy="791482"/>
            </a:xfrm>
          </p:grpSpPr>
          <p:sp>
            <p:nvSpPr>
              <p:cNvPr id="5878" name="Google Shape;5878;p62"/>
              <p:cNvSpPr/>
              <p:nvPr/>
            </p:nvSpPr>
            <p:spPr>
              <a:xfrm>
                <a:off x="4089854" y="1363889"/>
                <a:ext cx="1091746" cy="791482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879" name="Google Shape;5879;p62"/>
              <p:cNvGrpSpPr/>
              <p:nvPr/>
            </p:nvGrpSpPr>
            <p:grpSpPr>
              <a:xfrm>
                <a:off x="4245429" y="1426027"/>
                <a:ext cx="629104" cy="547461"/>
                <a:chOff x="313" y="1497"/>
                <a:chExt cx="1152" cy="1014"/>
              </a:xfrm>
            </p:grpSpPr>
            <p:pic>
              <p:nvPicPr>
                <p:cNvPr descr="laptop_stylized_small" id="5880" name="Google Shape;5880;p6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313" y="1727"/>
                  <a:ext cx="1152" cy="78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5881" name="Google Shape;5881;p62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334" y="1497"/>
                  <a:ext cx="1113" cy="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pic>
          <p:nvPicPr>
            <p:cNvPr id="5882" name="Google Shape;5882;p6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565402" y="3570288"/>
              <a:ext cx="684213" cy="24606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883" name="Google Shape;5883;p62"/>
            <p:cNvCxnSpPr/>
            <p:nvPr/>
          </p:nvCxnSpPr>
          <p:spPr>
            <a:xfrm>
              <a:off x="2218192" y="3269796"/>
              <a:ext cx="503237" cy="311603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4" name="Google Shape;5884;p62"/>
            <p:cNvCxnSpPr/>
            <p:nvPr/>
          </p:nvCxnSpPr>
          <p:spPr>
            <a:xfrm flipH="1" rot="10800000">
              <a:off x="3242104" y="3690257"/>
              <a:ext cx="948895" cy="1591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5" name="Google Shape;5885;p62"/>
            <p:cNvCxnSpPr/>
            <p:nvPr/>
          </p:nvCxnSpPr>
          <p:spPr>
            <a:xfrm>
              <a:off x="5594073" y="3861937"/>
              <a:ext cx="1383670" cy="2491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5886" name="Google Shape;5886;p6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995739" y="4897438"/>
              <a:ext cx="906462" cy="7889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87" name="Google Shape;5887;p62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Mobility: vocabulary</a:t>
            </a:r>
            <a:endParaRPr/>
          </a:p>
        </p:txBody>
      </p:sp>
      <p:sp>
        <p:nvSpPr>
          <p:cNvPr id="5888" name="Google Shape;5888;p62"/>
          <p:cNvSpPr txBox="1"/>
          <p:nvPr/>
        </p:nvSpPr>
        <p:spPr>
          <a:xfrm>
            <a:off x="593725" y="1350963"/>
            <a:ext cx="3349625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home network:</a:t>
            </a: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permanent “home” of mobile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(e.g., 128.119.40/24)</a:t>
            </a:r>
            <a:endParaRPr/>
          </a:p>
        </p:txBody>
      </p:sp>
      <p:sp>
        <p:nvSpPr>
          <p:cNvPr id="5889" name="Google Shape;5889;p62"/>
          <p:cNvSpPr txBox="1"/>
          <p:nvPr/>
        </p:nvSpPr>
        <p:spPr>
          <a:xfrm>
            <a:off x="320675" y="4257675"/>
            <a:ext cx="2905125" cy="155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permanent address:</a:t>
            </a: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in home network, </a:t>
            </a:r>
            <a:r>
              <a:rPr i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always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 used to reach mobile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128.119.40.186</a:t>
            </a:r>
            <a:endParaRPr/>
          </a:p>
        </p:txBody>
      </p:sp>
      <p:sp>
        <p:nvSpPr>
          <p:cNvPr id="5890" name="Google Shape;5890;p62"/>
          <p:cNvSpPr txBox="1"/>
          <p:nvPr/>
        </p:nvSpPr>
        <p:spPr>
          <a:xfrm>
            <a:off x="4232275" y="1423988"/>
            <a:ext cx="3914775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home agent: </a:t>
            </a:r>
            <a:r>
              <a:rPr i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entity that will perform mobility functions on behalf of mobile, when mobile is remote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91" name="Google Shape;5891;p62"/>
          <p:cNvCxnSpPr/>
          <p:nvPr/>
        </p:nvCxnSpPr>
        <p:spPr>
          <a:xfrm>
            <a:off x="1169988" y="2298700"/>
            <a:ext cx="511175" cy="712788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2" name="Google Shape;5892;p62"/>
          <p:cNvCxnSpPr/>
          <p:nvPr/>
        </p:nvCxnSpPr>
        <p:spPr>
          <a:xfrm flipH="1" rot="10800000">
            <a:off x="1055688" y="3359150"/>
            <a:ext cx="766762" cy="973138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3" name="Google Shape;5893;p62"/>
          <p:cNvCxnSpPr/>
          <p:nvPr/>
        </p:nvCxnSpPr>
        <p:spPr>
          <a:xfrm flipH="1" rot="10800000">
            <a:off x="2994025" y="2003425"/>
            <a:ext cx="1262063" cy="1566863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underline_base" id="5894" name="Google Shape;5894;p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8013" y="1039813"/>
            <a:ext cx="5027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895" name="Google Shape;5895;p62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96" name="Google Shape;5896;p62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1" name="Shape 5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2" name="Google Shape;5902;p63"/>
          <p:cNvSpPr txBox="1"/>
          <p:nvPr>
            <p:ph type="title"/>
          </p:nvPr>
        </p:nvSpPr>
        <p:spPr>
          <a:xfrm>
            <a:off x="315913" y="9048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Mobility: more vocabulary</a:t>
            </a:r>
            <a:endParaRPr/>
          </a:p>
        </p:txBody>
      </p:sp>
      <p:sp>
        <p:nvSpPr>
          <p:cNvPr id="5903" name="Google Shape;5903;p63"/>
          <p:cNvSpPr/>
          <p:nvPr/>
        </p:nvSpPr>
        <p:spPr>
          <a:xfrm>
            <a:off x="1612900" y="2616200"/>
            <a:ext cx="1866900" cy="1589088"/>
          </a:xfrm>
          <a:custGeom>
            <a:rect b="b" l="l" r="r" t="t"/>
            <a:pathLst>
              <a:path extrusionOk="0" h="1191" w="1340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4" name="Google Shape;5904;p63"/>
          <p:cNvSpPr/>
          <p:nvPr/>
        </p:nvSpPr>
        <p:spPr>
          <a:xfrm>
            <a:off x="6413500" y="2486025"/>
            <a:ext cx="1838325" cy="1711325"/>
          </a:xfrm>
          <a:custGeom>
            <a:rect b="b" l="l" r="r" t="t"/>
            <a:pathLst>
              <a:path extrusionOk="0" h="2693" w="2894">
                <a:moveTo>
                  <a:pt x="4" y="1331"/>
                </a:moveTo>
                <a:cubicBezTo>
                  <a:pt x="4" y="1049"/>
                  <a:pt x="119" y="673"/>
                  <a:pt x="349" y="509"/>
                </a:cubicBezTo>
                <a:cubicBezTo>
                  <a:pt x="579" y="345"/>
                  <a:pt x="1010" y="400"/>
                  <a:pt x="1384" y="344"/>
                </a:cubicBezTo>
                <a:cubicBezTo>
                  <a:pt x="1758" y="288"/>
                  <a:pt x="2346" y="0"/>
                  <a:pt x="2596" y="170"/>
                </a:cubicBezTo>
                <a:cubicBezTo>
                  <a:pt x="2846" y="340"/>
                  <a:pt x="2874" y="1035"/>
                  <a:pt x="2884" y="1364"/>
                </a:cubicBezTo>
                <a:cubicBezTo>
                  <a:pt x="2894" y="1693"/>
                  <a:pt x="2789" y="1954"/>
                  <a:pt x="2659" y="2144"/>
                </a:cubicBezTo>
                <a:cubicBezTo>
                  <a:pt x="2529" y="2334"/>
                  <a:pt x="2274" y="2432"/>
                  <a:pt x="2104" y="2504"/>
                </a:cubicBezTo>
                <a:cubicBezTo>
                  <a:pt x="1934" y="2576"/>
                  <a:pt x="1816" y="2558"/>
                  <a:pt x="1639" y="2579"/>
                </a:cubicBezTo>
                <a:cubicBezTo>
                  <a:pt x="1462" y="2600"/>
                  <a:pt x="1259" y="2693"/>
                  <a:pt x="1044" y="2630"/>
                </a:cubicBezTo>
                <a:cubicBezTo>
                  <a:pt x="829" y="2567"/>
                  <a:pt x="520" y="2418"/>
                  <a:pt x="346" y="2201"/>
                </a:cubicBezTo>
                <a:cubicBezTo>
                  <a:pt x="173" y="1985"/>
                  <a:pt x="0" y="1682"/>
                  <a:pt x="4" y="1331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5" name="Google Shape;5905;p63"/>
          <p:cNvSpPr/>
          <p:nvPr/>
        </p:nvSpPr>
        <p:spPr>
          <a:xfrm>
            <a:off x="3954463" y="3432175"/>
            <a:ext cx="2109787" cy="1250950"/>
          </a:xfrm>
          <a:custGeom>
            <a:rect b="b" l="l" r="r" t="t"/>
            <a:pathLst>
              <a:path extrusionOk="0" h="1971" w="3324">
                <a:moveTo>
                  <a:pt x="596" y="15"/>
                </a:moveTo>
                <a:cubicBezTo>
                  <a:pt x="335" y="29"/>
                  <a:pt x="248" y="155"/>
                  <a:pt x="149" y="330"/>
                </a:cubicBezTo>
                <a:cubicBezTo>
                  <a:pt x="50" y="505"/>
                  <a:pt x="0" y="853"/>
                  <a:pt x="3" y="1066"/>
                </a:cubicBezTo>
                <a:cubicBezTo>
                  <a:pt x="6" y="1279"/>
                  <a:pt x="67" y="1478"/>
                  <a:pt x="168" y="1606"/>
                </a:cubicBezTo>
                <a:cubicBezTo>
                  <a:pt x="269" y="1734"/>
                  <a:pt x="457" y="1811"/>
                  <a:pt x="609" y="1831"/>
                </a:cubicBezTo>
                <a:cubicBezTo>
                  <a:pt x="761" y="1851"/>
                  <a:pt x="927" y="1719"/>
                  <a:pt x="1083" y="1726"/>
                </a:cubicBezTo>
                <a:cubicBezTo>
                  <a:pt x="1239" y="1733"/>
                  <a:pt x="1333" y="1844"/>
                  <a:pt x="1548" y="1876"/>
                </a:cubicBezTo>
                <a:cubicBezTo>
                  <a:pt x="1763" y="1908"/>
                  <a:pt x="2091" y="1971"/>
                  <a:pt x="2373" y="1921"/>
                </a:cubicBezTo>
                <a:cubicBezTo>
                  <a:pt x="2655" y="1871"/>
                  <a:pt x="3162" y="1740"/>
                  <a:pt x="3243" y="1576"/>
                </a:cubicBezTo>
                <a:cubicBezTo>
                  <a:pt x="3324" y="1412"/>
                  <a:pt x="2947" y="1124"/>
                  <a:pt x="2859" y="935"/>
                </a:cubicBezTo>
                <a:cubicBezTo>
                  <a:pt x="2771" y="746"/>
                  <a:pt x="2905" y="559"/>
                  <a:pt x="2714" y="444"/>
                </a:cubicBezTo>
                <a:cubicBezTo>
                  <a:pt x="2523" y="328"/>
                  <a:pt x="2063" y="315"/>
                  <a:pt x="1714" y="242"/>
                </a:cubicBezTo>
                <a:cubicBezTo>
                  <a:pt x="1366" y="168"/>
                  <a:pt x="857" y="0"/>
                  <a:pt x="596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6" name="Google Shape;5906;p63"/>
          <p:cNvSpPr txBox="1"/>
          <p:nvPr/>
        </p:nvSpPr>
        <p:spPr>
          <a:xfrm>
            <a:off x="4129088" y="3729038"/>
            <a:ext cx="14478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wide area network</a:t>
            </a:r>
            <a:endParaRPr/>
          </a:p>
        </p:txBody>
      </p:sp>
      <p:sp>
        <p:nvSpPr>
          <p:cNvPr id="5907" name="Google Shape;5907;p63"/>
          <p:cNvSpPr/>
          <p:nvPr/>
        </p:nvSpPr>
        <p:spPr>
          <a:xfrm>
            <a:off x="3259138" y="4995863"/>
            <a:ext cx="2944812" cy="911225"/>
          </a:xfrm>
          <a:custGeom>
            <a:rect b="b" l="l" r="r" t="t"/>
            <a:pathLst>
              <a:path extrusionOk="0" h="1435" w="4636">
                <a:moveTo>
                  <a:pt x="339" y="15"/>
                </a:moveTo>
                <a:cubicBezTo>
                  <a:pt x="0" y="110"/>
                  <a:pt x="112" y="438"/>
                  <a:pt x="189" y="645"/>
                </a:cubicBezTo>
                <a:cubicBezTo>
                  <a:pt x="266" y="852"/>
                  <a:pt x="509" y="1130"/>
                  <a:pt x="804" y="1260"/>
                </a:cubicBezTo>
                <a:cubicBezTo>
                  <a:pt x="1099" y="1390"/>
                  <a:pt x="1507" y="1415"/>
                  <a:pt x="1959" y="1425"/>
                </a:cubicBezTo>
                <a:cubicBezTo>
                  <a:pt x="2411" y="1435"/>
                  <a:pt x="3192" y="1395"/>
                  <a:pt x="3519" y="1320"/>
                </a:cubicBezTo>
                <a:cubicBezTo>
                  <a:pt x="3846" y="1245"/>
                  <a:pt x="3753" y="1067"/>
                  <a:pt x="3924" y="975"/>
                </a:cubicBezTo>
                <a:cubicBezTo>
                  <a:pt x="4095" y="883"/>
                  <a:pt x="4489" y="885"/>
                  <a:pt x="4543" y="769"/>
                </a:cubicBezTo>
                <a:cubicBezTo>
                  <a:pt x="4597" y="653"/>
                  <a:pt x="4636" y="393"/>
                  <a:pt x="4249" y="278"/>
                </a:cubicBezTo>
                <a:cubicBezTo>
                  <a:pt x="3863" y="162"/>
                  <a:pt x="2874" y="120"/>
                  <a:pt x="2222" y="76"/>
                </a:cubicBezTo>
                <a:cubicBezTo>
                  <a:pt x="1570" y="32"/>
                  <a:pt x="868" y="0"/>
                  <a:pt x="339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08" name="Google Shape;590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5400" y="3570288"/>
            <a:ext cx="684213" cy="2460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09" name="Google Shape;5909;p63"/>
          <p:cNvCxnSpPr/>
          <p:nvPr/>
        </p:nvCxnSpPr>
        <p:spPr>
          <a:xfrm flipH="1" rot="10800000">
            <a:off x="3241675" y="3690938"/>
            <a:ext cx="949325" cy="15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0" name="Google Shape;5910;p63"/>
          <p:cNvCxnSpPr/>
          <p:nvPr/>
        </p:nvCxnSpPr>
        <p:spPr>
          <a:xfrm>
            <a:off x="5594350" y="3862388"/>
            <a:ext cx="1382713" cy="15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11" name="Google Shape;591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9913" y="3711575"/>
            <a:ext cx="684212" cy="2460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12" name="Google Shape;5912;p63"/>
          <p:cNvCxnSpPr/>
          <p:nvPr/>
        </p:nvCxnSpPr>
        <p:spPr>
          <a:xfrm flipH="1">
            <a:off x="7281863" y="3378200"/>
            <a:ext cx="346075" cy="3222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913" name="Google Shape;5913;p63"/>
          <p:cNvGrpSpPr/>
          <p:nvPr/>
        </p:nvGrpSpPr>
        <p:grpSpPr>
          <a:xfrm>
            <a:off x="7050088" y="2811463"/>
            <a:ext cx="1092200" cy="792162"/>
            <a:chOff x="4089854" y="1363889"/>
            <a:chExt cx="1091746" cy="791482"/>
          </a:xfrm>
        </p:grpSpPr>
        <p:sp>
          <p:nvSpPr>
            <p:cNvPr id="5914" name="Google Shape;5914;p63"/>
            <p:cNvSpPr/>
            <p:nvPr/>
          </p:nvSpPr>
          <p:spPr>
            <a:xfrm>
              <a:off x="4089854" y="1363889"/>
              <a:ext cx="1091746" cy="791482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15" name="Google Shape;5915;p63"/>
            <p:cNvGrpSpPr/>
            <p:nvPr/>
          </p:nvGrpSpPr>
          <p:grpSpPr>
            <a:xfrm>
              <a:off x="4245429" y="1426027"/>
              <a:ext cx="629104" cy="547461"/>
              <a:chOff x="313" y="1497"/>
              <a:chExt cx="1152" cy="1014"/>
            </a:xfrm>
          </p:grpSpPr>
          <p:pic>
            <p:nvPicPr>
              <p:cNvPr descr="laptop_stylized_small" id="5916" name="Google Shape;5916;p6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917" name="Google Shape;5917;p6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5918" name="Google Shape;5918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5738" y="4897438"/>
            <a:ext cx="906462" cy="788987"/>
          </a:xfrm>
          <a:prstGeom prst="rect">
            <a:avLst/>
          </a:prstGeom>
          <a:noFill/>
          <a:ln>
            <a:noFill/>
          </a:ln>
        </p:spPr>
      </p:pic>
      <p:sp>
        <p:nvSpPr>
          <p:cNvPr id="5919" name="Google Shape;5919;p63"/>
          <p:cNvSpPr txBox="1"/>
          <p:nvPr/>
        </p:nvSpPr>
        <p:spPr>
          <a:xfrm>
            <a:off x="2914650" y="2295525"/>
            <a:ext cx="3335338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care-of-address:</a:t>
            </a: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 in visited network.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(e.g., 79,129.13.2) </a:t>
            </a:r>
            <a:endParaRPr/>
          </a:p>
        </p:txBody>
      </p:sp>
      <p:sp>
        <p:nvSpPr>
          <p:cNvPr id="5920" name="Google Shape;5920;p63"/>
          <p:cNvSpPr txBox="1"/>
          <p:nvPr/>
        </p:nvSpPr>
        <p:spPr>
          <a:xfrm>
            <a:off x="5794375" y="1220788"/>
            <a:ext cx="3349625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visited network:</a:t>
            </a: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in which mobile currently resides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(e.g., 79.129.13/24)</a:t>
            </a:r>
            <a:endParaRPr/>
          </a:p>
        </p:txBody>
      </p:sp>
      <p:sp>
        <p:nvSpPr>
          <p:cNvPr id="5921" name="Google Shape;5921;p63"/>
          <p:cNvSpPr txBox="1"/>
          <p:nvPr/>
        </p:nvSpPr>
        <p:spPr>
          <a:xfrm>
            <a:off x="1870075" y="1330325"/>
            <a:ext cx="3671888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permanent address:</a:t>
            </a: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remains constant (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128.119.40.186)</a:t>
            </a:r>
            <a:endParaRPr/>
          </a:p>
        </p:txBody>
      </p:sp>
      <p:sp>
        <p:nvSpPr>
          <p:cNvPr id="5922" name="Google Shape;5922;p63"/>
          <p:cNvSpPr txBox="1"/>
          <p:nvPr/>
        </p:nvSpPr>
        <p:spPr>
          <a:xfrm>
            <a:off x="6581775" y="4370388"/>
            <a:ext cx="2747963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foreign agent</a:t>
            </a:r>
            <a:r>
              <a:rPr i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entity in visited network that performs mobility functions on behalf of mobile.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3" name="Google Shape;5923;p63"/>
          <p:cNvSpPr txBox="1"/>
          <p:nvPr/>
        </p:nvSpPr>
        <p:spPr>
          <a:xfrm>
            <a:off x="682625" y="5235575"/>
            <a:ext cx="2747963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correspondent: </a:t>
            </a:r>
            <a:r>
              <a:rPr i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wants to communicate with mobile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24" name="Google Shape;5924;p63"/>
          <p:cNvCxnSpPr/>
          <p:nvPr/>
        </p:nvCxnSpPr>
        <p:spPr>
          <a:xfrm flipH="1" rot="10800000">
            <a:off x="3144838" y="5403850"/>
            <a:ext cx="1169987" cy="31115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5" name="Google Shape;5925;p63"/>
          <p:cNvCxnSpPr/>
          <p:nvPr/>
        </p:nvCxnSpPr>
        <p:spPr>
          <a:xfrm>
            <a:off x="5072063" y="2776538"/>
            <a:ext cx="2047875" cy="4572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6" name="Google Shape;5926;p63"/>
          <p:cNvCxnSpPr/>
          <p:nvPr/>
        </p:nvCxnSpPr>
        <p:spPr>
          <a:xfrm>
            <a:off x="5126038" y="1781175"/>
            <a:ext cx="2036762" cy="1343025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7" name="Google Shape;5927;p63"/>
          <p:cNvCxnSpPr/>
          <p:nvPr/>
        </p:nvCxnSpPr>
        <p:spPr>
          <a:xfrm>
            <a:off x="7947025" y="2252663"/>
            <a:ext cx="0" cy="544512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8" name="Google Shape;5928;p63"/>
          <p:cNvCxnSpPr/>
          <p:nvPr/>
        </p:nvCxnSpPr>
        <p:spPr>
          <a:xfrm>
            <a:off x="7326313" y="4027488"/>
            <a:ext cx="217487" cy="376237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underline_base" id="5929" name="Google Shape;5929;p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2588" y="879475"/>
            <a:ext cx="5942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5930" name="Google Shape;5930;p63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31" name="Google Shape;5931;p63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6" name="Shape 5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7" name="Google Shape;5937;p64"/>
          <p:cNvSpPr txBox="1"/>
          <p:nvPr>
            <p:ph type="title"/>
          </p:nvPr>
        </p:nvSpPr>
        <p:spPr>
          <a:xfrm>
            <a:off x="465860" y="1142595"/>
            <a:ext cx="8224206" cy="67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Contacting a mobile friend:</a:t>
            </a:r>
            <a:endParaRPr/>
          </a:p>
        </p:txBody>
      </p:sp>
      <p:sp>
        <p:nvSpPr>
          <p:cNvPr id="5938" name="Google Shape;5938;p64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Wireless and Mobile Networks: 7- 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9" name="Google Shape;5939;p64"/>
          <p:cNvSpPr txBox="1"/>
          <p:nvPr/>
        </p:nvSpPr>
        <p:spPr>
          <a:xfrm>
            <a:off x="1044054" y="2756777"/>
            <a:ext cx="3415122" cy="1084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lang="en-US" sz="2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search all phone books?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lang="en-US" sz="2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expect her to let you know where he/she is?</a:t>
            </a:r>
            <a:endParaRPr/>
          </a:p>
        </p:txBody>
      </p:sp>
      <p:pic>
        <p:nvPicPr>
          <p:cNvPr descr="worldf" id="5940" name="Google Shape;594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1419" y="3087738"/>
            <a:ext cx="3609975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5941" name="Google Shape;5941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567" y="4306938"/>
            <a:ext cx="421481" cy="5203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942" name="Google Shape;5942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89757" y="2654350"/>
            <a:ext cx="507206" cy="517922"/>
          </a:xfrm>
          <a:prstGeom prst="rect">
            <a:avLst/>
          </a:prstGeom>
          <a:noFill/>
          <a:ln>
            <a:noFill/>
          </a:ln>
        </p:spPr>
      </p:pic>
      <p:sp>
        <p:nvSpPr>
          <p:cNvPr id="5943" name="Google Shape;5943;p64"/>
          <p:cNvSpPr txBox="1"/>
          <p:nvPr/>
        </p:nvSpPr>
        <p:spPr>
          <a:xfrm>
            <a:off x="6692113" y="1503016"/>
            <a:ext cx="19835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 wonder where Alice moved to?</a:t>
            </a:r>
            <a:endParaRPr/>
          </a:p>
        </p:txBody>
      </p:sp>
      <p:sp>
        <p:nvSpPr>
          <p:cNvPr id="5944" name="Google Shape;5944;p64"/>
          <p:cNvSpPr/>
          <p:nvPr/>
        </p:nvSpPr>
        <p:spPr>
          <a:xfrm>
            <a:off x="6387313" y="1437532"/>
            <a:ext cx="2376488" cy="74414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5" name="Google Shape;5945;p64"/>
          <p:cNvSpPr/>
          <p:nvPr/>
        </p:nvSpPr>
        <p:spPr>
          <a:xfrm>
            <a:off x="6761170" y="2106664"/>
            <a:ext cx="1040606" cy="20121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6" name="Google Shape;5946;p64"/>
          <p:cNvSpPr/>
          <p:nvPr/>
        </p:nvSpPr>
        <p:spPr>
          <a:xfrm>
            <a:off x="6709973" y="2361457"/>
            <a:ext cx="531019" cy="107156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7" name="Google Shape;5947;p64"/>
          <p:cNvSpPr/>
          <p:nvPr/>
        </p:nvSpPr>
        <p:spPr>
          <a:xfrm>
            <a:off x="6824273" y="2511475"/>
            <a:ext cx="210740" cy="71438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8" name="Google Shape;5948;p64"/>
          <p:cNvSpPr/>
          <p:nvPr/>
        </p:nvSpPr>
        <p:spPr>
          <a:xfrm>
            <a:off x="543743" y="1947667"/>
            <a:ext cx="5016797" cy="82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0" marL="2571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friend frequently changing locations, how do you find him/her?</a:t>
            </a:r>
            <a:endParaRPr/>
          </a:p>
        </p:txBody>
      </p:sp>
      <p:sp>
        <p:nvSpPr>
          <p:cNvPr id="5949" name="Google Shape;5949;p64"/>
          <p:cNvSpPr txBox="1"/>
          <p:nvPr/>
        </p:nvSpPr>
        <p:spPr>
          <a:xfrm>
            <a:off x="1037876" y="3751496"/>
            <a:ext cx="3415122" cy="7849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lang="en-US" sz="2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call his/her parents?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lang="en-US" sz="2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Facebook!</a:t>
            </a:r>
            <a:endParaRPr/>
          </a:p>
        </p:txBody>
      </p:sp>
      <p:grpSp>
        <p:nvGrpSpPr>
          <p:cNvPr id="5950" name="Google Shape;5950;p64"/>
          <p:cNvGrpSpPr/>
          <p:nvPr/>
        </p:nvGrpSpPr>
        <p:grpSpPr>
          <a:xfrm>
            <a:off x="806279" y="2794172"/>
            <a:ext cx="3623619" cy="1788640"/>
            <a:chOff x="1075038" y="2582562"/>
            <a:chExt cx="4831492" cy="2384853"/>
          </a:xfrm>
        </p:grpSpPr>
        <p:sp>
          <p:nvSpPr>
            <p:cNvPr id="5951" name="Google Shape;5951;p64"/>
            <p:cNvSpPr/>
            <p:nvPr/>
          </p:nvSpPr>
          <p:spPr>
            <a:xfrm>
              <a:off x="1421027" y="2582562"/>
              <a:ext cx="4485503" cy="1223319"/>
            </a:xfrm>
            <a:prstGeom prst="rect">
              <a:avLst/>
            </a:prstGeom>
            <a:solidFill>
              <a:schemeClr val="lt1">
                <a:alpha val="8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2" name="Google Shape;5952;p64"/>
            <p:cNvSpPr/>
            <p:nvPr/>
          </p:nvSpPr>
          <p:spPr>
            <a:xfrm>
              <a:off x="1075038" y="3608173"/>
              <a:ext cx="3966519" cy="135924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53" name="Google Shape;5953;p64"/>
          <p:cNvSpPr txBox="1"/>
          <p:nvPr/>
        </p:nvSpPr>
        <p:spPr>
          <a:xfrm>
            <a:off x="778475" y="4619882"/>
            <a:ext cx="5376472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importance of having a “home”: </a:t>
            </a:r>
            <a:endParaRPr/>
          </a:p>
          <a:p>
            <a:pPr indent="-169069" lvl="0" marL="214313" marR="0" rtl="0" algn="l">
              <a:spcBef>
                <a:spcPts val="0"/>
              </a:spcBef>
              <a:spcAft>
                <a:spcPts val="0"/>
              </a:spcAft>
              <a:buClr>
                <a:srgbClr val="011199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definitive source of information about you</a:t>
            </a:r>
            <a:endParaRPr/>
          </a:p>
          <a:p>
            <a:pPr indent="-169069" lvl="0" marL="214313" marR="0" rtl="0" algn="l">
              <a:spcBef>
                <a:spcPts val="0"/>
              </a:spcBef>
              <a:spcAft>
                <a:spcPts val="0"/>
              </a:spcAft>
              <a:buClr>
                <a:srgbClr val="011199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place where people can find out where you are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8" name="Shape 5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" name="Google Shape;5959;p65"/>
          <p:cNvSpPr txBox="1"/>
          <p:nvPr>
            <p:ph type="title"/>
          </p:nvPr>
        </p:nvSpPr>
        <p:spPr>
          <a:xfrm>
            <a:off x="465860" y="1142595"/>
            <a:ext cx="8224206" cy="67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Mobility approaches</a:t>
            </a:r>
            <a:endParaRPr/>
          </a:p>
        </p:txBody>
      </p:sp>
      <p:sp>
        <p:nvSpPr>
          <p:cNvPr id="5960" name="Google Shape;5960;p65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Wireless and Mobile Networks: 7- 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1" name="Google Shape;5961;p65"/>
          <p:cNvSpPr txBox="1"/>
          <p:nvPr/>
        </p:nvSpPr>
        <p:spPr>
          <a:xfrm>
            <a:off x="757918" y="1937419"/>
            <a:ext cx="8024417" cy="23202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794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let network (routers) handle it: </a:t>
            </a:r>
            <a:endParaRPr/>
          </a:p>
          <a:p>
            <a:pPr indent="-254794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routers advertise well-known name, address (e.g., permanent 32-bit IP address), or number (e.g., cell #) of visiting mobile node via usual routing table exchange</a:t>
            </a:r>
            <a:endParaRPr/>
          </a:p>
          <a:p>
            <a:pPr indent="-254794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Internet routing could do this already </a:t>
            </a:r>
            <a:r>
              <a:rPr b="0" i="1" lang="en-US" sz="2100" u="none" cap="none" strike="noStrike">
                <a:solidFill>
                  <a:srgbClr val="0012A0"/>
                </a:solidFill>
                <a:latin typeface="Gill Sans"/>
                <a:ea typeface="Gill Sans"/>
                <a:cs typeface="Gill Sans"/>
                <a:sym typeface="Gill Sans"/>
              </a:rPr>
              <a:t>with no </a:t>
            </a:r>
            <a:r>
              <a:rPr b="0" i="0" lang="en-US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changes! Routing tables indicate where each mobile located via longest prefix match!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6" name="Shape 5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7" name="Google Shape;5967;p66"/>
          <p:cNvSpPr txBox="1"/>
          <p:nvPr>
            <p:ph type="title"/>
          </p:nvPr>
        </p:nvSpPr>
        <p:spPr>
          <a:xfrm>
            <a:off x="465860" y="1142595"/>
            <a:ext cx="8224206" cy="67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Mobility approaches</a:t>
            </a:r>
            <a:endParaRPr/>
          </a:p>
        </p:txBody>
      </p:sp>
      <p:sp>
        <p:nvSpPr>
          <p:cNvPr id="5968" name="Google Shape;5968;p66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Wireless and Mobile Networks: 7- 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9" name="Google Shape;5969;p66"/>
          <p:cNvSpPr txBox="1"/>
          <p:nvPr/>
        </p:nvSpPr>
        <p:spPr>
          <a:xfrm>
            <a:off x="757918" y="1937419"/>
            <a:ext cx="8024417" cy="23202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794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BFBFBF"/>
                </a:solidFill>
                <a:latin typeface="Gill Sans"/>
                <a:ea typeface="Gill Sans"/>
                <a:cs typeface="Gill Sans"/>
                <a:sym typeface="Gill Sans"/>
              </a:rPr>
              <a:t>let network (routers) handle it: </a:t>
            </a:r>
            <a:endParaRPr/>
          </a:p>
          <a:p>
            <a:pPr indent="-254794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BFBFBF"/>
                </a:solidFill>
                <a:latin typeface="Gill Sans"/>
                <a:ea typeface="Gill Sans"/>
                <a:cs typeface="Gill Sans"/>
                <a:sym typeface="Gill Sans"/>
              </a:rPr>
              <a:t>routers advertise well-known name, address (e.g., permanent 32-bit IP address), or number (e.g., cell #) of visiting mobile node via usual routing table exchange</a:t>
            </a:r>
            <a:endParaRPr/>
          </a:p>
          <a:p>
            <a:pPr indent="-254794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BFBFBF"/>
                </a:solidFill>
                <a:latin typeface="Gill Sans"/>
                <a:ea typeface="Gill Sans"/>
                <a:cs typeface="Gill Sans"/>
                <a:sym typeface="Gill Sans"/>
              </a:rPr>
              <a:t>Internet routing could do this already </a:t>
            </a:r>
            <a:r>
              <a:rPr b="0" i="1" lang="en-US" sz="2100" u="none" cap="none" strike="noStrike">
                <a:solidFill>
                  <a:srgbClr val="BFBFBF"/>
                </a:solidFill>
                <a:latin typeface="Gill Sans"/>
                <a:ea typeface="Gill Sans"/>
                <a:cs typeface="Gill Sans"/>
                <a:sym typeface="Gill Sans"/>
              </a:rPr>
              <a:t>with no </a:t>
            </a:r>
            <a:r>
              <a:rPr b="0" i="0" lang="en-US" sz="2100" u="none" cap="none" strike="noStrike">
                <a:solidFill>
                  <a:srgbClr val="BFBFBF"/>
                </a:solidFill>
                <a:latin typeface="Gill Sans"/>
                <a:ea typeface="Gill Sans"/>
                <a:cs typeface="Gill Sans"/>
                <a:sym typeface="Gill Sans"/>
              </a:rPr>
              <a:t>changes! Routing tables indicate where each mobile located via longest prefix match!</a:t>
            </a:r>
            <a:endParaRPr/>
          </a:p>
          <a:p>
            <a:pPr indent="-121443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BFBFB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70" name="Google Shape;5970;p66"/>
          <p:cNvSpPr txBox="1"/>
          <p:nvPr/>
        </p:nvSpPr>
        <p:spPr>
          <a:xfrm>
            <a:off x="819333" y="3933404"/>
            <a:ext cx="7901587" cy="17653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794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let end-systems handle it: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functionality at the “edge”</a:t>
            </a:r>
            <a:endParaRPr/>
          </a:p>
          <a:p>
            <a:pPr indent="-21788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100"/>
              <a:buFont typeface="Arial"/>
              <a:buChar char="•"/>
            </a:pPr>
            <a:r>
              <a:rPr b="0" i="1" lang="en-US" sz="2100" u="none" cap="none" strike="noStrike">
                <a:solidFill>
                  <a:srgbClr val="011199"/>
                </a:solidFill>
                <a:latin typeface="Gill Sans"/>
                <a:ea typeface="Gill Sans"/>
                <a:cs typeface="Gill Sans"/>
                <a:sym typeface="Gill Sans"/>
              </a:rPr>
              <a:t>indirect routing:</a:t>
            </a:r>
            <a:r>
              <a:rPr b="0" i="0" lang="en-US" sz="2100" u="none" cap="none" strike="noStrike">
                <a:solidFill>
                  <a:srgbClr val="011199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communication from correspondent to mobile goes through home network, then forwarded to remote mobile</a:t>
            </a:r>
            <a:endParaRPr/>
          </a:p>
          <a:p>
            <a:pPr indent="-21788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100"/>
              <a:buFont typeface="Arial"/>
              <a:buChar char="•"/>
            </a:pPr>
            <a:r>
              <a:rPr b="0" i="1" lang="en-US" sz="2100" u="none" cap="none" strike="noStrike">
                <a:solidFill>
                  <a:srgbClr val="011199"/>
                </a:solidFill>
                <a:latin typeface="Gill Sans"/>
                <a:ea typeface="Gill Sans"/>
                <a:cs typeface="Gill Sans"/>
                <a:sym typeface="Gill Sans"/>
              </a:rPr>
              <a:t>direct routing:</a:t>
            </a:r>
            <a:r>
              <a:rPr b="0" i="0" lang="en-US" sz="2100" u="none" cap="none" strike="noStrike">
                <a:solidFill>
                  <a:srgbClr val="011199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correspondent gets foreign address of mobile, send directly to mobile</a:t>
            </a:r>
            <a:endParaRPr/>
          </a:p>
        </p:txBody>
      </p:sp>
      <p:grpSp>
        <p:nvGrpSpPr>
          <p:cNvPr id="5971" name="Google Shape;5971;p66"/>
          <p:cNvGrpSpPr/>
          <p:nvPr/>
        </p:nvGrpSpPr>
        <p:grpSpPr>
          <a:xfrm>
            <a:off x="3820911" y="2246214"/>
            <a:ext cx="1703785" cy="1307306"/>
            <a:chOff x="3101975" y="1770063"/>
            <a:chExt cx="2271713" cy="1743075"/>
          </a:xfrm>
        </p:grpSpPr>
        <p:sp>
          <p:nvSpPr>
            <p:cNvPr id="5972" name="Google Shape;5972;p66"/>
            <p:cNvSpPr/>
            <p:nvPr/>
          </p:nvSpPr>
          <p:spPr>
            <a:xfrm>
              <a:off x="3265488" y="1770063"/>
              <a:ext cx="1887537" cy="1743075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73" name="Google Shape;5973;p66"/>
            <p:cNvCxnSpPr/>
            <p:nvPr/>
          </p:nvCxnSpPr>
          <p:spPr>
            <a:xfrm>
              <a:off x="3700463" y="1944688"/>
              <a:ext cx="1133475" cy="136525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974" name="Google Shape;5974;p66"/>
            <p:cNvSpPr txBox="1"/>
            <p:nvPr/>
          </p:nvSpPr>
          <p:spPr>
            <a:xfrm>
              <a:off x="3101975" y="1958975"/>
              <a:ext cx="2271713" cy="1354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not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scalable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to billions of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mobiles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9" name="Shape 5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" name="Google Shape;5980;p67"/>
          <p:cNvSpPr/>
          <p:nvPr/>
        </p:nvSpPr>
        <p:spPr>
          <a:xfrm>
            <a:off x="1350963" y="1690688"/>
            <a:ext cx="1866900" cy="1589087"/>
          </a:xfrm>
          <a:custGeom>
            <a:rect b="b" l="l" r="r" t="t"/>
            <a:pathLst>
              <a:path extrusionOk="0" h="1191" w="1340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1" name="Google Shape;5981;p67"/>
          <p:cNvSpPr/>
          <p:nvPr/>
        </p:nvSpPr>
        <p:spPr>
          <a:xfrm>
            <a:off x="6151563" y="1560513"/>
            <a:ext cx="1838325" cy="1711325"/>
          </a:xfrm>
          <a:custGeom>
            <a:rect b="b" l="l" r="r" t="t"/>
            <a:pathLst>
              <a:path extrusionOk="0" h="2693" w="2894">
                <a:moveTo>
                  <a:pt x="4" y="1331"/>
                </a:moveTo>
                <a:cubicBezTo>
                  <a:pt x="4" y="1049"/>
                  <a:pt x="119" y="673"/>
                  <a:pt x="349" y="509"/>
                </a:cubicBezTo>
                <a:cubicBezTo>
                  <a:pt x="579" y="345"/>
                  <a:pt x="1010" y="400"/>
                  <a:pt x="1384" y="344"/>
                </a:cubicBezTo>
                <a:cubicBezTo>
                  <a:pt x="1758" y="288"/>
                  <a:pt x="2346" y="0"/>
                  <a:pt x="2596" y="170"/>
                </a:cubicBezTo>
                <a:cubicBezTo>
                  <a:pt x="2846" y="340"/>
                  <a:pt x="2874" y="1035"/>
                  <a:pt x="2884" y="1364"/>
                </a:cubicBezTo>
                <a:cubicBezTo>
                  <a:pt x="2894" y="1693"/>
                  <a:pt x="2789" y="1954"/>
                  <a:pt x="2659" y="2144"/>
                </a:cubicBezTo>
                <a:cubicBezTo>
                  <a:pt x="2529" y="2334"/>
                  <a:pt x="2274" y="2432"/>
                  <a:pt x="2104" y="2504"/>
                </a:cubicBezTo>
                <a:cubicBezTo>
                  <a:pt x="1934" y="2576"/>
                  <a:pt x="1816" y="2558"/>
                  <a:pt x="1639" y="2579"/>
                </a:cubicBezTo>
                <a:cubicBezTo>
                  <a:pt x="1462" y="2600"/>
                  <a:pt x="1259" y="2693"/>
                  <a:pt x="1044" y="2630"/>
                </a:cubicBezTo>
                <a:cubicBezTo>
                  <a:pt x="829" y="2567"/>
                  <a:pt x="520" y="2418"/>
                  <a:pt x="346" y="2201"/>
                </a:cubicBezTo>
                <a:cubicBezTo>
                  <a:pt x="173" y="1985"/>
                  <a:pt x="0" y="1682"/>
                  <a:pt x="4" y="1331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2" name="Google Shape;5982;p67"/>
          <p:cNvSpPr/>
          <p:nvPr/>
        </p:nvSpPr>
        <p:spPr>
          <a:xfrm>
            <a:off x="3692525" y="2506663"/>
            <a:ext cx="2109788" cy="1250950"/>
          </a:xfrm>
          <a:custGeom>
            <a:rect b="b" l="l" r="r" t="t"/>
            <a:pathLst>
              <a:path extrusionOk="0" h="1971" w="3324">
                <a:moveTo>
                  <a:pt x="596" y="15"/>
                </a:moveTo>
                <a:cubicBezTo>
                  <a:pt x="335" y="29"/>
                  <a:pt x="248" y="155"/>
                  <a:pt x="149" y="330"/>
                </a:cubicBezTo>
                <a:cubicBezTo>
                  <a:pt x="50" y="505"/>
                  <a:pt x="0" y="853"/>
                  <a:pt x="3" y="1066"/>
                </a:cubicBezTo>
                <a:cubicBezTo>
                  <a:pt x="6" y="1279"/>
                  <a:pt x="67" y="1478"/>
                  <a:pt x="168" y="1606"/>
                </a:cubicBezTo>
                <a:cubicBezTo>
                  <a:pt x="269" y="1734"/>
                  <a:pt x="457" y="1811"/>
                  <a:pt x="609" y="1831"/>
                </a:cubicBezTo>
                <a:cubicBezTo>
                  <a:pt x="761" y="1851"/>
                  <a:pt x="927" y="1719"/>
                  <a:pt x="1083" y="1726"/>
                </a:cubicBezTo>
                <a:cubicBezTo>
                  <a:pt x="1239" y="1733"/>
                  <a:pt x="1333" y="1844"/>
                  <a:pt x="1548" y="1876"/>
                </a:cubicBezTo>
                <a:cubicBezTo>
                  <a:pt x="1763" y="1908"/>
                  <a:pt x="2091" y="1971"/>
                  <a:pt x="2373" y="1921"/>
                </a:cubicBezTo>
                <a:cubicBezTo>
                  <a:pt x="2655" y="1871"/>
                  <a:pt x="3162" y="1740"/>
                  <a:pt x="3243" y="1576"/>
                </a:cubicBezTo>
                <a:cubicBezTo>
                  <a:pt x="3324" y="1412"/>
                  <a:pt x="2947" y="1124"/>
                  <a:pt x="2859" y="935"/>
                </a:cubicBezTo>
                <a:cubicBezTo>
                  <a:pt x="2771" y="746"/>
                  <a:pt x="2905" y="559"/>
                  <a:pt x="2714" y="444"/>
                </a:cubicBezTo>
                <a:cubicBezTo>
                  <a:pt x="2523" y="328"/>
                  <a:pt x="2063" y="315"/>
                  <a:pt x="1714" y="242"/>
                </a:cubicBezTo>
                <a:cubicBezTo>
                  <a:pt x="1366" y="168"/>
                  <a:pt x="857" y="0"/>
                  <a:pt x="596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3" name="Google Shape;5983;p67"/>
          <p:cNvSpPr txBox="1"/>
          <p:nvPr/>
        </p:nvSpPr>
        <p:spPr>
          <a:xfrm>
            <a:off x="3867150" y="2803525"/>
            <a:ext cx="14478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wide area network</a:t>
            </a:r>
            <a:endParaRPr/>
          </a:p>
        </p:txBody>
      </p:sp>
      <p:grpSp>
        <p:nvGrpSpPr>
          <p:cNvPr id="5984" name="Google Shape;5984;p67"/>
          <p:cNvGrpSpPr/>
          <p:nvPr/>
        </p:nvGrpSpPr>
        <p:grpSpPr>
          <a:xfrm>
            <a:off x="1335088" y="1809750"/>
            <a:ext cx="1092200" cy="792163"/>
            <a:chOff x="4089854" y="1363889"/>
            <a:chExt cx="1091746" cy="791482"/>
          </a:xfrm>
        </p:grpSpPr>
        <p:sp>
          <p:nvSpPr>
            <p:cNvPr id="5985" name="Google Shape;5985;p67"/>
            <p:cNvSpPr/>
            <p:nvPr/>
          </p:nvSpPr>
          <p:spPr>
            <a:xfrm>
              <a:off x="4089854" y="1363889"/>
              <a:ext cx="1091746" cy="791482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aptop_stylized_small" id="5986" name="Google Shape;5986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45429" y="1550204"/>
              <a:ext cx="629104" cy="4232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987" name="Google Shape;5987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3463" y="2644775"/>
            <a:ext cx="685800" cy="2460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88" name="Google Shape;5988;p67"/>
          <p:cNvCxnSpPr/>
          <p:nvPr/>
        </p:nvCxnSpPr>
        <p:spPr>
          <a:xfrm>
            <a:off x="1957388" y="2344738"/>
            <a:ext cx="503237" cy="3111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9" name="Google Shape;5989;p67"/>
          <p:cNvCxnSpPr/>
          <p:nvPr/>
        </p:nvCxnSpPr>
        <p:spPr>
          <a:xfrm flipH="1" rot="10800000">
            <a:off x="2981325" y="2765425"/>
            <a:ext cx="947738" cy="158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0" name="Google Shape;5990;p67"/>
          <p:cNvCxnSpPr/>
          <p:nvPr/>
        </p:nvCxnSpPr>
        <p:spPr>
          <a:xfrm>
            <a:off x="5332413" y="2936875"/>
            <a:ext cx="1384300" cy="158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91" name="Google Shape;5991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975" y="2786063"/>
            <a:ext cx="684213" cy="2460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92" name="Google Shape;5992;p67"/>
          <p:cNvCxnSpPr/>
          <p:nvPr/>
        </p:nvCxnSpPr>
        <p:spPr>
          <a:xfrm flipH="1">
            <a:off x="7021513" y="2452688"/>
            <a:ext cx="346075" cy="3238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993" name="Google Shape;5993;p67"/>
          <p:cNvGrpSpPr/>
          <p:nvPr/>
        </p:nvGrpSpPr>
        <p:grpSpPr>
          <a:xfrm>
            <a:off x="6789738" y="1885950"/>
            <a:ext cx="1092200" cy="792163"/>
            <a:chOff x="4089854" y="1363889"/>
            <a:chExt cx="1091746" cy="791482"/>
          </a:xfrm>
        </p:grpSpPr>
        <p:sp>
          <p:nvSpPr>
            <p:cNvPr id="5994" name="Google Shape;5994;p67"/>
            <p:cNvSpPr/>
            <p:nvPr/>
          </p:nvSpPr>
          <p:spPr>
            <a:xfrm>
              <a:off x="4089854" y="1363889"/>
              <a:ext cx="1091746" cy="791482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95" name="Google Shape;5995;p67"/>
            <p:cNvGrpSpPr/>
            <p:nvPr/>
          </p:nvGrpSpPr>
          <p:grpSpPr>
            <a:xfrm>
              <a:off x="4245429" y="1426027"/>
              <a:ext cx="629104" cy="547461"/>
              <a:chOff x="313" y="1497"/>
              <a:chExt cx="1152" cy="1014"/>
            </a:xfrm>
          </p:grpSpPr>
          <p:pic>
            <p:nvPicPr>
              <p:cNvPr descr="laptop_stylized_small" id="5996" name="Google Shape;5996;p6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997" name="Google Shape;5997;p6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5998" name="Google Shape;5998;p67"/>
          <p:cNvSpPr txBox="1"/>
          <p:nvPr>
            <p:ph type="title"/>
          </p:nvPr>
        </p:nvSpPr>
        <p:spPr>
          <a:xfrm>
            <a:off x="358775" y="11906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Mobility: registration</a:t>
            </a:r>
            <a:endParaRPr/>
          </a:p>
        </p:txBody>
      </p:sp>
      <p:sp>
        <p:nvSpPr>
          <p:cNvPr id="5999" name="Google Shape;5999;p67"/>
          <p:cNvSpPr txBox="1"/>
          <p:nvPr>
            <p:ph idx="1" type="body"/>
          </p:nvPr>
        </p:nvSpPr>
        <p:spPr>
          <a:xfrm>
            <a:off x="914400" y="502920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end result: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foreign agent knows about mobile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home agent knows location of mobile</a:t>
            </a:r>
            <a:endParaRPr/>
          </a:p>
        </p:txBody>
      </p:sp>
      <p:sp>
        <p:nvSpPr>
          <p:cNvPr id="6000" name="Google Shape;6000;p67"/>
          <p:cNvSpPr txBox="1"/>
          <p:nvPr/>
        </p:nvSpPr>
        <p:spPr>
          <a:xfrm>
            <a:off x="1635125" y="1535113"/>
            <a:ext cx="18875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 network</a:t>
            </a:r>
            <a:endParaRPr/>
          </a:p>
        </p:txBody>
      </p:sp>
      <p:sp>
        <p:nvSpPr>
          <p:cNvPr id="6001" name="Google Shape;6001;p67"/>
          <p:cNvSpPr txBox="1"/>
          <p:nvPr/>
        </p:nvSpPr>
        <p:spPr>
          <a:xfrm>
            <a:off x="5861050" y="1300163"/>
            <a:ext cx="22653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visited network</a:t>
            </a:r>
            <a:endParaRPr/>
          </a:p>
        </p:txBody>
      </p:sp>
      <p:grpSp>
        <p:nvGrpSpPr>
          <p:cNvPr id="6002" name="Google Shape;6002;p67"/>
          <p:cNvGrpSpPr/>
          <p:nvPr/>
        </p:nvGrpSpPr>
        <p:grpSpPr>
          <a:xfrm>
            <a:off x="6600825" y="2409825"/>
            <a:ext cx="2141538" cy="2341563"/>
            <a:chOff x="4158" y="1518"/>
            <a:chExt cx="1349" cy="1475"/>
          </a:xfrm>
        </p:grpSpPr>
        <p:cxnSp>
          <p:nvCxnSpPr>
            <p:cNvPr id="6003" name="Google Shape;6003;p67"/>
            <p:cNvCxnSpPr/>
            <p:nvPr/>
          </p:nvCxnSpPr>
          <p:spPr>
            <a:xfrm flipH="1" rot="10800000">
              <a:off x="4261" y="1538"/>
              <a:ext cx="310" cy="25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6004" name="Google Shape;6004;p67"/>
            <p:cNvGrpSpPr/>
            <p:nvPr/>
          </p:nvGrpSpPr>
          <p:grpSpPr>
            <a:xfrm>
              <a:off x="4324" y="1518"/>
              <a:ext cx="202" cy="231"/>
              <a:chOff x="618" y="3500"/>
              <a:chExt cx="202" cy="231"/>
            </a:xfrm>
          </p:grpSpPr>
          <p:sp>
            <p:nvSpPr>
              <p:cNvPr id="6005" name="Google Shape;6005;p67"/>
              <p:cNvSpPr/>
              <p:nvPr/>
            </p:nvSpPr>
            <p:spPr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6" name="Google Shape;6006;p67"/>
              <p:cNvSpPr txBox="1"/>
              <p:nvPr/>
            </p:nvSpPr>
            <p:spPr>
              <a:xfrm>
                <a:off x="628" y="3500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/>
              </a:p>
            </p:txBody>
          </p:sp>
        </p:grpSp>
        <p:sp>
          <p:nvSpPr>
            <p:cNvPr id="6007" name="Google Shape;6007;p67"/>
            <p:cNvSpPr txBox="1"/>
            <p:nvPr/>
          </p:nvSpPr>
          <p:spPr>
            <a:xfrm>
              <a:off x="4158" y="2167"/>
              <a:ext cx="1349" cy="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mobile contacts foreign agent on entering visited network</a:t>
              </a:r>
              <a:endParaRPr/>
            </a:p>
          </p:txBody>
        </p:sp>
        <p:cxnSp>
          <p:nvCxnSpPr>
            <p:cNvPr id="6008" name="Google Shape;6008;p67"/>
            <p:cNvCxnSpPr/>
            <p:nvPr/>
          </p:nvCxnSpPr>
          <p:spPr>
            <a:xfrm>
              <a:off x="4512" y="1760"/>
              <a:ext cx="560" cy="45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09" name="Google Shape;6009;p67"/>
          <p:cNvGrpSpPr/>
          <p:nvPr/>
        </p:nvGrpSpPr>
        <p:grpSpPr>
          <a:xfrm>
            <a:off x="2435225" y="2676525"/>
            <a:ext cx="4046538" cy="2087563"/>
            <a:chOff x="1534" y="1686"/>
            <a:chExt cx="2549" cy="1315"/>
          </a:xfrm>
        </p:grpSpPr>
        <p:cxnSp>
          <p:nvCxnSpPr>
            <p:cNvPr id="6010" name="Google Shape;6010;p67"/>
            <p:cNvCxnSpPr/>
            <p:nvPr/>
          </p:nvCxnSpPr>
          <p:spPr>
            <a:xfrm rot="10800000">
              <a:off x="1801" y="1762"/>
              <a:ext cx="2167" cy="106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6011" name="Google Shape;6011;p67"/>
            <p:cNvGrpSpPr/>
            <p:nvPr/>
          </p:nvGrpSpPr>
          <p:grpSpPr>
            <a:xfrm>
              <a:off x="2724" y="1686"/>
              <a:ext cx="214" cy="231"/>
              <a:chOff x="618" y="3500"/>
              <a:chExt cx="214" cy="231"/>
            </a:xfrm>
          </p:grpSpPr>
          <p:sp>
            <p:nvSpPr>
              <p:cNvPr id="6012" name="Google Shape;6012;p67"/>
              <p:cNvSpPr/>
              <p:nvPr/>
            </p:nvSpPr>
            <p:spPr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3" name="Google Shape;6013;p67"/>
              <p:cNvSpPr txBox="1"/>
              <p:nvPr/>
            </p:nvSpPr>
            <p:spPr>
              <a:xfrm>
                <a:off x="628" y="3500"/>
                <a:ext cx="204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2</a:t>
                </a:r>
                <a:endParaRPr/>
              </a:p>
            </p:txBody>
          </p:sp>
        </p:grpSp>
        <p:sp>
          <p:nvSpPr>
            <p:cNvPr id="6014" name="Google Shape;6014;p67"/>
            <p:cNvSpPr txBox="1"/>
            <p:nvPr/>
          </p:nvSpPr>
          <p:spPr>
            <a:xfrm>
              <a:off x="1534" y="2367"/>
              <a:ext cx="2549" cy="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foreign agent contacts home agent home: “this mobile is resident in my network”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15" name="Google Shape;6015;p67"/>
            <p:cNvCxnSpPr/>
            <p:nvPr/>
          </p:nvCxnSpPr>
          <p:spPr>
            <a:xfrm rot="10800000">
              <a:off x="2824" y="1944"/>
              <a:ext cx="0" cy="464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016" name="Google Shape;6016;p67"/>
          <p:cNvSpPr/>
          <p:nvPr/>
        </p:nvSpPr>
        <p:spPr>
          <a:xfrm>
            <a:off x="1462088" y="1857375"/>
            <a:ext cx="998537" cy="823913"/>
          </a:xfrm>
          <a:custGeom>
            <a:rect b="b" l="l" r="r" t="t"/>
            <a:pathLst>
              <a:path extrusionOk="0" h="10305" w="10000">
                <a:moveTo>
                  <a:pt x="1" y="4863"/>
                </a:moveTo>
                <a:cubicBezTo>
                  <a:pt x="1" y="3794"/>
                  <a:pt x="5" y="1801"/>
                  <a:pt x="686" y="991"/>
                </a:cubicBezTo>
                <a:cubicBezTo>
                  <a:pt x="1367" y="181"/>
                  <a:pt x="2904" y="-40"/>
                  <a:pt x="4086" y="5"/>
                </a:cubicBezTo>
                <a:cubicBezTo>
                  <a:pt x="5268" y="50"/>
                  <a:pt x="6836" y="553"/>
                  <a:pt x="7779" y="1264"/>
                </a:cubicBezTo>
                <a:cubicBezTo>
                  <a:pt x="8722" y="1975"/>
                  <a:pt x="9397" y="2830"/>
                  <a:pt x="9747" y="4270"/>
                </a:cubicBezTo>
                <a:cubicBezTo>
                  <a:pt x="10096" y="5710"/>
                  <a:pt x="10030" y="8980"/>
                  <a:pt x="9875" y="9905"/>
                </a:cubicBezTo>
                <a:cubicBezTo>
                  <a:pt x="9719" y="10828"/>
                  <a:pt x="9488" y="9873"/>
                  <a:pt x="8815" y="9814"/>
                </a:cubicBezTo>
                <a:cubicBezTo>
                  <a:pt x="8140" y="9757"/>
                  <a:pt x="6708" y="9565"/>
                  <a:pt x="5830" y="9554"/>
                </a:cubicBezTo>
                <a:cubicBezTo>
                  <a:pt x="4953" y="9543"/>
                  <a:pt x="4372" y="9985"/>
                  <a:pt x="3546" y="9748"/>
                </a:cubicBezTo>
                <a:cubicBezTo>
                  <a:pt x="2722" y="9508"/>
                  <a:pt x="1457" y="8935"/>
                  <a:pt x="867" y="8121"/>
                </a:cubicBezTo>
                <a:cubicBezTo>
                  <a:pt x="276" y="7307"/>
                  <a:pt x="-15" y="6195"/>
                  <a:pt x="1" y="4863"/>
                </a:cubicBezTo>
                <a:close/>
              </a:path>
            </a:pathLst>
          </a:custGeom>
          <a:solidFill>
            <a:srgbClr val="33CCCC">
              <a:alpha val="7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derline_base" id="6017" name="Google Shape;6017;p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0375" y="865188"/>
            <a:ext cx="41132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6018" name="Google Shape;6018;p67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19" name="Google Shape;6019;p67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4" name="Shape 6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5" name="Google Shape;6025;p68"/>
          <p:cNvSpPr txBox="1"/>
          <p:nvPr>
            <p:ph type="title"/>
          </p:nvPr>
        </p:nvSpPr>
        <p:spPr>
          <a:xfrm>
            <a:off x="307975" y="15716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Mobility via indirect routing</a:t>
            </a:r>
            <a:endParaRPr/>
          </a:p>
        </p:txBody>
      </p:sp>
      <p:sp>
        <p:nvSpPr>
          <p:cNvPr id="6026" name="Google Shape;6026;p68"/>
          <p:cNvSpPr/>
          <p:nvPr/>
        </p:nvSpPr>
        <p:spPr>
          <a:xfrm>
            <a:off x="1565275" y="2689225"/>
            <a:ext cx="1866900" cy="1589088"/>
          </a:xfrm>
          <a:custGeom>
            <a:rect b="b" l="l" r="r" t="t"/>
            <a:pathLst>
              <a:path extrusionOk="0" h="1191" w="1340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7" name="Google Shape;6027;p68"/>
          <p:cNvSpPr/>
          <p:nvPr/>
        </p:nvSpPr>
        <p:spPr>
          <a:xfrm>
            <a:off x="6365875" y="2559050"/>
            <a:ext cx="1838325" cy="1711325"/>
          </a:xfrm>
          <a:custGeom>
            <a:rect b="b" l="l" r="r" t="t"/>
            <a:pathLst>
              <a:path extrusionOk="0" h="2693" w="2894">
                <a:moveTo>
                  <a:pt x="4" y="1331"/>
                </a:moveTo>
                <a:cubicBezTo>
                  <a:pt x="4" y="1049"/>
                  <a:pt x="119" y="673"/>
                  <a:pt x="349" y="509"/>
                </a:cubicBezTo>
                <a:cubicBezTo>
                  <a:pt x="579" y="345"/>
                  <a:pt x="1010" y="400"/>
                  <a:pt x="1384" y="344"/>
                </a:cubicBezTo>
                <a:cubicBezTo>
                  <a:pt x="1758" y="288"/>
                  <a:pt x="2346" y="0"/>
                  <a:pt x="2596" y="170"/>
                </a:cubicBezTo>
                <a:cubicBezTo>
                  <a:pt x="2846" y="340"/>
                  <a:pt x="2874" y="1035"/>
                  <a:pt x="2884" y="1364"/>
                </a:cubicBezTo>
                <a:cubicBezTo>
                  <a:pt x="2894" y="1693"/>
                  <a:pt x="2789" y="1954"/>
                  <a:pt x="2659" y="2144"/>
                </a:cubicBezTo>
                <a:cubicBezTo>
                  <a:pt x="2529" y="2334"/>
                  <a:pt x="2274" y="2432"/>
                  <a:pt x="2104" y="2504"/>
                </a:cubicBezTo>
                <a:cubicBezTo>
                  <a:pt x="1934" y="2576"/>
                  <a:pt x="1816" y="2558"/>
                  <a:pt x="1639" y="2579"/>
                </a:cubicBezTo>
                <a:cubicBezTo>
                  <a:pt x="1462" y="2600"/>
                  <a:pt x="1259" y="2693"/>
                  <a:pt x="1044" y="2630"/>
                </a:cubicBezTo>
                <a:cubicBezTo>
                  <a:pt x="829" y="2567"/>
                  <a:pt x="520" y="2418"/>
                  <a:pt x="346" y="2201"/>
                </a:cubicBezTo>
                <a:cubicBezTo>
                  <a:pt x="173" y="1985"/>
                  <a:pt x="0" y="1682"/>
                  <a:pt x="4" y="1331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8" name="Google Shape;6028;p68"/>
          <p:cNvSpPr/>
          <p:nvPr/>
        </p:nvSpPr>
        <p:spPr>
          <a:xfrm>
            <a:off x="3906838" y="3505200"/>
            <a:ext cx="2109787" cy="1250950"/>
          </a:xfrm>
          <a:custGeom>
            <a:rect b="b" l="l" r="r" t="t"/>
            <a:pathLst>
              <a:path extrusionOk="0" h="1971" w="3324">
                <a:moveTo>
                  <a:pt x="596" y="15"/>
                </a:moveTo>
                <a:cubicBezTo>
                  <a:pt x="335" y="29"/>
                  <a:pt x="248" y="155"/>
                  <a:pt x="149" y="330"/>
                </a:cubicBezTo>
                <a:cubicBezTo>
                  <a:pt x="50" y="505"/>
                  <a:pt x="0" y="853"/>
                  <a:pt x="3" y="1066"/>
                </a:cubicBezTo>
                <a:cubicBezTo>
                  <a:pt x="6" y="1279"/>
                  <a:pt x="67" y="1478"/>
                  <a:pt x="168" y="1606"/>
                </a:cubicBezTo>
                <a:cubicBezTo>
                  <a:pt x="269" y="1734"/>
                  <a:pt x="457" y="1811"/>
                  <a:pt x="609" y="1831"/>
                </a:cubicBezTo>
                <a:cubicBezTo>
                  <a:pt x="761" y="1851"/>
                  <a:pt x="927" y="1719"/>
                  <a:pt x="1083" y="1726"/>
                </a:cubicBezTo>
                <a:cubicBezTo>
                  <a:pt x="1239" y="1733"/>
                  <a:pt x="1333" y="1844"/>
                  <a:pt x="1548" y="1876"/>
                </a:cubicBezTo>
                <a:cubicBezTo>
                  <a:pt x="1763" y="1908"/>
                  <a:pt x="2091" y="1971"/>
                  <a:pt x="2373" y="1921"/>
                </a:cubicBezTo>
                <a:cubicBezTo>
                  <a:pt x="2655" y="1871"/>
                  <a:pt x="3162" y="1740"/>
                  <a:pt x="3243" y="1576"/>
                </a:cubicBezTo>
                <a:cubicBezTo>
                  <a:pt x="3324" y="1412"/>
                  <a:pt x="2947" y="1124"/>
                  <a:pt x="2859" y="935"/>
                </a:cubicBezTo>
                <a:cubicBezTo>
                  <a:pt x="2771" y="746"/>
                  <a:pt x="2905" y="559"/>
                  <a:pt x="2714" y="444"/>
                </a:cubicBezTo>
                <a:cubicBezTo>
                  <a:pt x="2523" y="328"/>
                  <a:pt x="2063" y="315"/>
                  <a:pt x="1714" y="242"/>
                </a:cubicBezTo>
                <a:cubicBezTo>
                  <a:pt x="1366" y="168"/>
                  <a:pt x="857" y="0"/>
                  <a:pt x="596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9" name="Google Shape;6029;p68"/>
          <p:cNvSpPr txBox="1"/>
          <p:nvPr/>
        </p:nvSpPr>
        <p:spPr>
          <a:xfrm>
            <a:off x="4081463" y="3802063"/>
            <a:ext cx="14478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wide area network</a:t>
            </a:r>
            <a:endParaRPr/>
          </a:p>
        </p:txBody>
      </p:sp>
      <p:grpSp>
        <p:nvGrpSpPr>
          <p:cNvPr id="6030" name="Google Shape;6030;p68"/>
          <p:cNvGrpSpPr/>
          <p:nvPr/>
        </p:nvGrpSpPr>
        <p:grpSpPr>
          <a:xfrm>
            <a:off x="1549400" y="2808288"/>
            <a:ext cx="1092200" cy="790575"/>
            <a:chOff x="4089854" y="1363889"/>
            <a:chExt cx="1091746" cy="791482"/>
          </a:xfrm>
        </p:grpSpPr>
        <p:sp>
          <p:nvSpPr>
            <p:cNvPr id="6031" name="Google Shape;6031;p68"/>
            <p:cNvSpPr/>
            <p:nvPr/>
          </p:nvSpPr>
          <p:spPr>
            <a:xfrm>
              <a:off x="4089854" y="1363889"/>
              <a:ext cx="1091746" cy="791482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aptop_stylized_small" id="6032" name="Google Shape;6032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45429" y="1550204"/>
              <a:ext cx="629104" cy="4232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033" name="Google Shape;6033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7775" y="3643313"/>
            <a:ext cx="684213" cy="2460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34" name="Google Shape;6034;p68"/>
          <p:cNvCxnSpPr/>
          <p:nvPr/>
        </p:nvCxnSpPr>
        <p:spPr>
          <a:xfrm>
            <a:off x="2170113" y="3341688"/>
            <a:ext cx="503237" cy="31273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5" name="Google Shape;6035;p68"/>
          <p:cNvCxnSpPr/>
          <p:nvPr/>
        </p:nvCxnSpPr>
        <p:spPr>
          <a:xfrm flipH="1" rot="10800000">
            <a:off x="3194050" y="3762375"/>
            <a:ext cx="949325" cy="158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6" name="Google Shape;6036;p68"/>
          <p:cNvCxnSpPr/>
          <p:nvPr/>
        </p:nvCxnSpPr>
        <p:spPr>
          <a:xfrm>
            <a:off x="5546725" y="3933825"/>
            <a:ext cx="1384300" cy="31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037" name="Google Shape;6037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2288" y="3784600"/>
            <a:ext cx="684212" cy="2460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38" name="Google Shape;6038;p68"/>
          <p:cNvCxnSpPr/>
          <p:nvPr/>
        </p:nvCxnSpPr>
        <p:spPr>
          <a:xfrm flipH="1">
            <a:off x="7235825" y="3451225"/>
            <a:ext cx="344488" cy="3222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039" name="Google Shape;6039;p68"/>
          <p:cNvGrpSpPr/>
          <p:nvPr/>
        </p:nvGrpSpPr>
        <p:grpSpPr>
          <a:xfrm>
            <a:off x="7004050" y="2884488"/>
            <a:ext cx="1090613" cy="790575"/>
            <a:chOff x="4089854" y="1363889"/>
            <a:chExt cx="1091746" cy="791482"/>
          </a:xfrm>
        </p:grpSpPr>
        <p:sp>
          <p:nvSpPr>
            <p:cNvPr id="6040" name="Google Shape;6040;p68"/>
            <p:cNvSpPr/>
            <p:nvPr/>
          </p:nvSpPr>
          <p:spPr>
            <a:xfrm>
              <a:off x="4089854" y="1363889"/>
              <a:ext cx="1091746" cy="791482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41" name="Google Shape;6041;p68"/>
            <p:cNvGrpSpPr/>
            <p:nvPr/>
          </p:nvGrpSpPr>
          <p:grpSpPr>
            <a:xfrm>
              <a:off x="4245429" y="1426027"/>
              <a:ext cx="629104" cy="547461"/>
              <a:chOff x="313" y="1497"/>
              <a:chExt cx="1152" cy="1014"/>
            </a:xfrm>
          </p:grpSpPr>
          <p:pic>
            <p:nvPicPr>
              <p:cNvPr descr="laptop_stylized_small" id="6042" name="Google Shape;6042;p6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6043" name="Google Shape;6043;p6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6044" name="Google Shape;6044;p68"/>
          <p:cNvSpPr/>
          <p:nvPr/>
        </p:nvSpPr>
        <p:spPr>
          <a:xfrm>
            <a:off x="1674813" y="2854325"/>
            <a:ext cx="1000125" cy="825500"/>
          </a:xfrm>
          <a:custGeom>
            <a:rect b="b" l="l" r="r" t="t"/>
            <a:pathLst>
              <a:path extrusionOk="0" h="10305" w="10000">
                <a:moveTo>
                  <a:pt x="1" y="4863"/>
                </a:moveTo>
                <a:cubicBezTo>
                  <a:pt x="1" y="3794"/>
                  <a:pt x="5" y="1801"/>
                  <a:pt x="686" y="991"/>
                </a:cubicBezTo>
                <a:cubicBezTo>
                  <a:pt x="1367" y="181"/>
                  <a:pt x="2904" y="-40"/>
                  <a:pt x="4086" y="5"/>
                </a:cubicBezTo>
                <a:cubicBezTo>
                  <a:pt x="5268" y="50"/>
                  <a:pt x="6836" y="553"/>
                  <a:pt x="7779" y="1264"/>
                </a:cubicBezTo>
                <a:cubicBezTo>
                  <a:pt x="8722" y="1975"/>
                  <a:pt x="9397" y="2830"/>
                  <a:pt x="9747" y="4270"/>
                </a:cubicBezTo>
                <a:cubicBezTo>
                  <a:pt x="10096" y="5710"/>
                  <a:pt x="10030" y="8980"/>
                  <a:pt x="9875" y="9905"/>
                </a:cubicBezTo>
                <a:cubicBezTo>
                  <a:pt x="9719" y="10828"/>
                  <a:pt x="9488" y="9873"/>
                  <a:pt x="8815" y="9814"/>
                </a:cubicBezTo>
                <a:cubicBezTo>
                  <a:pt x="8140" y="9757"/>
                  <a:pt x="6708" y="9565"/>
                  <a:pt x="5830" y="9554"/>
                </a:cubicBezTo>
                <a:cubicBezTo>
                  <a:pt x="4953" y="9543"/>
                  <a:pt x="4372" y="9985"/>
                  <a:pt x="3546" y="9748"/>
                </a:cubicBezTo>
                <a:cubicBezTo>
                  <a:pt x="2722" y="9508"/>
                  <a:pt x="1457" y="8935"/>
                  <a:pt x="867" y="8121"/>
                </a:cubicBezTo>
                <a:cubicBezTo>
                  <a:pt x="276" y="7307"/>
                  <a:pt x="-15" y="6195"/>
                  <a:pt x="1" y="4863"/>
                </a:cubicBezTo>
                <a:close/>
              </a:path>
            </a:pathLst>
          </a:custGeom>
          <a:solidFill>
            <a:srgbClr val="33CCCC">
              <a:alpha val="7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5" name="Google Shape;6045;p68"/>
          <p:cNvSpPr/>
          <p:nvPr/>
        </p:nvSpPr>
        <p:spPr>
          <a:xfrm>
            <a:off x="3567113" y="5114925"/>
            <a:ext cx="2944812" cy="911225"/>
          </a:xfrm>
          <a:custGeom>
            <a:rect b="b" l="l" r="r" t="t"/>
            <a:pathLst>
              <a:path extrusionOk="0" h="1435" w="4636">
                <a:moveTo>
                  <a:pt x="339" y="15"/>
                </a:moveTo>
                <a:cubicBezTo>
                  <a:pt x="0" y="110"/>
                  <a:pt x="112" y="438"/>
                  <a:pt x="189" y="645"/>
                </a:cubicBezTo>
                <a:cubicBezTo>
                  <a:pt x="266" y="852"/>
                  <a:pt x="509" y="1130"/>
                  <a:pt x="804" y="1260"/>
                </a:cubicBezTo>
                <a:cubicBezTo>
                  <a:pt x="1099" y="1390"/>
                  <a:pt x="1507" y="1415"/>
                  <a:pt x="1959" y="1425"/>
                </a:cubicBezTo>
                <a:cubicBezTo>
                  <a:pt x="2411" y="1435"/>
                  <a:pt x="3192" y="1395"/>
                  <a:pt x="3519" y="1320"/>
                </a:cubicBezTo>
                <a:cubicBezTo>
                  <a:pt x="3846" y="1245"/>
                  <a:pt x="3753" y="1067"/>
                  <a:pt x="3924" y="975"/>
                </a:cubicBezTo>
                <a:cubicBezTo>
                  <a:pt x="4095" y="883"/>
                  <a:pt x="4489" y="885"/>
                  <a:pt x="4543" y="769"/>
                </a:cubicBezTo>
                <a:cubicBezTo>
                  <a:pt x="4597" y="653"/>
                  <a:pt x="4636" y="393"/>
                  <a:pt x="4249" y="278"/>
                </a:cubicBezTo>
                <a:cubicBezTo>
                  <a:pt x="3863" y="162"/>
                  <a:pt x="2874" y="120"/>
                  <a:pt x="2222" y="76"/>
                </a:cubicBezTo>
                <a:cubicBezTo>
                  <a:pt x="1570" y="32"/>
                  <a:pt x="868" y="0"/>
                  <a:pt x="339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46" name="Google Shape;6046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29125" y="5126038"/>
            <a:ext cx="78105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6047" name="Google Shape;6047;p68"/>
          <p:cNvSpPr txBox="1"/>
          <p:nvPr/>
        </p:nvSpPr>
        <p:spPr>
          <a:xfrm>
            <a:off x="473075" y="2852738"/>
            <a:ext cx="1887538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sp>
        <p:nvSpPr>
          <p:cNvPr id="6048" name="Google Shape;6048;p68"/>
          <p:cNvSpPr txBox="1"/>
          <p:nvPr/>
        </p:nvSpPr>
        <p:spPr>
          <a:xfrm>
            <a:off x="7874000" y="2174875"/>
            <a:ext cx="12700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grpSp>
        <p:nvGrpSpPr>
          <p:cNvPr id="6049" name="Google Shape;6049;p68"/>
          <p:cNvGrpSpPr/>
          <p:nvPr/>
        </p:nvGrpSpPr>
        <p:grpSpPr>
          <a:xfrm>
            <a:off x="7119938" y="3325813"/>
            <a:ext cx="492125" cy="366712"/>
            <a:chOff x="4485" y="2095"/>
            <a:chExt cx="310" cy="231"/>
          </a:xfrm>
        </p:grpSpPr>
        <p:cxnSp>
          <p:nvCxnSpPr>
            <p:cNvPr id="6050" name="Google Shape;6050;p68"/>
            <p:cNvCxnSpPr/>
            <p:nvPr/>
          </p:nvCxnSpPr>
          <p:spPr>
            <a:xfrm flipH="1" rot="10800000">
              <a:off x="4485" y="2106"/>
              <a:ext cx="310" cy="21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6051" name="Google Shape;6051;p68"/>
            <p:cNvGrpSpPr/>
            <p:nvPr/>
          </p:nvGrpSpPr>
          <p:grpSpPr>
            <a:xfrm>
              <a:off x="4530" y="2095"/>
              <a:ext cx="214" cy="231"/>
              <a:chOff x="618" y="3500"/>
              <a:chExt cx="214" cy="231"/>
            </a:xfrm>
          </p:grpSpPr>
          <p:sp>
            <p:nvSpPr>
              <p:cNvPr id="6052" name="Google Shape;6052;p68"/>
              <p:cNvSpPr/>
              <p:nvPr/>
            </p:nvSpPr>
            <p:spPr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3" name="Google Shape;6053;p68"/>
              <p:cNvSpPr txBox="1"/>
              <p:nvPr/>
            </p:nvSpPr>
            <p:spPr>
              <a:xfrm>
                <a:off x="628" y="3500"/>
                <a:ext cx="204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</p:grpSp>
      <p:grpSp>
        <p:nvGrpSpPr>
          <p:cNvPr id="6054" name="Google Shape;6054;p68"/>
          <p:cNvGrpSpPr/>
          <p:nvPr/>
        </p:nvGrpSpPr>
        <p:grpSpPr>
          <a:xfrm>
            <a:off x="3181350" y="3838575"/>
            <a:ext cx="3486150" cy="638175"/>
            <a:chOff x="2004" y="2418"/>
            <a:chExt cx="2196" cy="402"/>
          </a:xfrm>
        </p:grpSpPr>
        <p:sp>
          <p:nvSpPr>
            <p:cNvPr id="6055" name="Google Shape;6055;p68"/>
            <p:cNvSpPr/>
            <p:nvPr/>
          </p:nvSpPr>
          <p:spPr>
            <a:xfrm>
              <a:off x="2004" y="2418"/>
              <a:ext cx="2196" cy="318"/>
            </a:xfrm>
            <a:custGeom>
              <a:rect b="b" l="l" r="r" t="t"/>
              <a:pathLst>
                <a:path extrusionOk="0" h="318" w="2196">
                  <a:moveTo>
                    <a:pt x="0" y="0"/>
                  </a:moveTo>
                  <a:cubicBezTo>
                    <a:pt x="199" y="51"/>
                    <a:pt x="828" y="301"/>
                    <a:pt x="1194" y="306"/>
                  </a:cubicBezTo>
                  <a:cubicBezTo>
                    <a:pt x="1536" y="318"/>
                    <a:pt x="1987" y="88"/>
                    <a:pt x="2196" y="30"/>
                  </a:cubicBezTo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56" name="Google Shape;6056;p68"/>
            <p:cNvGrpSpPr/>
            <p:nvPr/>
          </p:nvGrpSpPr>
          <p:grpSpPr>
            <a:xfrm>
              <a:off x="3083" y="2589"/>
              <a:ext cx="214" cy="231"/>
              <a:chOff x="618" y="3500"/>
              <a:chExt cx="214" cy="231"/>
            </a:xfrm>
          </p:grpSpPr>
          <p:sp>
            <p:nvSpPr>
              <p:cNvPr id="6057" name="Google Shape;6057;p68"/>
              <p:cNvSpPr/>
              <p:nvPr/>
            </p:nvSpPr>
            <p:spPr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8" name="Google Shape;6058;p68"/>
              <p:cNvSpPr txBox="1"/>
              <p:nvPr/>
            </p:nvSpPr>
            <p:spPr>
              <a:xfrm>
                <a:off x="628" y="3500"/>
                <a:ext cx="204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</p:grpSp>
      <p:grpSp>
        <p:nvGrpSpPr>
          <p:cNvPr id="6059" name="Google Shape;6059;p68"/>
          <p:cNvGrpSpPr/>
          <p:nvPr/>
        </p:nvGrpSpPr>
        <p:grpSpPr>
          <a:xfrm>
            <a:off x="4826000" y="3424238"/>
            <a:ext cx="3103563" cy="2016125"/>
            <a:chOff x="3040" y="2157"/>
            <a:chExt cx="1955" cy="1270"/>
          </a:xfrm>
        </p:grpSpPr>
        <p:sp>
          <p:nvSpPr>
            <p:cNvPr id="6060" name="Google Shape;6060;p68"/>
            <p:cNvSpPr/>
            <p:nvPr/>
          </p:nvSpPr>
          <p:spPr>
            <a:xfrm>
              <a:off x="3040" y="2157"/>
              <a:ext cx="1955" cy="1270"/>
            </a:xfrm>
            <a:custGeom>
              <a:rect b="b" l="l" r="r" t="t"/>
              <a:pathLst>
                <a:path extrusionOk="0" h="1270" w="1955">
                  <a:moveTo>
                    <a:pt x="1955" y="0"/>
                  </a:moveTo>
                  <a:cubicBezTo>
                    <a:pt x="1809" y="127"/>
                    <a:pt x="1425" y="536"/>
                    <a:pt x="1077" y="765"/>
                  </a:cubicBezTo>
                  <a:cubicBezTo>
                    <a:pt x="729" y="994"/>
                    <a:pt x="224" y="1165"/>
                    <a:pt x="0" y="1270"/>
                  </a:cubicBezTo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61" name="Google Shape;6061;p68"/>
            <p:cNvGrpSpPr/>
            <p:nvPr/>
          </p:nvGrpSpPr>
          <p:grpSpPr>
            <a:xfrm>
              <a:off x="3982" y="2835"/>
              <a:ext cx="214" cy="231"/>
              <a:chOff x="618" y="3500"/>
              <a:chExt cx="214" cy="231"/>
            </a:xfrm>
          </p:grpSpPr>
          <p:sp>
            <p:nvSpPr>
              <p:cNvPr id="6062" name="Google Shape;6062;p68"/>
              <p:cNvSpPr/>
              <p:nvPr/>
            </p:nvSpPr>
            <p:spPr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3" name="Google Shape;6063;p68"/>
              <p:cNvSpPr txBox="1"/>
              <p:nvPr/>
            </p:nvSpPr>
            <p:spPr>
              <a:xfrm>
                <a:off x="628" y="3500"/>
                <a:ext cx="204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</p:grpSp>
      <p:grpSp>
        <p:nvGrpSpPr>
          <p:cNvPr id="6064" name="Google Shape;6064;p68"/>
          <p:cNvGrpSpPr/>
          <p:nvPr/>
        </p:nvGrpSpPr>
        <p:grpSpPr>
          <a:xfrm>
            <a:off x="2986088" y="3889375"/>
            <a:ext cx="1357312" cy="1298575"/>
            <a:chOff x="1881" y="2450"/>
            <a:chExt cx="855" cy="818"/>
          </a:xfrm>
        </p:grpSpPr>
        <p:cxnSp>
          <p:nvCxnSpPr>
            <p:cNvPr id="6065" name="Google Shape;6065;p68"/>
            <p:cNvCxnSpPr/>
            <p:nvPr/>
          </p:nvCxnSpPr>
          <p:spPr>
            <a:xfrm rot="10800000">
              <a:off x="1881" y="2450"/>
              <a:ext cx="855" cy="81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6066" name="Google Shape;6066;p68"/>
            <p:cNvGrpSpPr/>
            <p:nvPr/>
          </p:nvGrpSpPr>
          <p:grpSpPr>
            <a:xfrm>
              <a:off x="2172" y="2702"/>
              <a:ext cx="207" cy="233"/>
              <a:chOff x="618" y="3500"/>
              <a:chExt cx="207" cy="233"/>
            </a:xfrm>
          </p:grpSpPr>
          <p:sp>
            <p:nvSpPr>
              <p:cNvPr id="6067" name="Google Shape;6067;p68"/>
              <p:cNvSpPr/>
              <p:nvPr/>
            </p:nvSpPr>
            <p:spPr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8" name="Google Shape;6068;p68"/>
              <p:cNvSpPr txBox="1"/>
              <p:nvPr/>
            </p:nvSpPr>
            <p:spPr>
              <a:xfrm>
                <a:off x="628" y="3500"/>
                <a:ext cx="197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grpSp>
        <p:nvGrpSpPr>
          <p:cNvPr id="6069" name="Google Shape;6069;p68"/>
          <p:cNvGrpSpPr/>
          <p:nvPr/>
        </p:nvGrpSpPr>
        <p:grpSpPr>
          <a:xfrm>
            <a:off x="908050" y="4598988"/>
            <a:ext cx="2535238" cy="1198562"/>
            <a:chOff x="572" y="2897"/>
            <a:chExt cx="1597" cy="755"/>
          </a:xfrm>
        </p:grpSpPr>
        <p:sp>
          <p:nvSpPr>
            <p:cNvPr id="6070" name="Google Shape;6070;p68"/>
            <p:cNvSpPr txBox="1"/>
            <p:nvPr/>
          </p:nvSpPr>
          <p:spPr>
            <a:xfrm>
              <a:off x="572" y="2902"/>
              <a:ext cx="1597" cy="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correspondent addresses packets using home address of mobile</a:t>
              </a:r>
              <a:endParaRPr/>
            </a:p>
          </p:txBody>
        </p:sp>
        <p:cxnSp>
          <p:nvCxnSpPr>
            <p:cNvPr id="6071" name="Google Shape;6071;p68"/>
            <p:cNvCxnSpPr/>
            <p:nvPr/>
          </p:nvCxnSpPr>
          <p:spPr>
            <a:xfrm flipH="1" rot="10800000">
              <a:off x="1703" y="2897"/>
              <a:ext cx="465" cy="144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72" name="Google Shape;6072;p68"/>
          <p:cNvGrpSpPr/>
          <p:nvPr/>
        </p:nvGrpSpPr>
        <p:grpSpPr>
          <a:xfrm>
            <a:off x="2506663" y="1882775"/>
            <a:ext cx="2794000" cy="2168525"/>
            <a:chOff x="1579" y="1186"/>
            <a:chExt cx="1760" cy="1366"/>
          </a:xfrm>
        </p:grpSpPr>
        <p:sp>
          <p:nvSpPr>
            <p:cNvPr id="6073" name="Google Shape;6073;p68"/>
            <p:cNvSpPr txBox="1"/>
            <p:nvPr/>
          </p:nvSpPr>
          <p:spPr>
            <a:xfrm>
              <a:off x="1579" y="1186"/>
              <a:ext cx="1760" cy="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agent intercepts packets, forwards to foreign agent</a:t>
              </a:r>
              <a:endParaRPr/>
            </a:p>
          </p:txBody>
        </p:sp>
        <p:cxnSp>
          <p:nvCxnSpPr>
            <p:cNvPr id="6074" name="Google Shape;6074;p68"/>
            <p:cNvCxnSpPr/>
            <p:nvPr/>
          </p:nvCxnSpPr>
          <p:spPr>
            <a:xfrm>
              <a:off x="2652" y="1698"/>
              <a:ext cx="466" cy="854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75" name="Google Shape;6075;p68"/>
          <p:cNvGrpSpPr/>
          <p:nvPr/>
        </p:nvGrpSpPr>
        <p:grpSpPr>
          <a:xfrm>
            <a:off x="5432425" y="1387475"/>
            <a:ext cx="2338388" cy="1924050"/>
            <a:chOff x="3422" y="874"/>
            <a:chExt cx="1473" cy="1212"/>
          </a:xfrm>
        </p:grpSpPr>
        <p:sp>
          <p:nvSpPr>
            <p:cNvPr id="6076" name="Google Shape;6076;p68"/>
            <p:cNvSpPr txBox="1"/>
            <p:nvPr/>
          </p:nvSpPr>
          <p:spPr>
            <a:xfrm>
              <a:off x="3422" y="874"/>
              <a:ext cx="1473" cy="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foreign agent receives packets, forwards to mobile</a:t>
              </a:r>
              <a:endParaRPr/>
            </a:p>
          </p:txBody>
        </p:sp>
        <p:cxnSp>
          <p:nvCxnSpPr>
            <p:cNvPr id="6077" name="Google Shape;6077;p68"/>
            <p:cNvCxnSpPr/>
            <p:nvPr/>
          </p:nvCxnSpPr>
          <p:spPr>
            <a:xfrm>
              <a:off x="4211" y="1420"/>
              <a:ext cx="377" cy="6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78" name="Google Shape;6078;p68"/>
          <p:cNvGrpSpPr/>
          <p:nvPr/>
        </p:nvGrpSpPr>
        <p:grpSpPr>
          <a:xfrm>
            <a:off x="6653213" y="4776788"/>
            <a:ext cx="2247900" cy="1165225"/>
            <a:chOff x="4191" y="3009"/>
            <a:chExt cx="1416" cy="734"/>
          </a:xfrm>
        </p:grpSpPr>
        <p:sp>
          <p:nvSpPr>
            <p:cNvPr id="6079" name="Google Shape;6079;p68"/>
            <p:cNvSpPr txBox="1"/>
            <p:nvPr/>
          </p:nvSpPr>
          <p:spPr>
            <a:xfrm>
              <a:off x="4332" y="3166"/>
              <a:ext cx="1275" cy="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mobile replies directly to correspondent</a:t>
              </a:r>
              <a:endParaRPr/>
            </a:p>
          </p:txBody>
        </p:sp>
        <p:cxnSp>
          <p:nvCxnSpPr>
            <p:cNvPr id="6080" name="Google Shape;6080;p68"/>
            <p:cNvCxnSpPr/>
            <p:nvPr/>
          </p:nvCxnSpPr>
          <p:spPr>
            <a:xfrm rot="10800000">
              <a:off x="4191" y="3009"/>
              <a:ext cx="248" cy="17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underline_base" id="6081" name="Google Shape;6081;p6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6713" y="912813"/>
            <a:ext cx="54848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6082" name="Google Shape;6082;p68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83" name="Google Shape;6083;p68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8" name="Shape 6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9" name="Google Shape;6089;p69"/>
          <p:cNvSpPr txBox="1"/>
          <p:nvPr>
            <p:ph type="title"/>
          </p:nvPr>
        </p:nvSpPr>
        <p:spPr>
          <a:xfrm>
            <a:off x="390525" y="109538"/>
            <a:ext cx="812006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Indirect Routing: comments</a:t>
            </a:r>
            <a:endParaRPr/>
          </a:p>
        </p:txBody>
      </p:sp>
      <p:sp>
        <p:nvSpPr>
          <p:cNvPr id="6090" name="Google Shape;6090;p69"/>
          <p:cNvSpPr txBox="1"/>
          <p:nvPr>
            <p:ph idx="1" type="body"/>
          </p:nvPr>
        </p:nvSpPr>
        <p:spPr>
          <a:xfrm>
            <a:off x="581025" y="1347788"/>
            <a:ext cx="8089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mobile uses two addresses: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permanent address: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used by correspondent (hence mobile location is </a:t>
            </a:r>
            <a:r>
              <a:rPr i="1"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transparent</a:t>
            </a:r>
            <a:r>
              <a:rPr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to correspondent)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care-of-address: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used by home agent to forward datagrams to mobile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foreign agent functions may be done by mobile itself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triangle routing: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correspondent-home-network-mobile</a:t>
            </a:r>
            <a:endParaRPr/>
          </a:p>
          <a:p>
            <a:pPr indent="-285750" lvl="1" marL="742950" rtl="0" algn="l">
              <a:lnSpc>
                <a:spcPct val="91666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inefficient when </a:t>
            </a:r>
            <a:endParaRPr/>
          </a:p>
          <a:p>
            <a:pPr indent="-285750" lvl="1" marL="742950" rtl="0" algn="l">
              <a:lnSpc>
                <a:spcPct val="91666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correspondent, mobile </a:t>
            </a:r>
            <a:endParaRPr/>
          </a:p>
          <a:p>
            <a:pPr indent="-285750" lvl="1" marL="742950" rtl="0" algn="l">
              <a:lnSpc>
                <a:spcPct val="91666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are in same network</a:t>
            </a:r>
            <a:endParaRPr sz="2000"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6091" name="Google Shape;6091;p69"/>
          <p:cNvGrpSpPr/>
          <p:nvPr/>
        </p:nvGrpSpPr>
        <p:grpSpPr>
          <a:xfrm>
            <a:off x="4845050" y="4513263"/>
            <a:ext cx="2957513" cy="1512887"/>
            <a:chOff x="1549525" y="2558267"/>
            <a:chExt cx="6654798" cy="3467575"/>
          </a:xfrm>
        </p:grpSpPr>
        <p:sp>
          <p:nvSpPr>
            <p:cNvPr id="6092" name="Google Shape;6092;p69"/>
            <p:cNvSpPr/>
            <p:nvPr/>
          </p:nvSpPr>
          <p:spPr>
            <a:xfrm>
              <a:off x="1565398" y="2688442"/>
              <a:ext cx="1866900" cy="1589088"/>
            </a:xfrm>
            <a:custGeom>
              <a:rect b="b" l="l" r="r" t="t"/>
              <a:pathLst>
                <a:path extrusionOk="0" h="1191" w="1340">
                  <a:moveTo>
                    <a:pt x="550" y="42"/>
                  </a:moveTo>
                  <a:cubicBezTo>
                    <a:pt x="437" y="4"/>
                    <a:pt x="164" y="0"/>
                    <a:pt x="82" y="60"/>
                  </a:cubicBezTo>
                  <a:cubicBezTo>
                    <a:pt x="0" y="120"/>
                    <a:pt x="67" y="292"/>
                    <a:pt x="58" y="402"/>
                  </a:cubicBezTo>
                  <a:cubicBezTo>
                    <a:pt x="49" y="512"/>
                    <a:pt x="19" y="642"/>
                    <a:pt x="28" y="720"/>
                  </a:cubicBezTo>
                  <a:cubicBezTo>
                    <a:pt x="37" y="798"/>
                    <a:pt x="27" y="844"/>
                    <a:pt x="112" y="870"/>
                  </a:cubicBezTo>
                  <a:cubicBezTo>
                    <a:pt x="197" y="896"/>
                    <a:pt x="450" y="833"/>
                    <a:pt x="538" y="876"/>
                  </a:cubicBezTo>
                  <a:cubicBezTo>
                    <a:pt x="626" y="919"/>
                    <a:pt x="524" y="1091"/>
                    <a:pt x="640" y="1128"/>
                  </a:cubicBezTo>
                  <a:cubicBezTo>
                    <a:pt x="756" y="1165"/>
                    <a:pt x="1128" y="1191"/>
                    <a:pt x="1234" y="1098"/>
                  </a:cubicBezTo>
                  <a:cubicBezTo>
                    <a:pt x="1340" y="1005"/>
                    <a:pt x="1281" y="696"/>
                    <a:pt x="1276" y="570"/>
                  </a:cubicBezTo>
                  <a:cubicBezTo>
                    <a:pt x="1271" y="444"/>
                    <a:pt x="1290" y="389"/>
                    <a:pt x="1204" y="342"/>
                  </a:cubicBezTo>
                  <a:cubicBezTo>
                    <a:pt x="1118" y="295"/>
                    <a:pt x="868" y="338"/>
                    <a:pt x="760" y="288"/>
                  </a:cubicBezTo>
                  <a:cubicBezTo>
                    <a:pt x="652" y="238"/>
                    <a:pt x="663" y="80"/>
                    <a:pt x="550" y="42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3" name="Google Shape;6093;p69"/>
            <p:cNvSpPr/>
            <p:nvPr/>
          </p:nvSpPr>
          <p:spPr>
            <a:xfrm>
              <a:off x="6365998" y="2558267"/>
              <a:ext cx="1838325" cy="1711325"/>
            </a:xfrm>
            <a:custGeom>
              <a:rect b="b" l="l" r="r" t="t"/>
              <a:pathLst>
                <a:path extrusionOk="0" h="2693" w="2894">
                  <a:moveTo>
                    <a:pt x="4" y="1331"/>
                  </a:moveTo>
                  <a:cubicBezTo>
                    <a:pt x="4" y="1049"/>
                    <a:pt x="119" y="673"/>
                    <a:pt x="349" y="509"/>
                  </a:cubicBezTo>
                  <a:cubicBezTo>
                    <a:pt x="579" y="345"/>
                    <a:pt x="1010" y="400"/>
                    <a:pt x="1384" y="344"/>
                  </a:cubicBezTo>
                  <a:cubicBezTo>
                    <a:pt x="1758" y="288"/>
                    <a:pt x="2346" y="0"/>
                    <a:pt x="2596" y="170"/>
                  </a:cubicBezTo>
                  <a:cubicBezTo>
                    <a:pt x="2846" y="340"/>
                    <a:pt x="2874" y="1035"/>
                    <a:pt x="2884" y="1364"/>
                  </a:cubicBezTo>
                  <a:cubicBezTo>
                    <a:pt x="2894" y="1693"/>
                    <a:pt x="2789" y="1954"/>
                    <a:pt x="2659" y="2144"/>
                  </a:cubicBezTo>
                  <a:cubicBezTo>
                    <a:pt x="2529" y="2334"/>
                    <a:pt x="2274" y="2432"/>
                    <a:pt x="2104" y="2504"/>
                  </a:cubicBezTo>
                  <a:cubicBezTo>
                    <a:pt x="1934" y="2576"/>
                    <a:pt x="1816" y="2558"/>
                    <a:pt x="1639" y="2579"/>
                  </a:cubicBezTo>
                  <a:cubicBezTo>
                    <a:pt x="1462" y="2600"/>
                    <a:pt x="1259" y="2693"/>
                    <a:pt x="1044" y="2630"/>
                  </a:cubicBezTo>
                  <a:cubicBezTo>
                    <a:pt x="829" y="2567"/>
                    <a:pt x="520" y="2418"/>
                    <a:pt x="346" y="2201"/>
                  </a:cubicBezTo>
                  <a:cubicBezTo>
                    <a:pt x="173" y="1985"/>
                    <a:pt x="0" y="1682"/>
                    <a:pt x="4" y="1331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4" name="Google Shape;6094;p69"/>
            <p:cNvSpPr/>
            <p:nvPr/>
          </p:nvSpPr>
          <p:spPr>
            <a:xfrm>
              <a:off x="3906961" y="3504417"/>
              <a:ext cx="2109787" cy="1250950"/>
            </a:xfrm>
            <a:custGeom>
              <a:rect b="b" l="l" r="r" t="t"/>
              <a:pathLst>
                <a:path extrusionOk="0" h="1971" w="3324">
                  <a:moveTo>
                    <a:pt x="596" y="15"/>
                  </a:moveTo>
                  <a:cubicBezTo>
                    <a:pt x="335" y="29"/>
                    <a:pt x="248" y="155"/>
                    <a:pt x="149" y="330"/>
                  </a:cubicBezTo>
                  <a:cubicBezTo>
                    <a:pt x="50" y="505"/>
                    <a:pt x="0" y="853"/>
                    <a:pt x="3" y="1066"/>
                  </a:cubicBezTo>
                  <a:cubicBezTo>
                    <a:pt x="6" y="1279"/>
                    <a:pt x="67" y="1478"/>
                    <a:pt x="168" y="1606"/>
                  </a:cubicBezTo>
                  <a:cubicBezTo>
                    <a:pt x="269" y="1734"/>
                    <a:pt x="457" y="1811"/>
                    <a:pt x="609" y="1831"/>
                  </a:cubicBezTo>
                  <a:cubicBezTo>
                    <a:pt x="761" y="1851"/>
                    <a:pt x="927" y="1719"/>
                    <a:pt x="1083" y="1726"/>
                  </a:cubicBezTo>
                  <a:cubicBezTo>
                    <a:pt x="1239" y="1733"/>
                    <a:pt x="1333" y="1844"/>
                    <a:pt x="1548" y="1876"/>
                  </a:cubicBezTo>
                  <a:cubicBezTo>
                    <a:pt x="1763" y="1908"/>
                    <a:pt x="2091" y="1971"/>
                    <a:pt x="2373" y="1921"/>
                  </a:cubicBezTo>
                  <a:cubicBezTo>
                    <a:pt x="2655" y="1871"/>
                    <a:pt x="3162" y="1740"/>
                    <a:pt x="3243" y="1576"/>
                  </a:cubicBezTo>
                  <a:cubicBezTo>
                    <a:pt x="3324" y="1412"/>
                    <a:pt x="2947" y="1124"/>
                    <a:pt x="2859" y="935"/>
                  </a:cubicBezTo>
                  <a:cubicBezTo>
                    <a:pt x="2771" y="746"/>
                    <a:pt x="2905" y="559"/>
                    <a:pt x="2714" y="444"/>
                  </a:cubicBezTo>
                  <a:cubicBezTo>
                    <a:pt x="2523" y="328"/>
                    <a:pt x="2063" y="315"/>
                    <a:pt x="1714" y="242"/>
                  </a:cubicBezTo>
                  <a:cubicBezTo>
                    <a:pt x="1366" y="168"/>
                    <a:pt x="857" y="0"/>
                    <a:pt x="596" y="15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95" name="Google Shape;6095;p69"/>
            <p:cNvGrpSpPr/>
            <p:nvPr/>
          </p:nvGrpSpPr>
          <p:grpSpPr>
            <a:xfrm>
              <a:off x="1549525" y="2807731"/>
              <a:ext cx="1091746" cy="791482"/>
              <a:chOff x="4089854" y="1363889"/>
              <a:chExt cx="1091746" cy="791482"/>
            </a:xfrm>
          </p:grpSpPr>
          <p:sp>
            <p:nvSpPr>
              <p:cNvPr id="6096" name="Google Shape;6096;p69"/>
              <p:cNvSpPr/>
              <p:nvPr/>
            </p:nvSpPr>
            <p:spPr>
              <a:xfrm>
                <a:off x="4089854" y="1363889"/>
                <a:ext cx="1091746" cy="791482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laptop_stylized_small" id="6097" name="Google Shape;6097;p6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245429" y="1550204"/>
                <a:ext cx="629104" cy="4232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098" name="Google Shape;6098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17562" y="3642567"/>
              <a:ext cx="685841" cy="24742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099" name="Google Shape;6099;p69"/>
            <p:cNvCxnSpPr/>
            <p:nvPr/>
          </p:nvCxnSpPr>
          <p:spPr>
            <a:xfrm>
              <a:off x="2170690" y="3342038"/>
              <a:ext cx="503237" cy="311603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6100" name="Google Shape;6100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71934" y="3784471"/>
              <a:ext cx="685841" cy="24742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101" name="Google Shape;6101;p69"/>
            <p:cNvCxnSpPr/>
            <p:nvPr/>
          </p:nvCxnSpPr>
          <p:spPr>
            <a:xfrm flipH="1">
              <a:off x="7235041" y="3450896"/>
              <a:ext cx="345849" cy="32248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102" name="Google Shape;6102;p69"/>
            <p:cNvGrpSpPr/>
            <p:nvPr/>
          </p:nvGrpSpPr>
          <p:grpSpPr>
            <a:xfrm>
              <a:off x="7003268" y="2883931"/>
              <a:ext cx="1091746" cy="791482"/>
              <a:chOff x="4089854" y="1363889"/>
              <a:chExt cx="1091746" cy="791482"/>
            </a:xfrm>
          </p:grpSpPr>
          <p:sp>
            <p:nvSpPr>
              <p:cNvPr id="6103" name="Google Shape;6103;p69"/>
              <p:cNvSpPr/>
              <p:nvPr/>
            </p:nvSpPr>
            <p:spPr>
              <a:xfrm>
                <a:off x="4089854" y="1363889"/>
                <a:ext cx="1091746" cy="791482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04" name="Google Shape;6104;p69"/>
              <p:cNvGrpSpPr/>
              <p:nvPr/>
            </p:nvGrpSpPr>
            <p:grpSpPr>
              <a:xfrm>
                <a:off x="4245429" y="1426027"/>
                <a:ext cx="629104" cy="547461"/>
                <a:chOff x="313" y="1497"/>
                <a:chExt cx="1152" cy="1014"/>
              </a:xfrm>
            </p:grpSpPr>
            <p:pic>
              <p:nvPicPr>
                <p:cNvPr descr="laptop_stylized_small" id="6105" name="Google Shape;6105;p6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313" y="1727"/>
                  <a:ext cx="1152" cy="78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6106" name="Google Shape;6106;p69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34" y="1497"/>
                  <a:ext cx="1113" cy="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6107" name="Google Shape;6107;p69"/>
            <p:cNvSpPr/>
            <p:nvPr/>
          </p:nvSpPr>
          <p:spPr>
            <a:xfrm>
              <a:off x="1675060" y="2854753"/>
              <a:ext cx="999199" cy="824438"/>
            </a:xfrm>
            <a:custGeom>
              <a:rect b="b" l="l" r="r" t="t"/>
              <a:pathLst>
                <a:path extrusionOk="0" h="10305" w="10000">
                  <a:moveTo>
                    <a:pt x="1" y="4863"/>
                  </a:moveTo>
                  <a:cubicBezTo>
                    <a:pt x="1" y="3794"/>
                    <a:pt x="5" y="1801"/>
                    <a:pt x="686" y="991"/>
                  </a:cubicBezTo>
                  <a:cubicBezTo>
                    <a:pt x="1367" y="181"/>
                    <a:pt x="2904" y="-40"/>
                    <a:pt x="4086" y="5"/>
                  </a:cubicBezTo>
                  <a:cubicBezTo>
                    <a:pt x="5268" y="50"/>
                    <a:pt x="6836" y="553"/>
                    <a:pt x="7779" y="1264"/>
                  </a:cubicBezTo>
                  <a:cubicBezTo>
                    <a:pt x="8722" y="1975"/>
                    <a:pt x="9397" y="2830"/>
                    <a:pt x="9747" y="4270"/>
                  </a:cubicBezTo>
                  <a:cubicBezTo>
                    <a:pt x="10096" y="5710"/>
                    <a:pt x="10030" y="8980"/>
                    <a:pt x="9875" y="9905"/>
                  </a:cubicBezTo>
                  <a:cubicBezTo>
                    <a:pt x="9719" y="10828"/>
                    <a:pt x="9488" y="9873"/>
                    <a:pt x="8815" y="9814"/>
                  </a:cubicBezTo>
                  <a:cubicBezTo>
                    <a:pt x="8140" y="9757"/>
                    <a:pt x="6708" y="9565"/>
                    <a:pt x="5830" y="9554"/>
                  </a:cubicBezTo>
                  <a:cubicBezTo>
                    <a:pt x="4953" y="9543"/>
                    <a:pt x="4372" y="9985"/>
                    <a:pt x="3546" y="9748"/>
                  </a:cubicBezTo>
                  <a:cubicBezTo>
                    <a:pt x="2722" y="9508"/>
                    <a:pt x="1457" y="8935"/>
                    <a:pt x="867" y="8121"/>
                  </a:cubicBezTo>
                  <a:cubicBezTo>
                    <a:pt x="276" y="7307"/>
                    <a:pt x="-15" y="6195"/>
                    <a:pt x="1" y="4863"/>
                  </a:cubicBezTo>
                  <a:close/>
                </a:path>
              </a:pathLst>
            </a:custGeom>
            <a:solidFill>
              <a:srgbClr val="33CCCC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8" name="Google Shape;6108;p69"/>
            <p:cNvSpPr/>
            <p:nvPr/>
          </p:nvSpPr>
          <p:spPr>
            <a:xfrm>
              <a:off x="3567896" y="5114617"/>
              <a:ext cx="2944812" cy="911225"/>
            </a:xfrm>
            <a:custGeom>
              <a:rect b="b" l="l" r="r" t="t"/>
              <a:pathLst>
                <a:path extrusionOk="0" h="1435" w="4636">
                  <a:moveTo>
                    <a:pt x="339" y="15"/>
                  </a:moveTo>
                  <a:cubicBezTo>
                    <a:pt x="0" y="110"/>
                    <a:pt x="112" y="438"/>
                    <a:pt x="189" y="645"/>
                  </a:cubicBezTo>
                  <a:cubicBezTo>
                    <a:pt x="266" y="852"/>
                    <a:pt x="509" y="1130"/>
                    <a:pt x="804" y="1260"/>
                  </a:cubicBezTo>
                  <a:cubicBezTo>
                    <a:pt x="1099" y="1390"/>
                    <a:pt x="1507" y="1415"/>
                    <a:pt x="1959" y="1425"/>
                  </a:cubicBezTo>
                  <a:cubicBezTo>
                    <a:pt x="2411" y="1435"/>
                    <a:pt x="3192" y="1395"/>
                    <a:pt x="3519" y="1320"/>
                  </a:cubicBezTo>
                  <a:cubicBezTo>
                    <a:pt x="3846" y="1245"/>
                    <a:pt x="3753" y="1067"/>
                    <a:pt x="3924" y="975"/>
                  </a:cubicBezTo>
                  <a:cubicBezTo>
                    <a:pt x="4095" y="883"/>
                    <a:pt x="4489" y="885"/>
                    <a:pt x="4543" y="769"/>
                  </a:cubicBezTo>
                  <a:cubicBezTo>
                    <a:pt x="4597" y="653"/>
                    <a:pt x="4636" y="393"/>
                    <a:pt x="4249" y="278"/>
                  </a:cubicBezTo>
                  <a:cubicBezTo>
                    <a:pt x="3863" y="162"/>
                    <a:pt x="2874" y="120"/>
                    <a:pt x="2222" y="76"/>
                  </a:cubicBezTo>
                  <a:cubicBezTo>
                    <a:pt x="1570" y="32"/>
                    <a:pt x="868" y="0"/>
                    <a:pt x="339" y="15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09" name="Google Shape;6109;p6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428627" y="5127111"/>
              <a:ext cx="782288" cy="67677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110" name="Google Shape;6110;p69"/>
            <p:cNvGrpSpPr/>
            <p:nvPr/>
          </p:nvGrpSpPr>
          <p:grpSpPr>
            <a:xfrm>
              <a:off x="7118351" y="3325813"/>
              <a:ext cx="493713" cy="371474"/>
              <a:chOff x="4484" y="2095"/>
              <a:chExt cx="311" cy="234"/>
            </a:xfrm>
          </p:grpSpPr>
          <p:cxnSp>
            <p:nvCxnSpPr>
              <p:cNvPr id="6111" name="Google Shape;6111;p69"/>
              <p:cNvCxnSpPr/>
              <p:nvPr/>
            </p:nvCxnSpPr>
            <p:spPr>
              <a:xfrm flipH="1" rot="10800000">
                <a:off x="4484" y="2107"/>
                <a:ext cx="311" cy="21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grpSp>
            <p:nvGrpSpPr>
              <p:cNvPr id="6112" name="Google Shape;6112;p69"/>
              <p:cNvGrpSpPr/>
              <p:nvPr/>
            </p:nvGrpSpPr>
            <p:grpSpPr>
              <a:xfrm>
                <a:off x="4529" y="2095"/>
                <a:ext cx="203" cy="234"/>
                <a:chOff x="617" y="3500"/>
                <a:chExt cx="203" cy="234"/>
              </a:xfrm>
            </p:grpSpPr>
            <p:sp>
              <p:nvSpPr>
                <p:cNvPr id="6113" name="Google Shape;6113;p69"/>
                <p:cNvSpPr/>
                <p:nvPr/>
              </p:nvSpPr>
              <p:spPr>
                <a:xfrm>
                  <a:off x="617" y="3521"/>
                  <a:ext cx="203" cy="202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14" name="Google Shape;6114;p69"/>
                <p:cNvSpPr txBox="1"/>
                <p:nvPr/>
              </p:nvSpPr>
              <p:spPr>
                <a:xfrm>
                  <a:off x="626" y="3500"/>
                  <a:ext cx="117" cy="2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</p:grpSp>
        <p:grpSp>
          <p:nvGrpSpPr>
            <p:cNvPr id="6115" name="Google Shape;6115;p69"/>
            <p:cNvGrpSpPr/>
            <p:nvPr/>
          </p:nvGrpSpPr>
          <p:grpSpPr>
            <a:xfrm>
              <a:off x="3181350" y="3838575"/>
              <a:ext cx="3486150" cy="641350"/>
              <a:chOff x="2004" y="2418"/>
              <a:chExt cx="2196" cy="404"/>
            </a:xfrm>
          </p:grpSpPr>
          <p:sp>
            <p:nvSpPr>
              <p:cNvPr id="6116" name="Google Shape;6116;p69"/>
              <p:cNvSpPr/>
              <p:nvPr/>
            </p:nvSpPr>
            <p:spPr>
              <a:xfrm>
                <a:off x="2004" y="2418"/>
                <a:ext cx="2196" cy="318"/>
              </a:xfrm>
              <a:custGeom>
                <a:rect b="b" l="l" r="r" t="t"/>
                <a:pathLst>
                  <a:path extrusionOk="0" h="318" w="2196">
                    <a:moveTo>
                      <a:pt x="0" y="0"/>
                    </a:moveTo>
                    <a:cubicBezTo>
                      <a:pt x="199" y="51"/>
                      <a:pt x="828" y="301"/>
                      <a:pt x="1194" y="306"/>
                    </a:cubicBezTo>
                    <a:cubicBezTo>
                      <a:pt x="1536" y="318"/>
                      <a:pt x="1987" y="88"/>
                      <a:pt x="2196" y="30"/>
                    </a:cubicBezTo>
                  </a:path>
                </a:pathLst>
              </a:cu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17" name="Google Shape;6117;p69"/>
              <p:cNvGrpSpPr/>
              <p:nvPr/>
            </p:nvGrpSpPr>
            <p:grpSpPr>
              <a:xfrm>
                <a:off x="3084" y="2588"/>
                <a:ext cx="200" cy="234"/>
                <a:chOff x="619" y="3499"/>
                <a:chExt cx="200" cy="234"/>
              </a:xfrm>
            </p:grpSpPr>
            <p:sp>
              <p:nvSpPr>
                <p:cNvPr id="6118" name="Google Shape;6118;p69"/>
                <p:cNvSpPr/>
                <p:nvPr/>
              </p:nvSpPr>
              <p:spPr>
                <a:xfrm>
                  <a:off x="619" y="3520"/>
                  <a:ext cx="200" cy="202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19" name="Google Shape;6119;p69"/>
                <p:cNvSpPr txBox="1"/>
                <p:nvPr/>
              </p:nvSpPr>
              <p:spPr>
                <a:xfrm>
                  <a:off x="628" y="3499"/>
                  <a:ext cx="117" cy="2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</p:grpSp>
        <p:grpSp>
          <p:nvGrpSpPr>
            <p:cNvPr id="6120" name="Google Shape;6120;p69"/>
            <p:cNvGrpSpPr/>
            <p:nvPr/>
          </p:nvGrpSpPr>
          <p:grpSpPr>
            <a:xfrm>
              <a:off x="4826000" y="3424238"/>
              <a:ext cx="3103563" cy="2016125"/>
              <a:chOff x="3040" y="2157"/>
              <a:chExt cx="1955" cy="1270"/>
            </a:xfrm>
          </p:grpSpPr>
          <p:sp>
            <p:nvSpPr>
              <p:cNvPr id="6121" name="Google Shape;6121;p69"/>
              <p:cNvSpPr/>
              <p:nvPr/>
            </p:nvSpPr>
            <p:spPr>
              <a:xfrm>
                <a:off x="3040" y="2157"/>
                <a:ext cx="1955" cy="1270"/>
              </a:xfrm>
              <a:custGeom>
                <a:rect b="b" l="l" r="r" t="t"/>
                <a:pathLst>
                  <a:path extrusionOk="0" h="1270" w="1955">
                    <a:moveTo>
                      <a:pt x="1955" y="0"/>
                    </a:moveTo>
                    <a:cubicBezTo>
                      <a:pt x="1809" y="127"/>
                      <a:pt x="1425" y="536"/>
                      <a:pt x="1077" y="765"/>
                    </a:cubicBezTo>
                    <a:cubicBezTo>
                      <a:pt x="729" y="994"/>
                      <a:pt x="224" y="1165"/>
                      <a:pt x="0" y="1270"/>
                    </a:cubicBezTo>
                  </a:path>
                </a:pathLst>
              </a:cu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22" name="Google Shape;6122;p69"/>
              <p:cNvGrpSpPr/>
              <p:nvPr/>
            </p:nvGrpSpPr>
            <p:grpSpPr>
              <a:xfrm>
                <a:off x="3982" y="2835"/>
                <a:ext cx="203" cy="231"/>
                <a:chOff x="618" y="3500"/>
                <a:chExt cx="203" cy="231"/>
              </a:xfrm>
            </p:grpSpPr>
            <p:sp>
              <p:nvSpPr>
                <p:cNvPr id="6123" name="Google Shape;6123;p69"/>
                <p:cNvSpPr/>
                <p:nvPr/>
              </p:nvSpPr>
              <p:spPr>
                <a:xfrm>
                  <a:off x="618" y="3521"/>
                  <a:ext cx="203" cy="199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24" name="Google Shape;6124;p69"/>
                <p:cNvSpPr txBox="1"/>
                <p:nvPr/>
              </p:nvSpPr>
              <p:spPr>
                <a:xfrm>
                  <a:off x="627" y="3500"/>
                  <a:ext cx="117" cy="2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</p:grpSp>
        <p:grpSp>
          <p:nvGrpSpPr>
            <p:cNvPr id="6125" name="Google Shape;6125;p69"/>
            <p:cNvGrpSpPr/>
            <p:nvPr/>
          </p:nvGrpSpPr>
          <p:grpSpPr>
            <a:xfrm>
              <a:off x="2986088" y="3889375"/>
              <a:ext cx="1357312" cy="1298575"/>
              <a:chOff x="1881" y="2450"/>
              <a:chExt cx="855" cy="818"/>
            </a:xfrm>
          </p:grpSpPr>
          <p:cxnSp>
            <p:nvCxnSpPr>
              <p:cNvPr id="6126" name="Google Shape;6126;p69"/>
              <p:cNvCxnSpPr/>
              <p:nvPr/>
            </p:nvCxnSpPr>
            <p:spPr>
              <a:xfrm rot="10800000">
                <a:off x="1881" y="2450"/>
                <a:ext cx="855" cy="818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grpSp>
            <p:nvGrpSpPr>
              <p:cNvPr id="6127" name="Google Shape;6127;p69"/>
              <p:cNvGrpSpPr/>
              <p:nvPr/>
            </p:nvGrpSpPr>
            <p:grpSpPr>
              <a:xfrm>
                <a:off x="2171" y="2703"/>
                <a:ext cx="203" cy="234"/>
                <a:chOff x="617" y="3501"/>
                <a:chExt cx="203" cy="234"/>
              </a:xfrm>
            </p:grpSpPr>
            <p:sp>
              <p:nvSpPr>
                <p:cNvPr id="6128" name="Google Shape;6128;p69"/>
                <p:cNvSpPr/>
                <p:nvPr/>
              </p:nvSpPr>
              <p:spPr>
                <a:xfrm>
                  <a:off x="617" y="3521"/>
                  <a:ext cx="203" cy="202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29" name="Google Shape;6129;p69"/>
                <p:cNvSpPr txBox="1"/>
                <p:nvPr/>
              </p:nvSpPr>
              <p:spPr>
                <a:xfrm>
                  <a:off x="626" y="3501"/>
                  <a:ext cx="117" cy="2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</p:grpSp>
      </p:grpSp>
      <p:pic>
        <p:nvPicPr>
          <p:cNvPr descr="underline_base" id="6130" name="Google Shape;6130;p6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" y="862013"/>
            <a:ext cx="54848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6131" name="Google Shape;6131;p69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32" name="Google Shape;6132;p69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7" name="Shape 6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8" name="Google Shape;6138;p70"/>
          <p:cNvSpPr txBox="1"/>
          <p:nvPr>
            <p:ph type="title"/>
          </p:nvPr>
        </p:nvSpPr>
        <p:spPr>
          <a:xfrm>
            <a:off x="300038" y="123825"/>
            <a:ext cx="85613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Indirect routing: moving between networks</a:t>
            </a:r>
            <a:endParaRPr/>
          </a:p>
        </p:txBody>
      </p:sp>
      <p:sp>
        <p:nvSpPr>
          <p:cNvPr id="6139" name="Google Shape;6139;p70"/>
          <p:cNvSpPr txBox="1"/>
          <p:nvPr>
            <p:ph idx="1" type="body"/>
          </p:nvPr>
        </p:nvSpPr>
        <p:spPr>
          <a:xfrm>
            <a:off x="581025" y="1347788"/>
            <a:ext cx="8089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suppose mobile user moves to another network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registers with new foreign agent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new foreign agent registers with home agent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home agent update care-of-address for mobile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packets continue to be forwarded to mobile (but with new care-of-address)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mobility, changing foreign networks transparent: </a:t>
            </a:r>
            <a:r>
              <a:rPr i="1"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on going connections can be maintained!</a:t>
            </a:r>
            <a:endParaRPr/>
          </a:p>
        </p:txBody>
      </p:sp>
      <p:pic>
        <p:nvPicPr>
          <p:cNvPr descr="underline_base" id="6140" name="Google Shape;614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63" y="881063"/>
            <a:ext cx="82280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6141" name="Google Shape;6141;p70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42" name="Google Shape;6142;p70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7" name="Shape 6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8" name="Google Shape;6148;p71"/>
          <p:cNvGrpSpPr/>
          <p:nvPr/>
        </p:nvGrpSpPr>
        <p:grpSpPr>
          <a:xfrm>
            <a:off x="1128713" y="2232025"/>
            <a:ext cx="7159625" cy="3402013"/>
            <a:chOff x="641269" y="2624447"/>
            <a:chExt cx="7160820" cy="3401396"/>
          </a:xfrm>
        </p:grpSpPr>
        <p:sp>
          <p:nvSpPr>
            <p:cNvPr id="6149" name="Google Shape;6149;p71"/>
            <p:cNvSpPr/>
            <p:nvPr/>
          </p:nvSpPr>
          <p:spPr>
            <a:xfrm>
              <a:off x="658349" y="2752138"/>
              <a:ext cx="2008857" cy="1558760"/>
            </a:xfrm>
            <a:custGeom>
              <a:rect b="b" l="l" r="r" t="t"/>
              <a:pathLst>
                <a:path extrusionOk="0" h="1191" w="1340">
                  <a:moveTo>
                    <a:pt x="550" y="42"/>
                  </a:moveTo>
                  <a:cubicBezTo>
                    <a:pt x="437" y="4"/>
                    <a:pt x="164" y="0"/>
                    <a:pt x="82" y="60"/>
                  </a:cubicBezTo>
                  <a:cubicBezTo>
                    <a:pt x="0" y="120"/>
                    <a:pt x="67" y="292"/>
                    <a:pt x="58" y="402"/>
                  </a:cubicBezTo>
                  <a:cubicBezTo>
                    <a:pt x="49" y="512"/>
                    <a:pt x="19" y="642"/>
                    <a:pt x="28" y="720"/>
                  </a:cubicBezTo>
                  <a:cubicBezTo>
                    <a:pt x="37" y="798"/>
                    <a:pt x="27" y="844"/>
                    <a:pt x="112" y="870"/>
                  </a:cubicBezTo>
                  <a:cubicBezTo>
                    <a:pt x="197" y="896"/>
                    <a:pt x="450" y="833"/>
                    <a:pt x="538" y="876"/>
                  </a:cubicBezTo>
                  <a:cubicBezTo>
                    <a:pt x="626" y="919"/>
                    <a:pt x="524" y="1091"/>
                    <a:pt x="640" y="1128"/>
                  </a:cubicBezTo>
                  <a:cubicBezTo>
                    <a:pt x="756" y="1165"/>
                    <a:pt x="1128" y="1191"/>
                    <a:pt x="1234" y="1098"/>
                  </a:cubicBezTo>
                  <a:cubicBezTo>
                    <a:pt x="1340" y="1005"/>
                    <a:pt x="1281" y="696"/>
                    <a:pt x="1276" y="570"/>
                  </a:cubicBezTo>
                  <a:cubicBezTo>
                    <a:pt x="1271" y="444"/>
                    <a:pt x="1290" y="389"/>
                    <a:pt x="1204" y="342"/>
                  </a:cubicBezTo>
                  <a:cubicBezTo>
                    <a:pt x="1118" y="295"/>
                    <a:pt x="868" y="338"/>
                    <a:pt x="760" y="288"/>
                  </a:cubicBezTo>
                  <a:cubicBezTo>
                    <a:pt x="652" y="238"/>
                    <a:pt x="663" y="80"/>
                    <a:pt x="550" y="42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0" name="Google Shape;6150;p71"/>
            <p:cNvSpPr/>
            <p:nvPr/>
          </p:nvSpPr>
          <p:spPr>
            <a:xfrm>
              <a:off x="5823980" y="2624447"/>
              <a:ext cx="1978109" cy="1678664"/>
            </a:xfrm>
            <a:custGeom>
              <a:rect b="b" l="l" r="r" t="t"/>
              <a:pathLst>
                <a:path extrusionOk="0" h="2693" w="2894">
                  <a:moveTo>
                    <a:pt x="4" y="1331"/>
                  </a:moveTo>
                  <a:cubicBezTo>
                    <a:pt x="4" y="1049"/>
                    <a:pt x="119" y="673"/>
                    <a:pt x="349" y="509"/>
                  </a:cubicBezTo>
                  <a:cubicBezTo>
                    <a:pt x="579" y="345"/>
                    <a:pt x="1010" y="400"/>
                    <a:pt x="1384" y="344"/>
                  </a:cubicBezTo>
                  <a:cubicBezTo>
                    <a:pt x="1758" y="288"/>
                    <a:pt x="2346" y="0"/>
                    <a:pt x="2596" y="170"/>
                  </a:cubicBezTo>
                  <a:cubicBezTo>
                    <a:pt x="2846" y="340"/>
                    <a:pt x="2874" y="1035"/>
                    <a:pt x="2884" y="1364"/>
                  </a:cubicBezTo>
                  <a:cubicBezTo>
                    <a:pt x="2894" y="1693"/>
                    <a:pt x="2789" y="1954"/>
                    <a:pt x="2659" y="2144"/>
                  </a:cubicBezTo>
                  <a:cubicBezTo>
                    <a:pt x="2529" y="2334"/>
                    <a:pt x="2274" y="2432"/>
                    <a:pt x="2104" y="2504"/>
                  </a:cubicBezTo>
                  <a:cubicBezTo>
                    <a:pt x="1934" y="2576"/>
                    <a:pt x="1816" y="2558"/>
                    <a:pt x="1639" y="2579"/>
                  </a:cubicBezTo>
                  <a:cubicBezTo>
                    <a:pt x="1462" y="2600"/>
                    <a:pt x="1259" y="2693"/>
                    <a:pt x="1044" y="2630"/>
                  </a:cubicBezTo>
                  <a:cubicBezTo>
                    <a:pt x="829" y="2567"/>
                    <a:pt x="520" y="2418"/>
                    <a:pt x="346" y="2201"/>
                  </a:cubicBezTo>
                  <a:cubicBezTo>
                    <a:pt x="173" y="1985"/>
                    <a:pt x="0" y="1682"/>
                    <a:pt x="4" y="1331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1" name="Google Shape;6151;p71"/>
            <p:cNvSpPr/>
            <p:nvPr/>
          </p:nvSpPr>
          <p:spPr>
            <a:xfrm>
              <a:off x="3177961" y="3552540"/>
              <a:ext cx="2270212" cy="1227075"/>
            </a:xfrm>
            <a:custGeom>
              <a:rect b="b" l="l" r="r" t="t"/>
              <a:pathLst>
                <a:path extrusionOk="0" h="1971" w="3324">
                  <a:moveTo>
                    <a:pt x="596" y="15"/>
                  </a:moveTo>
                  <a:cubicBezTo>
                    <a:pt x="335" y="29"/>
                    <a:pt x="248" y="155"/>
                    <a:pt x="149" y="330"/>
                  </a:cubicBezTo>
                  <a:cubicBezTo>
                    <a:pt x="50" y="505"/>
                    <a:pt x="0" y="853"/>
                    <a:pt x="3" y="1066"/>
                  </a:cubicBezTo>
                  <a:cubicBezTo>
                    <a:pt x="6" y="1279"/>
                    <a:pt x="67" y="1478"/>
                    <a:pt x="168" y="1606"/>
                  </a:cubicBezTo>
                  <a:cubicBezTo>
                    <a:pt x="269" y="1734"/>
                    <a:pt x="457" y="1811"/>
                    <a:pt x="609" y="1831"/>
                  </a:cubicBezTo>
                  <a:cubicBezTo>
                    <a:pt x="761" y="1851"/>
                    <a:pt x="927" y="1719"/>
                    <a:pt x="1083" y="1726"/>
                  </a:cubicBezTo>
                  <a:cubicBezTo>
                    <a:pt x="1239" y="1733"/>
                    <a:pt x="1333" y="1844"/>
                    <a:pt x="1548" y="1876"/>
                  </a:cubicBezTo>
                  <a:cubicBezTo>
                    <a:pt x="1763" y="1908"/>
                    <a:pt x="2091" y="1971"/>
                    <a:pt x="2373" y="1921"/>
                  </a:cubicBezTo>
                  <a:cubicBezTo>
                    <a:pt x="2655" y="1871"/>
                    <a:pt x="3162" y="1740"/>
                    <a:pt x="3243" y="1576"/>
                  </a:cubicBezTo>
                  <a:cubicBezTo>
                    <a:pt x="3324" y="1412"/>
                    <a:pt x="2947" y="1124"/>
                    <a:pt x="2859" y="935"/>
                  </a:cubicBezTo>
                  <a:cubicBezTo>
                    <a:pt x="2771" y="746"/>
                    <a:pt x="2905" y="559"/>
                    <a:pt x="2714" y="444"/>
                  </a:cubicBezTo>
                  <a:cubicBezTo>
                    <a:pt x="2523" y="328"/>
                    <a:pt x="2063" y="315"/>
                    <a:pt x="1714" y="242"/>
                  </a:cubicBezTo>
                  <a:cubicBezTo>
                    <a:pt x="1366" y="168"/>
                    <a:pt x="857" y="0"/>
                    <a:pt x="596" y="15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52" name="Google Shape;6152;p71"/>
            <p:cNvGrpSpPr/>
            <p:nvPr/>
          </p:nvGrpSpPr>
          <p:grpSpPr>
            <a:xfrm>
              <a:off x="641269" y="2869150"/>
              <a:ext cx="1174761" cy="776376"/>
              <a:chOff x="4089854" y="1363889"/>
              <a:chExt cx="1091746" cy="791482"/>
            </a:xfrm>
          </p:grpSpPr>
          <p:sp>
            <p:nvSpPr>
              <p:cNvPr id="6153" name="Google Shape;6153;p71"/>
              <p:cNvSpPr/>
              <p:nvPr/>
            </p:nvSpPr>
            <p:spPr>
              <a:xfrm>
                <a:off x="4089854" y="1363889"/>
                <a:ext cx="1091746" cy="791482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laptop_stylized_small" id="6154" name="Google Shape;6154;p7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245429" y="1550204"/>
                <a:ext cx="629104" cy="4232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155" name="Google Shape;6155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82843" y="3687879"/>
              <a:ext cx="736723" cy="24125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156" name="Google Shape;6156;p71"/>
            <p:cNvCxnSpPr/>
            <p:nvPr/>
          </p:nvCxnSpPr>
          <p:spPr>
            <a:xfrm>
              <a:off x="1309667" y="3393260"/>
              <a:ext cx="541502" cy="305656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6157" name="Google Shape;6157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68337" y="3827554"/>
              <a:ext cx="736723" cy="24125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158" name="Google Shape;6158;p71"/>
            <p:cNvCxnSpPr/>
            <p:nvPr/>
          </p:nvCxnSpPr>
          <p:spPr>
            <a:xfrm flipH="1">
              <a:off x="6759104" y="3500040"/>
              <a:ext cx="372147" cy="316334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159" name="Google Shape;6159;p71"/>
            <p:cNvGrpSpPr/>
            <p:nvPr/>
          </p:nvGrpSpPr>
          <p:grpSpPr>
            <a:xfrm>
              <a:off x="6509707" y="2943896"/>
              <a:ext cx="1174761" cy="776376"/>
              <a:chOff x="4089854" y="1363889"/>
              <a:chExt cx="1091746" cy="791482"/>
            </a:xfrm>
          </p:grpSpPr>
          <p:sp>
            <p:nvSpPr>
              <p:cNvPr id="6160" name="Google Shape;6160;p71"/>
              <p:cNvSpPr/>
              <p:nvPr/>
            </p:nvSpPr>
            <p:spPr>
              <a:xfrm>
                <a:off x="4089854" y="1363889"/>
                <a:ext cx="1091746" cy="791482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61" name="Google Shape;6161;p71"/>
              <p:cNvGrpSpPr/>
              <p:nvPr/>
            </p:nvGrpSpPr>
            <p:grpSpPr>
              <a:xfrm>
                <a:off x="4245429" y="1426027"/>
                <a:ext cx="629104" cy="547461"/>
                <a:chOff x="313" y="1497"/>
                <a:chExt cx="1152" cy="1014"/>
              </a:xfrm>
            </p:grpSpPr>
            <p:pic>
              <p:nvPicPr>
                <p:cNvPr descr="laptop_stylized_small" id="6162" name="Google Shape;6162;p7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313" y="1727"/>
                  <a:ext cx="1152" cy="78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6163" name="Google Shape;6163;p71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34" y="1497"/>
                  <a:ext cx="1113" cy="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6164" name="Google Shape;6164;p71"/>
            <p:cNvSpPr/>
            <p:nvPr/>
          </p:nvSpPr>
          <p:spPr>
            <a:xfrm>
              <a:off x="776350" y="2915275"/>
              <a:ext cx="1075177" cy="808704"/>
            </a:xfrm>
            <a:custGeom>
              <a:rect b="b" l="l" r="r" t="t"/>
              <a:pathLst>
                <a:path extrusionOk="0" h="10305" w="10000">
                  <a:moveTo>
                    <a:pt x="1" y="4863"/>
                  </a:moveTo>
                  <a:cubicBezTo>
                    <a:pt x="1" y="3794"/>
                    <a:pt x="5" y="1801"/>
                    <a:pt x="686" y="991"/>
                  </a:cubicBezTo>
                  <a:cubicBezTo>
                    <a:pt x="1367" y="181"/>
                    <a:pt x="2904" y="-40"/>
                    <a:pt x="4086" y="5"/>
                  </a:cubicBezTo>
                  <a:cubicBezTo>
                    <a:pt x="5268" y="50"/>
                    <a:pt x="6836" y="553"/>
                    <a:pt x="7779" y="1264"/>
                  </a:cubicBezTo>
                  <a:cubicBezTo>
                    <a:pt x="8722" y="1975"/>
                    <a:pt x="9397" y="2830"/>
                    <a:pt x="9747" y="4270"/>
                  </a:cubicBezTo>
                  <a:cubicBezTo>
                    <a:pt x="10096" y="5710"/>
                    <a:pt x="10030" y="8980"/>
                    <a:pt x="9875" y="9905"/>
                  </a:cubicBezTo>
                  <a:cubicBezTo>
                    <a:pt x="9719" y="10828"/>
                    <a:pt x="9488" y="9873"/>
                    <a:pt x="8815" y="9814"/>
                  </a:cubicBezTo>
                  <a:cubicBezTo>
                    <a:pt x="8140" y="9757"/>
                    <a:pt x="6708" y="9565"/>
                    <a:pt x="5830" y="9554"/>
                  </a:cubicBezTo>
                  <a:cubicBezTo>
                    <a:pt x="4953" y="9543"/>
                    <a:pt x="4372" y="9985"/>
                    <a:pt x="3546" y="9748"/>
                  </a:cubicBezTo>
                  <a:cubicBezTo>
                    <a:pt x="2722" y="9508"/>
                    <a:pt x="1457" y="8935"/>
                    <a:pt x="867" y="8121"/>
                  </a:cubicBezTo>
                  <a:cubicBezTo>
                    <a:pt x="276" y="7307"/>
                    <a:pt x="-15" y="6195"/>
                    <a:pt x="1" y="4863"/>
                  </a:cubicBezTo>
                  <a:close/>
                </a:path>
              </a:pathLst>
            </a:custGeom>
            <a:solidFill>
              <a:srgbClr val="33CCCC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5" name="Google Shape;6165;p71"/>
            <p:cNvSpPr/>
            <p:nvPr/>
          </p:nvSpPr>
          <p:spPr>
            <a:xfrm>
              <a:off x="2813114" y="5132009"/>
              <a:ext cx="3168732" cy="893834"/>
            </a:xfrm>
            <a:custGeom>
              <a:rect b="b" l="l" r="r" t="t"/>
              <a:pathLst>
                <a:path extrusionOk="0" h="1435" w="4636">
                  <a:moveTo>
                    <a:pt x="339" y="15"/>
                  </a:moveTo>
                  <a:cubicBezTo>
                    <a:pt x="0" y="110"/>
                    <a:pt x="112" y="438"/>
                    <a:pt x="189" y="645"/>
                  </a:cubicBezTo>
                  <a:cubicBezTo>
                    <a:pt x="266" y="852"/>
                    <a:pt x="509" y="1130"/>
                    <a:pt x="804" y="1260"/>
                  </a:cubicBezTo>
                  <a:cubicBezTo>
                    <a:pt x="1099" y="1390"/>
                    <a:pt x="1507" y="1415"/>
                    <a:pt x="1959" y="1425"/>
                  </a:cubicBezTo>
                  <a:cubicBezTo>
                    <a:pt x="2411" y="1435"/>
                    <a:pt x="3192" y="1395"/>
                    <a:pt x="3519" y="1320"/>
                  </a:cubicBezTo>
                  <a:cubicBezTo>
                    <a:pt x="3846" y="1245"/>
                    <a:pt x="3753" y="1067"/>
                    <a:pt x="3924" y="975"/>
                  </a:cubicBezTo>
                  <a:cubicBezTo>
                    <a:pt x="4095" y="883"/>
                    <a:pt x="4489" y="885"/>
                    <a:pt x="4543" y="769"/>
                  </a:cubicBezTo>
                  <a:cubicBezTo>
                    <a:pt x="4597" y="653"/>
                    <a:pt x="4636" y="393"/>
                    <a:pt x="4249" y="278"/>
                  </a:cubicBezTo>
                  <a:cubicBezTo>
                    <a:pt x="3863" y="162"/>
                    <a:pt x="2874" y="120"/>
                    <a:pt x="2222" y="76"/>
                  </a:cubicBezTo>
                  <a:cubicBezTo>
                    <a:pt x="1570" y="32"/>
                    <a:pt x="868" y="0"/>
                    <a:pt x="339" y="15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66" name="Google Shape;6166;p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40586" y="5143353"/>
              <a:ext cx="839927" cy="66504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167" name="Google Shape;6167;p71"/>
            <p:cNvGrpSpPr/>
            <p:nvPr/>
          </p:nvGrpSpPr>
          <p:grpSpPr>
            <a:xfrm>
              <a:off x="1949560" y="3989527"/>
              <a:ext cx="1460520" cy="1273792"/>
              <a:chOff x="1881" y="2450"/>
              <a:chExt cx="855" cy="818"/>
            </a:xfrm>
          </p:grpSpPr>
          <p:cxnSp>
            <p:nvCxnSpPr>
              <p:cNvPr id="6168" name="Google Shape;6168;p71"/>
              <p:cNvCxnSpPr/>
              <p:nvPr/>
            </p:nvCxnSpPr>
            <p:spPr>
              <a:xfrm rot="10800000">
                <a:off x="1881" y="2450"/>
                <a:ext cx="855" cy="818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grpSp>
            <p:nvGrpSpPr>
              <p:cNvPr id="6169" name="Google Shape;6169;p71"/>
              <p:cNvGrpSpPr/>
              <p:nvPr/>
            </p:nvGrpSpPr>
            <p:grpSpPr>
              <a:xfrm>
                <a:off x="2172" y="2702"/>
                <a:ext cx="202" cy="237"/>
                <a:chOff x="618" y="3500"/>
                <a:chExt cx="202" cy="237"/>
              </a:xfrm>
            </p:grpSpPr>
            <p:sp>
              <p:nvSpPr>
                <p:cNvPr id="6170" name="Google Shape;6170;p71"/>
                <p:cNvSpPr/>
                <p:nvPr/>
              </p:nvSpPr>
              <p:spPr>
                <a:xfrm>
                  <a:off x="618" y="3520"/>
                  <a:ext cx="202" cy="201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71" name="Google Shape;6171;p71"/>
                <p:cNvSpPr txBox="1"/>
                <p:nvPr/>
              </p:nvSpPr>
              <p:spPr>
                <a:xfrm>
                  <a:off x="628" y="3500"/>
                  <a:ext cx="182" cy="2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</p:grpSp>
        </p:grpSp>
        <p:cxnSp>
          <p:nvCxnSpPr>
            <p:cNvPr id="6172" name="Google Shape;6172;p71"/>
            <p:cNvCxnSpPr/>
            <p:nvPr/>
          </p:nvCxnSpPr>
          <p:spPr>
            <a:xfrm>
              <a:off x="2363993" y="3951356"/>
              <a:ext cx="1459157" cy="127453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173" name="Google Shape;6173;p71"/>
            <p:cNvSpPr/>
            <p:nvPr/>
          </p:nvSpPr>
          <p:spPr>
            <a:xfrm rot="261078">
              <a:off x="2884780" y="4360857"/>
              <a:ext cx="344545" cy="312681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4" name="Google Shape;6174;p71"/>
            <p:cNvSpPr txBox="1"/>
            <p:nvPr/>
          </p:nvSpPr>
          <p:spPr>
            <a:xfrm>
              <a:off x="2892720" y="4310066"/>
              <a:ext cx="312789" cy="3698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cxnSp>
          <p:nvCxnSpPr>
            <p:cNvPr id="6175" name="Google Shape;6175;p71"/>
            <p:cNvCxnSpPr/>
            <p:nvPr/>
          </p:nvCxnSpPr>
          <p:spPr>
            <a:xfrm flipH="1" rot="10800000">
              <a:off x="4596391" y="3491065"/>
              <a:ext cx="2184765" cy="1674509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176" name="Google Shape;6176;p71"/>
            <p:cNvSpPr/>
            <p:nvPr/>
          </p:nvSpPr>
          <p:spPr>
            <a:xfrm rot="261078">
              <a:off x="5566516" y="4097380"/>
              <a:ext cx="344544" cy="312681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7" name="Google Shape;6177;p71"/>
            <p:cNvSpPr txBox="1"/>
            <p:nvPr/>
          </p:nvSpPr>
          <p:spPr>
            <a:xfrm>
              <a:off x="5574454" y="4046589"/>
              <a:ext cx="314377" cy="3698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cxnSp>
          <p:nvCxnSpPr>
            <p:cNvPr id="6178" name="Google Shape;6178;p71"/>
            <p:cNvCxnSpPr/>
            <p:nvPr/>
          </p:nvCxnSpPr>
          <p:spPr>
            <a:xfrm flipH="1" rot="10800000">
              <a:off x="4748816" y="3643437"/>
              <a:ext cx="2184765" cy="1674509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6179" name="Google Shape;6179;p71"/>
            <p:cNvSpPr/>
            <p:nvPr/>
          </p:nvSpPr>
          <p:spPr>
            <a:xfrm rot="261078">
              <a:off x="5326763" y="4630683"/>
              <a:ext cx="344545" cy="312681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0" name="Google Shape;6180;p71"/>
            <p:cNvSpPr txBox="1"/>
            <p:nvPr/>
          </p:nvSpPr>
          <p:spPr>
            <a:xfrm>
              <a:off x="5336290" y="4579892"/>
              <a:ext cx="312790" cy="368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6181" name="Google Shape;6181;p71"/>
          <p:cNvSpPr txBox="1"/>
          <p:nvPr>
            <p:ph type="title"/>
          </p:nvPr>
        </p:nvSpPr>
        <p:spPr>
          <a:xfrm>
            <a:off x="390525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Mobility via direct routing</a:t>
            </a:r>
            <a:endParaRPr/>
          </a:p>
        </p:txBody>
      </p:sp>
      <p:sp>
        <p:nvSpPr>
          <p:cNvPr id="6182" name="Google Shape;6182;p71"/>
          <p:cNvSpPr txBox="1"/>
          <p:nvPr/>
        </p:nvSpPr>
        <p:spPr>
          <a:xfrm>
            <a:off x="473075" y="2852738"/>
            <a:ext cx="1887538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sp>
        <p:nvSpPr>
          <p:cNvPr id="6183" name="Google Shape;6183;p71"/>
          <p:cNvSpPr txBox="1"/>
          <p:nvPr/>
        </p:nvSpPr>
        <p:spPr>
          <a:xfrm>
            <a:off x="7874000" y="2174875"/>
            <a:ext cx="12700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sp>
        <p:nvSpPr>
          <p:cNvPr id="6184" name="Google Shape;6184;p71"/>
          <p:cNvSpPr txBox="1"/>
          <p:nvPr/>
        </p:nvSpPr>
        <p:spPr>
          <a:xfrm>
            <a:off x="908050" y="4606925"/>
            <a:ext cx="2535238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correspondent requests, receives foreign address of mobile</a:t>
            </a:r>
            <a:endParaRPr/>
          </a:p>
        </p:txBody>
      </p:sp>
      <p:cxnSp>
        <p:nvCxnSpPr>
          <p:cNvPr id="6185" name="Google Shape;6185;p71"/>
          <p:cNvCxnSpPr/>
          <p:nvPr/>
        </p:nvCxnSpPr>
        <p:spPr>
          <a:xfrm flipH="1" rot="10800000">
            <a:off x="2703513" y="4598988"/>
            <a:ext cx="738187" cy="22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86" name="Google Shape;6186;p71"/>
          <p:cNvSpPr txBox="1"/>
          <p:nvPr/>
        </p:nvSpPr>
        <p:spPr>
          <a:xfrm>
            <a:off x="2506663" y="1882775"/>
            <a:ext cx="2794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correspondent forwards to foreign agent</a:t>
            </a:r>
            <a:endParaRPr/>
          </a:p>
        </p:txBody>
      </p:sp>
      <p:cxnSp>
        <p:nvCxnSpPr>
          <p:cNvPr id="6187" name="Google Shape;6187;p71"/>
          <p:cNvCxnSpPr/>
          <p:nvPr/>
        </p:nvCxnSpPr>
        <p:spPr>
          <a:xfrm>
            <a:off x="4541838" y="2232025"/>
            <a:ext cx="1408112" cy="146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188" name="Google Shape;6188;p71"/>
          <p:cNvGrpSpPr/>
          <p:nvPr/>
        </p:nvGrpSpPr>
        <p:grpSpPr>
          <a:xfrm>
            <a:off x="5432425" y="1387475"/>
            <a:ext cx="2338388" cy="2020888"/>
            <a:chOff x="3422" y="874"/>
            <a:chExt cx="1473" cy="1273"/>
          </a:xfrm>
        </p:grpSpPr>
        <p:sp>
          <p:nvSpPr>
            <p:cNvPr id="6189" name="Google Shape;6189;p71"/>
            <p:cNvSpPr txBox="1"/>
            <p:nvPr/>
          </p:nvSpPr>
          <p:spPr>
            <a:xfrm>
              <a:off x="3422" y="874"/>
              <a:ext cx="1473" cy="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foreign agent receives packets, forwards to mobile</a:t>
              </a:r>
              <a:endParaRPr/>
            </a:p>
          </p:txBody>
        </p:sp>
        <p:cxnSp>
          <p:nvCxnSpPr>
            <p:cNvPr id="6190" name="Google Shape;6190;p71"/>
            <p:cNvCxnSpPr/>
            <p:nvPr/>
          </p:nvCxnSpPr>
          <p:spPr>
            <a:xfrm>
              <a:off x="4211" y="1420"/>
              <a:ext cx="240" cy="72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191" name="Google Shape;6191;p71"/>
          <p:cNvGrpSpPr/>
          <p:nvPr/>
        </p:nvGrpSpPr>
        <p:grpSpPr>
          <a:xfrm>
            <a:off x="6308725" y="4230688"/>
            <a:ext cx="2247900" cy="1165225"/>
            <a:chOff x="4191" y="3009"/>
            <a:chExt cx="1416" cy="734"/>
          </a:xfrm>
        </p:grpSpPr>
        <p:sp>
          <p:nvSpPr>
            <p:cNvPr id="6192" name="Google Shape;6192;p71"/>
            <p:cNvSpPr txBox="1"/>
            <p:nvPr/>
          </p:nvSpPr>
          <p:spPr>
            <a:xfrm>
              <a:off x="4332" y="3166"/>
              <a:ext cx="1275" cy="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mobile replies directly to correspondent</a:t>
              </a:r>
              <a:endParaRPr/>
            </a:p>
          </p:txBody>
        </p:sp>
        <p:cxnSp>
          <p:nvCxnSpPr>
            <p:cNvPr id="6193" name="Google Shape;6193;p71"/>
            <p:cNvCxnSpPr/>
            <p:nvPr/>
          </p:nvCxnSpPr>
          <p:spPr>
            <a:xfrm rot="10800000">
              <a:off x="4191" y="3009"/>
              <a:ext cx="248" cy="17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194" name="Google Shape;6194;p71"/>
          <p:cNvCxnSpPr/>
          <p:nvPr/>
        </p:nvCxnSpPr>
        <p:spPr>
          <a:xfrm flipH="1" rot="10800000">
            <a:off x="2730500" y="4262438"/>
            <a:ext cx="769938" cy="5762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underline_base" id="6195" name="Google Shape;6195;p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6088" y="765175"/>
            <a:ext cx="50276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6196" name="Google Shape;6196;p71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97" name="Google Shape;6197;p71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2" name="Shape 6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3" name="Google Shape;6203;p72"/>
          <p:cNvSpPr txBox="1"/>
          <p:nvPr>
            <p:ph type="title"/>
          </p:nvPr>
        </p:nvSpPr>
        <p:spPr>
          <a:xfrm>
            <a:off x="225425" y="109538"/>
            <a:ext cx="838358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Mobility via direct routing: comments</a:t>
            </a:r>
            <a:endParaRPr/>
          </a:p>
        </p:txBody>
      </p:sp>
      <p:sp>
        <p:nvSpPr>
          <p:cNvPr id="6204" name="Google Shape;6204;p72"/>
          <p:cNvSpPr txBox="1"/>
          <p:nvPr>
            <p:ph idx="1" type="body"/>
          </p:nvPr>
        </p:nvSpPr>
        <p:spPr>
          <a:xfrm>
            <a:off x="581025" y="1347788"/>
            <a:ext cx="8089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overcome triangle routing problem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i="1"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non-transparent to correspondent: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correspondent must get care-of-address from home agent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what if mobile changes visited network?</a:t>
            </a:r>
            <a:endParaRPr/>
          </a:p>
        </p:txBody>
      </p:sp>
      <p:grpSp>
        <p:nvGrpSpPr>
          <p:cNvPr id="6205" name="Google Shape;6205;p72"/>
          <p:cNvGrpSpPr/>
          <p:nvPr/>
        </p:nvGrpSpPr>
        <p:grpSpPr>
          <a:xfrm>
            <a:off x="2046288" y="3649663"/>
            <a:ext cx="4618037" cy="1987550"/>
            <a:chOff x="641269" y="2624447"/>
            <a:chExt cx="7160820" cy="3401396"/>
          </a:xfrm>
        </p:grpSpPr>
        <p:sp>
          <p:nvSpPr>
            <p:cNvPr id="6206" name="Google Shape;6206;p72"/>
            <p:cNvSpPr/>
            <p:nvPr/>
          </p:nvSpPr>
          <p:spPr>
            <a:xfrm>
              <a:off x="658349" y="2752138"/>
              <a:ext cx="2008857" cy="1558760"/>
            </a:xfrm>
            <a:custGeom>
              <a:rect b="b" l="l" r="r" t="t"/>
              <a:pathLst>
                <a:path extrusionOk="0" h="1191" w="1340">
                  <a:moveTo>
                    <a:pt x="550" y="42"/>
                  </a:moveTo>
                  <a:cubicBezTo>
                    <a:pt x="437" y="4"/>
                    <a:pt x="164" y="0"/>
                    <a:pt x="82" y="60"/>
                  </a:cubicBezTo>
                  <a:cubicBezTo>
                    <a:pt x="0" y="120"/>
                    <a:pt x="67" y="292"/>
                    <a:pt x="58" y="402"/>
                  </a:cubicBezTo>
                  <a:cubicBezTo>
                    <a:pt x="49" y="512"/>
                    <a:pt x="19" y="642"/>
                    <a:pt x="28" y="720"/>
                  </a:cubicBezTo>
                  <a:cubicBezTo>
                    <a:pt x="37" y="798"/>
                    <a:pt x="27" y="844"/>
                    <a:pt x="112" y="870"/>
                  </a:cubicBezTo>
                  <a:cubicBezTo>
                    <a:pt x="197" y="896"/>
                    <a:pt x="450" y="833"/>
                    <a:pt x="538" y="876"/>
                  </a:cubicBezTo>
                  <a:cubicBezTo>
                    <a:pt x="626" y="919"/>
                    <a:pt x="524" y="1091"/>
                    <a:pt x="640" y="1128"/>
                  </a:cubicBezTo>
                  <a:cubicBezTo>
                    <a:pt x="756" y="1165"/>
                    <a:pt x="1128" y="1191"/>
                    <a:pt x="1234" y="1098"/>
                  </a:cubicBezTo>
                  <a:cubicBezTo>
                    <a:pt x="1340" y="1005"/>
                    <a:pt x="1281" y="696"/>
                    <a:pt x="1276" y="570"/>
                  </a:cubicBezTo>
                  <a:cubicBezTo>
                    <a:pt x="1271" y="444"/>
                    <a:pt x="1290" y="389"/>
                    <a:pt x="1204" y="342"/>
                  </a:cubicBezTo>
                  <a:cubicBezTo>
                    <a:pt x="1118" y="295"/>
                    <a:pt x="868" y="338"/>
                    <a:pt x="760" y="288"/>
                  </a:cubicBezTo>
                  <a:cubicBezTo>
                    <a:pt x="652" y="238"/>
                    <a:pt x="663" y="80"/>
                    <a:pt x="550" y="42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7" name="Google Shape;6207;p72"/>
            <p:cNvSpPr/>
            <p:nvPr/>
          </p:nvSpPr>
          <p:spPr>
            <a:xfrm>
              <a:off x="5823980" y="2624447"/>
              <a:ext cx="1978109" cy="1678664"/>
            </a:xfrm>
            <a:custGeom>
              <a:rect b="b" l="l" r="r" t="t"/>
              <a:pathLst>
                <a:path extrusionOk="0" h="2693" w="2894">
                  <a:moveTo>
                    <a:pt x="4" y="1331"/>
                  </a:moveTo>
                  <a:cubicBezTo>
                    <a:pt x="4" y="1049"/>
                    <a:pt x="119" y="673"/>
                    <a:pt x="349" y="509"/>
                  </a:cubicBezTo>
                  <a:cubicBezTo>
                    <a:pt x="579" y="345"/>
                    <a:pt x="1010" y="400"/>
                    <a:pt x="1384" y="344"/>
                  </a:cubicBezTo>
                  <a:cubicBezTo>
                    <a:pt x="1758" y="288"/>
                    <a:pt x="2346" y="0"/>
                    <a:pt x="2596" y="170"/>
                  </a:cubicBezTo>
                  <a:cubicBezTo>
                    <a:pt x="2846" y="340"/>
                    <a:pt x="2874" y="1035"/>
                    <a:pt x="2884" y="1364"/>
                  </a:cubicBezTo>
                  <a:cubicBezTo>
                    <a:pt x="2894" y="1693"/>
                    <a:pt x="2789" y="1954"/>
                    <a:pt x="2659" y="2144"/>
                  </a:cubicBezTo>
                  <a:cubicBezTo>
                    <a:pt x="2529" y="2334"/>
                    <a:pt x="2274" y="2432"/>
                    <a:pt x="2104" y="2504"/>
                  </a:cubicBezTo>
                  <a:cubicBezTo>
                    <a:pt x="1934" y="2576"/>
                    <a:pt x="1816" y="2558"/>
                    <a:pt x="1639" y="2579"/>
                  </a:cubicBezTo>
                  <a:cubicBezTo>
                    <a:pt x="1462" y="2600"/>
                    <a:pt x="1259" y="2693"/>
                    <a:pt x="1044" y="2630"/>
                  </a:cubicBezTo>
                  <a:cubicBezTo>
                    <a:pt x="829" y="2567"/>
                    <a:pt x="520" y="2418"/>
                    <a:pt x="346" y="2201"/>
                  </a:cubicBezTo>
                  <a:cubicBezTo>
                    <a:pt x="173" y="1985"/>
                    <a:pt x="0" y="1682"/>
                    <a:pt x="4" y="1331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8" name="Google Shape;6208;p72"/>
            <p:cNvSpPr/>
            <p:nvPr/>
          </p:nvSpPr>
          <p:spPr>
            <a:xfrm>
              <a:off x="3177961" y="3552540"/>
              <a:ext cx="2270212" cy="1227075"/>
            </a:xfrm>
            <a:custGeom>
              <a:rect b="b" l="l" r="r" t="t"/>
              <a:pathLst>
                <a:path extrusionOk="0" h="1971" w="3324">
                  <a:moveTo>
                    <a:pt x="596" y="15"/>
                  </a:moveTo>
                  <a:cubicBezTo>
                    <a:pt x="335" y="29"/>
                    <a:pt x="248" y="155"/>
                    <a:pt x="149" y="330"/>
                  </a:cubicBezTo>
                  <a:cubicBezTo>
                    <a:pt x="50" y="505"/>
                    <a:pt x="0" y="853"/>
                    <a:pt x="3" y="1066"/>
                  </a:cubicBezTo>
                  <a:cubicBezTo>
                    <a:pt x="6" y="1279"/>
                    <a:pt x="67" y="1478"/>
                    <a:pt x="168" y="1606"/>
                  </a:cubicBezTo>
                  <a:cubicBezTo>
                    <a:pt x="269" y="1734"/>
                    <a:pt x="457" y="1811"/>
                    <a:pt x="609" y="1831"/>
                  </a:cubicBezTo>
                  <a:cubicBezTo>
                    <a:pt x="761" y="1851"/>
                    <a:pt x="927" y="1719"/>
                    <a:pt x="1083" y="1726"/>
                  </a:cubicBezTo>
                  <a:cubicBezTo>
                    <a:pt x="1239" y="1733"/>
                    <a:pt x="1333" y="1844"/>
                    <a:pt x="1548" y="1876"/>
                  </a:cubicBezTo>
                  <a:cubicBezTo>
                    <a:pt x="1763" y="1908"/>
                    <a:pt x="2091" y="1971"/>
                    <a:pt x="2373" y="1921"/>
                  </a:cubicBezTo>
                  <a:cubicBezTo>
                    <a:pt x="2655" y="1871"/>
                    <a:pt x="3162" y="1740"/>
                    <a:pt x="3243" y="1576"/>
                  </a:cubicBezTo>
                  <a:cubicBezTo>
                    <a:pt x="3324" y="1412"/>
                    <a:pt x="2947" y="1124"/>
                    <a:pt x="2859" y="935"/>
                  </a:cubicBezTo>
                  <a:cubicBezTo>
                    <a:pt x="2771" y="746"/>
                    <a:pt x="2905" y="559"/>
                    <a:pt x="2714" y="444"/>
                  </a:cubicBezTo>
                  <a:cubicBezTo>
                    <a:pt x="2523" y="328"/>
                    <a:pt x="2063" y="315"/>
                    <a:pt x="1714" y="242"/>
                  </a:cubicBezTo>
                  <a:cubicBezTo>
                    <a:pt x="1366" y="168"/>
                    <a:pt x="857" y="0"/>
                    <a:pt x="596" y="15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09" name="Google Shape;6209;p72"/>
            <p:cNvGrpSpPr/>
            <p:nvPr/>
          </p:nvGrpSpPr>
          <p:grpSpPr>
            <a:xfrm>
              <a:off x="641269" y="2869150"/>
              <a:ext cx="1174761" cy="776376"/>
              <a:chOff x="4089854" y="1363889"/>
              <a:chExt cx="1091746" cy="791482"/>
            </a:xfrm>
          </p:grpSpPr>
          <p:sp>
            <p:nvSpPr>
              <p:cNvPr id="6210" name="Google Shape;6210;p72"/>
              <p:cNvSpPr/>
              <p:nvPr/>
            </p:nvSpPr>
            <p:spPr>
              <a:xfrm>
                <a:off x="4089854" y="1363889"/>
                <a:ext cx="1091746" cy="791482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laptop_stylized_small" id="6211" name="Google Shape;6211;p7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245429" y="1550204"/>
                <a:ext cx="629104" cy="4232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212" name="Google Shape;6212;p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82529" y="3689421"/>
              <a:ext cx="736022" cy="2390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213" name="Google Shape;6213;p72"/>
            <p:cNvCxnSpPr/>
            <p:nvPr/>
          </p:nvCxnSpPr>
          <p:spPr>
            <a:xfrm>
              <a:off x="1309667" y="3393260"/>
              <a:ext cx="541502" cy="305656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6214" name="Google Shape;6214;p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69433" y="3827975"/>
              <a:ext cx="736022" cy="2390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215" name="Google Shape;6215;p72"/>
            <p:cNvCxnSpPr/>
            <p:nvPr/>
          </p:nvCxnSpPr>
          <p:spPr>
            <a:xfrm flipH="1">
              <a:off x="6759104" y="3500040"/>
              <a:ext cx="372147" cy="316334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216" name="Google Shape;6216;p72"/>
            <p:cNvGrpSpPr/>
            <p:nvPr/>
          </p:nvGrpSpPr>
          <p:grpSpPr>
            <a:xfrm>
              <a:off x="6509707" y="2943896"/>
              <a:ext cx="1174761" cy="776376"/>
              <a:chOff x="4089854" y="1363889"/>
              <a:chExt cx="1091746" cy="791482"/>
            </a:xfrm>
          </p:grpSpPr>
          <p:sp>
            <p:nvSpPr>
              <p:cNvPr id="6217" name="Google Shape;6217;p72"/>
              <p:cNvSpPr/>
              <p:nvPr/>
            </p:nvSpPr>
            <p:spPr>
              <a:xfrm>
                <a:off x="4089854" y="1363889"/>
                <a:ext cx="1091746" cy="791482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218" name="Google Shape;6218;p72"/>
              <p:cNvGrpSpPr/>
              <p:nvPr/>
            </p:nvGrpSpPr>
            <p:grpSpPr>
              <a:xfrm>
                <a:off x="4245429" y="1426027"/>
                <a:ext cx="629104" cy="547461"/>
                <a:chOff x="313" y="1497"/>
                <a:chExt cx="1152" cy="1014"/>
              </a:xfrm>
            </p:grpSpPr>
            <p:pic>
              <p:nvPicPr>
                <p:cNvPr descr="laptop_stylized_small" id="6219" name="Google Shape;6219;p7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313" y="1727"/>
                  <a:ext cx="1152" cy="78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6220" name="Google Shape;6220;p72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34" y="1497"/>
                  <a:ext cx="1113" cy="6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6221" name="Google Shape;6221;p72"/>
            <p:cNvSpPr/>
            <p:nvPr/>
          </p:nvSpPr>
          <p:spPr>
            <a:xfrm>
              <a:off x="776350" y="2915275"/>
              <a:ext cx="1075177" cy="808704"/>
            </a:xfrm>
            <a:custGeom>
              <a:rect b="b" l="l" r="r" t="t"/>
              <a:pathLst>
                <a:path extrusionOk="0" h="10305" w="10000">
                  <a:moveTo>
                    <a:pt x="1" y="4863"/>
                  </a:moveTo>
                  <a:cubicBezTo>
                    <a:pt x="1" y="3794"/>
                    <a:pt x="5" y="1801"/>
                    <a:pt x="686" y="991"/>
                  </a:cubicBezTo>
                  <a:cubicBezTo>
                    <a:pt x="1367" y="181"/>
                    <a:pt x="2904" y="-40"/>
                    <a:pt x="4086" y="5"/>
                  </a:cubicBezTo>
                  <a:cubicBezTo>
                    <a:pt x="5268" y="50"/>
                    <a:pt x="6836" y="553"/>
                    <a:pt x="7779" y="1264"/>
                  </a:cubicBezTo>
                  <a:cubicBezTo>
                    <a:pt x="8722" y="1975"/>
                    <a:pt x="9397" y="2830"/>
                    <a:pt x="9747" y="4270"/>
                  </a:cubicBezTo>
                  <a:cubicBezTo>
                    <a:pt x="10096" y="5710"/>
                    <a:pt x="10030" y="8980"/>
                    <a:pt x="9875" y="9905"/>
                  </a:cubicBezTo>
                  <a:cubicBezTo>
                    <a:pt x="9719" y="10828"/>
                    <a:pt x="9488" y="9873"/>
                    <a:pt x="8815" y="9814"/>
                  </a:cubicBezTo>
                  <a:cubicBezTo>
                    <a:pt x="8140" y="9757"/>
                    <a:pt x="6708" y="9565"/>
                    <a:pt x="5830" y="9554"/>
                  </a:cubicBezTo>
                  <a:cubicBezTo>
                    <a:pt x="4953" y="9543"/>
                    <a:pt x="4372" y="9985"/>
                    <a:pt x="3546" y="9748"/>
                  </a:cubicBezTo>
                  <a:cubicBezTo>
                    <a:pt x="2722" y="9508"/>
                    <a:pt x="1457" y="8935"/>
                    <a:pt x="867" y="8121"/>
                  </a:cubicBezTo>
                  <a:cubicBezTo>
                    <a:pt x="276" y="7307"/>
                    <a:pt x="-15" y="6195"/>
                    <a:pt x="1" y="4863"/>
                  </a:cubicBezTo>
                  <a:close/>
                </a:path>
              </a:pathLst>
            </a:custGeom>
            <a:solidFill>
              <a:srgbClr val="33CCCC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2" name="Google Shape;6222;p72"/>
            <p:cNvSpPr/>
            <p:nvPr/>
          </p:nvSpPr>
          <p:spPr>
            <a:xfrm>
              <a:off x="2813114" y="5132009"/>
              <a:ext cx="3168732" cy="893834"/>
            </a:xfrm>
            <a:custGeom>
              <a:rect b="b" l="l" r="r" t="t"/>
              <a:pathLst>
                <a:path extrusionOk="0" h="1435" w="4636">
                  <a:moveTo>
                    <a:pt x="339" y="15"/>
                  </a:moveTo>
                  <a:cubicBezTo>
                    <a:pt x="0" y="110"/>
                    <a:pt x="112" y="438"/>
                    <a:pt x="189" y="645"/>
                  </a:cubicBezTo>
                  <a:cubicBezTo>
                    <a:pt x="266" y="852"/>
                    <a:pt x="509" y="1130"/>
                    <a:pt x="804" y="1260"/>
                  </a:cubicBezTo>
                  <a:cubicBezTo>
                    <a:pt x="1099" y="1390"/>
                    <a:pt x="1507" y="1415"/>
                    <a:pt x="1959" y="1425"/>
                  </a:cubicBezTo>
                  <a:cubicBezTo>
                    <a:pt x="2411" y="1435"/>
                    <a:pt x="3192" y="1395"/>
                    <a:pt x="3519" y="1320"/>
                  </a:cubicBezTo>
                  <a:cubicBezTo>
                    <a:pt x="3846" y="1245"/>
                    <a:pt x="3753" y="1067"/>
                    <a:pt x="3924" y="975"/>
                  </a:cubicBezTo>
                  <a:cubicBezTo>
                    <a:pt x="4095" y="883"/>
                    <a:pt x="4489" y="885"/>
                    <a:pt x="4543" y="769"/>
                  </a:cubicBezTo>
                  <a:cubicBezTo>
                    <a:pt x="4597" y="653"/>
                    <a:pt x="4636" y="393"/>
                    <a:pt x="4249" y="278"/>
                  </a:cubicBezTo>
                  <a:cubicBezTo>
                    <a:pt x="3863" y="162"/>
                    <a:pt x="2874" y="120"/>
                    <a:pt x="2222" y="76"/>
                  </a:cubicBezTo>
                  <a:cubicBezTo>
                    <a:pt x="1570" y="32"/>
                    <a:pt x="868" y="0"/>
                    <a:pt x="339" y="15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223" name="Google Shape;6223;p7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40434" y="5142892"/>
              <a:ext cx="839409" cy="6656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224" name="Google Shape;6224;p72"/>
            <p:cNvGrpSpPr/>
            <p:nvPr/>
          </p:nvGrpSpPr>
          <p:grpSpPr>
            <a:xfrm>
              <a:off x="1947852" y="3987970"/>
              <a:ext cx="1462228" cy="1273792"/>
              <a:chOff x="1880" y="2449"/>
              <a:chExt cx="856" cy="818"/>
            </a:xfrm>
          </p:grpSpPr>
          <p:cxnSp>
            <p:nvCxnSpPr>
              <p:cNvPr id="6225" name="Google Shape;6225;p72"/>
              <p:cNvCxnSpPr/>
              <p:nvPr/>
            </p:nvCxnSpPr>
            <p:spPr>
              <a:xfrm rot="10800000">
                <a:off x="1880" y="2449"/>
                <a:ext cx="856" cy="818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grpSp>
            <p:nvGrpSpPr>
              <p:cNvPr id="6226" name="Google Shape;6226;p72"/>
              <p:cNvGrpSpPr/>
              <p:nvPr/>
            </p:nvGrpSpPr>
            <p:grpSpPr>
              <a:xfrm>
                <a:off x="2171" y="2700"/>
                <a:ext cx="249" cy="290"/>
                <a:chOff x="617" y="3498"/>
                <a:chExt cx="249" cy="290"/>
              </a:xfrm>
            </p:grpSpPr>
            <p:sp>
              <p:nvSpPr>
                <p:cNvPr id="6227" name="Google Shape;6227;p72"/>
                <p:cNvSpPr/>
                <p:nvPr/>
              </p:nvSpPr>
              <p:spPr>
                <a:xfrm>
                  <a:off x="617" y="3519"/>
                  <a:ext cx="202" cy="201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28" name="Google Shape;6228;p72"/>
                <p:cNvSpPr txBox="1"/>
                <p:nvPr/>
              </p:nvSpPr>
              <p:spPr>
                <a:xfrm>
                  <a:off x="627" y="3498"/>
                  <a:ext cx="239" cy="2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</p:grpSp>
        </p:grpSp>
        <p:cxnSp>
          <p:nvCxnSpPr>
            <p:cNvPr id="6229" name="Google Shape;6229;p72"/>
            <p:cNvCxnSpPr/>
            <p:nvPr/>
          </p:nvCxnSpPr>
          <p:spPr>
            <a:xfrm>
              <a:off x="2364395" y="3952947"/>
              <a:ext cx="1459733" cy="127144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230" name="Google Shape;6230;p72"/>
            <p:cNvSpPr/>
            <p:nvPr/>
          </p:nvSpPr>
          <p:spPr>
            <a:xfrm rot="261078">
              <a:off x="2883794" y="4360462"/>
              <a:ext cx="347088" cy="312429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1" name="Google Shape;6231;p72"/>
            <p:cNvSpPr txBox="1"/>
            <p:nvPr/>
          </p:nvSpPr>
          <p:spPr>
            <a:xfrm>
              <a:off x="2893641" y="4311560"/>
              <a:ext cx="408627" cy="445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cxnSp>
          <p:nvCxnSpPr>
            <p:cNvPr id="6232" name="Google Shape;6232;p72"/>
            <p:cNvCxnSpPr/>
            <p:nvPr/>
          </p:nvCxnSpPr>
          <p:spPr>
            <a:xfrm flipH="1" rot="10800000">
              <a:off x="4594613" y="3491096"/>
              <a:ext cx="2185909" cy="167353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233" name="Google Shape;6233;p72"/>
            <p:cNvSpPr/>
            <p:nvPr/>
          </p:nvSpPr>
          <p:spPr>
            <a:xfrm rot="261078">
              <a:off x="5566948" y="4096936"/>
              <a:ext cx="344625" cy="312428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4" name="Google Shape;6234;p72"/>
            <p:cNvSpPr txBox="1"/>
            <p:nvPr/>
          </p:nvSpPr>
          <p:spPr>
            <a:xfrm>
              <a:off x="5574334" y="4048034"/>
              <a:ext cx="408627" cy="4482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cxnSp>
          <p:nvCxnSpPr>
            <p:cNvPr id="6235" name="Google Shape;6235;p72"/>
            <p:cNvCxnSpPr/>
            <p:nvPr/>
          </p:nvCxnSpPr>
          <p:spPr>
            <a:xfrm flipH="1" rot="10800000">
              <a:off x="4747233" y="3643235"/>
              <a:ext cx="2185909" cy="167624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6236" name="Google Shape;6236;p72"/>
            <p:cNvSpPr/>
            <p:nvPr/>
          </p:nvSpPr>
          <p:spPr>
            <a:xfrm rot="261078">
              <a:off x="5328173" y="4629423"/>
              <a:ext cx="344625" cy="312428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7" name="Google Shape;6237;p72"/>
            <p:cNvSpPr txBox="1"/>
            <p:nvPr/>
          </p:nvSpPr>
          <p:spPr>
            <a:xfrm>
              <a:off x="5335557" y="4580521"/>
              <a:ext cx="408627" cy="4482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pic>
        <p:nvPicPr>
          <p:cNvPr descr="underline_base" id="6238" name="Google Shape;6238;p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5113" y="896938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6239" name="Google Shape;6239;p72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40" name="Google Shape;6240;p72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5" name="Shape 6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" name="Google Shape;6246;p73"/>
          <p:cNvSpPr/>
          <p:nvPr/>
        </p:nvSpPr>
        <p:spPr>
          <a:xfrm>
            <a:off x="4219575" y="3071813"/>
            <a:ext cx="1838325" cy="1406525"/>
          </a:xfrm>
          <a:custGeom>
            <a:rect b="b" l="l" r="r" t="t"/>
            <a:pathLst>
              <a:path extrusionOk="0" h="2693" w="2894">
                <a:moveTo>
                  <a:pt x="4" y="1331"/>
                </a:moveTo>
                <a:cubicBezTo>
                  <a:pt x="4" y="1049"/>
                  <a:pt x="119" y="673"/>
                  <a:pt x="349" y="509"/>
                </a:cubicBezTo>
                <a:cubicBezTo>
                  <a:pt x="579" y="345"/>
                  <a:pt x="1010" y="400"/>
                  <a:pt x="1384" y="344"/>
                </a:cubicBezTo>
                <a:cubicBezTo>
                  <a:pt x="1758" y="288"/>
                  <a:pt x="2346" y="0"/>
                  <a:pt x="2596" y="170"/>
                </a:cubicBezTo>
                <a:cubicBezTo>
                  <a:pt x="2846" y="340"/>
                  <a:pt x="2874" y="1035"/>
                  <a:pt x="2884" y="1364"/>
                </a:cubicBezTo>
                <a:cubicBezTo>
                  <a:pt x="2894" y="1693"/>
                  <a:pt x="2789" y="1954"/>
                  <a:pt x="2659" y="2144"/>
                </a:cubicBezTo>
                <a:cubicBezTo>
                  <a:pt x="2529" y="2334"/>
                  <a:pt x="2274" y="2432"/>
                  <a:pt x="2104" y="2504"/>
                </a:cubicBezTo>
                <a:cubicBezTo>
                  <a:pt x="1934" y="2576"/>
                  <a:pt x="1816" y="2558"/>
                  <a:pt x="1639" y="2579"/>
                </a:cubicBezTo>
                <a:cubicBezTo>
                  <a:pt x="1462" y="2600"/>
                  <a:pt x="1259" y="2693"/>
                  <a:pt x="1044" y="2630"/>
                </a:cubicBezTo>
                <a:cubicBezTo>
                  <a:pt x="829" y="2567"/>
                  <a:pt x="520" y="2418"/>
                  <a:pt x="346" y="2201"/>
                </a:cubicBezTo>
                <a:cubicBezTo>
                  <a:pt x="173" y="1985"/>
                  <a:pt x="0" y="1682"/>
                  <a:pt x="4" y="1331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7" name="Google Shape;6247;p73"/>
          <p:cNvSpPr/>
          <p:nvPr/>
        </p:nvSpPr>
        <p:spPr>
          <a:xfrm>
            <a:off x="1760538" y="3802063"/>
            <a:ext cx="2109787" cy="1250950"/>
          </a:xfrm>
          <a:custGeom>
            <a:rect b="b" l="l" r="r" t="t"/>
            <a:pathLst>
              <a:path extrusionOk="0" h="1971" w="3324">
                <a:moveTo>
                  <a:pt x="596" y="15"/>
                </a:moveTo>
                <a:cubicBezTo>
                  <a:pt x="335" y="29"/>
                  <a:pt x="248" y="155"/>
                  <a:pt x="149" y="330"/>
                </a:cubicBezTo>
                <a:cubicBezTo>
                  <a:pt x="50" y="505"/>
                  <a:pt x="0" y="853"/>
                  <a:pt x="3" y="1066"/>
                </a:cubicBezTo>
                <a:cubicBezTo>
                  <a:pt x="6" y="1279"/>
                  <a:pt x="67" y="1478"/>
                  <a:pt x="168" y="1606"/>
                </a:cubicBezTo>
                <a:cubicBezTo>
                  <a:pt x="269" y="1734"/>
                  <a:pt x="457" y="1811"/>
                  <a:pt x="609" y="1831"/>
                </a:cubicBezTo>
                <a:cubicBezTo>
                  <a:pt x="761" y="1851"/>
                  <a:pt x="927" y="1719"/>
                  <a:pt x="1083" y="1726"/>
                </a:cubicBezTo>
                <a:cubicBezTo>
                  <a:pt x="1239" y="1733"/>
                  <a:pt x="1333" y="1844"/>
                  <a:pt x="1548" y="1876"/>
                </a:cubicBezTo>
                <a:cubicBezTo>
                  <a:pt x="1763" y="1908"/>
                  <a:pt x="2091" y="1971"/>
                  <a:pt x="2373" y="1921"/>
                </a:cubicBezTo>
                <a:cubicBezTo>
                  <a:pt x="2655" y="1871"/>
                  <a:pt x="3162" y="1740"/>
                  <a:pt x="3243" y="1576"/>
                </a:cubicBezTo>
                <a:cubicBezTo>
                  <a:pt x="3324" y="1412"/>
                  <a:pt x="2947" y="1124"/>
                  <a:pt x="2859" y="935"/>
                </a:cubicBezTo>
                <a:cubicBezTo>
                  <a:pt x="2771" y="746"/>
                  <a:pt x="2905" y="559"/>
                  <a:pt x="2714" y="444"/>
                </a:cubicBezTo>
                <a:cubicBezTo>
                  <a:pt x="2523" y="328"/>
                  <a:pt x="2063" y="315"/>
                  <a:pt x="1714" y="242"/>
                </a:cubicBezTo>
                <a:cubicBezTo>
                  <a:pt x="1366" y="168"/>
                  <a:pt x="857" y="0"/>
                  <a:pt x="596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8" name="Google Shape;6248;p73"/>
          <p:cNvSpPr txBox="1"/>
          <p:nvPr/>
        </p:nvSpPr>
        <p:spPr>
          <a:xfrm>
            <a:off x="1935163" y="4098925"/>
            <a:ext cx="14478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wide area network</a:t>
            </a:r>
            <a:endParaRPr/>
          </a:p>
        </p:txBody>
      </p:sp>
      <p:sp>
        <p:nvSpPr>
          <p:cNvPr id="6249" name="Google Shape;6249;p73"/>
          <p:cNvSpPr/>
          <p:nvPr/>
        </p:nvSpPr>
        <p:spPr>
          <a:xfrm>
            <a:off x="1065213" y="5365750"/>
            <a:ext cx="2944812" cy="911225"/>
          </a:xfrm>
          <a:custGeom>
            <a:rect b="b" l="l" r="r" t="t"/>
            <a:pathLst>
              <a:path extrusionOk="0" h="1435" w="4636">
                <a:moveTo>
                  <a:pt x="339" y="15"/>
                </a:moveTo>
                <a:cubicBezTo>
                  <a:pt x="0" y="110"/>
                  <a:pt x="112" y="438"/>
                  <a:pt x="189" y="645"/>
                </a:cubicBezTo>
                <a:cubicBezTo>
                  <a:pt x="266" y="852"/>
                  <a:pt x="509" y="1130"/>
                  <a:pt x="804" y="1260"/>
                </a:cubicBezTo>
                <a:cubicBezTo>
                  <a:pt x="1099" y="1390"/>
                  <a:pt x="1507" y="1415"/>
                  <a:pt x="1959" y="1425"/>
                </a:cubicBezTo>
                <a:cubicBezTo>
                  <a:pt x="2411" y="1435"/>
                  <a:pt x="3192" y="1395"/>
                  <a:pt x="3519" y="1320"/>
                </a:cubicBezTo>
                <a:cubicBezTo>
                  <a:pt x="3846" y="1245"/>
                  <a:pt x="3753" y="1067"/>
                  <a:pt x="3924" y="975"/>
                </a:cubicBezTo>
                <a:cubicBezTo>
                  <a:pt x="4095" y="883"/>
                  <a:pt x="4489" y="885"/>
                  <a:pt x="4543" y="769"/>
                </a:cubicBezTo>
                <a:cubicBezTo>
                  <a:pt x="4597" y="653"/>
                  <a:pt x="4636" y="393"/>
                  <a:pt x="4249" y="278"/>
                </a:cubicBezTo>
                <a:cubicBezTo>
                  <a:pt x="3863" y="162"/>
                  <a:pt x="2874" y="120"/>
                  <a:pt x="2222" y="76"/>
                </a:cubicBezTo>
                <a:cubicBezTo>
                  <a:pt x="1570" y="32"/>
                  <a:pt x="868" y="0"/>
                  <a:pt x="339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0" name="Google Shape;6250;p73"/>
          <p:cNvSpPr/>
          <p:nvPr/>
        </p:nvSpPr>
        <p:spPr>
          <a:xfrm>
            <a:off x="5045075" y="3789363"/>
            <a:ext cx="512763" cy="301625"/>
          </a:xfrm>
          <a:custGeom>
            <a:rect b="b" l="l" r="r" t="t"/>
            <a:pathLst>
              <a:path extrusionOk="0" h="238" w="235">
                <a:moveTo>
                  <a:pt x="0" y="238"/>
                </a:moveTo>
                <a:lnTo>
                  <a:pt x="235" y="0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1" name="Google Shape;6251;p73"/>
          <p:cNvSpPr/>
          <p:nvPr/>
        </p:nvSpPr>
        <p:spPr>
          <a:xfrm>
            <a:off x="2501900" y="4319588"/>
            <a:ext cx="2047875" cy="1296987"/>
          </a:xfrm>
          <a:custGeom>
            <a:rect b="b" l="l" r="r" t="t"/>
            <a:pathLst>
              <a:path extrusionOk="0" h="817" w="1290">
                <a:moveTo>
                  <a:pt x="0" y="817"/>
                </a:moveTo>
                <a:cubicBezTo>
                  <a:pt x="91" y="728"/>
                  <a:pt x="333" y="419"/>
                  <a:pt x="548" y="283"/>
                </a:cubicBezTo>
                <a:cubicBezTo>
                  <a:pt x="816" y="127"/>
                  <a:pt x="1136" y="59"/>
                  <a:pt x="1290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52" name="Google Shape;6252;p73"/>
          <p:cNvGrpSpPr/>
          <p:nvPr/>
        </p:nvGrpSpPr>
        <p:grpSpPr>
          <a:xfrm>
            <a:off x="3162300" y="4557713"/>
            <a:ext cx="320675" cy="366712"/>
            <a:chOff x="618" y="3500"/>
            <a:chExt cx="202" cy="231"/>
          </a:xfrm>
        </p:grpSpPr>
        <p:sp>
          <p:nvSpPr>
            <p:cNvPr id="6253" name="Google Shape;6253;p73"/>
            <p:cNvSpPr/>
            <p:nvPr/>
          </p:nvSpPr>
          <p:spPr>
            <a:xfrm>
              <a:off x="618" y="3520"/>
              <a:ext cx="202" cy="201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4" name="Google Shape;6254;p73"/>
            <p:cNvSpPr txBox="1"/>
            <p:nvPr/>
          </p:nvSpPr>
          <p:spPr>
            <a:xfrm>
              <a:off x="628" y="3500"/>
              <a:ext cx="18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/>
            </a:p>
          </p:txBody>
        </p:sp>
      </p:grpSp>
      <p:sp>
        <p:nvSpPr>
          <p:cNvPr id="6255" name="Google Shape;6255;p73"/>
          <p:cNvSpPr txBox="1"/>
          <p:nvPr/>
        </p:nvSpPr>
        <p:spPr>
          <a:xfrm>
            <a:off x="6056313" y="3221038"/>
            <a:ext cx="164782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foreign net  visited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session start</a:t>
            </a:r>
            <a:endParaRPr/>
          </a:p>
        </p:txBody>
      </p:sp>
      <p:sp>
        <p:nvSpPr>
          <p:cNvPr id="6256" name="Google Shape;6256;p73"/>
          <p:cNvSpPr txBox="1"/>
          <p:nvPr/>
        </p:nvSpPr>
        <p:spPr>
          <a:xfrm>
            <a:off x="3867150" y="3641725"/>
            <a:ext cx="985838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anchor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foreign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/>
          </a:p>
        </p:txBody>
      </p:sp>
      <p:sp>
        <p:nvSpPr>
          <p:cNvPr id="6257" name="Google Shape;6257;p73"/>
          <p:cNvSpPr/>
          <p:nvPr/>
        </p:nvSpPr>
        <p:spPr>
          <a:xfrm>
            <a:off x="5146675" y="4430713"/>
            <a:ext cx="1838325" cy="1406525"/>
          </a:xfrm>
          <a:custGeom>
            <a:rect b="b" l="l" r="r" t="t"/>
            <a:pathLst>
              <a:path extrusionOk="0" h="2693" w="2894">
                <a:moveTo>
                  <a:pt x="4" y="1331"/>
                </a:moveTo>
                <a:cubicBezTo>
                  <a:pt x="4" y="1049"/>
                  <a:pt x="119" y="673"/>
                  <a:pt x="349" y="509"/>
                </a:cubicBezTo>
                <a:cubicBezTo>
                  <a:pt x="579" y="345"/>
                  <a:pt x="1010" y="400"/>
                  <a:pt x="1384" y="344"/>
                </a:cubicBezTo>
                <a:cubicBezTo>
                  <a:pt x="1758" y="288"/>
                  <a:pt x="2346" y="0"/>
                  <a:pt x="2596" y="170"/>
                </a:cubicBezTo>
                <a:cubicBezTo>
                  <a:pt x="2846" y="340"/>
                  <a:pt x="2874" y="1035"/>
                  <a:pt x="2884" y="1364"/>
                </a:cubicBezTo>
                <a:cubicBezTo>
                  <a:pt x="2894" y="1693"/>
                  <a:pt x="2789" y="1954"/>
                  <a:pt x="2659" y="2144"/>
                </a:cubicBezTo>
                <a:cubicBezTo>
                  <a:pt x="2529" y="2334"/>
                  <a:pt x="2274" y="2432"/>
                  <a:pt x="2104" y="2504"/>
                </a:cubicBezTo>
                <a:cubicBezTo>
                  <a:pt x="1934" y="2576"/>
                  <a:pt x="1816" y="2558"/>
                  <a:pt x="1639" y="2579"/>
                </a:cubicBezTo>
                <a:cubicBezTo>
                  <a:pt x="1462" y="2600"/>
                  <a:pt x="1259" y="2693"/>
                  <a:pt x="1044" y="2630"/>
                </a:cubicBezTo>
                <a:cubicBezTo>
                  <a:pt x="829" y="2567"/>
                  <a:pt x="520" y="2418"/>
                  <a:pt x="346" y="2201"/>
                </a:cubicBezTo>
                <a:cubicBezTo>
                  <a:pt x="173" y="1985"/>
                  <a:pt x="0" y="1682"/>
                  <a:pt x="4" y="1331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58" name="Google Shape;6258;p73"/>
          <p:cNvCxnSpPr/>
          <p:nvPr/>
        </p:nvCxnSpPr>
        <p:spPr>
          <a:xfrm flipH="1" rot="10800000">
            <a:off x="5889625" y="5070475"/>
            <a:ext cx="603250" cy="35401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59" name="Google Shape;6259;p73"/>
          <p:cNvSpPr/>
          <p:nvPr/>
        </p:nvSpPr>
        <p:spPr>
          <a:xfrm>
            <a:off x="4892675" y="4332288"/>
            <a:ext cx="596900" cy="1054100"/>
          </a:xfrm>
          <a:custGeom>
            <a:rect b="b" l="l" r="r" t="t"/>
            <a:pathLst>
              <a:path extrusionOk="0" h="664" w="376">
                <a:moveTo>
                  <a:pt x="376" y="664"/>
                </a:move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60" name="Google Shape;6260;p73"/>
          <p:cNvGrpSpPr/>
          <p:nvPr/>
        </p:nvGrpSpPr>
        <p:grpSpPr>
          <a:xfrm>
            <a:off x="5562600" y="3649663"/>
            <a:ext cx="914400" cy="590550"/>
            <a:chOff x="10665" y="3225"/>
            <a:chExt cx="1440" cy="930"/>
          </a:xfrm>
        </p:grpSpPr>
        <p:sp>
          <p:nvSpPr>
            <p:cNvPr id="6261" name="Google Shape;6261;p73"/>
            <p:cNvSpPr/>
            <p:nvPr/>
          </p:nvSpPr>
          <p:spPr>
            <a:xfrm>
              <a:off x="10665" y="3225"/>
              <a:ext cx="1440" cy="930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62" name="Google Shape;6262;p73"/>
            <p:cNvGrpSpPr/>
            <p:nvPr/>
          </p:nvGrpSpPr>
          <p:grpSpPr>
            <a:xfrm>
              <a:off x="11038" y="3281"/>
              <a:ext cx="618" cy="667"/>
              <a:chOff x="8023" y="4451"/>
              <a:chExt cx="618" cy="667"/>
            </a:xfrm>
          </p:grpSpPr>
          <p:sp>
            <p:nvSpPr>
              <p:cNvPr id="6263" name="Google Shape;6263;p73"/>
              <p:cNvSpPr/>
              <p:nvPr/>
            </p:nvSpPr>
            <p:spPr>
              <a:xfrm>
                <a:off x="8279" y="4653"/>
                <a:ext cx="263" cy="380"/>
              </a:xfrm>
              <a:custGeom>
                <a:rect b="b" l="l" r="r" t="t"/>
                <a:pathLst>
                  <a:path extrusionOk="0" h="1138" w="788">
                    <a:moveTo>
                      <a:pt x="310" y="2"/>
                    </a:moveTo>
                    <a:lnTo>
                      <a:pt x="298" y="0"/>
                    </a:lnTo>
                    <a:lnTo>
                      <a:pt x="282" y="0"/>
                    </a:lnTo>
                    <a:lnTo>
                      <a:pt x="263" y="0"/>
                    </a:lnTo>
                    <a:lnTo>
                      <a:pt x="242" y="2"/>
                    </a:lnTo>
                    <a:lnTo>
                      <a:pt x="219" y="4"/>
                    </a:lnTo>
                    <a:lnTo>
                      <a:pt x="192" y="7"/>
                    </a:lnTo>
                    <a:lnTo>
                      <a:pt x="167" y="12"/>
                    </a:lnTo>
                    <a:lnTo>
                      <a:pt x="141" y="17"/>
                    </a:lnTo>
                    <a:lnTo>
                      <a:pt x="116" y="25"/>
                    </a:lnTo>
                    <a:lnTo>
                      <a:pt x="91" y="35"/>
                    </a:lnTo>
                    <a:lnTo>
                      <a:pt x="67" y="45"/>
                    </a:lnTo>
                    <a:lnTo>
                      <a:pt x="47" y="58"/>
                    </a:lnTo>
                    <a:lnTo>
                      <a:pt x="29" y="73"/>
                    </a:lnTo>
                    <a:lnTo>
                      <a:pt x="16" y="91"/>
                    </a:lnTo>
                    <a:lnTo>
                      <a:pt x="6" y="109"/>
                    </a:lnTo>
                    <a:lnTo>
                      <a:pt x="0" y="131"/>
                    </a:lnTo>
                    <a:lnTo>
                      <a:pt x="0" y="137"/>
                    </a:lnTo>
                    <a:lnTo>
                      <a:pt x="1" y="144"/>
                    </a:lnTo>
                    <a:lnTo>
                      <a:pt x="3" y="152"/>
                    </a:lnTo>
                    <a:lnTo>
                      <a:pt x="4" y="162"/>
                    </a:lnTo>
                    <a:lnTo>
                      <a:pt x="13" y="197"/>
                    </a:lnTo>
                    <a:lnTo>
                      <a:pt x="25" y="240"/>
                    </a:lnTo>
                    <a:lnTo>
                      <a:pt x="39" y="290"/>
                    </a:lnTo>
                    <a:lnTo>
                      <a:pt x="57" y="348"/>
                    </a:lnTo>
                    <a:lnTo>
                      <a:pt x="76" y="410"/>
                    </a:lnTo>
                    <a:lnTo>
                      <a:pt x="100" y="474"/>
                    </a:lnTo>
                    <a:lnTo>
                      <a:pt x="123" y="543"/>
                    </a:lnTo>
                    <a:lnTo>
                      <a:pt x="150" y="612"/>
                    </a:lnTo>
                    <a:lnTo>
                      <a:pt x="176" y="684"/>
                    </a:lnTo>
                    <a:lnTo>
                      <a:pt x="205" y="753"/>
                    </a:lnTo>
                    <a:lnTo>
                      <a:pt x="235" y="822"/>
                    </a:lnTo>
                    <a:lnTo>
                      <a:pt x="264" y="887"/>
                    </a:lnTo>
                    <a:lnTo>
                      <a:pt x="293" y="949"/>
                    </a:lnTo>
                    <a:lnTo>
                      <a:pt x="323" y="1005"/>
                    </a:lnTo>
                    <a:lnTo>
                      <a:pt x="352" y="1055"/>
                    </a:lnTo>
                    <a:lnTo>
                      <a:pt x="381" y="1098"/>
                    </a:lnTo>
                    <a:lnTo>
                      <a:pt x="389" y="1109"/>
                    </a:lnTo>
                    <a:lnTo>
                      <a:pt x="398" y="1120"/>
                    </a:lnTo>
                    <a:lnTo>
                      <a:pt x="406" y="1130"/>
                    </a:lnTo>
                    <a:lnTo>
                      <a:pt x="414" y="1138"/>
                    </a:lnTo>
                    <a:lnTo>
                      <a:pt x="436" y="1130"/>
                    </a:lnTo>
                    <a:lnTo>
                      <a:pt x="461" y="1121"/>
                    </a:lnTo>
                    <a:lnTo>
                      <a:pt x="487" y="1111"/>
                    </a:lnTo>
                    <a:lnTo>
                      <a:pt x="517" y="1099"/>
                    </a:lnTo>
                    <a:lnTo>
                      <a:pt x="547" y="1088"/>
                    </a:lnTo>
                    <a:lnTo>
                      <a:pt x="578" y="1075"/>
                    </a:lnTo>
                    <a:lnTo>
                      <a:pt x="609" y="1062"/>
                    </a:lnTo>
                    <a:lnTo>
                      <a:pt x="640" y="1049"/>
                    </a:lnTo>
                    <a:lnTo>
                      <a:pt x="669" y="1036"/>
                    </a:lnTo>
                    <a:lnTo>
                      <a:pt x="697" y="1023"/>
                    </a:lnTo>
                    <a:lnTo>
                      <a:pt x="722" y="1012"/>
                    </a:lnTo>
                    <a:lnTo>
                      <a:pt x="744" y="999"/>
                    </a:lnTo>
                    <a:lnTo>
                      <a:pt x="762" y="987"/>
                    </a:lnTo>
                    <a:lnTo>
                      <a:pt x="775" y="977"/>
                    </a:lnTo>
                    <a:lnTo>
                      <a:pt x="785" y="967"/>
                    </a:lnTo>
                    <a:lnTo>
                      <a:pt x="788" y="959"/>
                    </a:lnTo>
                    <a:lnTo>
                      <a:pt x="756" y="915"/>
                    </a:lnTo>
                    <a:lnTo>
                      <a:pt x="722" y="868"/>
                    </a:lnTo>
                    <a:lnTo>
                      <a:pt x="687" y="813"/>
                    </a:lnTo>
                    <a:lnTo>
                      <a:pt x="650" y="755"/>
                    </a:lnTo>
                    <a:lnTo>
                      <a:pt x="612" y="693"/>
                    </a:lnTo>
                    <a:lnTo>
                      <a:pt x="575" y="627"/>
                    </a:lnTo>
                    <a:lnTo>
                      <a:pt x="537" y="561"/>
                    </a:lnTo>
                    <a:lnTo>
                      <a:pt x="500" y="492"/>
                    </a:lnTo>
                    <a:lnTo>
                      <a:pt x="467" y="423"/>
                    </a:lnTo>
                    <a:lnTo>
                      <a:pt x="433" y="354"/>
                    </a:lnTo>
                    <a:lnTo>
                      <a:pt x="404" y="287"/>
                    </a:lnTo>
                    <a:lnTo>
                      <a:pt x="376" y="223"/>
                    </a:lnTo>
                    <a:lnTo>
                      <a:pt x="352" y="161"/>
                    </a:lnTo>
                    <a:lnTo>
                      <a:pt x="333" y="102"/>
                    </a:lnTo>
                    <a:lnTo>
                      <a:pt x="318" y="49"/>
                    </a:lnTo>
                    <a:lnTo>
                      <a:pt x="310" y="2"/>
                    </a:lnTo>
                    <a:close/>
                  </a:path>
                </a:pathLst>
              </a:custGeom>
              <a:solidFill>
                <a:srgbClr val="F4FCEA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4" name="Google Shape;6264;p73"/>
              <p:cNvSpPr/>
              <p:nvPr/>
            </p:nvSpPr>
            <p:spPr>
              <a:xfrm>
                <a:off x="8264" y="4707"/>
                <a:ext cx="142" cy="312"/>
              </a:xfrm>
              <a:custGeom>
                <a:rect b="b" l="l" r="r" t="t"/>
                <a:pathLst>
                  <a:path extrusionOk="0" h="936" w="425">
                    <a:moveTo>
                      <a:pt x="48" y="0"/>
                    </a:moveTo>
                    <a:lnTo>
                      <a:pt x="48" y="2"/>
                    </a:lnTo>
                    <a:lnTo>
                      <a:pt x="48" y="5"/>
                    </a:lnTo>
                    <a:lnTo>
                      <a:pt x="47" y="11"/>
                    </a:lnTo>
                    <a:lnTo>
                      <a:pt x="44" y="19"/>
                    </a:lnTo>
                    <a:lnTo>
                      <a:pt x="39" y="35"/>
                    </a:lnTo>
                    <a:lnTo>
                      <a:pt x="32" y="55"/>
                    </a:lnTo>
                    <a:lnTo>
                      <a:pt x="20" y="82"/>
                    </a:lnTo>
                    <a:lnTo>
                      <a:pt x="6" y="117"/>
                    </a:lnTo>
                    <a:lnTo>
                      <a:pt x="0" y="141"/>
                    </a:lnTo>
                    <a:lnTo>
                      <a:pt x="0" y="177"/>
                    </a:lnTo>
                    <a:lnTo>
                      <a:pt x="4" y="220"/>
                    </a:lnTo>
                    <a:lnTo>
                      <a:pt x="13" y="271"/>
                    </a:lnTo>
                    <a:lnTo>
                      <a:pt x="26" y="325"/>
                    </a:lnTo>
                    <a:lnTo>
                      <a:pt x="41" y="386"/>
                    </a:lnTo>
                    <a:lnTo>
                      <a:pt x="58" y="446"/>
                    </a:lnTo>
                    <a:lnTo>
                      <a:pt x="78" y="509"/>
                    </a:lnTo>
                    <a:lnTo>
                      <a:pt x="98" y="570"/>
                    </a:lnTo>
                    <a:lnTo>
                      <a:pt x="119" y="628"/>
                    </a:lnTo>
                    <a:lnTo>
                      <a:pt x="138" y="683"/>
                    </a:lnTo>
                    <a:lnTo>
                      <a:pt x="157" y="733"/>
                    </a:lnTo>
                    <a:lnTo>
                      <a:pt x="174" y="775"/>
                    </a:lnTo>
                    <a:lnTo>
                      <a:pt x="189" y="808"/>
                    </a:lnTo>
                    <a:lnTo>
                      <a:pt x="201" y="831"/>
                    </a:lnTo>
                    <a:lnTo>
                      <a:pt x="210" y="843"/>
                    </a:lnTo>
                    <a:lnTo>
                      <a:pt x="223" y="853"/>
                    </a:lnTo>
                    <a:lnTo>
                      <a:pt x="239" y="861"/>
                    </a:lnTo>
                    <a:lnTo>
                      <a:pt x="258" y="873"/>
                    </a:lnTo>
                    <a:lnTo>
                      <a:pt x="282" y="883"/>
                    </a:lnTo>
                    <a:lnTo>
                      <a:pt x="310" y="896"/>
                    </a:lnTo>
                    <a:lnTo>
                      <a:pt x="342" y="907"/>
                    </a:lnTo>
                    <a:lnTo>
                      <a:pt x="380" y="922"/>
                    </a:lnTo>
                    <a:lnTo>
                      <a:pt x="425" y="936"/>
                    </a:lnTo>
                    <a:lnTo>
                      <a:pt x="396" y="893"/>
                    </a:lnTo>
                    <a:lnTo>
                      <a:pt x="367" y="843"/>
                    </a:lnTo>
                    <a:lnTo>
                      <a:pt x="337" y="787"/>
                    </a:lnTo>
                    <a:lnTo>
                      <a:pt x="308" y="725"/>
                    </a:lnTo>
                    <a:lnTo>
                      <a:pt x="279" y="660"/>
                    </a:lnTo>
                    <a:lnTo>
                      <a:pt x="249" y="591"/>
                    </a:lnTo>
                    <a:lnTo>
                      <a:pt x="220" y="522"/>
                    </a:lnTo>
                    <a:lnTo>
                      <a:pt x="194" y="450"/>
                    </a:lnTo>
                    <a:lnTo>
                      <a:pt x="167" y="381"/>
                    </a:lnTo>
                    <a:lnTo>
                      <a:pt x="144" y="312"/>
                    </a:lnTo>
                    <a:lnTo>
                      <a:pt x="120" y="248"/>
                    </a:lnTo>
                    <a:lnTo>
                      <a:pt x="101" y="186"/>
                    </a:lnTo>
                    <a:lnTo>
                      <a:pt x="83" y="128"/>
                    </a:lnTo>
                    <a:lnTo>
                      <a:pt x="69" y="78"/>
                    </a:lnTo>
                    <a:lnTo>
                      <a:pt x="57" y="35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CCEF72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5" name="Google Shape;6265;p73"/>
              <p:cNvSpPr/>
              <p:nvPr/>
            </p:nvSpPr>
            <p:spPr>
              <a:xfrm>
                <a:off x="8310" y="4696"/>
                <a:ext cx="64" cy="69"/>
              </a:xfrm>
              <a:custGeom>
                <a:rect b="b" l="l" r="r" t="t"/>
                <a:pathLst>
                  <a:path extrusionOk="0" h="208" w="192">
                    <a:moveTo>
                      <a:pt x="26" y="11"/>
                    </a:moveTo>
                    <a:lnTo>
                      <a:pt x="13" y="24"/>
                    </a:lnTo>
                    <a:lnTo>
                      <a:pt x="4" y="43"/>
                    </a:lnTo>
                    <a:lnTo>
                      <a:pt x="0" y="67"/>
                    </a:lnTo>
                    <a:lnTo>
                      <a:pt x="0" y="93"/>
                    </a:lnTo>
                    <a:lnTo>
                      <a:pt x="3" y="120"/>
                    </a:lnTo>
                    <a:lnTo>
                      <a:pt x="10" y="148"/>
                    </a:lnTo>
                    <a:lnTo>
                      <a:pt x="20" y="171"/>
                    </a:lnTo>
                    <a:lnTo>
                      <a:pt x="35" y="189"/>
                    </a:lnTo>
                    <a:lnTo>
                      <a:pt x="51" y="201"/>
                    </a:lnTo>
                    <a:lnTo>
                      <a:pt x="70" y="206"/>
                    </a:lnTo>
                    <a:lnTo>
                      <a:pt x="91" y="208"/>
                    </a:lnTo>
                    <a:lnTo>
                      <a:pt x="111" y="204"/>
                    </a:lnTo>
                    <a:lnTo>
                      <a:pt x="130" y="196"/>
                    </a:lnTo>
                    <a:lnTo>
                      <a:pt x="148" y="186"/>
                    </a:lnTo>
                    <a:lnTo>
                      <a:pt x="163" y="176"/>
                    </a:lnTo>
                    <a:lnTo>
                      <a:pt x="174" y="163"/>
                    </a:lnTo>
                    <a:lnTo>
                      <a:pt x="189" y="130"/>
                    </a:lnTo>
                    <a:lnTo>
                      <a:pt x="192" y="89"/>
                    </a:lnTo>
                    <a:lnTo>
                      <a:pt x="185" y="50"/>
                    </a:lnTo>
                    <a:lnTo>
                      <a:pt x="166" y="27"/>
                    </a:lnTo>
                    <a:lnTo>
                      <a:pt x="152" y="21"/>
                    </a:lnTo>
                    <a:lnTo>
                      <a:pt x="138" y="14"/>
                    </a:lnTo>
                    <a:lnTo>
                      <a:pt x="122" y="8"/>
                    </a:lnTo>
                    <a:lnTo>
                      <a:pt x="104" y="2"/>
                    </a:lnTo>
                    <a:lnTo>
                      <a:pt x="85" y="0"/>
                    </a:lnTo>
                    <a:lnTo>
                      <a:pt x="66" y="0"/>
                    </a:lnTo>
                    <a:lnTo>
                      <a:pt x="47" y="2"/>
                    </a:lnTo>
                    <a:lnTo>
                      <a:pt x="26" y="11"/>
                    </a:lnTo>
                    <a:close/>
                  </a:path>
                </a:pathLst>
              </a:custGeom>
              <a:solidFill>
                <a:srgbClr val="CCEF72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6" name="Google Shape;6266;p73"/>
              <p:cNvSpPr/>
              <p:nvPr/>
            </p:nvSpPr>
            <p:spPr>
              <a:xfrm>
                <a:off x="8406" y="4895"/>
                <a:ext cx="82" cy="84"/>
              </a:xfrm>
              <a:custGeom>
                <a:rect b="b" l="l" r="r" t="t"/>
                <a:pathLst>
                  <a:path extrusionOk="0" h="251" w="247">
                    <a:moveTo>
                      <a:pt x="33" y="29"/>
                    </a:moveTo>
                    <a:lnTo>
                      <a:pt x="21" y="44"/>
                    </a:lnTo>
                    <a:lnTo>
                      <a:pt x="12" y="60"/>
                    </a:lnTo>
                    <a:lnTo>
                      <a:pt x="5" y="79"/>
                    </a:lnTo>
                    <a:lnTo>
                      <a:pt x="0" y="97"/>
                    </a:lnTo>
                    <a:lnTo>
                      <a:pt x="0" y="116"/>
                    </a:lnTo>
                    <a:lnTo>
                      <a:pt x="5" y="135"/>
                    </a:lnTo>
                    <a:lnTo>
                      <a:pt x="12" y="152"/>
                    </a:lnTo>
                    <a:lnTo>
                      <a:pt x="25" y="169"/>
                    </a:lnTo>
                    <a:lnTo>
                      <a:pt x="42" y="187"/>
                    </a:lnTo>
                    <a:lnTo>
                      <a:pt x="58" y="202"/>
                    </a:lnTo>
                    <a:lnTo>
                      <a:pt x="77" y="220"/>
                    </a:lnTo>
                    <a:lnTo>
                      <a:pt x="96" y="233"/>
                    </a:lnTo>
                    <a:lnTo>
                      <a:pt x="114" y="244"/>
                    </a:lnTo>
                    <a:lnTo>
                      <a:pt x="133" y="251"/>
                    </a:lnTo>
                    <a:lnTo>
                      <a:pt x="149" y="251"/>
                    </a:lnTo>
                    <a:lnTo>
                      <a:pt x="165" y="246"/>
                    </a:lnTo>
                    <a:lnTo>
                      <a:pt x="180" y="237"/>
                    </a:lnTo>
                    <a:lnTo>
                      <a:pt x="196" y="228"/>
                    </a:lnTo>
                    <a:lnTo>
                      <a:pt x="209" y="220"/>
                    </a:lnTo>
                    <a:lnTo>
                      <a:pt x="222" y="212"/>
                    </a:lnTo>
                    <a:lnTo>
                      <a:pt x="232" y="202"/>
                    </a:lnTo>
                    <a:lnTo>
                      <a:pt x="240" y="191"/>
                    </a:lnTo>
                    <a:lnTo>
                      <a:pt x="246" y="178"/>
                    </a:lnTo>
                    <a:lnTo>
                      <a:pt x="247" y="162"/>
                    </a:lnTo>
                    <a:lnTo>
                      <a:pt x="244" y="142"/>
                    </a:lnTo>
                    <a:lnTo>
                      <a:pt x="238" y="120"/>
                    </a:lnTo>
                    <a:lnTo>
                      <a:pt x="228" y="96"/>
                    </a:lnTo>
                    <a:lnTo>
                      <a:pt x="215" y="72"/>
                    </a:lnTo>
                    <a:lnTo>
                      <a:pt x="200" y="50"/>
                    </a:lnTo>
                    <a:lnTo>
                      <a:pt x="184" y="30"/>
                    </a:lnTo>
                    <a:lnTo>
                      <a:pt x="165" y="16"/>
                    </a:lnTo>
                    <a:lnTo>
                      <a:pt x="147" y="7"/>
                    </a:lnTo>
                    <a:lnTo>
                      <a:pt x="130" y="3"/>
                    </a:lnTo>
                    <a:lnTo>
                      <a:pt x="112" y="0"/>
                    </a:lnTo>
                    <a:lnTo>
                      <a:pt x="94" y="1"/>
                    </a:lnTo>
                    <a:lnTo>
                      <a:pt x="80" y="3"/>
                    </a:lnTo>
                    <a:lnTo>
                      <a:pt x="65" y="7"/>
                    </a:lnTo>
                    <a:lnTo>
                      <a:pt x="52" y="13"/>
                    </a:lnTo>
                    <a:lnTo>
                      <a:pt x="42" y="20"/>
                    </a:lnTo>
                    <a:lnTo>
                      <a:pt x="33" y="29"/>
                    </a:lnTo>
                    <a:close/>
                  </a:path>
                </a:pathLst>
              </a:custGeom>
              <a:solidFill>
                <a:srgbClr val="CCEF72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7" name="Google Shape;6267;p73"/>
              <p:cNvSpPr/>
              <p:nvPr/>
            </p:nvSpPr>
            <p:spPr>
              <a:xfrm>
                <a:off x="8313" y="4687"/>
                <a:ext cx="75" cy="80"/>
              </a:xfrm>
              <a:custGeom>
                <a:rect b="b" l="l" r="r" t="t"/>
                <a:pathLst>
                  <a:path extrusionOk="0" h="240" w="226">
                    <a:moveTo>
                      <a:pt x="125" y="6"/>
                    </a:moveTo>
                    <a:lnTo>
                      <a:pt x="115" y="3"/>
                    </a:lnTo>
                    <a:lnTo>
                      <a:pt x="104" y="0"/>
                    </a:lnTo>
                    <a:lnTo>
                      <a:pt x="93" y="0"/>
                    </a:lnTo>
                    <a:lnTo>
                      <a:pt x="79" y="0"/>
                    </a:lnTo>
                    <a:lnTo>
                      <a:pt x="66" y="2"/>
                    </a:lnTo>
                    <a:lnTo>
                      <a:pt x="54" y="6"/>
                    </a:lnTo>
                    <a:lnTo>
                      <a:pt x="43" y="12"/>
                    </a:lnTo>
                    <a:lnTo>
                      <a:pt x="32" y="19"/>
                    </a:lnTo>
                    <a:lnTo>
                      <a:pt x="16" y="37"/>
                    </a:lnTo>
                    <a:lnTo>
                      <a:pt x="6" y="58"/>
                    </a:lnTo>
                    <a:lnTo>
                      <a:pt x="0" y="79"/>
                    </a:lnTo>
                    <a:lnTo>
                      <a:pt x="0" y="101"/>
                    </a:lnTo>
                    <a:lnTo>
                      <a:pt x="2" y="124"/>
                    </a:lnTo>
                    <a:lnTo>
                      <a:pt x="7" y="145"/>
                    </a:lnTo>
                    <a:lnTo>
                      <a:pt x="15" y="168"/>
                    </a:lnTo>
                    <a:lnTo>
                      <a:pt x="24" y="188"/>
                    </a:lnTo>
                    <a:lnTo>
                      <a:pt x="32" y="201"/>
                    </a:lnTo>
                    <a:lnTo>
                      <a:pt x="43" y="213"/>
                    </a:lnTo>
                    <a:lnTo>
                      <a:pt x="56" y="223"/>
                    </a:lnTo>
                    <a:lnTo>
                      <a:pt x="69" y="231"/>
                    </a:lnTo>
                    <a:lnTo>
                      <a:pt x="84" y="237"/>
                    </a:lnTo>
                    <a:lnTo>
                      <a:pt x="98" y="240"/>
                    </a:lnTo>
                    <a:lnTo>
                      <a:pt x="113" y="240"/>
                    </a:lnTo>
                    <a:lnTo>
                      <a:pt x="129" y="237"/>
                    </a:lnTo>
                    <a:lnTo>
                      <a:pt x="151" y="229"/>
                    </a:lnTo>
                    <a:lnTo>
                      <a:pt x="172" y="219"/>
                    </a:lnTo>
                    <a:lnTo>
                      <a:pt x="189" y="204"/>
                    </a:lnTo>
                    <a:lnTo>
                      <a:pt x="206" y="188"/>
                    </a:lnTo>
                    <a:lnTo>
                      <a:pt x="216" y="171"/>
                    </a:lnTo>
                    <a:lnTo>
                      <a:pt x="223" y="152"/>
                    </a:lnTo>
                    <a:lnTo>
                      <a:pt x="226" y="131"/>
                    </a:lnTo>
                    <a:lnTo>
                      <a:pt x="223" y="109"/>
                    </a:lnTo>
                    <a:lnTo>
                      <a:pt x="222" y="104"/>
                    </a:lnTo>
                    <a:lnTo>
                      <a:pt x="219" y="98"/>
                    </a:lnTo>
                    <a:lnTo>
                      <a:pt x="213" y="95"/>
                    </a:lnTo>
                    <a:lnTo>
                      <a:pt x="207" y="95"/>
                    </a:lnTo>
                    <a:lnTo>
                      <a:pt x="201" y="96"/>
                    </a:lnTo>
                    <a:lnTo>
                      <a:pt x="197" y="99"/>
                    </a:lnTo>
                    <a:lnTo>
                      <a:pt x="194" y="105"/>
                    </a:lnTo>
                    <a:lnTo>
                      <a:pt x="192" y="111"/>
                    </a:lnTo>
                    <a:lnTo>
                      <a:pt x="191" y="127"/>
                    </a:lnTo>
                    <a:lnTo>
                      <a:pt x="188" y="142"/>
                    </a:lnTo>
                    <a:lnTo>
                      <a:pt x="182" y="158"/>
                    </a:lnTo>
                    <a:lnTo>
                      <a:pt x="173" y="171"/>
                    </a:lnTo>
                    <a:lnTo>
                      <a:pt x="162" y="183"/>
                    </a:lnTo>
                    <a:lnTo>
                      <a:pt x="147" y="191"/>
                    </a:lnTo>
                    <a:lnTo>
                      <a:pt x="131" y="197"/>
                    </a:lnTo>
                    <a:lnTo>
                      <a:pt x="110" y="200"/>
                    </a:lnTo>
                    <a:lnTo>
                      <a:pt x="90" y="197"/>
                    </a:lnTo>
                    <a:lnTo>
                      <a:pt x="74" y="190"/>
                    </a:lnTo>
                    <a:lnTo>
                      <a:pt x="60" y="177"/>
                    </a:lnTo>
                    <a:lnTo>
                      <a:pt x="51" y="161"/>
                    </a:lnTo>
                    <a:lnTo>
                      <a:pt x="44" y="144"/>
                    </a:lnTo>
                    <a:lnTo>
                      <a:pt x="38" y="124"/>
                    </a:lnTo>
                    <a:lnTo>
                      <a:pt x="34" y="105"/>
                    </a:lnTo>
                    <a:lnTo>
                      <a:pt x="32" y="86"/>
                    </a:lnTo>
                    <a:lnTo>
                      <a:pt x="32" y="76"/>
                    </a:lnTo>
                    <a:lnTo>
                      <a:pt x="35" y="66"/>
                    </a:lnTo>
                    <a:lnTo>
                      <a:pt x="41" y="56"/>
                    </a:lnTo>
                    <a:lnTo>
                      <a:pt x="47" y="46"/>
                    </a:lnTo>
                    <a:lnTo>
                      <a:pt x="54" y="39"/>
                    </a:lnTo>
                    <a:lnTo>
                      <a:pt x="63" y="32"/>
                    </a:lnTo>
                    <a:lnTo>
                      <a:pt x="74" y="26"/>
                    </a:lnTo>
                    <a:lnTo>
                      <a:pt x="84" y="25"/>
                    </a:lnTo>
                    <a:lnTo>
                      <a:pt x="87" y="25"/>
                    </a:lnTo>
                    <a:lnTo>
                      <a:pt x="94" y="23"/>
                    </a:lnTo>
                    <a:lnTo>
                      <a:pt x="106" y="25"/>
                    </a:lnTo>
                    <a:lnTo>
                      <a:pt x="119" y="26"/>
                    </a:lnTo>
                    <a:lnTo>
                      <a:pt x="126" y="25"/>
                    </a:lnTo>
                    <a:lnTo>
                      <a:pt x="131" y="19"/>
                    </a:lnTo>
                    <a:lnTo>
                      <a:pt x="129" y="12"/>
                    </a:lnTo>
                    <a:lnTo>
                      <a:pt x="125" y="6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8" name="Google Shape;6268;p73"/>
              <p:cNvSpPr/>
              <p:nvPr/>
            </p:nvSpPr>
            <p:spPr>
              <a:xfrm>
                <a:off x="8412" y="4892"/>
                <a:ext cx="93" cy="90"/>
              </a:xfrm>
              <a:custGeom>
                <a:rect b="b" l="l" r="r" t="t"/>
                <a:pathLst>
                  <a:path extrusionOk="0" h="270" w="279">
                    <a:moveTo>
                      <a:pt x="75" y="3"/>
                    </a:moveTo>
                    <a:lnTo>
                      <a:pt x="60" y="8"/>
                    </a:lnTo>
                    <a:lnTo>
                      <a:pt x="47" y="17"/>
                    </a:lnTo>
                    <a:lnTo>
                      <a:pt x="34" y="27"/>
                    </a:lnTo>
                    <a:lnTo>
                      <a:pt x="24" y="39"/>
                    </a:lnTo>
                    <a:lnTo>
                      <a:pt x="15" y="50"/>
                    </a:lnTo>
                    <a:lnTo>
                      <a:pt x="7" y="64"/>
                    </a:lnTo>
                    <a:lnTo>
                      <a:pt x="3" y="80"/>
                    </a:lnTo>
                    <a:lnTo>
                      <a:pt x="0" y="96"/>
                    </a:lnTo>
                    <a:lnTo>
                      <a:pt x="0" y="112"/>
                    </a:lnTo>
                    <a:lnTo>
                      <a:pt x="2" y="129"/>
                    </a:lnTo>
                    <a:lnTo>
                      <a:pt x="6" y="145"/>
                    </a:lnTo>
                    <a:lnTo>
                      <a:pt x="12" y="161"/>
                    </a:lnTo>
                    <a:lnTo>
                      <a:pt x="18" y="175"/>
                    </a:lnTo>
                    <a:lnTo>
                      <a:pt x="27" y="189"/>
                    </a:lnTo>
                    <a:lnTo>
                      <a:pt x="37" y="204"/>
                    </a:lnTo>
                    <a:lnTo>
                      <a:pt x="49" y="217"/>
                    </a:lnTo>
                    <a:lnTo>
                      <a:pt x="65" y="231"/>
                    </a:lnTo>
                    <a:lnTo>
                      <a:pt x="82" y="244"/>
                    </a:lnTo>
                    <a:lnTo>
                      <a:pt x="101" y="257"/>
                    </a:lnTo>
                    <a:lnTo>
                      <a:pt x="122" y="266"/>
                    </a:lnTo>
                    <a:lnTo>
                      <a:pt x="142" y="270"/>
                    </a:lnTo>
                    <a:lnTo>
                      <a:pt x="165" y="270"/>
                    </a:lnTo>
                    <a:lnTo>
                      <a:pt x="185" y="263"/>
                    </a:lnTo>
                    <a:lnTo>
                      <a:pt x="206" y="250"/>
                    </a:lnTo>
                    <a:lnTo>
                      <a:pt x="219" y="240"/>
                    </a:lnTo>
                    <a:lnTo>
                      <a:pt x="232" y="228"/>
                    </a:lnTo>
                    <a:lnTo>
                      <a:pt x="244" y="215"/>
                    </a:lnTo>
                    <a:lnTo>
                      <a:pt x="254" y="202"/>
                    </a:lnTo>
                    <a:lnTo>
                      <a:pt x="263" y="188"/>
                    </a:lnTo>
                    <a:lnTo>
                      <a:pt x="270" y="174"/>
                    </a:lnTo>
                    <a:lnTo>
                      <a:pt x="276" y="158"/>
                    </a:lnTo>
                    <a:lnTo>
                      <a:pt x="279" y="141"/>
                    </a:lnTo>
                    <a:lnTo>
                      <a:pt x="279" y="133"/>
                    </a:lnTo>
                    <a:lnTo>
                      <a:pt x="278" y="126"/>
                    </a:lnTo>
                    <a:lnTo>
                      <a:pt x="273" y="120"/>
                    </a:lnTo>
                    <a:lnTo>
                      <a:pt x="266" y="116"/>
                    </a:lnTo>
                    <a:lnTo>
                      <a:pt x="258" y="116"/>
                    </a:lnTo>
                    <a:lnTo>
                      <a:pt x="251" y="118"/>
                    </a:lnTo>
                    <a:lnTo>
                      <a:pt x="245" y="122"/>
                    </a:lnTo>
                    <a:lnTo>
                      <a:pt x="241" y="129"/>
                    </a:lnTo>
                    <a:lnTo>
                      <a:pt x="241" y="132"/>
                    </a:lnTo>
                    <a:lnTo>
                      <a:pt x="238" y="139"/>
                    </a:lnTo>
                    <a:lnTo>
                      <a:pt x="235" y="151"/>
                    </a:lnTo>
                    <a:lnTo>
                      <a:pt x="229" y="164"/>
                    </a:lnTo>
                    <a:lnTo>
                      <a:pt x="220" y="176"/>
                    </a:lnTo>
                    <a:lnTo>
                      <a:pt x="210" y="191"/>
                    </a:lnTo>
                    <a:lnTo>
                      <a:pt x="198" y="201"/>
                    </a:lnTo>
                    <a:lnTo>
                      <a:pt x="182" y="210"/>
                    </a:lnTo>
                    <a:lnTo>
                      <a:pt x="154" y="211"/>
                    </a:lnTo>
                    <a:lnTo>
                      <a:pt x="126" y="207"/>
                    </a:lnTo>
                    <a:lnTo>
                      <a:pt x="100" y="197"/>
                    </a:lnTo>
                    <a:lnTo>
                      <a:pt x="78" y="181"/>
                    </a:lnTo>
                    <a:lnTo>
                      <a:pt x="59" y="162"/>
                    </a:lnTo>
                    <a:lnTo>
                      <a:pt x="46" y="139"/>
                    </a:lnTo>
                    <a:lnTo>
                      <a:pt x="40" y="113"/>
                    </a:lnTo>
                    <a:lnTo>
                      <a:pt x="40" y="86"/>
                    </a:lnTo>
                    <a:lnTo>
                      <a:pt x="44" y="73"/>
                    </a:lnTo>
                    <a:lnTo>
                      <a:pt x="50" y="62"/>
                    </a:lnTo>
                    <a:lnTo>
                      <a:pt x="60" y="50"/>
                    </a:lnTo>
                    <a:lnTo>
                      <a:pt x="71" y="39"/>
                    </a:lnTo>
                    <a:lnTo>
                      <a:pt x="81" y="30"/>
                    </a:lnTo>
                    <a:lnTo>
                      <a:pt x="93" y="21"/>
                    </a:lnTo>
                    <a:lnTo>
                      <a:pt x="103" y="16"/>
                    </a:lnTo>
                    <a:lnTo>
                      <a:pt x="112" y="11"/>
                    </a:lnTo>
                    <a:lnTo>
                      <a:pt x="109" y="4"/>
                    </a:lnTo>
                    <a:lnTo>
                      <a:pt x="100" y="0"/>
                    </a:lnTo>
                    <a:lnTo>
                      <a:pt x="88" y="0"/>
                    </a:lnTo>
                    <a:lnTo>
                      <a:pt x="75" y="3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9" name="Google Shape;6269;p73"/>
              <p:cNvSpPr/>
              <p:nvPr/>
            </p:nvSpPr>
            <p:spPr>
              <a:xfrm>
                <a:off x="8347" y="4786"/>
                <a:ext cx="24" cy="25"/>
              </a:xfrm>
              <a:custGeom>
                <a:rect b="b" l="l" r="r" t="t"/>
                <a:pathLst>
                  <a:path extrusionOk="0" h="75" w="72">
                    <a:moveTo>
                      <a:pt x="7" y="65"/>
                    </a:moveTo>
                    <a:lnTo>
                      <a:pt x="15" y="72"/>
                    </a:lnTo>
                    <a:lnTo>
                      <a:pt x="25" y="75"/>
                    </a:lnTo>
                    <a:lnTo>
                      <a:pt x="32" y="75"/>
                    </a:lnTo>
                    <a:lnTo>
                      <a:pt x="37" y="73"/>
                    </a:lnTo>
                    <a:lnTo>
                      <a:pt x="39" y="72"/>
                    </a:lnTo>
                    <a:lnTo>
                      <a:pt x="47" y="71"/>
                    </a:lnTo>
                    <a:lnTo>
                      <a:pt x="56" y="66"/>
                    </a:lnTo>
                    <a:lnTo>
                      <a:pt x="64" y="60"/>
                    </a:lnTo>
                    <a:lnTo>
                      <a:pt x="69" y="56"/>
                    </a:lnTo>
                    <a:lnTo>
                      <a:pt x="72" y="52"/>
                    </a:lnTo>
                    <a:lnTo>
                      <a:pt x="72" y="49"/>
                    </a:lnTo>
                    <a:lnTo>
                      <a:pt x="70" y="45"/>
                    </a:lnTo>
                    <a:lnTo>
                      <a:pt x="67" y="40"/>
                    </a:lnTo>
                    <a:lnTo>
                      <a:pt x="63" y="39"/>
                    </a:lnTo>
                    <a:lnTo>
                      <a:pt x="59" y="38"/>
                    </a:lnTo>
                    <a:lnTo>
                      <a:pt x="54" y="39"/>
                    </a:lnTo>
                    <a:lnTo>
                      <a:pt x="48" y="42"/>
                    </a:lnTo>
                    <a:lnTo>
                      <a:pt x="39" y="46"/>
                    </a:lnTo>
                    <a:lnTo>
                      <a:pt x="32" y="50"/>
                    </a:lnTo>
                    <a:lnTo>
                      <a:pt x="29" y="52"/>
                    </a:lnTo>
                    <a:lnTo>
                      <a:pt x="26" y="43"/>
                    </a:lnTo>
                    <a:lnTo>
                      <a:pt x="20" y="25"/>
                    </a:lnTo>
                    <a:lnTo>
                      <a:pt x="12" y="7"/>
                    </a:lnTo>
                    <a:lnTo>
                      <a:pt x="1" y="0"/>
                    </a:lnTo>
                    <a:lnTo>
                      <a:pt x="0" y="17"/>
                    </a:lnTo>
                    <a:lnTo>
                      <a:pt x="3" y="39"/>
                    </a:lnTo>
                    <a:lnTo>
                      <a:pt x="6" y="58"/>
                    </a:lnTo>
                    <a:lnTo>
                      <a:pt x="7" y="65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0" name="Google Shape;6270;p73"/>
              <p:cNvSpPr/>
              <p:nvPr/>
            </p:nvSpPr>
            <p:spPr>
              <a:xfrm>
                <a:off x="8370" y="4780"/>
                <a:ext cx="23" cy="20"/>
              </a:xfrm>
              <a:custGeom>
                <a:rect b="b" l="l" r="r" t="t"/>
                <a:pathLst>
                  <a:path extrusionOk="0" h="59" w="70">
                    <a:moveTo>
                      <a:pt x="15" y="53"/>
                    </a:moveTo>
                    <a:lnTo>
                      <a:pt x="16" y="55"/>
                    </a:lnTo>
                    <a:lnTo>
                      <a:pt x="20" y="57"/>
                    </a:lnTo>
                    <a:lnTo>
                      <a:pt x="25" y="59"/>
                    </a:lnTo>
                    <a:lnTo>
                      <a:pt x="26" y="59"/>
                    </a:lnTo>
                    <a:lnTo>
                      <a:pt x="35" y="59"/>
                    </a:lnTo>
                    <a:lnTo>
                      <a:pt x="45" y="56"/>
                    </a:lnTo>
                    <a:lnTo>
                      <a:pt x="54" y="55"/>
                    </a:lnTo>
                    <a:lnTo>
                      <a:pt x="63" y="50"/>
                    </a:lnTo>
                    <a:lnTo>
                      <a:pt x="66" y="47"/>
                    </a:lnTo>
                    <a:lnTo>
                      <a:pt x="69" y="44"/>
                    </a:lnTo>
                    <a:lnTo>
                      <a:pt x="70" y="40"/>
                    </a:lnTo>
                    <a:lnTo>
                      <a:pt x="69" y="37"/>
                    </a:lnTo>
                    <a:lnTo>
                      <a:pt x="56" y="32"/>
                    </a:lnTo>
                    <a:lnTo>
                      <a:pt x="42" y="33"/>
                    </a:lnTo>
                    <a:lnTo>
                      <a:pt x="32" y="37"/>
                    </a:lnTo>
                    <a:lnTo>
                      <a:pt x="28" y="40"/>
                    </a:lnTo>
                    <a:lnTo>
                      <a:pt x="20" y="30"/>
                    </a:lnTo>
                    <a:lnTo>
                      <a:pt x="16" y="14"/>
                    </a:lnTo>
                    <a:lnTo>
                      <a:pt x="10" y="3"/>
                    </a:lnTo>
                    <a:lnTo>
                      <a:pt x="3" y="0"/>
                    </a:lnTo>
                    <a:lnTo>
                      <a:pt x="0" y="19"/>
                    </a:lnTo>
                    <a:lnTo>
                      <a:pt x="4" y="36"/>
                    </a:lnTo>
                    <a:lnTo>
                      <a:pt x="12" y="49"/>
                    </a:lnTo>
                    <a:lnTo>
                      <a:pt x="15" y="53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1" name="Google Shape;6271;p73"/>
              <p:cNvSpPr/>
              <p:nvPr/>
            </p:nvSpPr>
            <p:spPr>
              <a:xfrm>
                <a:off x="8390" y="4771"/>
                <a:ext cx="22" cy="20"/>
              </a:xfrm>
              <a:custGeom>
                <a:rect b="b" l="l" r="r" t="t"/>
                <a:pathLst>
                  <a:path extrusionOk="0" h="60" w="65">
                    <a:moveTo>
                      <a:pt x="4" y="46"/>
                    </a:moveTo>
                    <a:lnTo>
                      <a:pt x="9" y="56"/>
                    </a:lnTo>
                    <a:lnTo>
                      <a:pt x="21" y="60"/>
                    </a:lnTo>
                    <a:lnTo>
                      <a:pt x="31" y="60"/>
                    </a:lnTo>
                    <a:lnTo>
                      <a:pt x="35" y="60"/>
                    </a:lnTo>
                    <a:lnTo>
                      <a:pt x="44" y="57"/>
                    </a:lnTo>
                    <a:lnTo>
                      <a:pt x="54" y="51"/>
                    </a:lnTo>
                    <a:lnTo>
                      <a:pt x="62" y="46"/>
                    </a:lnTo>
                    <a:lnTo>
                      <a:pt x="65" y="40"/>
                    </a:lnTo>
                    <a:lnTo>
                      <a:pt x="63" y="36"/>
                    </a:lnTo>
                    <a:lnTo>
                      <a:pt x="60" y="34"/>
                    </a:lnTo>
                    <a:lnTo>
                      <a:pt x="56" y="33"/>
                    </a:lnTo>
                    <a:lnTo>
                      <a:pt x="51" y="33"/>
                    </a:lnTo>
                    <a:lnTo>
                      <a:pt x="26" y="37"/>
                    </a:lnTo>
                    <a:lnTo>
                      <a:pt x="24" y="30"/>
                    </a:lnTo>
                    <a:lnTo>
                      <a:pt x="18" y="15"/>
                    </a:lnTo>
                    <a:lnTo>
                      <a:pt x="9" y="2"/>
                    </a:lnTo>
                    <a:lnTo>
                      <a:pt x="0" y="0"/>
                    </a:lnTo>
                    <a:lnTo>
                      <a:pt x="0" y="14"/>
                    </a:lnTo>
                    <a:lnTo>
                      <a:pt x="2" y="30"/>
                    </a:lnTo>
                    <a:lnTo>
                      <a:pt x="3" y="41"/>
                    </a:lnTo>
                    <a:lnTo>
                      <a:pt x="4" y="46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2" name="Google Shape;6272;p73"/>
              <p:cNvSpPr/>
              <p:nvPr/>
            </p:nvSpPr>
            <p:spPr>
              <a:xfrm>
                <a:off x="8362" y="4825"/>
                <a:ext cx="23" cy="16"/>
              </a:xfrm>
              <a:custGeom>
                <a:rect b="b" l="l" r="r" t="t"/>
                <a:pathLst>
                  <a:path extrusionOk="0" h="47" w="69">
                    <a:moveTo>
                      <a:pt x="9" y="46"/>
                    </a:moveTo>
                    <a:lnTo>
                      <a:pt x="12" y="47"/>
                    </a:lnTo>
                    <a:lnTo>
                      <a:pt x="16" y="47"/>
                    </a:lnTo>
                    <a:lnTo>
                      <a:pt x="22" y="47"/>
                    </a:lnTo>
                    <a:lnTo>
                      <a:pt x="23" y="47"/>
                    </a:lnTo>
                    <a:lnTo>
                      <a:pt x="31" y="46"/>
                    </a:lnTo>
                    <a:lnTo>
                      <a:pt x="40" y="45"/>
                    </a:lnTo>
                    <a:lnTo>
                      <a:pt x="48" y="42"/>
                    </a:lnTo>
                    <a:lnTo>
                      <a:pt x="56" y="37"/>
                    </a:lnTo>
                    <a:lnTo>
                      <a:pt x="63" y="34"/>
                    </a:lnTo>
                    <a:lnTo>
                      <a:pt x="67" y="30"/>
                    </a:lnTo>
                    <a:lnTo>
                      <a:pt x="69" y="26"/>
                    </a:lnTo>
                    <a:lnTo>
                      <a:pt x="66" y="20"/>
                    </a:lnTo>
                    <a:lnTo>
                      <a:pt x="62" y="17"/>
                    </a:lnTo>
                    <a:lnTo>
                      <a:pt x="56" y="17"/>
                    </a:lnTo>
                    <a:lnTo>
                      <a:pt x="48" y="17"/>
                    </a:lnTo>
                    <a:lnTo>
                      <a:pt x="40" y="19"/>
                    </a:lnTo>
                    <a:lnTo>
                      <a:pt x="32" y="22"/>
                    </a:lnTo>
                    <a:lnTo>
                      <a:pt x="26" y="23"/>
                    </a:lnTo>
                    <a:lnTo>
                      <a:pt x="22" y="26"/>
                    </a:lnTo>
                    <a:lnTo>
                      <a:pt x="20" y="26"/>
                    </a:lnTo>
                    <a:lnTo>
                      <a:pt x="19" y="22"/>
                    </a:lnTo>
                    <a:lnTo>
                      <a:pt x="16" y="14"/>
                    </a:lnTo>
                    <a:lnTo>
                      <a:pt x="12" y="7"/>
                    </a:lnTo>
                    <a:lnTo>
                      <a:pt x="10" y="4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0" y="11"/>
                    </a:lnTo>
                    <a:lnTo>
                      <a:pt x="3" y="26"/>
                    </a:lnTo>
                    <a:lnTo>
                      <a:pt x="7" y="40"/>
                    </a:lnTo>
                    <a:lnTo>
                      <a:pt x="9" y="46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3" name="Google Shape;6273;p73"/>
              <p:cNvSpPr/>
              <p:nvPr/>
            </p:nvSpPr>
            <p:spPr>
              <a:xfrm>
                <a:off x="8390" y="4813"/>
                <a:ext cx="20" cy="20"/>
              </a:xfrm>
              <a:custGeom>
                <a:rect b="b" l="l" r="r" t="t"/>
                <a:pathLst>
                  <a:path extrusionOk="0" h="58" w="60">
                    <a:moveTo>
                      <a:pt x="13" y="52"/>
                    </a:moveTo>
                    <a:lnTo>
                      <a:pt x="20" y="55"/>
                    </a:lnTo>
                    <a:lnTo>
                      <a:pt x="32" y="58"/>
                    </a:lnTo>
                    <a:lnTo>
                      <a:pt x="45" y="56"/>
                    </a:lnTo>
                    <a:lnTo>
                      <a:pt x="55" y="50"/>
                    </a:lnTo>
                    <a:lnTo>
                      <a:pt x="58" y="49"/>
                    </a:lnTo>
                    <a:lnTo>
                      <a:pt x="60" y="46"/>
                    </a:lnTo>
                    <a:lnTo>
                      <a:pt x="60" y="42"/>
                    </a:lnTo>
                    <a:lnTo>
                      <a:pt x="60" y="39"/>
                    </a:lnTo>
                    <a:lnTo>
                      <a:pt x="58" y="36"/>
                    </a:lnTo>
                    <a:lnTo>
                      <a:pt x="54" y="33"/>
                    </a:lnTo>
                    <a:lnTo>
                      <a:pt x="49" y="32"/>
                    </a:lnTo>
                    <a:lnTo>
                      <a:pt x="45" y="32"/>
                    </a:lnTo>
                    <a:lnTo>
                      <a:pt x="36" y="35"/>
                    </a:lnTo>
                    <a:lnTo>
                      <a:pt x="27" y="36"/>
                    </a:lnTo>
                    <a:lnTo>
                      <a:pt x="20" y="35"/>
                    </a:lnTo>
                    <a:lnTo>
                      <a:pt x="17" y="35"/>
                    </a:lnTo>
                    <a:lnTo>
                      <a:pt x="17" y="29"/>
                    </a:lnTo>
                    <a:lnTo>
                      <a:pt x="17" y="16"/>
                    </a:lnTo>
                    <a:lnTo>
                      <a:pt x="14" y="3"/>
                    </a:lnTo>
                    <a:lnTo>
                      <a:pt x="5" y="0"/>
                    </a:lnTo>
                    <a:lnTo>
                      <a:pt x="1" y="12"/>
                    </a:lnTo>
                    <a:lnTo>
                      <a:pt x="0" y="26"/>
                    </a:lnTo>
                    <a:lnTo>
                      <a:pt x="3" y="40"/>
                    </a:lnTo>
                    <a:lnTo>
                      <a:pt x="13" y="52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4" name="Google Shape;6274;p73"/>
              <p:cNvSpPr/>
              <p:nvPr/>
            </p:nvSpPr>
            <p:spPr>
              <a:xfrm>
                <a:off x="8411" y="4806"/>
                <a:ext cx="20" cy="18"/>
              </a:xfrm>
              <a:custGeom>
                <a:rect b="b" l="l" r="r" t="t"/>
                <a:pathLst>
                  <a:path extrusionOk="0" h="55" w="59">
                    <a:moveTo>
                      <a:pt x="19" y="52"/>
                    </a:moveTo>
                    <a:lnTo>
                      <a:pt x="31" y="55"/>
                    </a:lnTo>
                    <a:lnTo>
                      <a:pt x="43" y="54"/>
                    </a:lnTo>
                    <a:lnTo>
                      <a:pt x="53" y="46"/>
                    </a:lnTo>
                    <a:lnTo>
                      <a:pt x="59" y="35"/>
                    </a:lnTo>
                    <a:lnTo>
                      <a:pt x="57" y="31"/>
                    </a:lnTo>
                    <a:lnTo>
                      <a:pt x="54" y="29"/>
                    </a:lnTo>
                    <a:lnTo>
                      <a:pt x="49" y="28"/>
                    </a:lnTo>
                    <a:lnTo>
                      <a:pt x="44" y="29"/>
                    </a:lnTo>
                    <a:lnTo>
                      <a:pt x="41" y="32"/>
                    </a:lnTo>
                    <a:lnTo>
                      <a:pt x="38" y="35"/>
                    </a:lnTo>
                    <a:lnTo>
                      <a:pt x="34" y="36"/>
                    </a:lnTo>
                    <a:lnTo>
                      <a:pt x="31" y="39"/>
                    </a:lnTo>
                    <a:lnTo>
                      <a:pt x="28" y="32"/>
                    </a:lnTo>
                    <a:lnTo>
                      <a:pt x="21" y="18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2" y="18"/>
                    </a:lnTo>
                    <a:lnTo>
                      <a:pt x="9" y="35"/>
                    </a:lnTo>
                    <a:lnTo>
                      <a:pt x="16" y="46"/>
                    </a:lnTo>
                    <a:lnTo>
                      <a:pt x="19" y="52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5" name="Google Shape;6275;p73"/>
              <p:cNvSpPr/>
              <p:nvPr/>
            </p:nvSpPr>
            <p:spPr>
              <a:xfrm>
                <a:off x="8374" y="4857"/>
                <a:ext cx="27" cy="25"/>
              </a:xfrm>
              <a:custGeom>
                <a:rect b="b" l="l" r="r" t="t"/>
                <a:pathLst>
                  <a:path extrusionOk="0" h="76" w="82">
                    <a:moveTo>
                      <a:pt x="32" y="75"/>
                    </a:moveTo>
                    <a:lnTo>
                      <a:pt x="38" y="76"/>
                    </a:lnTo>
                    <a:lnTo>
                      <a:pt x="44" y="76"/>
                    </a:lnTo>
                    <a:lnTo>
                      <a:pt x="50" y="76"/>
                    </a:lnTo>
                    <a:lnTo>
                      <a:pt x="57" y="75"/>
                    </a:lnTo>
                    <a:lnTo>
                      <a:pt x="61" y="72"/>
                    </a:lnTo>
                    <a:lnTo>
                      <a:pt x="67" y="67"/>
                    </a:lnTo>
                    <a:lnTo>
                      <a:pt x="72" y="64"/>
                    </a:lnTo>
                    <a:lnTo>
                      <a:pt x="76" y="59"/>
                    </a:lnTo>
                    <a:lnTo>
                      <a:pt x="80" y="56"/>
                    </a:lnTo>
                    <a:lnTo>
                      <a:pt x="82" y="52"/>
                    </a:lnTo>
                    <a:lnTo>
                      <a:pt x="82" y="47"/>
                    </a:lnTo>
                    <a:lnTo>
                      <a:pt x="79" y="43"/>
                    </a:lnTo>
                    <a:lnTo>
                      <a:pt x="70" y="39"/>
                    </a:lnTo>
                    <a:lnTo>
                      <a:pt x="63" y="37"/>
                    </a:lnTo>
                    <a:lnTo>
                      <a:pt x="54" y="39"/>
                    </a:lnTo>
                    <a:lnTo>
                      <a:pt x="47" y="41"/>
                    </a:lnTo>
                    <a:lnTo>
                      <a:pt x="39" y="44"/>
                    </a:lnTo>
                    <a:lnTo>
                      <a:pt x="35" y="49"/>
                    </a:lnTo>
                    <a:lnTo>
                      <a:pt x="32" y="50"/>
                    </a:lnTo>
                    <a:lnTo>
                      <a:pt x="30" y="52"/>
                    </a:lnTo>
                    <a:lnTo>
                      <a:pt x="29" y="43"/>
                    </a:lnTo>
                    <a:lnTo>
                      <a:pt x="23" y="23"/>
                    </a:lnTo>
                    <a:lnTo>
                      <a:pt x="14" y="6"/>
                    </a:lnTo>
                    <a:lnTo>
                      <a:pt x="4" y="0"/>
                    </a:lnTo>
                    <a:lnTo>
                      <a:pt x="0" y="17"/>
                    </a:lnTo>
                    <a:lnTo>
                      <a:pt x="0" y="31"/>
                    </a:lnTo>
                    <a:lnTo>
                      <a:pt x="4" y="44"/>
                    </a:lnTo>
                    <a:lnTo>
                      <a:pt x="11" y="54"/>
                    </a:lnTo>
                    <a:lnTo>
                      <a:pt x="19" y="63"/>
                    </a:lnTo>
                    <a:lnTo>
                      <a:pt x="25" y="70"/>
                    </a:lnTo>
                    <a:lnTo>
                      <a:pt x="30" y="73"/>
                    </a:lnTo>
                    <a:lnTo>
                      <a:pt x="32" y="75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6" name="Google Shape;6276;p73"/>
              <p:cNvSpPr/>
              <p:nvPr/>
            </p:nvSpPr>
            <p:spPr>
              <a:xfrm>
                <a:off x="8404" y="4847"/>
                <a:ext cx="25" cy="22"/>
              </a:xfrm>
              <a:custGeom>
                <a:rect b="b" l="l" r="r" t="t"/>
                <a:pathLst>
                  <a:path extrusionOk="0" h="66" w="75">
                    <a:moveTo>
                      <a:pt x="12" y="53"/>
                    </a:moveTo>
                    <a:lnTo>
                      <a:pt x="15" y="56"/>
                    </a:lnTo>
                    <a:lnTo>
                      <a:pt x="19" y="60"/>
                    </a:lnTo>
                    <a:lnTo>
                      <a:pt x="25" y="62"/>
                    </a:lnTo>
                    <a:lnTo>
                      <a:pt x="27" y="63"/>
                    </a:lnTo>
                    <a:lnTo>
                      <a:pt x="32" y="65"/>
                    </a:lnTo>
                    <a:lnTo>
                      <a:pt x="40" y="65"/>
                    </a:lnTo>
                    <a:lnTo>
                      <a:pt x="49" y="66"/>
                    </a:lnTo>
                    <a:lnTo>
                      <a:pt x="57" y="65"/>
                    </a:lnTo>
                    <a:lnTo>
                      <a:pt x="65" y="63"/>
                    </a:lnTo>
                    <a:lnTo>
                      <a:pt x="71" y="60"/>
                    </a:lnTo>
                    <a:lnTo>
                      <a:pt x="75" y="55"/>
                    </a:lnTo>
                    <a:lnTo>
                      <a:pt x="75" y="46"/>
                    </a:lnTo>
                    <a:lnTo>
                      <a:pt x="72" y="39"/>
                    </a:lnTo>
                    <a:lnTo>
                      <a:pt x="66" y="35"/>
                    </a:lnTo>
                    <a:lnTo>
                      <a:pt x="59" y="33"/>
                    </a:lnTo>
                    <a:lnTo>
                      <a:pt x="50" y="33"/>
                    </a:lnTo>
                    <a:lnTo>
                      <a:pt x="41" y="35"/>
                    </a:lnTo>
                    <a:lnTo>
                      <a:pt x="34" y="36"/>
                    </a:lnTo>
                    <a:lnTo>
                      <a:pt x="28" y="39"/>
                    </a:lnTo>
                    <a:lnTo>
                      <a:pt x="27" y="39"/>
                    </a:lnTo>
                    <a:lnTo>
                      <a:pt x="25" y="32"/>
                    </a:lnTo>
                    <a:lnTo>
                      <a:pt x="19" y="16"/>
                    </a:lnTo>
                    <a:lnTo>
                      <a:pt x="10" y="3"/>
                    </a:lnTo>
                    <a:lnTo>
                      <a:pt x="0" y="0"/>
                    </a:lnTo>
                    <a:lnTo>
                      <a:pt x="0" y="22"/>
                    </a:lnTo>
                    <a:lnTo>
                      <a:pt x="5" y="39"/>
                    </a:lnTo>
                    <a:lnTo>
                      <a:pt x="9" y="49"/>
                    </a:lnTo>
                    <a:lnTo>
                      <a:pt x="12" y="53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7" name="Google Shape;6277;p73"/>
              <p:cNvSpPr/>
              <p:nvPr/>
            </p:nvSpPr>
            <p:spPr>
              <a:xfrm>
                <a:off x="8434" y="4844"/>
                <a:ext cx="25" cy="21"/>
              </a:xfrm>
              <a:custGeom>
                <a:rect b="b" l="l" r="r" t="t"/>
                <a:pathLst>
                  <a:path extrusionOk="0" h="63" w="75">
                    <a:moveTo>
                      <a:pt x="3" y="41"/>
                    </a:moveTo>
                    <a:lnTo>
                      <a:pt x="4" y="46"/>
                    </a:lnTo>
                    <a:lnTo>
                      <a:pt x="10" y="50"/>
                    </a:lnTo>
                    <a:lnTo>
                      <a:pt x="14" y="56"/>
                    </a:lnTo>
                    <a:lnTo>
                      <a:pt x="16" y="57"/>
                    </a:lnTo>
                    <a:lnTo>
                      <a:pt x="23" y="60"/>
                    </a:lnTo>
                    <a:lnTo>
                      <a:pt x="32" y="63"/>
                    </a:lnTo>
                    <a:lnTo>
                      <a:pt x="42" y="63"/>
                    </a:lnTo>
                    <a:lnTo>
                      <a:pt x="54" y="61"/>
                    </a:lnTo>
                    <a:lnTo>
                      <a:pt x="64" y="58"/>
                    </a:lnTo>
                    <a:lnTo>
                      <a:pt x="72" y="54"/>
                    </a:lnTo>
                    <a:lnTo>
                      <a:pt x="75" y="47"/>
                    </a:lnTo>
                    <a:lnTo>
                      <a:pt x="73" y="40"/>
                    </a:lnTo>
                    <a:lnTo>
                      <a:pt x="67" y="34"/>
                    </a:lnTo>
                    <a:lnTo>
                      <a:pt x="60" y="30"/>
                    </a:lnTo>
                    <a:lnTo>
                      <a:pt x="53" y="28"/>
                    </a:lnTo>
                    <a:lnTo>
                      <a:pt x="45" y="30"/>
                    </a:lnTo>
                    <a:lnTo>
                      <a:pt x="36" y="31"/>
                    </a:lnTo>
                    <a:lnTo>
                      <a:pt x="31" y="33"/>
                    </a:lnTo>
                    <a:lnTo>
                      <a:pt x="26" y="36"/>
                    </a:lnTo>
                    <a:lnTo>
                      <a:pt x="25" y="36"/>
                    </a:lnTo>
                    <a:lnTo>
                      <a:pt x="23" y="30"/>
                    </a:lnTo>
                    <a:lnTo>
                      <a:pt x="17" y="15"/>
                    </a:lnTo>
                    <a:lnTo>
                      <a:pt x="10" y="2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" y="28"/>
                    </a:lnTo>
                    <a:lnTo>
                      <a:pt x="3" y="38"/>
                    </a:lnTo>
                    <a:lnTo>
                      <a:pt x="3" y="41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8" name="Google Shape;6278;p73"/>
              <p:cNvSpPr/>
              <p:nvPr/>
            </p:nvSpPr>
            <p:spPr>
              <a:xfrm>
                <a:off x="8126" y="4482"/>
                <a:ext cx="83" cy="97"/>
              </a:xfrm>
              <a:custGeom>
                <a:rect b="b" l="l" r="r" t="t"/>
                <a:pathLst>
                  <a:path extrusionOk="0" h="290" w="250">
                    <a:moveTo>
                      <a:pt x="88" y="37"/>
                    </a:moveTo>
                    <a:lnTo>
                      <a:pt x="69" y="49"/>
                    </a:lnTo>
                    <a:lnTo>
                      <a:pt x="53" y="63"/>
                    </a:lnTo>
                    <a:lnTo>
                      <a:pt x="39" y="79"/>
                    </a:lnTo>
                    <a:lnTo>
                      <a:pt x="25" y="96"/>
                    </a:lnTo>
                    <a:lnTo>
                      <a:pt x="15" y="115"/>
                    </a:lnTo>
                    <a:lnTo>
                      <a:pt x="8" y="135"/>
                    </a:lnTo>
                    <a:lnTo>
                      <a:pt x="3" y="157"/>
                    </a:lnTo>
                    <a:lnTo>
                      <a:pt x="0" y="178"/>
                    </a:lnTo>
                    <a:lnTo>
                      <a:pt x="3" y="208"/>
                    </a:lnTo>
                    <a:lnTo>
                      <a:pt x="15" y="233"/>
                    </a:lnTo>
                    <a:lnTo>
                      <a:pt x="33" y="254"/>
                    </a:lnTo>
                    <a:lnTo>
                      <a:pt x="56" y="270"/>
                    </a:lnTo>
                    <a:lnTo>
                      <a:pt x="83" y="283"/>
                    </a:lnTo>
                    <a:lnTo>
                      <a:pt x="110" y="289"/>
                    </a:lnTo>
                    <a:lnTo>
                      <a:pt x="140" y="290"/>
                    </a:lnTo>
                    <a:lnTo>
                      <a:pt x="168" y="286"/>
                    </a:lnTo>
                    <a:lnTo>
                      <a:pt x="174" y="286"/>
                    </a:lnTo>
                    <a:lnTo>
                      <a:pt x="179" y="283"/>
                    </a:lnTo>
                    <a:lnTo>
                      <a:pt x="184" y="279"/>
                    </a:lnTo>
                    <a:lnTo>
                      <a:pt x="185" y="273"/>
                    </a:lnTo>
                    <a:lnTo>
                      <a:pt x="182" y="266"/>
                    </a:lnTo>
                    <a:lnTo>
                      <a:pt x="176" y="260"/>
                    </a:lnTo>
                    <a:lnTo>
                      <a:pt x="169" y="254"/>
                    </a:lnTo>
                    <a:lnTo>
                      <a:pt x="162" y="252"/>
                    </a:lnTo>
                    <a:lnTo>
                      <a:pt x="147" y="247"/>
                    </a:lnTo>
                    <a:lnTo>
                      <a:pt x="132" y="244"/>
                    </a:lnTo>
                    <a:lnTo>
                      <a:pt x="118" y="242"/>
                    </a:lnTo>
                    <a:lnTo>
                      <a:pt x="105" y="239"/>
                    </a:lnTo>
                    <a:lnTo>
                      <a:pt x="91" y="234"/>
                    </a:lnTo>
                    <a:lnTo>
                      <a:pt x="78" y="229"/>
                    </a:lnTo>
                    <a:lnTo>
                      <a:pt x="66" y="221"/>
                    </a:lnTo>
                    <a:lnTo>
                      <a:pt x="55" y="210"/>
                    </a:lnTo>
                    <a:lnTo>
                      <a:pt x="50" y="161"/>
                    </a:lnTo>
                    <a:lnTo>
                      <a:pt x="62" y="121"/>
                    </a:lnTo>
                    <a:lnTo>
                      <a:pt x="85" y="89"/>
                    </a:lnTo>
                    <a:lnTo>
                      <a:pt x="118" y="63"/>
                    </a:lnTo>
                    <a:lnTo>
                      <a:pt x="153" y="43"/>
                    </a:lnTo>
                    <a:lnTo>
                      <a:pt x="190" y="27"/>
                    </a:lnTo>
                    <a:lnTo>
                      <a:pt x="223" y="16"/>
                    </a:lnTo>
                    <a:lnTo>
                      <a:pt x="250" y="6"/>
                    </a:lnTo>
                    <a:lnTo>
                      <a:pt x="234" y="2"/>
                    </a:lnTo>
                    <a:lnTo>
                      <a:pt x="216" y="0"/>
                    </a:lnTo>
                    <a:lnTo>
                      <a:pt x="196" y="3"/>
                    </a:lnTo>
                    <a:lnTo>
                      <a:pt x="174" y="6"/>
                    </a:lnTo>
                    <a:lnTo>
                      <a:pt x="152" y="13"/>
                    </a:lnTo>
                    <a:lnTo>
                      <a:pt x="130" y="20"/>
                    </a:lnTo>
                    <a:lnTo>
                      <a:pt x="107" y="29"/>
                    </a:lnTo>
                    <a:lnTo>
                      <a:pt x="88" y="37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9" name="Google Shape;6279;p73"/>
              <p:cNvSpPr/>
              <p:nvPr/>
            </p:nvSpPr>
            <p:spPr>
              <a:xfrm>
                <a:off x="8268" y="4481"/>
                <a:ext cx="53" cy="75"/>
              </a:xfrm>
              <a:custGeom>
                <a:rect b="b" l="l" r="r" t="t"/>
                <a:pathLst>
                  <a:path extrusionOk="0" h="225" w="160">
                    <a:moveTo>
                      <a:pt x="135" y="73"/>
                    </a:moveTo>
                    <a:lnTo>
                      <a:pt x="141" y="96"/>
                    </a:lnTo>
                    <a:lnTo>
                      <a:pt x="140" y="118"/>
                    </a:lnTo>
                    <a:lnTo>
                      <a:pt x="129" y="135"/>
                    </a:lnTo>
                    <a:lnTo>
                      <a:pt x="115" y="151"/>
                    </a:lnTo>
                    <a:lnTo>
                      <a:pt x="97" y="165"/>
                    </a:lnTo>
                    <a:lnTo>
                      <a:pt x="76" y="179"/>
                    </a:lnTo>
                    <a:lnTo>
                      <a:pt x="56" y="192"/>
                    </a:lnTo>
                    <a:lnTo>
                      <a:pt x="38" y="205"/>
                    </a:lnTo>
                    <a:lnTo>
                      <a:pt x="35" y="210"/>
                    </a:lnTo>
                    <a:lnTo>
                      <a:pt x="34" y="212"/>
                    </a:lnTo>
                    <a:lnTo>
                      <a:pt x="34" y="217"/>
                    </a:lnTo>
                    <a:lnTo>
                      <a:pt x="35" y="221"/>
                    </a:lnTo>
                    <a:lnTo>
                      <a:pt x="40" y="224"/>
                    </a:lnTo>
                    <a:lnTo>
                      <a:pt x="44" y="225"/>
                    </a:lnTo>
                    <a:lnTo>
                      <a:pt x="47" y="225"/>
                    </a:lnTo>
                    <a:lnTo>
                      <a:pt x="51" y="224"/>
                    </a:lnTo>
                    <a:lnTo>
                      <a:pt x="75" y="211"/>
                    </a:lnTo>
                    <a:lnTo>
                      <a:pt x="97" y="197"/>
                    </a:lnTo>
                    <a:lnTo>
                      <a:pt x="117" y="181"/>
                    </a:lnTo>
                    <a:lnTo>
                      <a:pt x="137" y="162"/>
                    </a:lnTo>
                    <a:lnTo>
                      <a:pt x="150" y="142"/>
                    </a:lnTo>
                    <a:lnTo>
                      <a:pt x="159" y="119"/>
                    </a:lnTo>
                    <a:lnTo>
                      <a:pt x="160" y="95"/>
                    </a:lnTo>
                    <a:lnTo>
                      <a:pt x="154" y="69"/>
                    </a:lnTo>
                    <a:lnTo>
                      <a:pt x="141" y="49"/>
                    </a:lnTo>
                    <a:lnTo>
                      <a:pt x="122" y="31"/>
                    </a:lnTo>
                    <a:lnTo>
                      <a:pt x="98" y="18"/>
                    </a:lnTo>
                    <a:lnTo>
                      <a:pt x="72" y="8"/>
                    </a:lnTo>
                    <a:lnTo>
                      <a:pt x="46" y="3"/>
                    </a:lnTo>
                    <a:lnTo>
                      <a:pt x="24" y="0"/>
                    </a:lnTo>
                    <a:lnTo>
                      <a:pt x="7" y="0"/>
                    </a:lnTo>
                    <a:lnTo>
                      <a:pt x="0" y="4"/>
                    </a:lnTo>
                    <a:lnTo>
                      <a:pt x="18" y="11"/>
                    </a:lnTo>
                    <a:lnTo>
                      <a:pt x="37" y="17"/>
                    </a:lnTo>
                    <a:lnTo>
                      <a:pt x="57" y="23"/>
                    </a:lnTo>
                    <a:lnTo>
                      <a:pt x="76" y="29"/>
                    </a:lnTo>
                    <a:lnTo>
                      <a:pt x="95" y="36"/>
                    </a:lnTo>
                    <a:lnTo>
                      <a:pt x="112" y="46"/>
                    </a:lnTo>
                    <a:lnTo>
                      <a:pt x="125" y="57"/>
                    </a:lnTo>
                    <a:lnTo>
                      <a:pt x="135" y="73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0" name="Google Shape;6280;p73"/>
              <p:cNvSpPr/>
              <p:nvPr/>
            </p:nvSpPr>
            <p:spPr>
              <a:xfrm>
                <a:off x="8073" y="4463"/>
                <a:ext cx="135" cy="158"/>
              </a:xfrm>
              <a:custGeom>
                <a:rect b="b" l="l" r="r" t="t"/>
                <a:pathLst>
                  <a:path extrusionOk="0" h="472" w="404">
                    <a:moveTo>
                      <a:pt x="157" y="61"/>
                    </a:moveTo>
                    <a:lnTo>
                      <a:pt x="127" y="87"/>
                    </a:lnTo>
                    <a:lnTo>
                      <a:pt x="96" y="113"/>
                    </a:lnTo>
                    <a:lnTo>
                      <a:pt x="68" y="143"/>
                    </a:lnTo>
                    <a:lnTo>
                      <a:pt x="43" y="175"/>
                    </a:lnTo>
                    <a:lnTo>
                      <a:pt x="22" y="208"/>
                    </a:lnTo>
                    <a:lnTo>
                      <a:pt x="8" y="244"/>
                    </a:lnTo>
                    <a:lnTo>
                      <a:pt x="0" y="283"/>
                    </a:lnTo>
                    <a:lnTo>
                      <a:pt x="2" y="323"/>
                    </a:lnTo>
                    <a:lnTo>
                      <a:pt x="5" y="333"/>
                    </a:lnTo>
                    <a:lnTo>
                      <a:pt x="8" y="344"/>
                    </a:lnTo>
                    <a:lnTo>
                      <a:pt x="12" y="353"/>
                    </a:lnTo>
                    <a:lnTo>
                      <a:pt x="18" y="363"/>
                    </a:lnTo>
                    <a:lnTo>
                      <a:pt x="25" y="372"/>
                    </a:lnTo>
                    <a:lnTo>
                      <a:pt x="34" y="380"/>
                    </a:lnTo>
                    <a:lnTo>
                      <a:pt x="41" y="388"/>
                    </a:lnTo>
                    <a:lnTo>
                      <a:pt x="52" y="393"/>
                    </a:lnTo>
                    <a:lnTo>
                      <a:pt x="71" y="405"/>
                    </a:lnTo>
                    <a:lnTo>
                      <a:pt x="90" y="415"/>
                    </a:lnTo>
                    <a:lnTo>
                      <a:pt x="109" y="424"/>
                    </a:lnTo>
                    <a:lnTo>
                      <a:pt x="129" y="431"/>
                    </a:lnTo>
                    <a:lnTo>
                      <a:pt x="150" y="438"/>
                    </a:lnTo>
                    <a:lnTo>
                      <a:pt x="171" y="444"/>
                    </a:lnTo>
                    <a:lnTo>
                      <a:pt x="191" y="449"/>
                    </a:lnTo>
                    <a:lnTo>
                      <a:pt x="212" y="454"/>
                    </a:lnTo>
                    <a:lnTo>
                      <a:pt x="234" y="458"/>
                    </a:lnTo>
                    <a:lnTo>
                      <a:pt x="254" y="461"/>
                    </a:lnTo>
                    <a:lnTo>
                      <a:pt x="276" y="464"/>
                    </a:lnTo>
                    <a:lnTo>
                      <a:pt x="298" y="467"/>
                    </a:lnTo>
                    <a:lnTo>
                      <a:pt x="319" y="468"/>
                    </a:lnTo>
                    <a:lnTo>
                      <a:pt x="341" y="470"/>
                    </a:lnTo>
                    <a:lnTo>
                      <a:pt x="363" y="471"/>
                    </a:lnTo>
                    <a:lnTo>
                      <a:pt x="383" y="472"/>
                    </a:lnTo>
                    <a:lnTo>
                      <a:pt x="391" y="472"/>
                    </a:lnTo>
                    <a:lnTo>
                      <a:pt x="397" y="470"/>
                    </a:lnTo>
                    <a:lnTo>
                      <a:pt x="401" y="464"/>
                    </a:lnTo>
                    <a:lnTo>
                      <a:pt x="404" y="458"/>
                    </a:lnTo>
                    <a:lnTo>
                      <a:pt x="404" y="451"/>
                    </a:lnTo>
                    <a:lnTo>
                      <a:pt x="401" y="445"/>
                    </a:lnTo>
                    <a:lnTo>
                      <a:pt x="395" y="441"/>
                    </a:lnTo>
                    <a:lnTo>
                      <a:pt x="388" y="438"/>
                    </a:lnTo>
                    <a:lnTo>
                      <a:pt x="369" y="434"/>
                    </a:lnTo>
                    <a:lnTo>
                      <a:pt x="350" y="431"/>
                    </a:lnTo>
                    <a:lnTo>
                      <a:pt x="331" y="426"/>
                    </a:lnTo>
                    <a:lnTo>
                      <a:pt x="310" y="424"/>
                    </a:lnTo>
                    <a:lnTo>
                      <a:pt x="291" y="421"/>
                    </a:lnTo>
                    <a:lnTo>
                      <a:pt x="272" y="418"/>
                    </a:lnTo>
                    <a:lnTo>
                      <a:pt x="251" y="415"/>
                    </a:lnTo>
                    <a:lnTo>
                      <a:pt x="232" y="411"/>
                    </a:lnTo>
                    <a:lnTo>
                      <a:pt x="213" y="408"/>
                    </a:lnTo>
                    <a:lnTo>
                      <a:pt x="194" y="403"/>
                    </a:lnTo>
                    <a:lnTo>
                      <a:pt x="175" y="398"/>
                    </a:lnTo>
                    <a:lnTo>
                      <a:pt x="156" y="393"/>
                    </a:lnTo>
                    <a:lnTo>
                      <a:pt x="138" y="386"/>
                    </a:lnTo>
                    <a:lnTo>
                      <a:pt x="119" y="379"/>
                    </a:lnTo>
                    <a:lnTo>
                      <a:pt x="102" y="372"/>
                    </a:lnTo>
                    <a:lnTo>
                      <a:pt x="84" y="362"/>
                    </a:lnTo>
                    <a:lnTo>
                      <a:pt x="69" y="352"/>
                    </a:lnTo>
                    <a:lnTo>
                      <a:pt x="58" y="339"/>
                    </a:lnTo>
                    <a:lnTo>
                      <a:pt x="49" y="324"/>
                    </a:lnTo>
                    <a:lnTo>
                      <a:pt x="44" y="307"/>
                    </a:lnTo>
                    <a:lnTo>
                      <a:pt x="43" y="290"/>
                    </a:lnTo>
                    <a:lnTo>
                      <a:pt x="44" y="270"/>
                    </a:lnTo>
                    <a:lnTo>
                      <a:pt x="49" y="250"/>
                    </a:lnTo>
                    <a:lnTo>
                      <a:pt x="55" y="234"/>
                    </a:lnTo>
                    <a:lnTo>
                      <a:pt x="65" y="212"/>
                    </a:lnTo>
                    <a:lnTo>
                      <a:pt x="77" y="191"/>
                    </a:lnTo>
                    <a:lnTo>
                      <a:pt x="90" y="172"/>
                    </a:lnTo>
                    <a:lnTo>
                      <a:pt x="104" y="155"/>
                    </a:lnTo>
                    <a:lnTo>
                      <a:pt x="119" y="138"/>
                    </a:lnTo>
                    <a:lnTo>
                      <a:pt x="135" y="120"/>
                    </a:lnTo>
                    <a:lnTo>
                      <a:pt x="154" y="103"/>
                    </a:lnTo>
                    <a:lnTo>
                      <a:pt x="173" y="86"/>
                    </a:lnTo>
                    <a:lnTo>
                      <a:pt x="193" y="71"/>
                    </a:lnTo>
                    <a:lnTo>
                      <a:pt x="218" y="59"/>
                    </a:lnTo>
                    <a:lnTo>
                      <a:pt x="245" y="47"/>
                    </a:lnTo>
                    <a:lnTo>
                      <a:pt x="273" y="36"/>
                    </a:lnTo>
                    <a:lnTo>
                      <a:pt x="298" y="25"/>
                    </a:lnTo>
                    <a:lnTo>
                      <a:pt x="319" y="17"/>
                    </a:lnTo>
                    <a:lnTo>
                      <a:pt x="332" y="8"/>
                    </a:lnTo>
                    <a:lnTo>
                      <a:pt x="336" y="2"/>
                    </a:lnTo>
                    <a:lnTo>
                      <a:pt x="322" y="0"/>
                    </a:lnTo>
                    <a:lnTo>
                      <a:pt x="301" y="1"/>
                    </a:lnTo>
                    <a:lnTo>
                      <a:pt x="278" y="5"/>
                    </a:lnTo>
                    <a:lnTo>
                      <a:pt x="253" y="13"/>
                    </a:lnTo>
                    <a:lnTo>
                      <a:pt x="226" y="23"/>
                    </a:lnTo>
                    <a:lnTo>
                      <a:pt x="201" y="34"/>
                    </a:lnTo>
                    <a:lnTo>
                      <a:pt x="178" y="47"/>
                    </a:lnTo>
                    <a:lnTo>
                      <a:pt x="157" y="61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1" name="Google Shape;6281;p73"/>
              <p:cNvSpPr/>
              <p:nvPr/>
            </p:nvSpPr>
            <p:spPr>
              <a:xfrm>
                <a:off x="8263" y="4458"/>
                <a:ext cx="118" cy="105"/>
              </a:xfrm>
              <a:custGeom>
                <a:rect b="b" l="l" r="r" t="t"/>
                <a:pathLst>
                  <a:path extrusionOk="0" h="315" w="354">
                    <a:moveTo>
                      <a:pt x="294" y="96"/>
                    </a:moveTo>
                    <a:lnTo>
                      <a:pt x="310" y="113"/>
                    </a:lnTo>
                    <a:lnTo>
                      <a:pt x="320" y="133"/>
                    </a:lnTo>
                    <a:lnTo>
                      <a:pt x="325" y="155"/>
                    </a:lnTo>
                    <a:lnTo>
                      <a:pt x="325" y="178"/>
                    </a:lnTo>
                    <a:lnTo>
                      <a:pt x="322" y="197"/>
                    </a:lnTo>
                    <a:lnTo>
                      <a:pt x="316" y="212"/>
                    </a:lnTo>
                    <a:lnTo>
                      <a:pt x="306" y="228"/>
                    </a:lnTo>
                    <a:lnTo>
                      <a:pt x="295" y="241"/>
                    </a:lnTo>
                    <a:lnTo>
                      <a:pt x="282" y="256"/>
                    </a:lnTo>
                    <a:lnTo>
                      <a:pt x="269" y="267"/>
                    </a:lnTo>
                    <a:lnTo>
                      <a:pt x="256" y="280"/>
                    </a:lnTo>
                    <a:lnTo>
                      <a:pt x="243" y="293"/>
                    </a:lnTo>
                    <a:lnTo>
                      <a:pt x="240" y="297"/>
                    </a:lnTo>
                    <a:lnTo>
                      <a:pt x="240" y="302"/>
                    </a:lnTo>
                    <a:lnTo>
                      <a:pt x="240" y="306"/>
                    </a:lnTo>
                    <a:lnTo>
                      <a:pt x="243" y="310"/>
                    </a:lnTo>
                    <a:lnTo>
                      <a:pt x="247" y="313"/>
                    </a:lnTo>
                    <a:lnTo>
                      <a:pt x="253" y="315"/>
                    </a:lnTo>
                    <a:lnTo>
                      <a:pt x="257" y="313"/>
                    </a:lnTo>
                    <a:lnTo>
                      <a:pt x="262" y="310"/>
                    </a:lnTo>
                    <a:lnTo>
                      <a:pt x="291" y="292"/>
                    </a:lnTo>
                    <a:lnTo>
                      <a:pt x="316" y="267"/>
                    </a:lnTo>
                    <a:lnTo>
                      <a:pt x="335" y="240"/>
                    </a:lnTo>
                    <a:lnTo>
                      <a:pt x="348" y="208"/>
                    </a:lnTo>
                    <a:lnTo>
                      <a:pt x="354" y="177"/>
                    </a:lnTo>
                    <a:lnTo>
                      <a:pt x="351" y="143"/>
                    </a:lnTo>
                    <a:lnTo>
                      <a:pt x="339" y="113"/>
                    </a:lnTo>
                    <a:lnTo>
                      <a:pt x="316" y="86"/>
                    </a:lnTo>
                    <a:lnTo>
                      <a:pt x="298" y="72"/>
                    </a:lnTo>
                    <a:lnTo>
                      <a:pt x="278" y="60"/>
                    </a:lnTo>
                    <a:lnTo>
                      <a:pt x="256" y="49"/>
                    </a:lnTo>
                    <a:lnTo>
                      <a:pt x="231" y="39"/>
                    </a:lnTo>
                    <a:lnTo>
                      <a:pt x="206" y="29"/>
                    </a:lnTo>
                    <a:lnTo>
                      <a:pt x="181" y="21"/>
                    </a:lnTo>
                    <a:lnTo>
                      <a:pt x="155" y="16"/>
                    </a:lnTo>
                    <a:lnTo>
                      <a:pt x="130" y="10"/>
                    </a:lnTo>
                    <a:lnTo>
                      <a:pt x="105" y="6"/>
                    </a:lnTo>
                    <a:lnTo>
                      <a:pt x="83" y="3"/>
                    </a:lnTo>
                    <a:lnTo>
                      <a:pt x="61" y="0"/>
                    </a:lnTo>
                    <a:lnTo>
                      <a:pt x="43" y="0"/>
                    </a:lnTo>
                    <a:lnTo>
                      <a:pt x="27" y="0"/>
                    </a:lnTo>
                    <a:lnTo>
                      <a:pt x="14" y="0"/>
                    </a:lnTo>
                    <a:lnTo>
                      <a:pt x="5" y="3"/>
                    </a:lnTo>
                    <a:lnTo>
                      <a:pt x="0" y="6"/>
                    </a:lnTo>
                    <a:lnTo>
                      <a:pt x="15" y="8"/>
                    </a:lnTo>
                    <a:lnTo>
                      <a:pt x="30" y="10"/>
                    </a:lnTo>
                    <a:lnTo>
                      <a:pt x="47" y="13"/>
                    </a:lnTo>
                    <a:lnTo>
                      <a:pt x="65" y="16"/>
                    </a:lnTo>
                    <a:lnTo>
                      <a:pt x="83" y="20"/>
                    </a:lnTo>
                    <a:lnTo>
                      <a:pt x="103" y="23"/>
                    </a:lnTo>
                    <a:lnTo>
                      <a:pt x="122" y="27"/>
                    </a:lnTo>
                    <a:lnTo>
                      <a:pt x="143" y="31"/>
                    </a:lnTo>
                    <a:lnTo>
                      <a:pt x="162" y="37"/>
                    </a:lnTo>
                    <a:lnTo>
                      <a:pt x="182" y="43"/>
                    </a:lnTo>
                    <a:lnTo>
                      <a:pt x="203" y="49"/>
                    </a:lnTo>
                    <a:lnTo>
                      <a:pt x="222" y="56"/>
                    </a:lnTo>
                    <a:lnTo>
                      <a:pt x="241" y="64"/>
                    </a:lnTo>
                    <a:lnTo>
                      <a:pt x="260" y="75"/>
                    </a:lnTo>
                    <a:lnTo>
                      <a:pt x="278" y="85"/>
                    </a:lnTo>
                    <a:lnTo>
                      <a:pt x="294" y="96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2" name="Google Shape;6282;p73"/>
              <p:cNvSpPr/>
              <p:nvPr/>
            </p:nvSpPr>
            <p:spPr>
              <a:xfrm>
                <a:off x="8023" y="4506"/>
                <a:ext cx="47" cy="99"/>
              </a:xfrm>
              <a:custGeom>
                <a:rect b="b" l="l" r="r" t="t"/>
                <a:pathLst>
                  <a:path extrusionOk="0" h="297" w="143">
                    <a:moveTo>
                      <a:pt x="0" y="162"/>
                    </a:moveTo>
                    <a:lnTo>
                      <a:pt x="0" y="187"/>
                    </a:lnTo>
                    <a:lnTo>
                      <a:pt x="5" y="210"/>
                    </a:lnTo>
                    <a:lnTo>
                      <a:pt x="16" y="231"/>
                    </a:lnTo>
                    <a:lnTo>
                      <a:pt x="30" y="250"/>
                    </a:lnTo>
                    <a:lnTo>
                      <a:pt x="48" y="266"/>
                    </a:lnTo>
                    <a:lnTo>
                      <a:pt x="69" y="280"/>
                    </a:lnTo>
                    <a:lnTo>
                      <a:pt x="92" y="290"/>
                    </a:lnTo>
                    <a:lnTo>
                      <a:pt x="116" y="296"/>
                    </a:lnTo>
                    <a:lnTo>
                      <a:pt x="123" y="297"/>
                    </a:lnTo>
                    <a:lnTo>
                      <a:pt x="130" y="295"/>
                    </a:lnTo>
                    <a:lnTo>
                      <a:pt x="136" y="290"/>
                    </a:lnTo>
                    <a:lnTo>
                      <a:pt x="139" y="284"/>
                    </a:lnTo>
                    <a:lnTo>
                      <a:pt x="139" y="277"/>
                    </a:lnTo>
                    <a:lnTo>
                      <a:pt x="138" y="270"/>
                    </a:lnTo>
                    <a:lnTo>
                      <a:pt x="133" y="264"/>
                    </a:lnTo>
                    <a:lnTo>
                      <a:pt x="126" y="261"/>
                    </a:lnTo>
                    <a:lnTo>
                      <a:pt x="102" y="253"/>
                    </a:lnTo>
                    <a:lnTo>
                      <a:pt x="80" y="241"/>
                    </a:lnTo>
                    <a:lnTo>
                      <a:pt x="63" y="226"/>
                    </a:lnTo>
                    <a:lnTo>
                      <a:pt x="50" y="208"/>
                    </a:lnTo>
                    <a:lnTo>
                      <a:pt x="41" y="187"/>
                    </a:lnTo>
                    <a:lnTo>
                      <a:pt x="36" y="164"/>
                    </a:lnTo>
                    <a:lnTo>
                      <a:pt x="36" y="139"/>
                    </a:lnTo>
                    <a:lnTo>
                      <a:pt x="44" y="113"/>
                    </a:lnTo>
                    <a:lnTo>
                      <a:pt x="52" y="95"/>
                    </a:lnTo>
                    <a:lnTo>
                      <a:pt x="64" y="78"/>
                    </a:lnTo>
                    <a:lnTo>
                      <a:pt x="77" y="62"/>
                    </a:lnTo>
                    <a:lnTo>
                      <a:pt x="92" y="47"/>
                    </a:lnTo>
                    <a:lnTo>
                      <a:pt x="105" y="34"/>
                    </a:lnTo>
                    <a:lnTo>
                      <a:pt x="120" y="23"/>
                    </a:lnTo>
                    <a:lnTo>
                      <a:pt x="133" y="11"/>
                    </a:lnTo>
                    <a:lnTo>
                      <a:pt x="143" y="1"/>
                    </a:lnTo>
                    <a:lnTo>
                      <a:pt x="133" y="0"/>
                    </a:lnTo>
                    <a:lnTo>
                      <a:pt x="117" y="7"/>
                    </a:lnTo>
                    <a:lnTo>
                      <a:pt x="95" y="23"/>
                    </a:lnTo>
                    <a:lnTo>
                      <a:pt x="70" y="44"/>
                    </a:lnTo>
                    <a:lnTo>
                      <a:pt x="47" y="72"/>
                    </a:lnTo>
                    <a:lnTo>
                      <a:pt x="25" y="101"/>
                    </a:lnTo>
                    <a:lnTo>
                      <a:pt x="8" y="132"/>
                    </a:lnTo>
                    <a:lnTo>
                      <a:pt x="0" y="162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3" name="Google Shape;6283;p73"/>
              <p:cNvSpPr/>
              <p:nvPr/>
            </p:nvSpPr>
            <p:spPr>
              <a:xfrm>
                <a:off x="8360" y="4451"/>
                <a:ext cx="103" cy="129"/>
              </a:xfrm>
              <a:custGeom>
                <a:rect b="b" l="l" r="r" t="t"/>
                <a:pathLst>
                  <a:path extrusionOk="0" h="388" w="309">
                    <a:moveTo>
                      <a:pt x="250" y="145"/>
                    </a:moveTo>
                    <a:lnTo>
                      <a:pt x="260" y="155"/>
                    </a:lnTo>
                    <a:lnTo>
                      <a:pt x="269" y="167"/>
                    </a:lnTo>
                    <a:lnTo>
                      <a:pt x="275" y="180"/>
                    </a:lnTo>
                    <a:lnTo>
                      <a:pt x="281" y="193"/>
                    </a:lnTo>
                    <a:lnTo>
                      <a:pt x="282" y="206"/>
                    </a:lnTo>
                    <a:lnTo>
                      <a:pt x="282" y="220"/>
                    </a:lnTo>
                    <a:lnTo>
                      <a:pt x="278" y="234"/>
                    </a:lnTo>
                    <a:lnTo>
                      <a:pt x="272" y="247"/>
                    </a:lnTo>
                    <a:lnTo>
                      <a:pt x="262" y="262"/>
                    </a:lnTo>
                    <a:lnTo>
                      <a:pt x="250" y="275"/>
                    </a:lnTo>
                    <a:lnTo>
                      <a:pt x="237" y="286"/>
                    </a:lnTo>
                    <a:lnTo>
                      <a:pt x="222" y="298"/>
                    </a:lnTo>
                    <a:lnTo>
                      <a:pt x="209" y="308"/>
                    </a:lnTo>
                    <a:lnTo>
                      <a:pt x="194" y="319"/>
                    </a:lnTo>
                    <a:lnTo>
                      <a:pt x="180" y="331"/>
                    </a:lnTo>
                    <a:lnTo>
                      <a:pt x="166" y="344"/>
                    </a:lnTo>
                    <a:lnTo>
                      <a:pt x="162" y="348"/>
                    </a:lnTo>
                    <a:lnTo>
                      <a:pt x="159" y="354"/>
                    </a:lnTo>
                    <a:lnTo>
                      <a:pt x="156" y="359"/>
                    </a:lnTo>
                    <a:lnTo>
                      <a:pt x="153" y="365"/>
                    </a:lnTo>
                    <a:lnTo>
                      <a:pt x="152" y="371"/>
                    </a:lnTo>
                    <a:lnTo>
                      <a:pt x="152" y="377"/>
                    </a:lnTo>
                    <a:lnTo>
                      <a:pt x="153" y="382"/>
                    </a:lnTo>
                    <a:lnTo>
                      <a:pt x="158" y="387"/>
                    </a:lnTo>
                    <a:lnTo>
                      <a:pt x="163" y="388"/>
                    </a:lnTo>
                    <a:lnTo>
                      <a:pt x="169" y="388"/>
                    </a:lnTo>
                    <a:lnTo>
                      <a:pt x="175" y="387"/>
                    </a:lnTo>
                    <a:lnTo>
                      <a:pt x="180" y="382"/>
                    </a:lnTo>
                    <a:lnTo>
                      <a:pt x="194" y="367"/>
                    </a:lnTo>
                    <a:lnTo>
                      <a:pt x="210" y="351"/>
                    </a:lnTo>
                    <a:lnTo>
                      <a:pt x="227" y="337"/>
                    </a:lnTo>
                    <a:lnTo>
                      <a:pt x="244" y="322"/>
                    </a:lnTo>
                    <a:lnTo>
                      <a:pt x="260" y="308"/>
                    </a:lnTo>
                    <a:lnTo>
                      <a:pt x="275" y="292"/>
                    </a:lnTo>
                    <a:lnTo>
                      <a:pt x="290" y="275"/>
                    </a:lnTo>
                    <a:lnTo>
                      <a:pt x="300" y="256"/>
                    </a:lnTo>
                    <a:lnTo>
                      <a:pt x="307" y="234"/>
                    </a:lnTo>
                    <a:lnTo>
                      <a:pt x="309" y="213"/>
                    </a:lnTo>
                    <a:lnTo>
                      <a:pt x="304" y="191"/>
                    </a:lnTo>
                    <a:lnTo>
                      <a:pt x="297" y="171"/>
                    </a:lnTo>
                    <a:lnTo>
                      <a:pt x="285" y="151"/>
                    </a:lnTo>
                    <a:lnTo>
                      <a:pt x="271" y="134"/>
                    </a:lnTo>
                    <a:lnTo>
                      <a:pt x="253" y="118"/>
                    </a:lnTo>
                    <a:lnTo>
                      <a:pt x="235" y="104"/>
                    </a:lnTo>
                    <a:lnTo>
                      <a:pt x="222" y="94"/>
                    </a:lnTo>
                    <a:lnTo>
                      <a:pt x="207" y="85"/>
                    </a:lnTo>
                    <a:lnTo>
                      <a:pt x="191" y="75"/>
                    </a:lnTo>
                    <a:lnTo>
                      <a:pt x="175" y="65"/>
                    </a:lnTo>
                    <a:lnTo>
                      <a:pt x="159" y="55"/>
                    </a:lnTo>
                    <a:lnTo>
                      <a:pt x="141" y="45"/>
                    </a:lnTo>
                    <a:lnTo>
                      <a:pt x="124" y="36"/>
                    </a:lnTo>
                    <a:lnTo>
                      <a:pt x="108" y="28"/>
                    </a:lnTo>
                    <a:lnTo>
                      <a:pt x="92" y="20"/>
                    </a:lnTo>
                    <a:lnTo>
                      <a:pt x="75" y="13"/>
                    </a:lnTo>
                    <a:lnTo>
                      <a:pt x="59" y="9"/>
                    </a:lnTo>
                    <a:lnTo>
                      <a:pt x="45" y="5"/>
                    </a:lnTo>
                    <a:lnTo>
                      <a:pt x="31" y="2"/>
                    </a:lnTo>
                    <a:lnTo>
                      <a:pt x="20" y="0"/>
                    </a:lnTo>
                    <a:lnTo>
                      <a:pt x="9" y="2"/>
                    </a:lnTo>
                    <a:lnTo>
                      <a:pt x="0" y="5"/>
                    </a:lnTo>
                    <a:lnTo>
                      <a:pt x="11" y="7"/>
                    </a:lnTo>
                    <a:lnTo>
                      <a:pt x="23" y="12"/>
                    </a:lnTo>
                    <a:lnTo>
                      <a:pt x="36" y="17"/>
                    </a:lnTo>
                    <a:lnTo>
                      <a:pt x="49" y="23"/>
                    </a:lnTo>
                    <a:lnTo>
                      <a:pt x="65" y="30"/>
                    </a:lnTo>
                    <a:lnTo>
                      <a:pt x="81" y="38"/>
                    </a:lnTo>
                    <a:lnTo>
                      <a:pt x="99" y="46"/>
                    </a:lnTo>
                    <a:lnTo>
                      <a:pt x="116" y="55"/>
                    </a:lnTo>
                    <a:lnTo>
                      <a:pt x="134" y="65"/>
                    </a:lnTo>
                    <a:lnTo>
                      <a:pt x="152" y="75"/>
                    </a:lnTo>
                    <a:lnTo>
                      <a:pt x="169" y="86"/>
                    </a:lnTo>
                    <a:lnTo>
                      <a:pt x="187" y="98"/>
                    </a:lnTo>
                    <a:lnTo>
                      <a:pt x="205" y="109"/>
                    </a:lnTo>
                    <a:lnTo>
                      <a:pt x="221" y="121"/>
                    </a:lnTo>
                    <a:lnTo>
                      <a:pt x="235" y="132"/>
                    </a:lnTo>
                    <a:lnTo>
                      <a:pt x="250" y="145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4" name="Google Shape;6284;p73"/>
              <p:cNvSpPr/>
              <p:nvPr/>
            </p:nvSpPr>
            <p:spPr>
              <a:xfrm>
                <a:off x="8279" y="4648"/>
                <a:ext cx="135" cy="97"/>
              </a:xfrm>
              <a:custGeom>
                <a:rect b="b" l="l" r="r" t="t"/>
                <a:pathLst>
                  <a:path extrusionOk="0" h="292" w="406">
                    <a:moveTo>
                      <a:pt x="326" y="36"/>
                    </a:moveTo>
                    <a:lnTo>
                      <a:pt x="332" y="65"/>
                    </a:lnTo>
                    <a:lnTo>
                      <a:pt x="340" y="93"/>
                    </a:lnTo>
                    <a:lnTo>
                      <a:pt x="351" y="123"/>
                    </a:lnTo>
                    <a:lnTo>
                      <a:pt x="361" y="152"/>
                    </a:lnTo>
                    <a:lnTo>
                      <a:pt x="373" y="181"/>
                    </a:lnTo>
                    <a:lnTo>
                      <a:pt x="384" y="210"/>
                    </a:lnTo>
                    <a:lnTo>
                      <a:pt x="395" y="237"/>
                    </a:lnTo>
                    <a:lnTo>
                      <a:pt x="405" y="266"/>
                    </a:lnTo>
                    <a:lnTo>
                      <a:pt x="406" y="273"/>
                    </a:lnTo>
                    <a:lnTo>
                      <a:pt x="406" y="279"/>
                    </a:lnTo>
                    <a:lnTo>
                      <a:pt x="404" y="284"/>
                    </a:lnTo>
                    <a:lnTo>
                      <a:pt x="399" y="289"/>
                    </a:lnTo>
                    <a:lnTo>
                      <a:pt x="393" y="292"/>
                    </a:lnTo>
                    <a:lnTo>
                      <a:pt x="387" y="292"/>
                    </a:lnTo>
                    <a:lnTo>
                      <a:pt x="381" y="289"/>
                    </a:lnTo>
                    <a:lnTo>
                      <a:pt x="377" y="283"/>
                    </a:lnTo>
                    <a:lnTo>
                      <a:pt x="364" y="251"/>
                    </a:lnTo>
                    <a:lnTo>
                      <a:pt x="352" y="213"/>
                    </a:lnTo>
                    <a:lnTo>
                      <a:pt x="339" y="171"/>
                    </a:lnTo>
                    <a:lnTo>
                      <a:pt x="329" y="131"/>
                    </a:lnTo>
                    <a:lnTo>
                      <a:pt x="318" y="93"/>
                    </a:lnTo>
                    <a:lnTo>
                      <a:pt x="311" y="63"/>
                    </a:lnTo>
                    <a:lnTo>
                      <a:pt x="307" y="42"/>
                    </a:lnTo>
                    <a:lnTo>
                      <a:pt x="305" y="34"/>
                    </a:lnTo>
                    <a:lnTo>
                      <a:pt x="283" y="34"/>
                    </a:lnTo>
                    <a:lnTo>
                      <a:pt x="261" y="36"/>
                    </a:lnTo>
                    <a:lnTo>
                      <a:pt x="239" y="39"/>
                    </a:lnTo>
                    <a:lnTo>
                      <a:pt x="216" y="43"/>
                    </a:lnTo>
                    <a:lnTo>
                      <a:pt x="192" y="50"/>
                    </a:lnTo>
                    <a:lnTo>
                      <a:pt x="170" y="57"/>
                    </a:lnTo>
                    <a:lnTo>
                      <a:pt x="148" y="65"/>
                    </a:lnTo>
                    <a:lnTo>
                      <a:pt x="126" y="73"/>
                    </a:lnTo>
                    <a:lnTo>
                      <a:pt x="106" y="83"/>
                    </a:lnTo>
                    <a:lnTo>
                      <a:pt x="85" y="93"/>
                    </a:lnTo>
                    <a:lnTo>
                      <a:pt x="67" y="103"/>
                    </a:lnTo>
                    <a:lnTo>
                      <a:pt x="50" y="113"/>
                    </a:lnTo>
                    <a:lnTo>
                      <a:pt x="34" y="122"/>
                    </a:lnTo>
                    <a:lnTo>
                      <a:pt x="20" y="132"/>
                    </a:lnTo>
                    <a:lnTo>
                      <a:pt x="9" y="141"/>
                    </a:lnTo>
                    <a:lnTo>
                      <a:pt x="0" y="148"/>
                    </a:lnTo>
                    <a:lnTo>
                      <a:pt x="0" y="133"/>
                    </a:lnTo>
                    <a:lnTo>
                      <a:pt x="7" y="118"/>
                    </a:lnTo>
                    <a:lnTo>
                      <a:pt x="19" y="102"/>
                    </a:lnTo>
                    <a:lnTo>
                      <a:pt x="35" y="86"/>
                    </a:lnTo>
                    <a:lnTo>
                      <a:pt x="53" y="70"/>
                    </a:lnTo>
                    <a:lnTo>
                      <a:pt x="73" y="54"/>
                    </a:lnTo>
                    <a:lnTo>
                      <a:pt x="92" y="43"/>
                    </a:lnTo>
                    <a:lnTo>
                      <a:pt x="111" y="33"/>
                    </a:lnTo>
                    <a:lnTo>
                      <a:pt x="139" y="23"/>
                    </a:lnTo>
                    <a:lnTo>
                      <a:pt x="173" y="14"/>
                    </a:lnTo>
                    <a:lnTo>
                      <a:pt x="210" y="8"/>
                    </a:lnTo>
                    <a:lnTo>
                      <a:pt x="245" y="4"/>
                    </a:lnTo>
                    <a:lnTo>
                      <a:pt x="277" y="1"/>
                    </a:lnTo>
                    <a:lnTo>
                      <a:pt x="304" y="0"/>
                    </a:lnTo>
                    <a:lnTo>
                      <a:pt x="321" y="0"/>
                    </a:lnTo>
                    <a:lnTo>
                      <a:pt x="329" y="0"/>
                    </a:lnTo>
                    <a:lnTo>
                      <a:pt x="336" y="1"/>
                    </a:lnTo>
                    <a:lnTo>
                      <a:pt x="342" y="6"/>
                    </a:lnTo>
                    <a:lnTo>
                      <a:pt x="345" y="11"/>
                    </a:lnTo>
                    <a:lnTo>
                      <a:pt x="346" y="19"/>
                    </a:lnTo>
                    <a:lnTo>
                      <a:pt x="345" y="26"/>
                    </a:lnTo>
                    <a:lnTo>
                      <a:pt x="340" y="31"/>
                    </a:lnTo>
                    <a:lnTo>
                      <a:pt x="335" y="34"/>
                    </a:lnTo>
                    <a:lnTo>
                      <a:pt x="326" y="36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5" name="Google Shape;6285;p73"/>
              <p:cNvSpPr/>
              <p:nvPr/>
            </p:nvSpPr>
            <p:spPr>
              <a:xfrm>
                <a:off x="8272" y="4697"/>
                <a:ext cx="146" cy="320"/>
              </a:xfrm>
              <a:custGeom>
                <a:rect b="b" l="l" r="r" t="t"/>
                <a:pathLst>
                  <a:path extrusionOk="0" h="960" w="439">
                    <a:moveTo>
                      <a:pt x="72" y="270"/>
                    </a:moveTo>
                    <a:lnTo>
                      <a:pt x="82" y="289"/>
                    </a:lnTo>
                    <a:lnTo>
                      <a:pt x="85" y="302"/>
                    </a:lnTo>
                    <a:lnTo>
                      <a:pt x="87" y="316"/>
                    </a:lnTo>
                    <a:lnTo>
                      <a:pt x="93" y="336"/>
                    </a:lnTo>
                    <a:lnTo>
                      <a:pt x="107" y="376"/>
                    </a:lnTo>
                    <a:lnTo>
                      <a:pt x="124" y="417"/>
                    </a:lnTo>
                    <a:lnTo>
                      <a:pt x="141" y="455"/>
                    </a:lnTo>
                    <a:lnTo>
                      <a:pt x="157" y="494"/>
                    </a:lnTo>
                    <a:lnTo>
                      <a:pt x="175" y="533"/>
                    </a:lnTo>
                    <a:lnTo>
                      <a:pt x="193" y="572"/>
                    </a:lnTo>
                    <a:lnTo>
                      <a:pt x="210" y="611"/>
                    </a:lnTo>
                    <a:lnTo>
                      <a:pt x="229" y="649"/>
                    </a:lnTo>
                    <a:lnTo>
                      <a:pt x="248" y="687"/>
                    </a:lnTo>
                    <a:lnTo>
                      <a:pt x="267" y="726"/>
                    </a:lnTo>
                    <a:lnTo>
                      <a:pt x="287" y="763"/>
                    </a:lnTo>
                    <a:lnTo>
                      <a:pt x="307" y="802"/>
                    </a:lnTo>
                    <a:lnTo>
                      <a:pt x="326" y="839"/>
                    </a:lnTo>
                    <a:lnTo>
                      <a:pt x="347" y="878"/>
                    </a:lnTo>
                    <a:lnTo>
                      <a:pt x="367" y="915"/>
                    </a:lnTo>
                    <a:lnTo>
                      <a:pt x="388" y="954"/>
                    </a:lnTo>
                    <a:lnTo>
                      <a:pt x="391" y="957"/>
                    </a:lnTo>
                    <a:lnTo>
                      <a:pt x="397" y="958"/>
                    </a:lnTo>
                    <a:lnTo>
                      <a:pt x="404" y="960"/>
                    </a:lnTo>
                    <a:lnTo>
                      <a:pt x="413" y="960"/>
                    </a:lnTo>
                    <a:lnTo>
                      <a:pt x="420" y="960"/>
                    </a:lnTo>
                    <a:lnTo>
                      <a:pt x="427" y="958"/>
                    </a:lnTo>
                    <a:lnTo>
                      <a:pt x="433" y="957"/>
                    </a:lnTo>
                    <a:lnTo>
                      <a:pt x="436" y="954"/>
                    </a:lnTo>
                    <a:lnTo>
                      <a:pt x="439" y="948"/>
                    </a:lnTo>
                    <a:lnTo>
                      <a:pt x="439" y="943"/>
                    </a:lnTo>
                    <a:lnTo>
                      <a:pt x="436" y="937"/>
                    </a:lnTo>
                    <a:lnTo>
                      <a:pt x="432" y="932"/>
                    </a:lnTo>
                    <a:lnTo>
                      <a:pt x="414" y="902"/>
                    </a:lnTo>
                    <a:lnTo>
                      <a:pt x="398" y="874"/>
                    </a:lnTo>
                    <a:lnTo>
                      <a:pt x="380" y="843"/>
                    </a:lnTo>
                    <a:lnTo>
                      <a:pt x="364" y="813"/>
                    </a:lnTo>
                    <a:lnTo>
                      <a:pt x="348" y="784"/>
                    </a:lnTo>
                    <a:lnTo>
                      <a:pt x="332" y="754"/>
                    </a:lnTo>
                    <a:lnTo>
                      <a:pt x="314" y="724"/>
                    </a:lnTo>
                    <a:lnTo>
                      <a:pt x="298" y="694"/>
                    </a:lnTo>
                    <a:lnTo>
                      <a:pt x="269" y="638"/>
                    </a:lnTo>
                    <a:lnTo>
                      <a:pt x="242" y="585"/>
                    </a:lnTo>
                    <a:lnTo>
                      <a:pt x="216" y="532"/>
                    </a:lnTo>
                    <a:lnTo>
                      <a:pt x="193" y="477"/>
                    </a:lnTo>
                    <a:lnTo>
                      <a:pt x="169" y="424"/>
                    </a:lnTo>
                    <a:lnTo>
                      <a:pt x="149" y="369"/>
                    </a:lnTo>
                    <a:lnTo>
                      <a:pt x="128" y="312"/>
                    </a:lnTo>
                    <a:lnTo>
                      <a:pt x="107" y="253"/>
                    </a:lnTo>
                    <a:lnTo>
                      <a:pt x="91" y="220"/>
                    </a:lnTo>
                    <a:lnTo>
                      <a:pt x="75" y="181"/>
                    </a:lnTo>
                    <a:lnTo>
                      <a:pt x="60" y="139"/>
                    </a:lnTo>
                    <a:lnTo>
                      <a:pt x="47" y="99"/>
                    </a:lnTo>
                    <a:lnTo>
                      <a:pt x="35" y="62"/>
                    </a:lnTo>
                    <a:lnTo>
                      <a:pt x="25" y="31"/>
                    </a:lnTo>
                    <a:lnTo>
                      <a:pt x="15" y="10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6" y="47"/>
                    </a:lnTo>
                    <a:lnTo>
                      <a:pt x="11" y="82"/>
                    </a:lnTo>
                    <a:lnTo>
                      <a:pt x="16" y="115"/>
                    </a:lnTo>
                    <a:lnTo>
                      <a:pt x="24" y="146"/>
                    </a:lnTo>
                    <a:lnTo>
                      <a:pt x="33" y="179"/>
                    </a:lnTo>
                    <a:lnTo>
                      <a:pt x="43" y="211"/>
                    </a:lnTo>
                    <a:lnTo>
                      <a:pt x="56" y="241"/>
                    </a:lnTo>
                    <a:lnTo>
                      <a:pt x="72" y="27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6" name="Google Shape;6286;p73"/>
              <p:cNvSpPr/>
              <p:nvPr/>
            </p:nvSpPr>
            <p:spPr>
              <a:xfrm>
                <a:off x="8416" y="4972"/>
                <a:ext cx="128" cy="66"/>
              </a:xfrm>
              <a:custGeom>
                <a:rect b="b" l="l" r="r" t="t"/>
                <a:pathLst>
                  <a:path extrusionOk="0" h="198" w="382">
                    <a:moveTo>
                      <a:pt x="2" y="182"/>
                    </a:moveTo>
                    <a:lnTo>
                      <a:pt x="0" y="187"/>
                    </a:lnTo>
                    <a:lnTo>
                      <a:pt x="0" y="191"/>
                    </a:lnTo>
                    <a:lnTo>
                      <a:pt x="2" y="195"/>
                    </a:lnTo>
                    <a:lnTo>
                      <a:pt x="6" y="198"/>
                    </a:lnTo>
                    <a:lnTo>
                      <a:pt x="30" y="187"/>
                    </a:lnTo>
                    <a:lnTo>
                      <a:pt x="52" y="176"/>
                    </a:lnTo>
                    <a:lnTo>
                      <a:pt x="75" y="166"/>
                    </a:lnTo>
                    <a:lnTo>
                      <a:pt x="99" y="156"/>
                    </a:lnTo>
                    <a:lnTo>
                      <a:pt x="124" y="146"/>
                    </a:lnTo>
                    <a:lnTo>
                      <a:pt x="147" y="138"/>
                    </a:lnTo>
                    <a:lnTo>
                      <a:pt x="171" y="128"/>
                    </a:lnTo>
                    <a:lnTo>
                      <a:pt x="194" y="119"/>
                    </a:lnTo>
                    <a:lnTo>
                      <a:pt x="218" y="109"/>
                    </a:lnTo>
                    <a:lnTo>
                      <a:pt x="241" y="99"/>
                    </a:lnTo>
                    <a:lnTo>
                      <a:pt x="265" y="89"/>
                    </a:lnTo>
                    <a:lnTo>
                      <a:pt x="287" y="77"/>
                    </a:lnTo>
                    <a:lnTo>
                      <a:pt x="310" y="66"/>
                    </a:lnTo>
                    <a:lnTo>
                      <a:pt x="332" y="54"/>
                    </a:lnTo>
                    <a:lnTo>
                      <a:pt x="354" y="41"/>
                    </a:lnTo>
                    <a:lnTo>
                      <a:pt x="376" y="27"/>
                    </a:lnTo>
                    <a:lnTo>
                      <a:pt x="381" y="23"/>
                    </a:lnTo>
                    <a:lnTo>
                      <a:pt x="382" y="17"/>
                    </a:lnTo>
                    <a:lnTo>
                      <a:pt x="382" y="11"/>
                    </a:lnTo>
                    <a:lnTo>
                      <a:pt x="379" y="7"/>
                    </a:lnTo>
                    <a:lnTo>
                      <a:pt x="375" y="3"/>
                    </a:lnTo>
                    <a:lnTo>
                      <a:pt x="369" y="0"/>
                    </a:lnTo>
                    <a:lnTo>
                      <a:pt x="363" y="0"/>
                    </a:lnTo>
                    <a:lnTo>
                      <a:pt x="359" y="3"/>
                    </a:lnTo>
                    <a:lnTo>
                      <a:pt x="335" y="16"/>
                    </a:lnTo>
                    <a:lnTo>
                      <a:pt x="309" y="28"/>
                    </a:lnTo>
                    <a:lnTo>
                      <a:pt x="281" y="41"/>
                    </a:lnTo>
                    <a:lnTo>
                      <a:pt x="253" y="56"/>
                    </a:lnTo>
                    <a:lnTo>
                      <a:pt x="223" y="70"/>
                    </a:lnTo>
                    <a:lnTo>
                      <a:pt x="193" y="84"/>
                    </a:lnTo>
                    <a:lnTo>
                      <a:pt x="163" y="97"/>
                    </a:lnTo>
                    <a:lnTo>
                      <a:pt x="135" y="112"/>
                    </a:lnTo>
                    <a:lnTo>
                      <a:pt x="107" y="125"/>
                    </a:lnTo>
                    <a:lnTo>
                      <a:pt x="83" y="136"/>
                    </a:lnTo>
                    <a:lnTo>
                      <a:pt x="61" y="148"/>
                    </a:lnTo>
                    <a:lnTo>
                      <a:pt x="40" y="158"/>
                    </a:lnTo>
                    <a:lnTo>
                      <a:pt x="24" y="166"/>
                    </a:lnTo>
                    <a:lnTo>
                      <a:pt x="12" y="174"/>
                    </a:lnTo>
                    <a:lnTo>
                      <a:pt x="5" y="179"/>
                    </a:lnTo>
                    <a:lnTo>
                      <a:pt x="2" y="182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7" name="Google Shape;6287;p73"/>
              <p:cNvSpPr/>
              <p:nvPr/>
            </p:nvSpPr>
            <p:spPr>
              <a:xfrm>
                <a:off x="8304" y="4693"/>
                <a:ext cx="76" cy="80"/>
              </a:xfrm>
              <a:custGeom>
                <a:rect b="b" l="l" r="r" t="t"/>
                <a:pathLst>
                  <a:path extrusionOk="0" h="240" w="229">
                    <a:moveTo>
                      <a:pt x="126" y="4"/>
                    </a:moveTo>
                    <a:lnTo>
                      <a:pt x="119" y="3"/>
                    </a:lnTo>
                    <a:lnTo>
                      <a:pt x="111" y="3"/>
                    </a:lnTo>
                    <a:lnTo>
                      <a:pt x="105" y="1"/>
                    </a:lnTo>
                    <a:lnTo>
                      <a:pt x="102" y="1"/>
                    </a:lnTo>
                    <a:lnTo>
                      <a:pt x="94" y="0"/>
                    </a:lnTo>
                    <a:lnTo>
                      <a:pt x="83" y="0"/>
                    </a:lnTo>
                    <a:lnTo>
                      <a:pt x="75" y="1"/>
                    </a:lnTo>
                    <a:lnTo>
                      <a:pt x="66" y="3"/>
                    </a:lnTo>
                    <a:lnTo>
                      <a:pt x="57" y="4"/>
                    </a:lnTo>
                    <a:lnTo>
                      <a:pt x="48" y="9"/>
                    </a:lnTo>
                    <a:lnTo>
                      <a:pt x="41" y="13"/>
                    </a:lnTo>
                    <a:lnTo>
                      <a:pt x="33" y="17"/>
                    </a:lnTo>
                    <a:lnTo>
                      <a:pt x="17" y="34"/>
                    </a:lnTo>
                    <a:lnTo>
                      <a:pt x="6" y="55"/>
                    </a:lnTo>
                    <a:lnTo>
                      <a:pt x="1" y="76"/>
                    </a:lnTo>
                    <a:lnTo>
                      <a:pt x="0" y="98"/>
                    </a:lnTo>
                    <a:lnTo>
                      <a:pt x="3" y="121"/>
                    </a:lnTo>
                    <a:lnTo>
                      <a:pt x="8" y="144"/>
                    </a:lnTo>
                    <a:lnTo>
                      <a:pt x="16" y="167"/>
                    </a:lnTo>
                    <a:lnTo>
                      <a:pt x="26" y="187"/>
                    </a:lnTo>
                    <a:lnTo>
                      <a:pt x="35" y="200"/>
                    </a:lnTo>
                    <a:lnTo>
                      <a:pt x="45" y="213"/>
                    </a:lnTo>
                    <a:lnTo>
                      <a:pt x="57" y="223"/>
                    </a:lnTo>
                    <a:lnTo>
                      <a:pt x="70" y="230"/>
                    </a:lnTo>
                    <a:lnTo>
                      <a:pt x="85" y="236"/>
                    </a:lnTo>
                    <a:lnTo>
                      <a:pt x="101" y="240"/>
                    </a:lnTo>
                    <a:lnTo>
                      <a:pt x="116" y="240"/>
                    </a:lnTo>
                    <a:lnTo>
                      <a:pt x="132" y="237"/>
                    </a:lnTo>
                    <a:lnTo>
                      <a:pt x="154" y="228"/>
                    </a:lnTo>
                    <a:lnTo>
                      <a:pt x="174" y="218"/>
                    </a:lnTo>
                    <a:lnTo>
                      <a:pt x="192" y="204"/>
                    </a:lnTo>
                    <a:lnTo>
                      <a:pt x="208" y="188"/>
                    </a:lnTo>
                    <a:lnTo>
                      <a:pt x="218" y="171"/>
                    </a:lnTo>
                    <a:lnTo>
                      <a:pt x="226" y="151"/>
                    </a:lnTo>
                    <a:lnTo>
                      <a:pt x="229" y="131"/>
                    </a:lnTo>
                    <a:lnTo>
                      <a:pt x="226" y="109"/>
                    </a:lnTo>
                    <a:lnTo>
                      <a:pt x="224" y="103"/>
                    </a:lnTo>
                    <a:lnTo>
                      <a:pt x="221" y="98"/>
                    </a:lnTo>
                    <a:lnTo>
                      <a:pt x="215" y="95"/>
                    </a:lnTo>
                    <a:lnTo>
                      <a:pt x="210" y="93"/>
                    </a:lnTo>
                    <a:lnTo>
                      <a:pt x="204" y="95"/>
                    </a:lnTo>
                    <a:lnTo>
                      <a:pt x="198" y="99"/>
                    </a:lnTo>
                    <a:lnTo>
                      <a:pt x="195" y="105"/>
                    </a:lnTo>
                    <a:lnTo>
                      <a:pt x="195" y="111"/>
                    </a:lnTo>
                    <a:lnTo>
                      <a:pt x="193" y="126"/>
                    </a:lnTo>
                    <a:lnTo>
                      <a:pt x="189" y="142"/>
                    </a:lnTo>
                    <a:lnTo>
                      <a:pt x="183" y="158"/>
                    </a:lnTo>
                    <a:lnTo>
                      <a:pt x="174" y="171"/>
                    </a:lnTo>
                    <a:lnTo>
                      <a:pt x="164" y="181"/>
                    </a:lnTo>
                    <a:lnTo>
                      <a:pt x="149" y="190"/>
                    </a:lnTo>
                    <a:lnTo>
                      <a:pt x="133" y="195"/>
                    </a:lnTo>
                    <a:lnTo>
                      <a:pt x="113" y="198"/>
                    </a:lnTo>
                    <a:lnTo>
                      <a:pt x="92" y="197"/>
                    </a:lnTo>
                    <a:lnTo>
                      <a:pt x="76" y="188"/>
                    </a:lnTo>
                    <a:lnTo>
                      <a:pt x="63" y="177"/>
                    </a:lnTo>
                    <a:lnTo>
                      <a:pt x="54" y="161"/>
                    </a:lnTo>
                    <a:lnTo>
                      <a:pt x="47" y="142"/>
                    </a:lnTo>
                    <a:lnTo>
                      <a:pt x="41" y="124"/>
                    </a:lnTo>
                    <a:lnTo>
                      <a:pt x="36" y="103"/>
                    </a:lnTo>
                    <a:lnTo>
                      <a:pt x="35" y="85"/>
                    </a:lnTo>
                    <a:lnTo>
                      <a:pt x="35" y="73"/>
                    </a:lnTo>
                    <a:lnTo>
                      <a:pt x="36" y="62"/>
                    </a:lnTo>
                    <a:lnTo>
                      <a:pt x="41" y="50"/>
                    </a:lnTo>
                    <a:lnTo>
                      <a:pt x="48" y="40"/>
                    </a:lnTo>
                    <a:lnTo>
                      <a:pt x="55" y="33"/>
                    </a:lnTo>
                    <a:lnTo>
                      <a:pt x="66" y="26"/>
                    </a:lnTo>
                    <a:lnTo>
                      <a:pt x="77" y="21"/>
                    </a:lnTo>
                    <a:lnTo>
                      <a:pt x="92" y="19"/>
                    </a:lnTo>
                    <a:lnTo>
                      <a:pt x="97" y="19"/>
                    </a:lnTo>
                    <a:lnTo>
                      <a:pt x="105" y="19"/>
                    </a:lnTo>
                    <a:lnTo>
                      <a:pt x="120" y="19"/>
                    </a:lnTo>
                    <a:lnTo>
                      <a:pt x="135" y="21"/>
                    </a:lnTo>
                    <a:lnTo>
                      <a:pt x="139" y="20"/>
                    </a:lnTo>
                    <a:lnTo>
                      <a:pt x="139" y="14"/>
                    </a:lnTo>
                    <a:lnTo>
                      <a:pt x="133" y="9"/>
                    </a:lnTo>
                    <a:lnTo>
                      <a:pt x="126" y="4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8" name="Google Shape;6288;p73"/>
              <p:cNvSpPr/>
              <p:nvPr/>
            </p:nvSpPr>
            <p:spPr>
              <a:xfrm>
                <a:off x="8401" y="4895"/>
                <a:ext cx="93" cy="90"/>
              </a:xfrm>
              <a:custGeom>
                <a:rect b="b" l="l" r="r" t="t"/>
                <a:pathLst>
                  <a:path extrusionOk="0" h="270" w="281">
                    <a:moveTo>
                      <a:pt x="75" y="5"/>
                    </a:moveTo>
                    <a:lnTo>
                      <a:pt x="61" y="10"/>
                    </a:lnTo>
                    <a:lnTo>
                      <a:pt x="47" y="19"/>
                    </a:lnTo>
                    <a:lnTo>
                      <a:pt x="34" y="28"/>
                    </a:lnTo>
                    <a:lnTo>
                      <a:pt x="24" y="39"/>
                    </a:lnTo>
                    <a:lnTo>
                      <a:pt x="15" y="52"/>
                    </a:lnTo>
                    <a:lnTo>
                      <a:pt x="8" y="65"/>
                    </a:lnTo>
                    <a:lnTo>
                      <a:pt x="3" y="81"/>
                    </a:lnTo>
                    <a:lnTo>
                      <a:pt x="0" y="97"/>
                    </a:lnTo>
                    <a:lnTo>
                      <a:pt x="0" y="114"/>
                    </a:lnTo>
                    <a:lnTo>
                      <a:pt x="2" y="130"/>
                    </a:lnTo>
                    <a:lnTo>
                      <a:pt x="6" y="145"/>
                    </a:lnTo>
                    <a:lnTo>
                      <a:pt x="12" y="161"/>
                    </a:lnTo>
                    <a:lnTo>
                      <a:pt x="18" y="176"/>
                    </a:lnTo>
                    <a:lnTo>
                      <a:pt x="27" y="191"/>
                    </a:lnTo>
                    <a:lnTo>
                      <a:pt x="37" y="204"/>
                    </a:lnTo>
                    <a:lnTo>
                      <a:pt x="49" y="217"/>
                    </a:lnTo>
                    <a:lnTo>
                      <a:pt x="65" y="232"/>
                    </a:lnTo>
                    <a:lnTo>
                      <a:pt x="83" y="245"/>
                    </a:lnTo>
                    <a:lnTo>
                      <a:pt x="102" y="258"/>
                    </a:lnTo>
                    <a:lnTo>
                      <a:pt x="122" y="266"/>
                    </a:lnTo>
                    <a:lnTo>
                      <a:pt x="143" y="270"/>
                    </a:lnTo>
                    <a:lnTo>
                      <a:pt x="165" y="270"/>
                    </a:lnTo>
                    <a:lnTo>
                      <a:pt x="185" y="265"/>
                    </a:lnTo>
                    <a:lnTo>
                      <a:pt x="206" y="252"/>
                    </a:lnTo>
                    <a:lnTo>
                      <a:pt x="219" y="240"/>
                    </a:lnTo>
                    <a:lnTo>
                      <a:pt x="232" y="229"/>
                    </a:lnTo>
                    <a:lnTo>
                      <a:pt x="244" y="216"/>
                    </a:lnTo>
                    <a:lnTo>
                      <a:pt x="254" y="203"/>
                    </a:lnTo>
                    <a:lnTo>
                      <a:pt x="263" y="189"/>
                    </a:lnTo>
                    <a:lnTo>
                      <a:pt x="270" y="174"/>
                    </a:lnTo>
                    <a:lnTo>
                      <a:pt x="276" y="158"/>
                    </a:lnTo>
                    <a:lnTo>
                      <a:pt x="279" y="141"/>
                    </a:lnTo>
                    <a:lnTo>
                      <a:pt x="281" y="134"/>
                    </a:lnTo>
                    <a:lnTo>
                      <a:pt x="279" y="127"/>
                    </a:lnTo>
                    <a:lnTo>
                      <a:pt x="275" y="121"/>
                    </a:lnTo>
                    <a:lnTo>
                      <a:pt x="268" y="117"/>
                    </a:lnTo>
                    <a:lnTo>
                      <a:pt x="259" y="117"/>
                    </a:lnTo>
                    <a:lnTo>
                      <a:pt x="251" y="118"/>
                    </a:lnTo>
                    <a:lnTo>
                      <a:pt x="245" y="122"/>
                    </a:lnTo>
                    <a:lnTo>
                      <a:pt x="243" y="130"/>
                    </a:lnTo>
                    <a:lnTo>
                      <a:pt x="243" y="133"/>
                    </a:lnTo>
                    <a:lnTo>
                      <a:pt x="240" y="140"/>
                    </a:lnTo>
                    <a:lnTo>
                      <a:pt x="235" y="151"/>
                    </a:lnTo>
                    <a:lnTo>
                      <a:pt x="229" y="164"/>
                    </a:lnTo>
                    <a:lnTo>
                      <a:pt x="222" y="179"/>
                    </a:lnTo>
                    <a:lnTo>
                      <a:pt x="210" y="191"/>
                    </a:lnTo>
                    <a:lnTo>
                      <a:pt x="199" y="203"/>
                    </a:lnTo>
                    <a:lnTo>
                      <a:pt x="182" y="210"/>
                    </a:lnTo>
                    <a:lnTo>
                      <a:pt x="154" y="212"/>
                    </a:lnTo>
                    <a:lnTo>
                      <a:pt x="127" y="207"/>
                    </a:lnTo>
                    <a:lnTo>
                      <a:pt x="100" y="197"/>
                    </a:lnTo>
                    <a:lnTo>
                      <a:pt x="78" y="181"/>
                    </a:lnTo>
                    <a:lnTo>
                      <a:pt x="59" y="163"/>
                    </a:lnTo>
                    <a:lnTo>
                      <a:pt x="46" y="140"/>
                    </a:lnTo>
                    <a:lnTo>
                      <a:pt x="40" y="114"/>
                    </a:lnTo>
                    <a:lnTo>
                      <a:pt x="40" y="87"/>
                    </a:lnTo>
                    <a:lnTo>
                      <a:pt x="44" y="74"/>
                    </a:lnTo>
                    <a:lnTo>
                      <a:pt x="50" y="62"/>
                    </a:lnTo>
                    <a:lnTo>
                      <a:pt x="59" y="51"/>
                    </a:lnTo>
                    <a:lnTo>
                      <a:pt x="69" y="41"/>
                    </a:lnTo>
                    <a:lnTo>
                      <a:pt x="80" y="31"/>
                    </a:lnTo>
                    <a:lnTo>
                      <a:pt x="91" y="23"/>
                    </a:lnTo>
                    <a:lnTo>
                      <a:pt x="102" y="19"/>
                    </a:lnTo>
                    <a:lnTo>
                      <a:pt x="112" y="16"/>
                    </a:lnTo>
                    <a:lnTo>
                      <a:pt x="110" y="5"/>
                    </a:lnTo>
                    <a:lnTo>
                      <a:pt x="102" y="0"/>
                    </a:lnTo>
                    <a:lnTo>
                      <a:pt x="88" y="2"/>
                    </a:ln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9" name="Google Shape;6289;p73"/>
              <p:cNvSpPr/>
              <p:nvPr/>
            </p:nvSpPr>
            <p:spPr>
              <a:xfrm>
                <a:off x="8431" y="4921"/>
                <a:ext cx="5" cy="4"/>
              </a:xfrm>
              <a:custGeom>
                <a:rect b="b" l="l" r="r" t="t"/>
                <a:pathLst>
                  <a:path extrusionOk="0" h="13" w="15">
                    <a:moveTo>
                      <a:pt x="0" y="6"/>
                    </a:moveTo>
                    <a:lnTo>
                      <a:pt x="2" y="9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8" y="13"/>
                    </a:lnTo>
                    <a:lnTo>
                      <a:pt x="11" y="13"/>
                    </a:lnTo>
                    <a:lnTo>
                      <a:pt x="14" y="11"/>
                    </a:lnTo>
                    <a:lnTo>
                      <a:pt x="15" y="9"/>
                    </a:lnTo>
                    <a:lnTo>
                      <a:pt x="15" y="6"/>
                    </a:lnTo>
                    <a:lnTo>
                      <a:pt x="15" y="4"/>
                    </a:lnTo>
                    <a:lnTo>
                      <a:pt x="14" y="1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2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0" name="Google Shape;6290;p73"/>
              <p:cNvSpPr/>
              <p:nvPr/>
            </p:nvSpPr>
            <p:spPr>
              <a:xfrm>
                <a:off x="8447" y="4911"/>
                <a:ext cx="6" cy="6"/>
              </a:xfrm>
              <a:custGeom>
                <a:rect b="b" l="l" r="r" t="t"/>
                <a:pathLst>
                  <a:path extrusionOk="0" h="17" w="17">
                    <a:moveTo>
                      <a:pt x="0" y="9"/>
                    </a:moveTo>
                    <a:lnTo>
                      <a:pt x="1" y="13"/>
                    </a:lnTo>
                    <a:lnTo>
                      <a:pt x="3" y="15"/>
                    </a:lnTo>
                    <a:lnTo>
                      <a:pt x="6" y="17"/>
                    </a:lnTo>
                    <a:lnTo>
                      <a:pt x="9" y="17"/>
                    </a:lnTo>
                    <a:lnTo>
                      <a:pt x="13" y="17"/>
                    </a:lnTo>
                    <a:lnTo>
                      <a:pt x="16" y="15"/>
                    </a:lnTo>
                    <a:lnTo>
                      <a:pt x="17" y="13"/>
                    </a:lnTo>
                    <a:lnTo>
                      <a:pt x="17" y="9"/>
                    </a:lnTo>
                    <a:lnTo>
                      <a:pt x="17" y="6"/>
                    </a:lnTo>
                    <a:lnTo>
                      <a:pt x="16" y="3"/>
                    </a:lnTo>
                    <a:lnTo>
                      <a:pt x="13" y="2"/>
                    </a:lnTo>
                    <a:lnTo>
                      <a:pt x="9" y="0"/>
                    </a:lnTo>
                    <a:lnTo>
                      <a:pt x="6" y="2"/>
                    </a:lnTo>
                    <a:lnTo>
                      <a:pt x="3" y="3"/>
                    </a:lnTo>
                    <a:lnTo>
                      <a:pt x="1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1" name="Google Shape;6291;p73"/>
              <p:cNvSpPr/>
              <p:nvPr/>
            </p:nvSpPr>
            <p:spPr>
              <a:xfrm>
                <a:off x="8468" y="4904"/>
                <a:ext cx="3" cy="3"/>
              </a:xfrm>
              <a:custGeom>
                <a:rect b="b" l="l" r="r" t="t"/>
                <a:pathLst>
                  <a:path extrusionOk="0" h="9" w="9">
                    <a:moveTo>
                      <a:pt x="0" y="4"/>
                    </a:moveTo>
                    <a:lnTo>
                      <a:pt x="0" y="6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6" y="9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9" y="4"/>
                    </a:lnTo>
                    <a:lnTo>
                      <a:pt x="9" y="3"/>
                    </a:lnTo>
                    <a:lnTo>
                      <a:pt x="7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2" name="Google Shape;6292;p73"/>
              <p:cNvSpPr/>
              <p:nvPr/>
            </p:nvSpPr>
            <p:spPr>
              <a:xfrm>
                <a:off x="8459" y="4927"/>
                <a:ext cx="2" cy="3"/>
              </a:xfrm>
              <a:custGeom>
                <a:rect b="b" l="l" r="r" t="t"/>
                <a:pathLst>
                  <a:path extrusionOk="0" h="8" w="7">
                    <a:moveTo>
                      <a:pt x="0" y="4"/>
                    </a:moveTo>
                    <a:lnTo>
                      <a:pt x="0" y="5"/>
                    </a:lnTo>
                    <a:lnTo>
                      <a:pt x="1" y="7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7" y="5"/>
                    </a:lnTo>
                    <a:lnTo>
                      <a:pt x="7" y="4"/>
                    </a:lnTo>
                    <a:lnTo>
                      <a:pt x="7" y="2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3" name="Google Shape;6293;p73"/>
              <p:cNvSpPr/>
              <p:nvPr/>
            </p:nvSpPr>
            <p:spPr>
              <a:xfrm>
                <a:off x="8443" y="4936"/>
                <a:ext cx="2" cy="3"/>
              </a:xfrm>
              <a:custGeom>
                <a:rect b="b" l="l" r="r" t="t"/>
                <a:pathLst>
                  <a:path extrusionOk="0" h="9" w="7">
                    <a:moveTo>
                      <a:pt x="0" y="4"/>
                    </a:moveTo>
                    <a:lnTo>
                      <a:pt x="0" y="6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7" y="6"/>
                    </a:lnTo>
                    <a:lnTo>
                      <a:pt x="7" y="4"/>
                    </a:lnTo>
                    <a:lnTo>
                      <a:pt x="7" y="3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4" name="Google Shape;6294;p73"/>
              <p:cNvSpPr/>
              <p:nvPr/>
            </p:nvSpPr>
            <p:spPr>
              <a:xfrm>
                <a:off x="8474" y="4919"/>
                <a:ext cx="7" cy="6"/>
              </a:xfrm>
              <a:custGeom>
                <a:rect b="b" l="l" r="r" t="t"/>
                <a:pathLst>
                  <a:path extrusionOk="0" h="20" w="20">
                    <a:moveTo>
                      <a:pt x="0" y="10"/>
                    </a:moveTo>
                    <a:lnTo>
                      <a:pt x="0" y="15"/>
                    </a:lnTo>
                    <a:lnTo>
                      <a:pt x="2" y="17"/>
                    </a:lnTo>
                    <a:lnTo>
                      <a:pt x="5" y="20"/>
                    </a:lnTo>
                    <a:lnTo>
                      <a:pt x="10" y="20"/>
                    </a:lnTo>
                    <a:lnTo>
                      <a:pt x="14" y="20"/>
                    </a:lnTo>
                    <a:lnTo>
                      <a:pt x="17" y="17"/>
                    </a:lnTo>
                    <a:lnTo>
                      <a:pt x="20" y="15"/>
                    </a:lnTo>
                    <a:lnTo>
                      <a:pt x="20" y="10"/>
                    </a:lnTo>
                    <a:lnTo>
                      <a:pt x="20" y="6"/>
                    </a:lnTo>
                    <a:lnTo>
                      <a:pt x="17" y="3"/>
                    </a:lnTo>
                    <a:lnTo>
                      <a:pt x="14" y="0"/>
                    </a:lnTo>
                    <a:lnTo>
                      <a:pt x="10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5" name="Google Shape;6295;p73"/>
              <p:cNvSpPr/>
              <p:nvPr/>
            </p:nvSpPr>
            <p:spPr>
              <a:xfrm>
                <a:off x="8332" y="4713"/>
                <a:ext cx="4" cy="4"/>
              </a:xfrm>
              <a:custGeom>
                <a:rect b="b" l="l" r="r" t="t"/>
                <a:pathLst>
                  <a:path extrusionOk="0" h="13" w="12">
                    <a:moveTo>
                      <a:pt x="0" y="7"/>
                    </a:moveTo>
                    <a:lnTo>
                      <a:pt x="0" y="9"/>
                    </a:lnTo>
                    <a:lnTo>
                      <a:pt x="2" y="12"/>
                    </a:lnTo>
                    <a:lnTo>
                      <a:pt x="3" y="13"/>
                    </a:lnTo>
                    <a:lnTo>
                      <a:pt x="6" y="13"/>
                    </a:lnTo>
                    <a:lnTo>
                      <a:pt x="9" y="13"/>
                    </a:lnTo>
                    <a:lnTo>
                      <a:pt x="11" y="12"/>
                    </a:lnTo>
                    <a:lnTo>
                      <a:pt x="12" y="9"/>
                    </a:lnTo>
                    <a:lnTo>
                      <a:pt x="12" y="7"/>
                    </a:lnTo>
                    <a:lnTo>
                      <a:pt x="12" y="5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6" name="Google Shape;6296;p73"/>
              <p:cNvSpPr/>
              <p:nvPr/>
            </p:nvSpPr>
            <p:spPr>
              <a:xfrm>
                <a:off x="8349" y="4708"/>
                <a:ext cx="5" cy="4"/>
              </a:xfrm>
              <a:custGeom>
                <a:rect b="b" l="l" r="r" t="t"/>
                <a:pathLst>
                  <a:path extrusionOk="0" h="12" w="13">
                    <a:moveTo>
                      <a:pt x="0" y="6"/>
                    </a:moveTo>
                    <a:lnTo>
                      <a:pt x="0" y="8"/>
                    </a:lnTo>
                    <a:lnTo>
                      <a:pt x="2" y="10"/>
                    </a:lnTo>
                    <a:lnTo>
                      <a:pt x="5" y="12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2" y="10"/>
                    </a:lnTo>
                    <a:lnTo>
                      <a:pt x="13" y="8"/>
                    </a:lnTo>
                    <a:lnTo>
                      <a:pt x="13" y="6"/>
                    </a:lnTo>
                    <a:lnTo>
                      <a:pt x="13" y="3"/>
                    </a:lnTo>
                    <a:lnTo>
                      <a:pt x="12" y="2"/>
                    </a:lnTo>
                    <a:lnTo>
                      <a:pt x="9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7" name="Google Shape;6297;p73"/>
              <p:cNvSpPr/>
              <p:nvPr/>
            </p:nvSpPr>
            <p:spPr>
              <a:xfrm>
                <a:off x="8366" y="4704"/>
                <a:ext cx="2" cy="2"/>
              </a:xfrm>
              <a:custGeom>
                <a:rect b="b" l="l" r="r" t="t"/>
                <a:pathLst>
                  <a:path extrusionOk="0" h="7" w="8">
                    <a:moveTo>
                      <a:pt x="0" y="3"/>
                    </a:moveTo>
                    <a:lnTo>
                      <a:pt x="0" y="4"/>
                    </a:lnTo>
                    <a:lnTo>
                      <a:pt x="1" y="6"/>
                    </a:lnTo>
                    <a:lnTo>
                      <a:pt x="3" y="7"/>
                    </a:lnTo>
                    <a:lnTo>
                      <a:pt x="4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4"/>
                    </a:lnTo>
                    <a:lnTo>
                      <a:pt x="8" y="3"/>
                    </a:lnTo>
                    <a:lnTo>
                      <a:pt x="8" y="1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8" name="Google Shape;6298;p73"/>
              <p:cNvSpPr/>
              <p:nvPr/>
            </p:nvSpPr>
            <p:spPr>
              <a:xfrm>
                <a:off x="8338" y="4730"/>
                <a:ext cx="2" cy="3"/>
              </a:xfrm>
              <a:custGeom>
                <a:rect b="b" l="l" r="r" t="t"/>
                <a:pathLst>
                  <a:path extrusionOk="0" h="8" w="7">
                    <a:moveTo>
                      <a:pt x="0" y="3"/>
                    </a:moveTo>
                    <a:lnTo>
                      <a:pt x="0" y="5"/>
                    </a:lnTo>
                    <a:lnTo>
                      <a:pt x="1" y="6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7" y="5"/>
                    </a:lnTo>
                    <a:lnTo>
                      <a:pt x="7" y="3"/>
                    </a:lnTo>
                    <a:lnTo>
                      <a:pt x="7" y="2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9" name="Google Shape;6299;p73"/>
              <p:cNvSpPr/>
              <p:nvPr/>
            </p:nvSpPr>
            <p:spPr>
              <a:xfrm>
                <a:off x="8370" y="4713"/>
                <a:ext cx="6" cy="6"/>
              </a:xfrm>
              <a:custGeom>
                <a:rect b="b" l="l" r="r" t="t"/>
                <a:pathLst>
                  <a:path extrusionOk="0" h="17" w="16">
                    <a:moveTo>
                      <a:pt x="0" y="8"/>
                    </a:moveTo>
                    <a:lnTo>
                      <a:pt x="0" y="11"/>
                    </a:lnTo>
                    <a:lnTo>
                      <a:pt x="3" y="14"/>
                    </a:lnTo>
                    <a:lnTo>
                      <a:pt x="5" y="16"/>
                    </a:lnTo>
                    <a:lnTo>
                      <a:pt x="9" y="17"/>
                    </a:lnTo>
                    <a:lnTo>
                      <a:pt x="12" y="16"/>
                    </a:lnTo>
                    <a:lnTo>
                      <a:pt x="15" y="14"/>
                    </a:lnTo>
                    <a:lnTo>
                      <a:pt x="16" y="11"/>
                    </a:lnTo>
                    <a:lnTo>
                      <a:pt x="16" y="8"/>
                    </a:lnTo>
                    <a:lnTo>
                      <a:pt x="16" y="5"/>
                    </a:lnTo>
                    <a:lnTo>
                      <a:pt x="15" y="3"/>
                    </a:lnTo>
                    <a:lnTo>
                      <a:pt x="12" y="1"/>
                    </a:lnTo>
                    <a:lnTo>
                      <a:pt x="9" y="0"/>
                    </a:lnTo>
                    <a:lnTo>
                      <a:pt x="5" y="1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0" name="Google Shape;6300;p73"/>
              <p:cNvSpPr/>
              <p:nvPr/>
            </p:nvSpPr>
            <p:spPr>
              <a:xfrm>
                <a:off x="8353" y="4721"/>
                <a:ext cx="4" cy="4"/>
              </a:xfrm>
              <a:custGeom>
                <a:rect b="b" l="l" r="r" t="t"/>
                <a:pathLst>
                  <a:path extrusionOk="0" h="12" w="12">
                    <a:moveTo>
                      <a:pt x="0" y="6"/>
                    </a:moveTo>
                    <a:lnTo>
                      <a:pt x="0" y="7"/>
                    </a:lnTo>
                    <a:lnTo>
                      <a:pt x="1" y="10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7" y="12"/>
                    </a:lnTo>
                    <a:lnTo>
                      <a:pt x="10" y="10"/>
                    </a:lnTo>
                    <a:lnTo>
                      <a:pt x="12" y="7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0" y="2"/>
                    </a:lnTo>
                    <a:lnTo>
                      <a:pt x="7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1" name="Google Shape;6301;p73"/>
              <p:cNvSpPr/>
              <p:nvPr/>
            </p:nvSpPr>
            <p:spPr>
              <a:xfrm>
                <a:off x="8343" y="4794"/>
                <a:ext cx="25" cy="25"/>
              </a:xfrm>
              <a:custGeom>
                <a:rect b="b" l="l" r="r" t="t"/>
                <a:pathLst>
                  <a:path extrusionOk="0" h="75" w="74">
                    <a:moveTo>
                      <a:pt x="7" y="65"/>
                    </a:moveTo>
                    <a:lnTo>
                      <a:pt x="15" y="72"/>
                    </a:lnTo>
                    <a:lnTo>
                      <a:pt x="25" y="75"/>
                    </a:lnTo>
                    <a:lnTo>
                      <a:pt x="32" y="75"/>
                    </a:lnTo>
                    <a:lnTo>
                      <a:pt x="37" y="73"/>
                    </a:lnTo>
                    <a:lnTo>
                      <a:pt x="38" y="73"/>
                    </a:lnTo>
                    <a:lnTo>
                      <a:pt x="44" y="71"/>
                    </a:lnTo>
                    <a:lnTo>
                      <a:pt x="50" y="69"/>
                    </a:lnTo>
                    <a:lnTo>
                      <a:pt x="59" y="65"/>
                    </a:lnTo>
                    <a:lnTo>
                      <a:pt x="65" y="60"/>
                    </a:lnTo>
                    <a:lnTo>
                      <a:pt x="71" y="56"/>
                    </a:lnTo>
                    <a:lnTo>
                      <a:pt x="74" y="50"/>
                    </a:lnTo>
                    <a:lnTo>
                      <a:pt x="72" y="45"/>
                    </a:lnTo>
                    <a:lnTo>
                      <a:pt x="59" y="35"/>
                    </a:lnTo>
                    <a:lnTo>
                      <a:pt x="46" y="39"/>
                    </a:lnTo>
                    <a:lnTo>
                      <a:pt x="35" y="48"/>
                    </a:lnTo>
                    <a:lnTo>
                      <a:pt x="31" y="52"/>
                    </a:lnTo>
                    <a:lnTo>
                      <a:pt x="29" y="43"/>
                    </a:lnTo>
                    <a:lnTo>
                      <a:pt x="24" y="26"/>
                    </a:lnTo>
                    <a:lnTo>
                      <a:pt x="13" y="7"/>
                    </a:lnTo>
                    <a:lnTo>
                      <a:pt x="2" y="0"/>
                    </a:lnTo>
                    <a:lnTo>
                      <a:pt x="0" y="19"/>
                    </a:lnTo>
                    <a:lnTo>
                      <a:pt x="3" y="40"/>
                    </a:lnTo>
                    <a:lnTo>
                      <a:pt x="6" y="58"/>
                    </a:lnTo>
                    <a:lnTo>
                      <a:pt x="7" y="65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2" name="Google Shape;6302;p73"/>
              <p:cNvSpPr/>
              <p:nvPr/>
            </p:nvSpPr>
            <p:spPr>
              <a:xfrm>
                <a:off x="8367" y="4788"/>
                <a:ext cx="23" cy="20"/>
              </a:xfrm>
              <a:custGeom>
                <a:rect b="b" l="l" r="r" t="t"/>
                <a:pathLst>
                  <a:path extrusionOk="0" h="59" w="69">
                    <a:moveTo>
                      <a:pt x="24" y="59"/>
                    </a:moveTo>
                    <a:lnTo>
                      <a:pt x="29" y="59"/>
                    </a:lnTo>
                    <a:lnTo>
                      <a:pt x="38" y="57"/>
                    </a:lnTo>
                    <a:lnTo>
                      <a:pt x="47" y="56"/>
                    </a:lnTo>
                    <a:lnTo>
                      <a:pt x="56" y="54"/>
                    </a:lnTo>
                    <a:lnTo>
                      <a:pt x="63" y="52"/>
                    </a:lnTo>
                    <a:lnTo>
                      <a:pt x="68" y="47"/>
                    </a:lnTo>
                    <a:lnTo>
                      <a:pt x="69" y="43"/>
                    </a:lnTo>
                    <a:lnTo>
                      <a:pt x="66" y="37"/>
                    </a:lnTo>
                    <a:lnTo>
                      <a:pt x="54" y="32"/>
                    </a:lnTo>
                    <a:lnTo>
                      <a:pt x="41" y="33"/>
                    </a:lnTo>
                    <a:lnTo>
                      <a:pt x="29" y="37"/>
                    </a:lnTo>
                    <a:lnTo>
                      <a:pt x="25" y="40"/>
                    </a:lnTo>
                    <a:lnTo>
                      <a:pt x="21" y="29"/>
                    </a:lnTo>
                    <a:lnTo>
                      <a:pt x="19" y="13"/>
                    </a:lnTo>
                    <a:lnTo>
                      <a:pt x="15" y="1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9" y="44"/>
                    </a:lnTo>
                    <a:lnTo>
                      <a:pt x="19" y="56"/>
                    </a:lnTo>
                    <a:lnTo>
                      <a:pt x="24" y="59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3" name="Google Shape;6303;p73"/>
              <p:cNvSpPr/>
              <p:nvPr/>
            </p:nvSpPr>
            <p:spPr>
              <a:xfrm>
                <a:off x="8386" y="4779"/>
                <a:ext cx="23" cy="20"/>
              </a:xfrm>
              <a:custGeom>
                <a:rect b="b" l="l" r="r" t="t"/>
                <a:pathLst>
                  <a:path extrusionOk="0" h="60" w="69">
                    <a:moveTo>
                      <a:pt x="6" y="46"/>
                    </a:moveTo>
                    <a:lnTo>
                      <a:pt x="15" y="54"/>
                    </a:lnTo>
                    <a:lnTo>
                      <a:pt x="22" y="59"/>
                    </a:lnTo>
                    <a:lnTo>
                      <a:pt x="31" y="60"/>
                    </a:lnTo>
                    <a:lnTo>
                      <a:pt x="38" y="60"/>
                    </a:lnTo>
                    <a:lnTo>
                      <a:pt x="45" y="59"/>
                    </a:lnTo>
                    <a:lnTo>
                      <a:pt x="51" y="56"/>
                    </a:lnTo>
                    <a:lnTo>
                      <a:pt x="57" y="53"/>
                    </a:lnTo>
                    <a:lnTo>
                      <a:pt x="60" y="51"/>
                    </a:lnTo>
                    <a:lnTo>
                      <a:pt x="64" y="50"/>
                    </a:lnTo>
                    <a:lnTo>
                      <a:pt x="67" y="47"/>
                    </a:lnTo>
                    <a:lnTo>
                      <a:pt x="69" y="43"/>
                    </a:lnTo>
                    <a:lnTo>
                      <a:pt x="67" y="40"/>
                    </a:lnTo>
                    <a:lnTo>
                      <a:pt x="54" y="31"/>
                    </a:lnTo>
                    <a:lnTo>
                      <a:pt x="41" y="31"/>
                    </a:lnTo>
                    <a:lnTo>
                      <a:pt x="32" y="34"/>
                    </a:lnTo>
                    <a:lnTo>
                      <a:pt x="28" y="37"/>
                    </a:lnTo>
                    <a:lnTo>
                      <a:pt x="26" y="30"/>
                    </a:lnTo>
                    <a:lnTo>
                      <a:pt x="20" y="15"/>
                    </a:lnTo>
                    <a:lnTo>
                      <a:pt x="12" y="2"/>
                    </a:lnTo>
                    <a:lnTo>
                      <a:pt x="1" y="0"/>
                    </a:lnTo>
                    <a:lnTo>
                      <a:pt x="0" y="14"/>
                    </a:lnTo>
                    <a:lnTo>
                      <a:pt x="1" y="30"/>
                    </a:lnTo>
                    <a:lnTo>
                      <a:pt x="4" y="41"/>
                    </a:lnTo>
                    <a:lnTo>
                      <a:pt x="6" y="46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4" name="Google Shape;6304;p73"/>
              <p:cNvSpPr/>
              <p:nvPr/>
            </p:nvSpPr>
            <p:spPr>
              <a:xfrm>
                <a:off x="8357" y="4833"/>
                <a:ext cx="25" cy="16"/>
              </a:xfrm>
              <a:custGeom>
                <a:rect b="b" l="l" r="r" t="t"/>
                <a:pathLst>
                  <a:path extrusionOk="0" h="48" w="75">
                    <a:moveTo>
                      <a:pt x="12" y="44"/>
                    </a:moveTo>
                    <a:lnTo>
                      <a:pt x="19" y="46"/>
                    </a:lnTo>
                    <a:lnTo>
                      <a:pt x="31" y="48"/>
                    </a:lnTo>
                    <a:lnTo>
                      <a:pt x="43" y="48"/>
                    </a:lnTo>
                    <a:lnTo>
                      <a:pt x="56" y="46"/>
                    </a:lnTo>
                    <a:lnTo>
                      <a:pt x="66" y="42"/>
                    </a:lnTo>
                    <a:lnTo>
                      <a:pt x="74" y="36"/>
                    </a:lnTo>
                    <a:lnTo>
                      <a:pt x="75" y="29"/>
                    </a:lnTo>
                    <a:lnTo>
                      <a:pt x="71" y="19"/>
                    </a:lnTo>
                    <a:lnTo>
                      <a:pt x="66" y="16"/>
                    </a:lnTo>
                    <a:lnTo>
                      <a:pt x="59" y="15"/>
                    </a:lnTo>
                    <a:lnTo>
                      <a:pt x="52" y="15"/>
                    </a:lnTo>
                    <a:lnTo>
                      <a:pt x="43" y="18"/>
                    </a:lnTo>
                    <a:lnTo>
                      <a:pt x="35" y="19"/>
                    </a:lnTo>
                    <a:lnTo>
                      <a:pt x="30" y="22"/>
                    </a:lnTo>
                    <a:lnTo>
                      <a:pt x="25" y="23"/>
                    </a:lnTo>
                    <a:lnTo>
                      <a:pt x="24" y="25"/>
                    </a:lnTo>
                    <a:lnTo>
                      <a:pt x="22" y="21"/>
                    </a:lnTo>
                    <a:lnTo>
                      <a:pt x="19" y="13"/>
                    </a:lnTo>
                    <a:lnTo>
                      <a:pt x="16" y="5"/>
                    </a:lnTo>
                    <a:lnTo>
                      <a:pt x="15" y="2"/>
                    </a:lnTo>
                    <a:lnTo>
                      <a:pt x="12" y="0"/>
                    </a:lnTo>
                    <a:lnTo>
                      <a:pt x="8" y="0"/>
                    </a:lnTo>
                    <a:lnTo>
                      <a:pt x="3" y="2"/>
                    </a:lnTo>
                    <a:lnTo>
                      <a:pt x="0" y="5"/>
                    </a:lnTo>
                    <a:lnTo>
                      <a:pt x="0" y="13"/>
                    </a:lnTo>
                    <a:lnTo>
                      <a:pt x="5" y="26"/>
                    </a:lnTo>
                    <a:lnTo>
                      <a:pt x="9" y="38"/>
                    </a:lnTo>
                    <a:lnTo>
                      <a:pt x="12" y="44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5" name="Google Shape;6305;p73"/>
              <p:cNvSpPr/>
              <p:nvPr/>
            </p:nvSpPr>
            <p:spPr>
              <a:xfrm>
                <a:off x="8385" y="4821"/>
                <a:ext cx="21" cy="19"/>
              </a:xfrm>
              <a:custGeom>
                <a:rect b="b" l="l" r="r" t="t"/>
                <a:pathLst>
                  <a:path extrusionOk="0" h="57" w="63">
                    <a:moveTo>
                      <a:pt x="15" y="53"/>
                    </a:moveTo>
                    <a:lnTo>
                      <a:pt x="22" y="54"/>
                    </a:lnTo>
                    <a:lnTo>
                      <a:pt x="34" y="57"/>
                    </a:lnTo>
                    <a:lnTo>
                      <a:pt x="47" y="56"/>
                    </a:lnTo>
                    <a:lnTo>
                      <a:pt x="58" y="50"/>
                    </a:lnTo>
                    <a:lnTo>
                      <a:pt x="61" y="48"/>
                    </a:lnTo>
                    <a:lnTo>
                      <a:pt x="62" y="46"/>
                    </a:lnTo>
                    <a:lnTo>
                      <a:pt x="63" y="43"/>
                    </a:lnTo>
                    <a:lnTo>
                      <a:pt x="62" y="40"/>
                    </a:lnTo>
                    <a:lnTo>
                      <a:pt x="61" y="36"/>
                    </a:lnTo>
                    <a:lnTo>
                      <a:pt x="58" y="33"/>
                    </a:lnTo>
                    <a:lnTo>
                      <a:pt x="53" y="31"/>
                    </a:lnTo>
                    <a:lnTo>
                      <a:pt x="47" y="33"/>
                    </a:lnTo>
                    <a:lnTo>
                      <a:pt x="39" y="36"/>
                    </a:lnTo>
                    <a:lnTo>
                      <a:pt x="30" y="36"/>
                    </a:lnTo>
                    <a:lnTo>
                      <a:pt x="24" y="36"/>
                    </a:lnTo>
                    <a:lnTo>
                      <a:pt x="21" y="36"/>
                    </a:lnTo>
                    <a:lnTo>
                      <a:pt x="21" y="30"/>
                    </a:lnTo>
                    <a:lnTo>
                      <a:pt x="21" y="17"/>
                    </a:lnTo>
                    <a:lnTo>
                      <a:pt x="17" y="4"/>
                    </a:lnTo>
                    <a:lnTo>
                      <a:pt x="8" y="0"/>
                    </a:lnTo>
                    <a:lnTo>
                      <a:pt x="0" y="18"/>
                    </a:lnTo>
                    <a:lnTo>
                      <a:pt x="0" y="34"/>
                    </a:lnTo>
                    <a:lnTo>
                      <a:pt x="6" y="46"/>
                    </a:lnTo>
                    <a:lnTo>
                      <a:pt x="15" y="53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6" name="Google Shape;6306;p73"/>
              <p:cNvSpPr/>
              <p:nvPr/>
            </p:nvSpPr>
            <p:spPr>
              <a:xfrm>
                <a:off x="8406" y="4814"/>
                <a:ext cx="21" cy="19"/>
              </a:xfrm>
              <a:custGeom>
                <a:rect b="b" l="l" r="r" t="t"/>
                <a:pathLst>
                  <a:path extrusionOk="0" h="57" w="65">
                    <a:moveTo>
                      <a:pt x="24" y="52"/>
                    </a:moveTo>
                    <a:lnTo>
                      <a:pt x="32" y="57"/>
                    </a:lnTo>
                    <a:lnTo>
                      <a:pt x="41" y="55"/>
                    </a:lnTo>
                    <a:lnTo>
                      <a:pt x="50" y="52"/>
                    </a:lnTo>
                    <a:lnTo>
                      <a:pt x="59" y="48"/>
                    </a:lnTo>
                    <a:lnTo>
                      <a:pt x="63" y="45"/>
                    </a:lnTo>
                    <a:lnTo>
                      <a:pt x="65" y="42"/>
                    </a:lnTo>
                    <a:lnTo>
                      <a:pt x="65" y="38"/>
                    </a:lnTo>
                    <a:lnTo>
                      <a:pt x="63" y="34"/>
                    </a:lnTo>
                    <a:lnTo>
                      <a:pt x="53" y="28"/>
                    </a:lnTo>
                    <a:lnTo>
                      <a:pt x="46" y="29"/>
                    </a:lnTo>
                    <a:lnTo>
                      <a:pt x="40" y="35"/>
                    </a:lnTo>
                    <a:lnTo>
                      <a:pt x="35" y="39"/>
                    </a:lnTo>
                    <a:lnTo>
                      <a:pt x="32" y="32"/>
                    </a:lnTo>
                    <a:lnTo>
                      <a:pt x="25" y="18"/>
                    </a:lnTo>
                    <a:lnTo>
                      <a:pt x="16" y="5"/>
                    </a:lnTo>
                    <a:lnTo>
                      <a:pt x="6" y="0"/>
                    </a:lnTo>
                    <a:lnTo>
                      <a:pt x="0" y="21"/>
                    </a:lnTo>
                    <a:lnTo>
                      <a:pt x="7" y="36"/>
                    </a:lnTo>
                    <a:lnTo>
                      <a:pt x="18" y="48"/>
                    </a:lnTo>
                    <a:lnTo>
                      <a:pt x="24" y="52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7" name="Google Shape;6307;p73"/>
              <p:cNvSpPr/>
              <p:nvPr/>
            </p:nvSpPr>
            <p:spPr>
              <a:xfrm>
                <a:off x="8371" y="4865"/>
                <a:ext cx="26" cy="26"/>
              </a:xfrm>
              <a:custGeom>
                <a:rect b="b" l="l" r="r" t="t"/>
                <a:pathLst>
                  <a:path extrusionOk="0" h="80" w="79">
                    <a:moveTo>
                      <a:pt x="16" y="67"/>
                    </a:moveTo>
                    <a:lnTo>
                      <a:pt x="19" y="70"/>
                    </a:lnTo>
                    <a:lnTo>
                      <a:pt x="23" y="73"/>
                    </a:lnTo>
                    <a:lnTo>
                      <a:pt x="31" y="77"/>
                    </a:lnTo>
                    <a:lnTo>
                      <a:pt x="38" y="79"/>
                    </a:lnTo>
                    <a:lnTo>
                      <a:pt x="47" y="80"/>
                    </a:lnTo>
                    <a:lnTo>
                      <a:pt x="57" y="77"/>
                    </a:lnTo>
                    <a:lnTo>
                      <a:pt x="66" y="70"/>
                    </a:lnTo>
                    <a:lnTo>
                      <a:pt x="73" y="59"/>
                    </a:lnTo>
                    <a:lnTo>
                      <a:pt x="76" y="54"/>
                    </a:lnTo>
                    <a:lnTo>
                      <a:pt x="78" y="50"/>
                    </a:lnTo>
                    <a:lnTo>
                      <a:pt x="79" y="46"/>
                    </a:lnTo>
                    <a:lnTo>
                      <a:pt x="78" y="43"/>
                    </a:lnTo>
                    <a:lnTo>
                      <a:pt x="70" y="39"/>
                    </a:lnTo>
                    <a:lnTo>
                      <a:pt x="61" y="37"/>
                    </a:lnTo>
                    <a:lnTo>
                      <a:pt x="53" y="39"/>
                    </a:lnTo>
                    <a:lnTo>
                      <a:pt x="45" y="40"/>
                    </a:lnTo>
                    <a:lnTo>
                      <a:pt x="39" y="44"/>
                    </a:lnTo>
                    <a:lnTo>
                      <a:pt x="34" y="47"/>
                    </a:lnTo>
                    <a:lnTo>
                      <a:pt x="31" y="50"/>
                    </a:lnTo>
                    <a:lnTo>
                      <a:pt x="29" y="52"/>
                    </a:lnTo>
                    <a:lnTo>
                      <a:pt x="28" y="43"/>
                    </a:lnTo>
                    <a:lnTo>
                      <a:pt x="22" y="24"/>
                    </a:lnTo>
                    <a:lnTo>
                      <a:pt x="13" y="6"/>
                    </a:lnTo>
                    <a:lnTo>
                      <a:pt x="1" y="0"/>
                    </a:lnTo>
                    <a:lnTo>
                      <a:pt x="0" y="24"/>
                    </a:lnTo>
                    <a:lnTo>
                      <a:pt x="6" y="46"/>
                    </a:lnTo>
                    <a:lnTo>
                      <a:pt x="13" y="62"/>
                    </a:lnTo>
                    <a:lnTo>
                      <a:pt x="16" y="67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8" name="Google Shape;6308;p73"/>
              <p:cNvSpPr/>
              <p:nvPr/>
            </p:nvSpPr>
            <p:spPr>
              <a:xfrm>
                <a:off x="8399" y="4855"/>
                <a:ext cx="27" cy="22"/>
              </a:xfrm>
              <a:custGeom>
                <a:rect b="b" l="l" r="r" t="t"/>
                <a:pathLst>
                  <a:path extrusionOk="0" h="67" w="79">
                    <a:moveTo>
                      <a:pt x="13" y="54"/>
                    </a:moveTo>
                    <a:lnTo>
                      <a:pt x="16" y="56"/>
                    </a:lnTo>
                    <a:lnTo>
                      <a:pt x="20" y="59"/>
                    </a:lnTo>
                    <a:lnTo>
                      <a:pt x="26" y="61"/>
                    </a:lnTo>
                    <a:lnTo>
                      <a:pt x="34" y="64"/>
                    </a:lnTo>
                    <a:lnTo>
                      <a:pt x="41" y="67"/>
                    </a:lnTo>
                    <a:lnTo>
                      <a:pt x="50" y="67"/>
                    </a:lnTo>
                    <a:lnTo>
                      <a:pt x="59" y="67"/>
                    </a:lnTo>
                    <a:lnTo>
                      <a:pt x="66" y="64"/>
                    </a:lnTo>
                    <a:lnTo>
                      <a:pt x="72" y="61"/>
                    </a:lnTo>
                    <a:lnTo>
                      <a:pt x="76" y="57"/>
                    </a:lnTo>
                    <a:lnTo>
                      <a:pt x="79" y="53"/>
                    </a:lnTo>
                    <a:lnTo>
                      <a:pt x="78" y="47"/>
                    </a:lnTo>
                    <a:lnTo>
                      <a:pt x="72" y="41"/>
                    </a:lnTo>
                    <a:lnTo>
                      <a:pt x="65" y="37"/>
                    </a:lnTo>
                    <a:lnTo>
                      <a:pt x="56" y="36"/>
                    </a:lnTo>
                    <a:lnTo>
                      <a:pt x="48" y="36"/>
                    </a:lnTo>
                    <a:lnTo>
                      <a:pt x="40" y="37"/>
                    </a:lnTo>
                    <a:lnTo>
                      <a:pt x="34" y="38"/>
                    </a:lnTo>
                    <a:lnTo>
                      <a:pt x="29" y="40"/>
                    </a:lnTo>
                    <a:lnTo>
                      <a:pt x="28" y="40"/>
                    </a:lnTo>
                    <a:lnTo>
                      <a:pt x="26" y="33"/>
                    </a:lnTo>
                    <a:lnTo>
                      <a:pt x="22" y="17"/>
                    </a:lnTo>
                    <a:lnTo>
                      <a:pt x="15" y="4"/>
                    </a:lnTo>
                    <a:lnTo>
                      <a:pt x="3" y="0"/>
                    </a:lnTo>
                    <a:lnTo>
                      <a:pt x="0" y="21"/>
                    </a:lnTo>
                    <a:lnTo>
                      <a:pt x="4" y="38"/>
                    </a:lnTo>
                    <a:lnTo>
                      <a:pt x="10" y="50"/>
                    </a:lnTo>
                    <a:lnTo>
                      <a:pt x="13" y="54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9" name="Google Shape;6309;p73"/>
              <p:cNvSpPr/>
              <p:nvPr/>
            </p:nvSpPr>
            <p:spPr>
              <a:xfrm>
                <a:off x="8429" y="4851"/>
                <a:ext cx="26" cy="20"/>
              </a:xfrm>
              <a:custGeom>
                <a:rect b="b" l="l" r="r" t="t"/>
                <a:pathLst>
                  <a:path extrusionOk="0" h="62" w="77">
                    <a:moveTo>
                      <a:pt x="9" y="58"/>
                    </a:moveTo>
                    <a:lnTo>
                      <a:pt x="17" y="60"/>
                    </a:lnTo>
                    <a:lnTo>
                      <a:pt x="27" y="62"/>
                    </a:lnTo>
                    <a:lnTo>
                      <a:pt x="40" y="62"/>
                    </a:lnTo>
                    <a:lnTo>
                      <a:pt x="53" y="60"/>
                    </a:lnTo>
                    <a:lnTo>
                      <a:pt x="65" y="58"/>
                    </a:lnTo>
                    <a:lnTo>
                      <a:pt x="72" y="55"/>
                    </a:lnTo>
                    <a:lnTo>
                      <a:pt x="77" y="49"/>
                    </a:lnTo>
                    <a:lnTo>
                      <a:pt x="75" y="42"/>
                    </a:lnTo>
                    <a:lnTo>
                      <a:pt x="69" y="36"/>
                    </a:lnTo>
                    <a:lnTo>
                      <a:pt x="62" y="33"/>
                    </a:lnTo>
                    <a:lnTo>
                      <a:pt x="53" y="32"/>
                    </a:lnTo>
                    <a:lnTo>
                      <a:pt x="46" y="32"/>
                    </a:lnTo>
                    <a:lnTo>
                      <a:pt x="39" y="33"/>
                    </a:lnTo>
                    <a:lnTo>
                      <a:pt x="33" y="35"/>
                    </a:lnTo>
                    <a:lnTo>
                      <a:pt x="28" y="37"/>
                    </a:lnTo>
                    <a:lnTo>
                      <a:pt x="27" y="37"/>
                    </a:lnTo>
                    <a:lnTo>
                      <a:pt x="25" y="30"/>
                    </a:lnTo>
                    <a:lnTo>
                      <a:pt x="21" y="16"/>
                    </a:lnTo>
                    <a:lnTo>
                      <a:pt x="14" y="3"/>
                    </a:lnTo>
                    <a:lnTo>
                      <a:pt x="2" y="0"/>
                    </a:lnTo>
                    <a:lnTo>
                      <a:pt x="0" y="17"/>
                    </a:lnTo>
                    <a:lnTo>
                      <a:pt x="3" y="36"/>
                    </a:lnTo>
                    <a:lnTo>
                      <a:pt x="8" y="52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0" name="Google Shape;6310;p73"/>
              <p:cNvSpPr/>
              <p:nvPr/>
            </p:nvSpPr>
            <p:spPr>
              <a:xfrm>
                <a:off x="8258" y="4730"/>
                <a:ext cx="122" cy="281"/>
              </a:xfrm>
              <a:custGeom>
                <a:rect b="b" l="l" r="r" t="t"/>
                <a:pathLst>
                  <a:path extrusionOk="0" h="845" w="366">
                    <a:moveTo>
                      <a:pt x="15" y="104"/>
                    </a:moveTo>
                    <a:lnTo>
                      <a:pt x="12" y="150"/>
                    </a:lnTo>
                    <a:lnTo>
                      <a:pt x="12" y="196"/>
                    </a:lnTo>
                    <a:lnTo>
                      <a:pt x="16" y="241"/>
                    </a:lnTo>
                    <a:lnTo>
                      <a:pt x="27" y="286"/>
                    </a:lnTo>
                    <a:lnTo>
                      <a:pt x="46" y="346"/>
                    </a:lnTo>
                    <a:lnTo>
                      <a:pt x="65" y="406"/>
                    </a:lnTo>
                    <a:lnTo>
                      <a:pt x="84" y="465"/>
                    </a:lnTo>
                    <a:lnTo>
                      <a:pt x="103" y="524"/>
                    </a:lnTo>
                    <a:lnTo>
                      <a:pt x="122" y="583"/>
                    </a:lnTo>
                    <a:lnTo>
                      <a:pt x="143" y="640"/>
                    </a:lnTo>
                    <a:lnTo>
                      <a:pt x="163" y="699"/>
                    </a:lnTo>
                    <a:lnTo>
                      <a:pt x="185" y="758"/>
                    </a:lnTo>
                    <a:lnTo>
                      <a:pt x="195" y="778"/>
                    </a:lnTo>
                    <a:lnTo>
                      <a:pt x="210" y="796"/>
                    </a:lnTo>
                    <a:lnTo>
                      <a:pt x="228" y="810"/>
                    </a:lnTo>
                    <a:lnTo>
                      <a:pt x="247" y="822"/>
                    </a:lnTo>
                    <a:lnTo>
                      <a:pt x="269" y="830"/>
                    </a:lnTo>
                    <a:lnTo>
                      <a:pt x="292" y="837"/>
                    </a:lnTo>
                    <a:lnTo>
                      <a:pt x="316" y="842"/>
                    </a:lnTo>
                    <a:lnTo>
                      <a:pt x="339" y="845"/>
                    </a:lnTo>
                    <a:lnTo>
                      <a:pt x="348" y="843"/>
                    </a:lnTo>
                    <a:lnTo>
                      <a:pt x="355" y="840"/>
                    </a:lnTo>
                    <a:lnTo>
                      <a:pt x="361" y="833"/>
                    </a:lnTo>
                    <a:lnTo>
                      <a:pt x="366" y="824"/>
                    </a:lnTo>
                    <a:lnTo>
                      <a:pt x="366" y="816"/>
                    </a:lnTo>
                    <a:lnTo>
                      <a:pt x="361" y="809"/>
                    </a:lnTo>
                    <a:lnTo>
                      <a:pt x="354" y="803"/>
                    </a:lnTo>
                    <a:lnTo>
                      <a:pt x="345" y="800"/>
                    </a:lnTo>
                    <a:lnTo>
                      <a:pt x="329" y="796"/>
                    </a:lnTo>
                    <a:lnTo>
                      <a:pt x="313" y="793"/>
                    </a:lnTo>
                    <a:lnTo>
                      <a:pt x="295" y="788"/>
                    </a:lnTo>
                    <a:lnTo>
                      <a:pt x="279" y="784"/>
                    </a:lnTo>
                    <a:lnTo>
                      <a:pt x="264" y="778"/>
                    </a:lnTo>
                    <a:lnTo>
                      <a:pt x="251" y="768"/>
                    </a:lnTo>
                    <a:lnTo>
                      <a:pt x="239" y="757"/>
                    </a:lnTo>
                    <a:lnTo>
                      <a:pt x="231" y="741"/>
                    </a:lnTo>
                    <a:lnTo>
                      <a:pt x="217" y="708"/>
                    </a:lnTo>
                    <a:lnTo>
                      <a:pt x="206" y="676"/>
                    </a:lnTo>
                    <a:lnTo>
                      <a:pt x="194" y="643"/>
                    </a:lnTo>
                    <a:lnTo>
                      <a:pt x="184" y="610"/>
                    </a:lnTo>
                    <a:lnTo>
                      <a:pt x="172" y="577"/>
                    </a:lnTo>
                    <a:lnTo>
                      <a:pt x="162" y="544"/>
                    </a:lnTo>
                    <a:lnTo>
                      <a:pt x="151" y="511"/>
                    </a:lnTo>
                    <a:lnTo>
                      <a:pt x="141" y="478"/>
                    </a:lnTo>
                    <a:lnTo>
                      <a:pt x="126" y="435"/>
                    </a:lnTo>
                    <a:lnTo>
                      <a:pt x="110" y="392"/>
                    </a:lnTo>
                    <a:lnTo>
                      <a:pt x="94" y="349"/>
                    </a:lnTo>
                    <a:lnTo>
                      <a:pt x="79" y="306"/>
                    </a:lnTo>
                    <a:lnTo>
                      <a:pt x="65" y="263"/>
                    </a:lnTo>
                    <a:lnTo>
                      <a:pt x="54" y="219"/>
                    </a:lnTo>
                    <a:lnTo>
                      <a:pt x="49" y="175"/>
                    </a:lnTo>
                    <a:lnTo>
                      <a:pt x="47" y="129"/>
                    </a:lnTo>
                    <a:lnTo>
                      <a:pt x="46" y="110"/>
                    </a:lnTo>
                    <a:lnTo>
                      <a:pt x="41" y="89"/>
                    </a:lnTo>
                    <a:lnTo>
                      <a:pt x="35" y="67"/>
                    </a:lnTo>
                    <a:lnTo>
                      <a:pt x="28" y="46"/>
                    </a:lnTo>
                    <a:lnTo>
                      <a:pt x="21" y="27"/>
                    </a:lnTo>
                    <a:lnTo>
                      <a:pt x="13" y="11"/>
                    </a:lnTo>
                    <a:lnTo>
                      <a:pt x="6" y="1"/>
                    </a:lnTo>
                    <a:lnTo>
                      <a:pt x="0" y="0"/>
                    </a:lnTo>
                    <a:lnTo>
                      <a:pt x="5" y="17"/>
                    </a:lnTo>
                    <a:lnTo>
                      <a:pt x="10" y="44"/>
                    </a:lnTo>
                    <a:lnTo>
                      <a:pt x="13" y="76"/>
                    </a:lnTo>
                    <a:lnTo>
                      <a:pt x="15" y="104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1" name="Google Shape;6311;p73"/>
              <p:cNvSpPr/>
              <p:nvPr/>
            </p:nvSpPr>
            <p:spPr>
              <a:xfrm>
                <a:off x="8517" y="4850"/>
                <a:ext cx="29" cy="29"/>
              </a:xfrm>
              <a:custGeom>
                <a:rect b="b" l="l" r="r" t="t"/>
                <a:pathLst>
                  <a:path extrusionOk="0" h="87" w="88">
                    <a:moveTo>
                      <a:pt x="84" y="23"/>
                    </a:moveTo>
                    <a:lnTo>
                      <a:pt x="88" y="18"/>
                    </a:lnTo>
                    <a:lnTo>
                      <a:pt x="87" y="13"/>
                    </a:lnTo>
                    <a:lnTo>
                      <a:pt x="84" y="7"/>
                    </a:lnTo>
                    <a:lnTo>
                      <a:pt x="77" y="3"/>
                    </a:lnTo>
                    <a:lnTo>
                      <a:pt x="71" y="0"/>
                    </a:lnTo>
                    <a:lnTo>
                      <a:pt x="62" y="0"/>
                    </a:lnTo>
                    <a:lnTo>
                      <a:pt x="55" y="1"/>
                    </a:lnTo>
                    <a:lnTo>
                      <a:pt x="47" y="5"/>
                    </a:lnTo>
                    <a:lnTo>
                      <a:pt x="41" y="11"/>
                    </a:lnTo>
                    <a:lnTo>
                      <a:pt x="34" y="20"/>
                    </a:lnTo>
                    <a:lnTo>
                      <a:pt x="25" y="31"/>
                    </a:lnTo>
                    <a:lnTo>
                      <a:pt x="16" y="43"/>
                    </a:lnTo>
                    <a:lnTo>
                      <a:pt x="9" y="56"/>
                    </a:lnTo>
                    <a:lnTo>
                      <a:pt x="3" y="69"/>
                    </a:lnTo>
                    <a:lnTo>
                      <a:pt x="0" y="79"/>
                    </a:lnTo>
                    <a:lnTo>
                      <a:pt x="3" y="87"/>
                    </a:lnTo>
                    <a:lnTo>
                      <a:pt x="15" y="80"/>
                    </a:lnTo>
                    <a:lnTo>
                      <a:pt x="27" y="70"/>
                    </a:lnTo>
                    <a:lnTo>
                      <a:pt x="40" y="60"/>
                    </a:lnTo>
                    <a:lnTo>
                      <a:pt x="52" y="50"/>
                    </a:lnTo>
                    <a:lnTo>
                      <a:pt x="63" y="41"/>
                    </a:lnTo>
                    <a:lnTo>
                      <a:pt x="72" y="33"/>
                    </a:lnTo>
                    <a:lnTo>
                      <a:pt x="80" y="27"/>
                    </a:lnTo>
                    <a:lnTo>
                      <a:pt x="84" y="23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2" name="Google Shape;6312;p73"/>
              <p:cNvSpPr/>
              <p:nvPr/>
            </p:nvSpPr>
            <p:spPr>
              <a:xfrm>
                <a:off x="8536" y="4890"/>
                <a:ext cx="34" cy="9"/>
              </a:xfrm>
              <a:custGeom>
                <a:rect b="b" l="l" r="r" t="t"/>
                <a:pathLst>
                  <a:path extrusionOk="0" h="28" w="102">
                    <a:moveTo>
                      <a:pt x="92" y="23"/>
                    </a:moveTo>
                    <a:lnTo>
                      <a:pt x="96" y="21"/>
                    </a:lnTo>
                    <a:lnTo>
                      <a:pt x="99" y="18"/>
                    </a:lnTo>
                    <a:lnTo>
                      <a:pt x="101" y="14"/>
                    </a:lnTo>
                    <a:lnTo>
                      <a:pt x="102" y="10"/>
                    </a:lnTo>
                    <a:lnTo>
                      <a:pt x="101" y="5"/>
                    </a:lnTo>
                    <a:lnTo>
                      <a:pt x="98" y="1"/>
                    </a:lnTo>
                    <a:lnTo>
                      <a:pt x="93" y="0"/>
                    </a:lnTo>
                    <a:lnTo>
                      <a:pt x="88" y="0"/>
                    </a:lnTo>
                    <a:lnTo>
                      <a:pt x="76" y="2"/>
                    </a:lnTo>
                    <a:lnTo>
                      <a:pt x="61" y="7"/>
                    </a:lnTo>
                    <a:lnTo>
                      <a:pt x="46" y="10"/>
                    </a:lnTo>
                    <a:lnTo>
                      <a:pt x="33" y="11"/>
                    </a:lnTo>
                    <a:lnTo>
                      <a:pt x="20" y="15"/>
                    </a:lnTo>
                    <a:lnTo>
                      <a:pt x="10" y="18"/>
                    </a:lnTo>
                    <a:lnTo>
                      <a:pt x="2" y="23"/>
                    </a:lnTo>
                    <a:lnTo>
                      <a:pt x="0" y="28"/>
                    </a:lnTo>
                    <a:lnTo>
                      <a:pt x="10" y="28"/>
                    </a:lnTo>
                    <a:lnTo>
                      <a:pt x="20" y="28"/>
                    </a:lnTo>
                    <a:lnTo>
                      <a:pt x="32" y="27"/>
                    </a:lnTo>
                    <a:lnTo>
                      <a:pt x="44" y="27"/>
                    </a:lnTo>
                    <a:lnTo>
                      <a:pt x="55" y="25"/>
                    </a:lnTo>
                    <a:lnTo>
                      <a:pt x="67" y="24"/>
                    </a:lnTo>
                    <a:lnTo>
                      <a:pt x="80" y="24"/>
                    </a:lnTo>
                    <a:lnTo>
                      <a:pt x="92" y="23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3" name="Google Shape;6313;p73"/>
              <p:cNvSpPr/>
              <p:nvPr/>
            </p:nvSpPr>
            <p:spPr>
              <a:xfrm>
                <a:off x="8550" y="4921"/>
                <a:ext cx="47" cy="12"/>
              </a:xfrm>
              <a:custGeom>
                <a:rect b="b" l="l" r="r" t="t"/>
                <a:pathLst>
                  <a:path extrusionOk="0" h="36" w="142">
                    <a:moveTo>
                      <a:pt x="123" y="36"/>
                    </a:moveTo>
                    <a:lnTo>
                      <a:pt x="129" y="36"/>
                    </a:lnTo>
                    <a:lnTo>
                      <a:pt x="135" y="32"/>
                    </a:lnTo>
                    <a:lnTo>
                      <a:pt x="139" y="28"/>
                    </a:lnTo>
                    <a:lnTo>
                      <a:pt x="142" y="20"/>
                    </a:lnTo>
                    <a:lnTo>
                      <a:pt x="141" y="15"/>
                    </a:lnTo>
                    <a:lnTo>
                      <a:pt x="138" y="9"/>
                    </a:lnTo>
                    <a:lnTo>
                      <a:pt x="133" y="5"/>
                    </a:lnTo>
                    <a:lnTo>
                      <a:pt x="126" y="3"/>
                    </a:lnTo>
                    <a:lnTo>
                      <a:pt x="108" y="3"/>
                    </a:lnTo>
                    <a:lnTo>
                      <a:pt x="88" y="3"/>
                    </a:lnTo>
                    <a:lnTo>
                      <a:pt x="67" y="2"/>
                    </a:lnTo>
                    <a:lnTo>
                      <a:pt x="47" y="2"/>
                    </a:lnTo>
                    <a:lnTo>
                      <a:pt x="29" y="0"/>
                    </a:lnTo>
                    <a:lnTo>
                      <a:pt x="13" y="2"/>
                    </a:lnTo>
                    <a:lnTo>
                      <a:pt x="4" y="5"/>
                    </a:lnTo>
                    <a:lnTo>
                      <a:pt x="0" y="9"/>
                    </a:lnTo>
                    <a:lnTo>
                      <a:pt x="10" y="12"/>
                    </a:lnTo>
                    <a:lnTo>
                      <a:pt x="22" y="16"/>
                    </a:lnTo>
                    <a:lnTo>
                      <a:pt x="38" y="19"/>
                    </a:lnTo>
                    <a:lnTo>
                      <a:pt x="54" y="22"/>
                    </a:lnTo>
                    <a:lnTo>
                      <a:pt x="72" y="25"/>
                    </a:lnTo>
                    <a:lnTo>
                      <a:pt x="89" y="29"/>
                    </a:lnTo>
                    <a:lnTo>
                      <a:pt x="107" y="32"/>
                    </a:lnTo>
                    <a:lnTo>
                      <a:pt x="123" y="36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4" name="Google Shape;6314;p73"/>
              <p:cNvSpPr/>
              <p:nvPr/>
            </p:nvSpPr>
            <p:spPr>
              <a:xfrm>
                <a:off x="8416" y="4751"/>
                <a:ext cx="117" cy="200"/>
              </a:xfrm>
              <a:custGeom>
                <a:rect b="b" l="l" r="r" t="t"/>
                <a:pathLst>
                  <a:path extrusionOk="0" h="601" w="351">
                    <a:moveTo>
                      <a:pt x="108" y="298"/>
                    </a:moveTo>
                    <a:lnTo>
                      <a:pt x="132" y="338"/>
                    </a:lnTo>
                    <a:lnTo>
                      <a:pt x="157" y="377"/>
                    </a:lnTo>
                    <a:lnTo>
                      <a:pt x="182" y="414"/>
                    </a:lnTo>
                    <a:lnTo>
                      <a:pt x="208" y="451"/>
                    </a:lnTo>
                    <a:lnTo>
                      <a:pt x="235" y="487"/>
                    </a:lnTo>
                    <a:lnTo>
                      <a:pt x="263" y="523"/>
                    </a:lnTo>
                    <a:lnTo>
                      <a:pt x="292" y="559"/>
                    </a:lnTo>
                    <a:lnTo>
                      <a:pt x="321" y="594"/>
                    </a:lnTo>
                    <a:lnTo>
                      <a:pt x="326" y="598"/>
                    </a:lnTo>
                    <a:lnTo>
                      <a:pt x="332" y="601"/>
                    </a:lnTo>
                    <a:lnTo>
                      <a:pt x="337" y="601"/>
                    </a:lnTo>
                    <a:lnTo>
                      <a:pt x="343" y="598"/>
                    </a:lnTo>
                    <a:lnTo>
                      <a:pt x="349" y="594"/>
                    </a:lnTo>
                    <a:lnTo>
                      <a:pt x="351" y="588"/>
                    </a:lnTo>
                    <a:lnTo>
                      <a:pt x="351" y="582"/>
                    </a:lnTo>
                    <a:lnTo>
                      <a:pt x="349" y="576"/>
                    </a:lnTo>
                    <a:lnTo>
                      <a:pt x="327" y="538"/>
                    </a:lnTo>
                    <a:lnTo>
                      <a:pt x="304" y="499"/>
                    </a:lnTo>
                    <a:lnTo>
                      <a:pt x="279" y="463"/>
                    </a:lnTo>
                    <a:lnTo>
                      <a:pt x="252" y="427"/>
                    </a:lnTo>
                    <a:lnTo>
                      <a:pt x="224" y="391"/>
                    </a:lnTo>
                    <a:lnTo>
                      <a:pt x="198" y="355"/>
                    </a:lnTo>
                    <a:lnTo>
                      <a:pt x="172" y="319"/>
                    </a:lnTo>
                    <a:lnTo>
                      <a:pt x="147" y="280"/>
                    </a:lnTo>
                    <a:lnTo>
                      <a:pt x="125" y="242"/>
                    </a:lnTo>
                    <a:lnTo>
                      <a:pt x="101" y="197"/>
                    </a:lnTo>
                    <a:lnTo>
                      <a:pt x="79" y="150"/>
                    </a:lnTo>
                    <a:lnTo>
                      <a:pt x="59" y="104"/>
                    </a:lnTo>
                    <a:lnTo>
                      <a:pt x="38" y="62"/>
                    </a:lnTo>
                    <a:lnTo>
                      <a:pt x="22" y="29"/>
                    </a:lnTo>
                    <a:lnTo>
                      <a:pt x="9" y="7"/>
                    </a:lnTo>
                    <a:lnTo>
                      <a:pt x="0" y="0"/>
                    </a:lnTo>
                    <a:lnTo>
                      <a:pt x="4" y="17"/>
                    </a:lnTo>
                    <a:lnTo>
                      <a:pt x="13" y="45"/>
                    </a:lnTo>
                    <a:lnTo>
                      <a:pt x="23" y="82"/>
                    </a:lnTo>
                    <a:lnTo>
                      <a:pt x="38" y="124"/>
                    </a:lnTo>
                    <a:lnTo>
                      <a:pt x="54" y="170"/>
                    </a:lnTo>
                    <a:lnTo>
                      <a:pt x="70" y="216"/>
                    </a:lnTo>
                    <a:lnTo>
                      <a:pt x="89" y="259"/>
                    </a:lnTo>
                    <a:lnTo>
                      <a:pt x="108" y="298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5" name="Google Shape;6315;p73"/>
              <p:cNvSpPr/>
              <p:nvPr/>
            </p:nvSpPr>
            <p:spPr>
              <a:xfrm>
                <a:off x="8100" y="4623"/>
                <a:ext cx="541" cy="495"/>
              </a:xfrm>
              <a:custGeom>
                <a:rect b="b" l="l" r="r" t="t"/>
                <a:pathLst>
                  <a:path extrusionOk="0" h="1979" w="2164">
                    <a:moveTo>
                      <a:pt x="743" y="0"/>
                    </a:moveTo>
                    <a:lnTo>
                      <a:pt x="746" y="0"/>
                    </a:lnTo>
                    <a:lnTo>
                      <a:pt x="753" y="0"/>
                    </a:lnTo>
                    <a:lnTo>
                      <a:pt x="763" y="0"/>
                    </a:lnTo>
                    <a:lnTo>
                      <a:pt x="778" y="0"/>
                    </a:lnTo>
                    <a:lnTo>
                      <a:pt x="798" y="1"/>
                    </a:lnTo>
                    <a:lnTo>
                      <a:pt x="822" y="1"/>
                    </a:lnTo>
                    <a:lnTo>
                      <a:pt x="848" y="2"/>
                    </a:lnTo>
                    <a:lnTo>
                      <a:pt x="878" y="3"/>
                    </a:lnTo>
                    <a:lnTo>
                      <a:pt x="912" y="5"/>
                    </a:lnTo>
                    <a:lnTo>
                      <a:pt x="949" y="7"/>
                    </a:lnTo>
                    <a:lnTo>
                      <a:pt x="987" y="10"/>
                    </a:lnTo>
                    <a:lnTo>
                      <a:pt x="1030" y="13"/>
                    </a:lnTo>
                    <a:lnTo>
                      <a:pt x="1074" y="16"/>
                    </a:lnTo>
                    <a:lnTo>
                      <a:pt x="1121" y="21"/>
                    </a:lnTo>
                    <a:lnTo>
                      <a:pt x="1171" y="27"/>
                    </a:lnTo>
                    <a:lnTo>
                      <a:pt x="1222" y="32"/>
                    </a:lnTo>
                    <a:lnTo>
                      <a:pt x="1275" y="39"/>
                    </a:lnTo>
                    <a:lnTo>
                      <a:pt x="1329" y="47"/>
                    </a:lnTo>
                    <a:lnTo>
                      <a:pt x="1386" y="56"/>
                    </a:lnTo>
                    <a:lnTo>
                      <a:pt x="1443" y="65"/>
                    </a:lnTo>
                    <a:lnTo>
                      <a:pt x="1502" y="75"/>
                    </a:lnTo>
                    <a:lnTo>
                      <a:pt x="1560" y="87"/>
                    </a:lnTo>
                    <a:lnTo>
                      <a:pt x="1620" y="100"/>
                    </a:lnTo>
                    <a:lnTo>
                      <a:pt x="1681" y="115"/>
                    </a:lnTo>
                    <a:lnTo>
                      <a:pt x="1742" y="129"/>
                    </a:lnTo>
                    <a:lnTo>
                      <a:pt x="1804" y="146"/>
                    </a:lnTo>
                    <a:lnTo>
                      <a:pt x="1865" y="164"/>
                    </a:lnTo>
                    <a:lnTo>
                      <a:pt x="1926" y="183"/>
                    </a:lnTo>
                    <a:lnTo>
                      <a:pt x="1987" y="204"/>
                    </a:lnTo>
                    <a:lnTo>
                      <a:pt x="2047" y="226"/>
                    </a:lnTo>
                    <a:lnTo>
                      <a:pt x="2105" y="250"/>
                    </a:lnTo>
                    <a:lnTo>
                      <a:pt x="2164" y="276"/>
                    </a:lnTo>
                    <a:lnTo>
                      <a:pt x="1975" y="1184"/>
                    </a:lnTo>
                    <a:lnTo>
                      <a:pt x="1980" y="1185"/>
                    </a:lnTo>
                    <a:lnTo>
                      <a:pt x="1990" y="1191"/>
                    </a:lnTo>
                    <a:lnTo>
                      <a:pt x="2005" y="1201"/>
                    </a:lnTo>
                    <a:lnTo>
                      <a:pt x="2020" y="1219"/>
                    </a:lnTo>
                    <a:lnTo>
                      <a:pt x="2031" y="1246"/>
                    </a:lnTo>
                    <a:lnTo>
                      <a:pt x="2035" y="1282"/>
                    </a:lnTo>
                    <a:lnTo>
                      <a:pt x="2030" y="1332"/>
                    </a:lnTo>
                    <a:lnTo>
                      <a:pt x="2011" y="1394"/>
                    </a:lnTo>
                    <a:lnTo>
                      <a:pt x="1681" y="1835"/>
                    </a:lnTo>
                    <a:lnTo>
                      <a:pt x="1636" y="1835"/>
                    </a:lnTo>
                    <a:lnTo>
                      <a:pt x="1512" y="1979"/>
                    </a:lnTo>
                    <a:lnTo>
                      <a:pt x="1510" y="1979"/>
                    </a:lnTo>
                    <a:lnTo>
                      <a:pt x="1502" y="1978"/>
                    </a:lnTo>
                    <a:lnTo>
                      <a:pt x="1490" y="1977"/>
                    </a:lnTo>
                    <a:lnTo>
                      <a:pt x="1474" y="1974"/>
                    </a:lnTo>
                    <a:lnTo>
                      <a:pt x="1451" y="1972"/>
                    </a:lnTo>
                    <a:lnTo>
                      <a:pt x="1427" y="1969"/>
                    </a:lnTo>
                    <a:lnTo>
                      <a:pt x="1397" y="1965"/>
                    </a:lnTo>
                    <a:lnTo>
                      <a:pt x="1364" y="1961"/>
                    </a:lnTo>
                    <a:lnTo>
                      <a:pt x="1328" y="1955"/>
                    </a:lnTo>
                    <a:lnTo>
                      <a:pt x="1288" y="1950"/>
                    </a:lnTo>
                    <a:lnTo>
                      <a:pt x="1246" y="1943"/>
                    </a:lnTo>
                    <a:lnTo>
                      <a:pt x="1200" y="1935"/>
                    </a:lnTo>
                    <a:lnTo>
                      <a:pt x="1152" y="1927"/>
                    </a:lnTo>
                    <a:lnTo>
                      <a:pt x="1101" y="1918"/>
                    </a:lnTo>
                    <a:lnTo>
                      <a:pt x="1049" y="1907"/>
                    </a:lnTo>
                    <a:lnTo>
                      <a:pt x="993" y="1896"/>
                    </a:lnTo>
                    <a:lnTo>
                      <a:pt x="937" y="1884"/>
                    </a:lnTo>
                    <a:lnTo>
                      <a:pt x="878" y="1871"/>
                    </a:lnTo>
                    <a:lnTo>
                      <a:pt x="818" y="1856"/>
                    </a:lnTo>
                    <a:lnTo>
                      <a:pt x="758" y="1841"/>
                    </a:lnTo>
                    <a:lnTo>
                      <a:pt x="696" y="1824"/>
                    </a:lnTo>
                    <a:lnTo>
                      <a:pt x="634" y="1806"/>
                    </a:lnTo>
                    <a:lnTo>
                      <a:pt x="572" y="1787"/>
                    </a:lnTo>
                    <a:lnTo>
                      <a:pt x="508" y="1768"/>
                    </a:lnTo>
                    <a:lnTo>
                      <a:pt x="445" y="1747"/>
                    </a:lnTo>
                    <a:lnTo>
                      <a:pt x="382" y="1724"/>
                    </a:lnTo>
                    <a:lnTo>
                      <a:pt x="319" y="1700"/>
                    </a:lnTo>
                    <a:lnTo>
                      <a:pt x="257" y="1674"/>
                    </a:lnTo>
                    <a:lnTo>
                      <a:pt x="196" y="1647"/>
                    </a:lnTo>
                    <a:lnTo>
                      <a:pt x="135" y="1620"/>
                    </a:lnTo>
                    <a:lnTo>
                      <a:pt x="76" y="1590"/>
                    </a:lnTo>
                    <a:lnTo>
                      <a:pt x="19" y="1559"/>
                    </a:lnTo>
                    <a:lnTo>
                      <a:pt x="18" y="1554"/>
                    </a:lnTo>
                    <a:lnTo>
                      <a:pt x="13" y="1538"/>
                    </a:lnTo>
                    <a:lnTo>
                      <a:pt x="8" y="1514"/>
                    </a:lnTo>
                    <a:lnTo>
                      <a:pt x="3" y="1486"/>
                    </a:lnTo>
                    <a:lnTo>
                      <a:pt x="0" y="1456"/>
                    </a:lnTo>
                    <a:lnTo>
                      <a:pt x="0" y="1424"/>
                    </a:lnTo>
                    <a:lnTo>
                      <a:pt x="3" y="1396"/>
                    </a:lnTo>
                    <a:lnTo>
                      <a:pt x="13" y="1371"/>
                    </a:lnTo>
                    <a:lnTo>
                      <a:pt x="443" y="1002"/>
                    </a:lnTo>
                    <a:lnTo>
                      <a:pt x="441" y="999"/>
                    </a:lnTo>
                    <a:lnTo>
                      <a:pt x="440" y="989"/>
                    </a:lnTo>
                    <a:lnTo>
                      <a:pt x="440" y="973"/>
                    </a:lnTo>
                    <a:lnTo>
                      <a:pt x="445" y="953"/>
                    </a:lnTo>
                    <a:lnTo>
                      <a:pt x="453" y="928"/>
                    </a:lnTo>
                    <a:lnTo>
                      <a:pt x="471" y="902"/>
                    </a:lnTo>
                    <a:lnTo>
                      <a:pt x="497" y="874"/>
                    </a:lnTo>
                    <a:lnTo>
                      <a:pt x="534" y="845"/>
                    </a:lnTo>
                    <a:lnTo>
                      <a:pt x="743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6" name="Google Shape;6316;p73"/>
              <p:cNvSpPr/>
              <p:nvPr/>
            </p:nvSpPr>
            <p:spPr>
              <a:xfrm>
                <a:off x="8279" y="4656"/>
                <a:ext cx="311" cy="233"/>
              </a:xfrm>
              <a:custGeom>
                <a:rect b="b" l="l" r="r" t="t"/>
                <a:pathLst>
                  <a:path extrusionOk="0" h="930" w="1244">
                    <a:moveTo>
                      <a:pt x="164" y="0"/>
                    </a:moveTo>
                    <a:lnTo>
                      <a:pt x="1244" y="214"/>
                    </a:lnTo>
                    <a:lnTo>
                      <a:pt x="1067" y="930"/>
                    </a:lnTo>
                    <a:lnTo>
                      <a:pt x="0" y="688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7" name="Google Shape;6317;p73"/>
              <p:cNvSpPr/>
              <p:nvPr/>
            </p:nvSpPr>
            <p:spPr>
              <a:xfrm>
                <a:off x="8300" y="4672"/>
                <a:ext cx="237" cy="91"/>
              </a:xfrm>
              <a:custGeom>
                <a:rect b="b" l="l" r="r" t="t"/>
                <a:pathLst>
                  <a:path extrusionOk="0" h="366" w="952">
                    <a:moveTo>
                      <a:pt x="112" y="0"/>
                    </a:moveTo>
                    <a:lnTo>
                      <a:pt x="952" y="153"/>
                    </a:lnTo>
                    <a:lnTo>
                      <a:pt x="200" y="108"/>
                    </a:lnTo>
                    <a:lnTo>
                      <a:pt x="0" y="366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8" name="Google Shape;6318;p73"/>
              <p:cNvSpPr/>
              <p:nvPr/>
            </p:nvSpPr>
            <p:spPr>
              <a:xfrm>
                <a:off x="8222" y="4885"/>
                <a:ext cx="315" cy="84"/>
              </a:xfrm>
              <a:custGeom>
                <a:rect b="b" l="l" r="r" t="t"/>
                <a:pathLst>
                  <a:path extrusionOk="0" h="337" w="1259">
                    <a:moveTo>
                      <a:pt x="40" y="0"/>
                    </a:moveTo>
                    <a:lnTo>
                      <a:pt x="1259" y="288"/>
                    </a:lnTo>
                    <a:lnTo>
                      <a:pt x="1226" y="337"/>
                    </a:lnTo>
                    <a:lnTo>
                      <a:pt x="0" y="32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9" name="Google Shape;6319;p73"/>
              <p:cNvSpPr/>
              <p:nvPr/>
            </p:nvSpPr>
            <p:spPr>
              <a:xfrm>
                <a:off x="8193" y="4910"/>
                <a:ext cx="316" cy="86"/>
              </a:xfrm>
              <a:custGeom>
                <a:rect b="b" l="l" r="r" t="t"/>
                <a:pathLst>
                  <a:path extrusionOk="0" h="342" w="1265">
                    <a:moveTo>
                      <a:pt x="46" y="0"/>
                    </a:moveTo>
                    <a:lnTo>
                      <a:pt x="1265" y="286"/>
                    </a:lnTo>
                    <a:lnTo>
                      <a:pt x="1226" y="342"/>
                    </a:lnTo>
                    <a:lnTo>
                      <a:pt x="0" y="37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0" name="Google Shape;6320;p73"/>
              <p:cNvSpPr/>
              <p:nvPr/>
            </p:nvSpPr>
            <p:spPr>
              <a:xfrm>
                <a:off x="8165" y="4936"/>
                <a:ext cx="316" cy="86"/>
              </a:xfrm>
              <a:custGeom>
                <a:rect b="b" l="l" r="r" t="t"/>
                <a:pathLst>
                  <a:path extrusionOk="0" h="344" w="1264">
                    <a:moveTo>
                      <a:pt x="45" y="0"/>
                    </a:moveTo>
                    <a:lnTo>
                      <a:pt x="1264" y="287"/>
                    </a:lnTo>
                    <a:lnTo>
                      <a:pt x="1224" y="344"/>
                    </a:lnTo>
                    <a:lnTo>
                      <a:pt x="0" y="37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1" name="Google Shape;6321;p73"/>
              <p:cNvSpPr/>
              <p:nvPr/>
            </p:nvSpPr>
            <p:spPr>
              <a:xfrm>
                <a:off x="8243" y="4989"/>
                <a:ext cx="48" cy="19"/>
              </a:xfrm>
              <a:custGeom>
                <a:rect b="b" l="l" r="r" t="t"/>
                <a:pathLst>
                  <a:path extrusionOk="0" h="79" w="190">
                    <a:moveTo>
                      <a:pt x="18" y="1"/>
                    </a:moveTo>
                    <a:lnTo>
                      <a:pt x="23" y="1"/>
                    </a:lnTo>
                    <a:lnTo>
                      <a:pt x="40" y="0"/>
                    </a:lnTo>
                    <a:lnTo>
                      <a:pt x="62" y="0"/>
                    </a:lnTo>
                    <a:lnTo>
                      <a:pt x="90" y="3"/>
                    </a:lnTo>
                    <a:lnTo>
                      <a:pt x="120" y="8"/>
                    </a:lnTo>
                    <a:lnTo>
                      <a:pt x="148" y="18"/>
                    </a:lnTo>
                    <a:lnTo>
                      <a:pt x="173" y="34"/>
                    </a:lnTo>
                    <a:lnTo>
                      <a:pt x="190" y="57"/>
                    </a:lnTo>
                    <a:lnTo>
                      <a:pt x="190" y="58"/>
                    </a:lnTo>
                    <a:lnTo>
                      <a:pt x="190" y="62"/>
                    </a:lnTo>
                    <a:lnTo>
                      <a:pt x="189" y="68"/>
                    </a:lnTo>
                    <a:lnTo>
                      <a:pt x="187" y="74"/>
                    </a:lnTo>
                    <a:lnTo>
                      <a:pt x="181" y="78"/>
                    </a:lnTo>
                    <a:lnTo>
                      <a:pt x="173" y="79"/>
                    </a:lnTo>
                    <a:lnTo>
                      <a:pt x="160" y="78"/>
                    </a:lnTo>
                    <a:lnTo>
                      <a:pt x="143" y="71"/>
                    </a:lnTo>
                    <a:lnTo>
                      <a:pt x="143" y="69"/>
                    </a:lnTo>
                    <a:lnTo>
                      <a:pt x="142" y="65"/>
                    </a:lnTo>
                    <a:lnTo>
                      <a:pt x="139" y="58"/>
                    </a:lnTo>
                    <a:lnTo>
                      <a:pt x="130" y="50"/>
                    </a:lnTo>
                    <a:lnTo>
                      <a:pt x="116" y="42"/>
                    </a:lnTo>
                    <a:lnTo>
                      <a:pt x="94" y="35"/>
                    </a:lnTo>
                    <a:lnTo>
                      <a:pt x="63" y="32"/>
                    </a:lnTo>
                    <a:lnTo>
                      <a:pt x="22" y="32"/>
                    </a:lnTo>
                    <a:lnTo>
                      <a:pt x="20" y="32"/>
                    </a:lnTo>
                    <a:lnTo>
                      <a:pt x="15" y="30"/>
                    </a:lnTo>
                    <a:lnTo>
                      <a:pt x="9" y="27"/>
                    </a:lnTo>
                    <a:lnTo>
                      <a:pt x="5" y="24"/>
                    </a:lnTo>
                    <a:lnTo>
                      <a:pt x="0" y="19"/>
                    </a:lnTo>
                    <a:lnTo>
                      <a:pt x="0" y="15"/>
                    </a:lnTo>
                    <a:lnTo>
                      <a:pt x="6" y="8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2" name="Google Shape;6322;p73"/>
              <p:cNvSpPr/>
              <p:nvPr/>
            </p:nvSpPr>
            <p:spPr>
              <a:xfrm>
                <a:off x="8246" y="5003"/>
                <a:ext cx="27" cy="15"/>
              </a:xfrm>
              <a:custGeom>
                <a:rect b="b" l="l" r="r" t="t"/>
                <a:pathLst>
                  <a:path extrusionOk="0" h="63" w="107">
                    <a:moveTo>
                      <a:pt x="43" y="58"/>
                    </a:moveTo>
                    <a:lnTo>
                      <a:pt x="54" y="61"/>
                    </a:lnTo>
                    <a:lnTo>
                      <a:pt x="64" y="63"/>
                    </a:lnTo>
                    <a:lnTo>
                      <a:pt x="74" y="63"/>
                    </a:lnTo>
                    <a:lnTo>
                      <a:pt x="83" y="63"/>
                    </a:lnTo>
                    <a:lnTo>
                      <a:pt x="91" y="61"/>
                    </a:lnTo>
                    <a:lnTo>
                      <a:pt x="97" y="57"/>
                    </a:lnTo>
                    <a:lnTo>
                      <a:pt x="102" y="54"/>
                    </a:lnTo>
                    <a:lnTo>
                      <a:pt x="106" y="48"/>
                    </a:lnTo>
                    <a:lnTo>
                      <a:pt x="107" y="43"/>
                    </a:lnTo>
                    <a:lnTo>
                      <a:pt x="106" y="37"/>
                    </a:lnTo>
                    <a:lnTo>
                      <a:pt x="102" y="30"/>
                    </a:lnTo>
                    <a:lnTo>
                      <a:pt x="97" y="24"/>
                    </a:lnTo>
                    <a:lnTo>
                      <a:pt x="90" y="19"/>
                    </a:lnTo>
                    <a:lnTo>
                      <a:pt x="82" y="13"/>
                    </a:lnTo>
                    <a:lnTo>
                      <a:pt x="74" y="9"/>
                    </a:lnTo>
                    <a:lnTo>
                      <a:pt x="63" y="4"/>
                    </a:lnTo>
                    <a:lnTo>
                      <a:pt x="53" y="2"/>
                    </a:lnTo>
                    <a:lnTo>
                      <a:pt x="42" y="0"/>
                    </a:lnTo>
                    <a:lnTo>
                      <a:pt x="32" y="0"/>
                    </a:lnTo>
                    <a:lnTo>
                      <a:pt x="23" y="1"/>
                    </a:lnTo>
                    <a:lnTo>
                      <a:pt x="15" y="2"/>
                    </a:lnTo>
                    <a:lnTo>
                      <a:pt x="8" y="5"/>
                    </a:lnTo>
                    <a:lnTo>
                      <a:pt x="3" y="10"/>
                    </a:lnTo>
                    <a:lnTo>
                      <a:pt x="1" y="14"/>
                    </a:lnTo>
                    <a:lnTo>
                      <a:pt x="0" y="20"/>
                    </a:lnTo>
                    <a:lnTo>
                      <a:pt x="1" y="26"/>
                    </a:lnTo>
                    <a:lnTo>
                      <a:pt x="5" y="32"/>
                    </a:lnTo>
                    <a:lnTo>
                      <a:pt x="9" y="38"/>
                    </a:lnTo>
                    <a:lnTo>
                      <a:pt x="16" y="44"/>
                    </a:lnTo>
                    <a:lnTo>
                      <a:pt x="25" y="49"/>
                    </a:lnTo>
                    <a:lnTo>
                      <a:pt x="33" y="54"/>
                    </a:lnTo>
                    <a:lnTo>
                      <a:pt x="43" y="58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3" name="Google Shape;6323;p73"/>
              <p:cNvSpPr/>
              <p:nvPr/>
            </p:nvSpPr>
            <p:spPr>
              <a:xfrm>
                <a:off x="8113" y="4974"/>
                <a:ext cx="367" cy="131"/>
              </a:xfrm>
              <a:custGeom>
                <a:rect b="b" l="l" r="r" t="t"/>
                <a:pathLst>
                  <a:path extrusionOk="0" h="525" w="1469">
                    <a:moveTo>
                      <a:pt x="1468" y="407"/>
                    </a:moveTo>
                    <a:lnTo>
                      <a:pt x="1466" y="407"/>
                    </a:lnTo>
                    <a:lnTo>
                      <a:pt x="1458" y="406"/>
                    </a:lnTo>
                    <a:lnTo>
                      <a:pt x="1446" y="405"/>
                    </a:lnTo>
                    <a:lnTo>
                      <a:pt x="1429" y="402"/>
                    </a:lnTo>
                    <a:lnTo>
                      <a:pt x="1408" y="400"/>
                    </a:lnTo>
                    <a:lnTo>
                      <a:pt x="1382" y="397"/>
                    </a:lnTo>
                    <a:lnTo>
                      <a:pt x="1353" y="393"/>
                    </a:lnTo>
                    <a:lnTo>
                      <a:pt x="1321" y="389"/>
                    </a:lnTo>
                    <a:lnTo>
                      <a:pt x="1285" y="383"/>
                    </a:lnTo>
                    <a:lnTo>
                      <a:pt x="1245" y="376"/>
                    </a:lnTo>
                    <a:lnTo>
                      <a:pt x="1203" y="370"/>
                    </a:lnTo>
                    <a:lnTo>
                      <a:pt x="1158" y="363"/>
                    </a:lnTo>
                    <a:lnTo>
                      <a:pt x="1110" y="354"/>
                    </a:lnTo>
                    <a:lnTo>
                      <a:pt x="1060" y="345"/>
                    </a:lnTo>
                    <a:lnTo>
                      <a:pt x="1008" y="335"/>
                    </a:lnTo>
                    <a:lnTo>
                      <a:pt x="954" y="323"/>
                    </a:lnTo>
                    <a:lnTo>
                      <a:pt x="898" y="311"/>
                    </a:lnTo>
                    <a:lnTo>
                      <a:pt x="841" y="299"/>
                    </a:lnTo>
                    <a:lnTo>
                      <a:pt x="782" y="284"/>
                    </a:lnTo>
                    <a:lnTo>
                      <a:pt x="723" y="269"/>
                    </a:lnTo>
                    <a:lnTo>
                      <a:pt x="663" y="253"/>
                    </a:lnTo>
                    <a:lnTo>
                      <a:pt x="602" y="236"/>
                    </a:lnTo>
                    <a:lnTo>
                      <a:pt x="541" y="217"/>
                    </a:lnTo>
                    <a:lnTo>
                      <a:pt x="480" y="198"/>
                    </a:lnTo>
                    <a:lnTo>
                      <a:pt x="417" y="178"/>
                    </a:lnTo>
                    <a:lnTo>
                      <a:pt x="356" y="156"/>
                    </a:lnTo>
                    <a:lnTo>
                      <a:pt x="296" y="133"/>
                    </a:lnTo>
                    <a:lnTo>
                      <a:pt x="236" y="109"/>
                    </a:lnTo>
                    <a:lnTo>
                      <a:pt x="178" y="84"/>
                    </a:lnTo>
                    <a:lnTo>
                      <a:pt x="120" y="57"/>
                    </a:lnTo>
                    <a:lnTo>
                      <a:pt x="64" y="29"/>
                    </a:lnTo>
                    <a:lnTo>
                      <a:pt x="9" y="0"/>
                    </a:lnTo>
                    <a:lnTo>
                      <a:pt x="7" y="4"/>
                    </a:lnTo>
                    <a:lnTo>
                      <a:pt x="5" y="15"/>
                    </a:lnTo>
                    <a:lnTo>
                      <a:pt x="3" y="33"/>
                    </a:lnTo>
                    <a:lnTo>
                      <a:pt x="0" y="55"/>
                    </a:lnTo>
                    <a:lnTo>
                      <a:pt x="0" y="79"/>
                    </a:lnTo>
                    <a:lnTo>
                      <a:pt x="3" y="102"/>
                    </a:lnTo>
                    <a:lnTo>
                      <a:pt x="10" y="125"/>
                    </a:lnTo>
                    <a:lnTo>
                      <a:pt x="22" y="143"/>
                    </a:lnTo>
                    <a:lnTo>
                      <a:pt x="23" y="144"/>
                    </a:lnTo>
                    <a:lnTo>
                      <a:pt x="26" y="146"/>
                    </a:lnTo>
                    <a:lnTo>
                      <a:pt x="33" y="150"/>
                    </a:lnTo>
                    <a:lnTo>
                      <a:pt x="43" y="154"/>
                    </a:lnTo>
                    <a:lnTo>
                      <a:pt x="54" y="161"/>
                    </a:lnTo>
                    <a:lnTo>
                      <a:pt x="69" y="169"/>
                    </a:lnTo>
                    <a:lnTo>
                      <a:pt x="86" y="177"/>
                    </a:lnTo>
                    <a:lnTo>
                      <a:pt x="106" y="187"/>
                    </a:lnTo>
                    <a:lnTo>
                      <a:pt x="128" y="197"/>
                    </a:lnTo>
                    <a:lnTo>
                      <a:pt x="154" y="208"/>
                    </a:lnTo>
                    <a:lnTo>
                      <a:pt x="182" y="221"/>
                    </a:lnTo>
                    <a:lnTo>
                      <a:pt x="213" y="234"/>
                    </a:lnTo>
                    <a:lnTo>
                      <a:pt x="247" y="248"/>
                    </a:lnTo>
                    <a:lnTo>
                      <a:pt x="283" y="262"/>
                    </a:lnTo>
                    <a:lnTo>
                      <a:pt x="322" y="277"/>
                    </a:lnTo>
                    <a:lnTo>
                      <a:pt x="364" y="292"/>
                    </a:lnTo>
                    <a:lnTo>
                      <a:pt x="410" y="308"/>
                    </a:lnTo>
                    <a:lnTo>
                      <a:pt x="457" y="323"/>
                    </a:lnTo>
                    <a:lnTo>
                      <a:pt x="508" y="339"/>
                    </a:lnTo>
                    <a:lnTo>
                      <a:pt x="562" y="355"/>
                    </a:lnTo>
                    <a:lnTo>
                      <a:pt x="618" y="371"/>
                    </a:lnTo>
                    <a:lnTo>
                      <a:pt x="678" y="387"/>
                    </a:lnTo>
                    <a:lnTo>
                      <a:pt x="740" y="402"/>
                    </a:lnTo>
                    <a:lnTo>
                      <a:pt x="805" y="418"/>
                    </a:lnTo>
                    <a:lnTo>
                      <a:pt x="874" y="433"/>
                    </a:lnTo>
                    <a:lnTo>
                      <a:pt x="945" y="449"/>
                    </a:lnTo>
                    <a:lnTo>
                      <a:pt x="1018" y="462"/>
                    </a:lnTo>
                    <a:lnTo>
                      <a:pt x="1096" y="477"/>
                    </a:lnTo>
                    <a:lnTo>
                      <a:pt x="1176" y="490"/>
                    </a:lnTo>
                    <a:lnTo>
                      <a:pt x="1259" y="503"/>
                    </a:lnTo>
                    <a:lnTo>
                      <a:pt x="1346" y="514"/>
                    </a:lnTo>
                    <a:lnTo>
                      <a:pt x="1435" y="525"/>
                    </a:lnTo>
                    <a:lnTo>
                      <a:pt x="1436" y="523"/>
                    </a:lnTo>
                    <a:lnTo>
                      <a:pt x="1441" y="516"/>
                    </a:lnTo>
                    <a:lnTo>
                      <a:pt x="1447" y="506"/>
                    </a:lnTo>
                    <a:lnTo>
                      <a:pt x="1454" y="491"/>
                    </a:lnTo>
                    <a:lnTo>
                      <a:pt x="1461" y="474"/>
                    </a:lnTo>
                    <a:lnTo>
                      <a:pt x="1466" y="454"/>
                    </a:lnTo>
                    <a:lnTo>
                      <a:pt x="1469" y="432"/>
                    </a:lnTo>
                    <a:lnTo>
                      <a:pt x="1468" y="407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4" name="Google Shape;6324;p73"/>
              <p:cNvSpPr/>
              <p:nvPr/>
            </p:nvSpPr>
            <p:spPr>
              <a:xfrm>
                <a:off x="8253" y="4846"/>
                <a:ext cx="42" cy="29"/>
              </a:xfrm>
              <a:custGeom>
                <a:rect b="b" l="l" r="r" t="t"/>
                <a:pathLst>
                  <a:path extrusionOk="0" h="120" w="170">
                    <a:moveTo>
                      <a:pt x="53" y="0"/>
                    </a:moveTo>
                    <a:lnTo>
                      <a:pt x="49" y="0"/>
                    </a:lnTo>
                    <a:lnTo>
                      <a:pt x="41" y="3"/>
                    </a:lnTo>
                    <a:lnTo>
                      <a:pt x="30" y="7"/>
                    </a:lnTo>
                    <a:lnTo>
                      <a:pt x="17" y="15"/>
                    </a:lnTo>
                    <a:lnTo>
                      <a:pt x="7" y="26"/>
                    </a:lnTo>
                    <a:lnTo>
                      <a:pt x="1" y="43"/>
                    </a:lnTo>
                    <a:lnTo>
                      <a:pt x="0" y="65"/>
                    </a:lnTo>
                    <a:lnTo>
                      <a:pt x="7" y="94"/>
                    </a:lnTo>
                    <a:lnTo>
                      <a:pt x="98" y="120"/>
                    </a:lnTo>
                    <a:lnTo>
                      <a:pt x="97" y="114"/>
                    </a:lnTo>
                    <a:lnTo>
                      <a:pt x="97" y="102"/>
                    </a:lnTo>
                    <a:lnTo>
                      <a:pt x="97" y="84"/>
                    </a:lnTo>
                    <a:lnTo>
                      <a:pt x="101" y="64"/>
                    </a:lnTo>
                    <a:lnTo>
                      <a:pt x="108" y="44"/>
                    </a:lnTo>
                    <a:lnTo>
                      <a:pt x="121" y="30"/>
                    </a:lnTo>
                    <a:lnTo>
                      <a:pt x="141" y="22"/>
                    </a:lnTo>
                    <a:lnTo>
                      <a:pt x="170" y="25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5" name="Google Shape;6325;p73"/>
              <p:cNvSpPr/>
              <p:nvPr/>
            </p:nvSpPr>
            <p:spPr>
              <a:xfrm>
                <a:off x="8494" y="4901"/>
                <a:ext cx="43" cy="29"/>
              </a:xfrm>
              <a:custGeom>
                <a:rect b="b" l="l" r="r" t="t"/>
                <a:pathLst>
                  <a:path extrusionOk="0" h="119" w="170">
                    <a:moveTo>
                      <a:pt x="53" y="0"/>
                    </a:moveTo>
                    <a:lnTo>
                      <a:pt x="49" y="0"/>
                    </a:lnTo>
                    <a:lnTo>
                      <a:pt x="41" y="3"/>
                    </a:lnTo>
                    <a:lnTo>
                      <a:pt x="29" y="7"/>
                    </a:lnTo>
                    <a:lnTo>
                      <a:pt x="18" y="14"/>
                    </a:lnTo>
                    <a:lnTo>
                      <a:pt x="7" y="25"/>
                    </a:lnTo>
                    <a:lnTo>
                      <a:pt x="0" y="42"/>
                    </a:lnTo>
                    <a:lnTo>
                      <a:pt x="0" y="65"/>
                    </a:lnTo>
                    <a:lnTo>
                      <a:pt x="7" y="94"/>
                    </a:lnTo>
                    <a:lnTo>
                      <a:pt x="97" y="119"/>
                    </a:lnTo>
                    <a:lnTo>
                      <a:pt x="96" y="114"/>
                    </a:lnTo>
                    <a:lnTo>
                      <a:pt x="96" y="101"/>
                    </a:lnTo>
                    <a:lnTo>
                      <a:pt x="96" y="83"/>
                    </a:lnTo>
                    <a:lnTo>
                      <a:pt x="100" y="62"/>
                    </a:lnTo>
                    <a:lnTo>
                      <a:pt x="107" y="44"/>
                    </a:lnTo>
                    <a:lnTo>
                      <a:pt x="120" y="30"/>
                    </a:lnTo>
                    <a:lnTo>
                      <a:pt x="141" y="22"/>
                    </a:lnTo>
                    <a:lnTo>
                      <a:pt x="170" y="25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6" name="Google Shape;6326;p73"/>
              <p:cNvSpPr/>
              <p:nvPr/>
            </p:nvSpPr>
            <p:spPr>
              <a:xfrm>
                <a:off x="8299" y="4855"/>
                <a:ext cx="182" cy="50"/>
              </a:xfrm>
              <a:custGeom>
                <a:rect b="b" l="l" r="r" t="t"/>
                <a:pathLst>
                  <a:path extrusionOk="0" h="200" w="730">
                    <a:moveTo>
                      <a:pt x="0" y="44"/>
                    </a:moveTo>
                    <a:lnTo>
                      <a:pt x="697" y="200"/>
                    </a:lnTo>
                    <a:lnTo>
                      <a:pt x="730" y="156"/>
                    </a:lnTo>
                    <a:lnTo>
                      <a:pt x="33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7" name="Google Shape;6327;p73"/>
              <p:cNvSpPr/>
              <p:nvPr/>
            </p:nvSpPr>
            <p:spPr>
              <a:xfrm>
                <a:off x="8297" y="4875"/>
                <a:ext cx="176" cy="47"/>
              </a:xfrm>
              <a:custGeom>
                <a:rect b="b" l="l" r="r" t="t"/>
                <a:pathLst>
                  <a:path extrusionOk="0" h="187" w="703">
                    <a:moveTo>
                      <a:pt x="0" y="30"/>
                    </a:moveTo>
                    <a:lnTo>
                      <a:pt x="696" y="187"/>
                    </a:lnTo>
                    <a:lnTo>
                      <a:pt x="703" y="157"/>
                    </a:lnTo>
                    <a:lnTo>
                      <a:pt x="6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8" name="Google Shape;6328;p73"/>
              <p:cNvSpPr/>
              <p:nvPr/>
            </p:nvSpPr>
            <p:spPr>
              <a:xfrm>
                <a:off x="8486" y="4969"/>
                <a:ext cx="106" cy="127"/>
              </a:xfrm>
              <a:custGeom>
                <a:rect b="b" l="l" r="r" t="t"/>
                <a:pathLst>
                  <a:path extrusionOk="0" h="508" w="424">
                    <a:moveTo>
                      <a:pt x="0" y="508"/>
                    </a:moveTo>
                    <a:lnTo>
                      <a:pt x="86" y="388"/>
                    </a:lnTo>
                    <a:lnTo>
                      <a:pt x="124" y="388"/>
                    </a:lnTo>
                    <a:lnTo>
                      <a:pt x="424" y="0"/>
                    </a:lnTo>
                    <a:lnTo>
                      <a:pt x="130" y="282"/>
                    </a:lnTo>
                    <a:lnTo>
                      <a:pt x="66" y="289"/>
                    </a:lnTo>
                    <a:lnTo>
                      <a:pt x="0" y="358"/>
                    </a:lnTo>
                    <a:lnTo>
                      <a:pt x="0" y="508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9" name="Google Shape;6329;p73"/>
              <p:cNvSpPr/>
              <p:nvPr/>
            </p:nvSpPr>
            <p:spPr>
              <a:xfrm>
                <a:off x="8312" y="4637"/>
                <a:ext cx="296" cy="61"/>
              </a:xfrm>
              <a:custGeom>
                <a:rect b="b" l="l" r="r" t="t"/>
                <a:pathLst>
                  <a:path extrusionOk="0" h="245" w="1186">
                    <a:moveTo>
                      <a:pt x="0" y="0"/>
                    </a:moveTo>
                    <a:lnTo>
                      <a:pt x="1186" y="245"/>
                    </a:lnTo>
                    <a:lnTo>
                      <a:pt x="1184" y="244"/>
                    </a:lnTo>
                    <a:lnTo>
                      <a:pt x="1180" y="242"/>
                    </a:lnTo>
                    <a:lnTo>
                      <a:pt x="1172" y="239"/>
                    </a:lnTo>
                    <a:lnTo>
                      <a:pt x="1161" y="233"/>
                    </a:lnTo>
                    <a:lnTo>
                      <a:pt x="1147" y="228"/>
                    </a:lnTo>
                    <a:lnTo>
                      <a:pt x="1130" y="222"/>
                    </a:lnTo>
                    <a:lnTo>
                      <a:pt x="1112" y="214"/>
                    </a:lnTo>
                    <a:lnTo>
                      <a:pt x="1091" y="205"/>
                    </a:lnTo>
                    <a:lnTo>
                      <a:pt x="1066" y="196"/>
                    </a:lnTo>
                    <a:lnTo>
                      <a:pt x="1039" y="187"/>
                    </a:lnTo>
                    <a:lnTo>
                      <a:pt x="1010" y="177"/>
                    </a:lnTo>
                    <a:lnTo>
                      <a:pt x="979" y="166"/>
                    </a:lnTo>
                    <a:lnTo>
                      <a:pt x="945" y="154"/>
                    </a:lnTo>
                    <a:lnTo>
                      <a:pt x="910" y="143"/>
                    </a:lnTo>
                    <a:lnTo>
                      <a:pt x="871" y="132"/>
                    </a:lnTo>
                    <a:lnTo>
                      <a:pt x="832" y="121"/>
                    </a:lnTo>
                    <a:lnTo>
                      <a:pt x="790" y="108"/>
                    </a:lnTo>
                    <a:lnTo>
                      <a:pt x="747" y="97"/>
                    </a:lnTo>
                    <a:lnTo>
                      <a:pt x="702" y="86"/>
                    </a:lnTo>
                    <a:lnTo>
                      <a:pt x="655" y="74"/>
                    </a:lnTo>
                    <a:lnTo>
                      <a:pt x="607" y="64"/>
                    </a:lnTo>
                    <a:lnTo>
                      <a:pt x="557" y="54"/>
                    </a:lnTo>
                    <a:lnTo>
                      <a:pt x="506" y="45"/>
                    </a:lnTo>
                    <a:lnTo>
                      <a:pt x="454" y="36"/>
                    </a:lnTo>
                    <a:lnTo>
                      <a:pt x="400" y="28"/>
                    </a:lnTo>
                    <a:lnTo>
                      <a:pt x="346" y="20"/>
                    </a:lnTo>
                    <a:lnTo>
                      <a:pt x="290" y="15"/>
                    </a:lnTo>
                    <a:lnTo>
                      <a:pt x="233" y="9"/>
                    </a:lnTo>
                    <a:lnTo>
                      <a:pt x="176" y="4"/>
                    </a:lnTo>
                    <a:lnTo>
                      <a:pt x="118" y="2"/>
                    </a:lnTo>
                    <a:lnTo>
                      <a:pt x="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0" name="Google Shape;6330;p73"/>
              <p:cNvSpPr/>
              <p:nvPr/>
            </p:nvSpPr>
            <p:spPr>
              <a:xfrm>
                <a:off x="8250" y="4639"/>
                <a:ext cx="60" cy="185"/>
              </a:xfrm>
              <a:custGeom>
                <a:rect b="b" l="l" r="r" t="t"/>
                <a:pathLst>
                  <a:path extrusionOk="0" h="738" w="241">
                    <a:moveTo>
                      <a:pt x="241" y="0"/>
                    </a:moveTo>
                    <a:lnTo>
                      <a:pt x="52" y="738"/>
                    </a:lnTo>
                    <a:lnTo>
                      <a:pt x="0" y="726"/>
                    </a:lnTo>
                    <a:lnTo>
                      <a:pt x="169" y="0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331" name="Google Shape;6331;p73"/>
          <p:cNvGrpSpPr/>
          <p:nvPr/>
        </p:nvGrpSpPr>
        <p:grpSpPr>
          <a:xfrm>
            <a:off x="5743575" y="3506788"/>
            <a:ext cx="203200" cy="330200"/>
            <a:chOff x="4544" y="808"/>
            <a:chExt cx="128" cy="208"/>
          </a:xfrm>
        </p:grpSpPr>
        <p:cxnSp>
          <p:nvCxnSpPr>
            <p:cNvPr id="6332" name="Google Shape;6332;p73"/>
            <p:cNvCxnSpPr/>
            <p:nvPr/>
          </p:nvCxnSpPr>
          <p:spPr>
            <a:xfrm rot="10800000">
              <a:off x="4624" y="808"/>
              <a:ext cx="48" cy="128"/>
            </a:xfrm>
            <a:prstGeom prst="straightConnector1">
              <a:avLst/>
            </a:prstGeom>
            <a:noFill/>
            <a:ln cap="flat" cmpd="sng" w="28575">
              <a:solidFill>
                <a:schemeClr val="lt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6333" name="Google Shape;6333;p73"/>
            <p:cNvCxnSpPr/>
            <p:nvPr/>
          </p:nvCxnSpPr>
          <p:spPr>
            <a:xfrm rot="10800000">
              <a:off x="4584" y="848"/>
              <a:ext cx="48" cy="128"/>
            </a:xfrm>
            <a:prstGeom prst="straightConnector1">
              <a:avLst/>
            </a:prstGeom>
            <a:noFill/>
            <a:ln cap="flat" cmpd="sng" w="28575">
              <a:solidFill>
                <a:schemeClr val="lt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6334" name="Google Shape;6334;p73"/>
            <p:cNvCxnSpPr/>
            <p:nvPr/>
          </p:nvCxnSpPr>
          <p:spPr>
            <a:xfrm rot="10800000">
              <a:off x="4544" y="888"/>
              <a:ext cx="48" cy="128"/>
            </a:xfrm>
            <a:prstGeom prst="straightConnector1">
              <a:avLst/>
            </a:prstGeom>
            <a:noFill/>
            <a:ln cap="flat" cmpd="sng" w="28575">
              <a:solidFill>
                <a:schemeClr val="lt2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335" name="Google Shape;6335;p73"/>
          <p:cNvCxnSpPr/>
          <p:nvPr/>
        </p:nvCxnSpPr>
        <p:spPr>
          <a:xfrm>
            <a:off x="6022975" y="4027488"/>
            <a:ext cx="317500" cy="673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dot"/>
            <a:round/>
            <a:headEnd len="med" w="med" type="none"/>
            <a:tailEnd len="med" w="med" type="triangle"/>
          </a:ln>
        </p:spPr>
      </p:cxnSp>
      <p:grpSp>
        <p:nvGrpSpPr>
          <p:cNvPr id="6336" name="Google Shape;6336;p73"/>
          <p:cNvGrpSpPr/>
          <p:nvPr/>
        </p:nvGrpSpPr>
        <p:grpSpPr>
          <a:xfrm>
            <a:off x="6194425" y="4152900"/>
            <a:ext cx="357188" cy="366713"/>
            <a:chOff x="618" y="3500"/>
            <a:chExt cx="202" cy="231"/>
          </a:xfrm>
        </p:grpSpPr>
        <p:sp>
          <p:nvSpPr>
            <p:cNvPr id="6337" name="Google Shape;6337;p73"/>
            <p:cNvSpPr/>
            <p:nvPr/>
          </p:nvSpPr>
          <p:spPr>
            <a:xfrm>
              <a:off x="618" y="3520"/>
              <a:ext cx="202" cy="201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8" name="Google Shape;6338;p73"/>
            <p:cNvSpPr txBox="1"/>
            <p:nvPr/>
          </p:nvSpPr>
          <p:spPr>
            <a:xfrm>
              <a:off x="628" y="3500"/>
              <a:ext cx="183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2</a:t>
              </a:r>
              <a:endParaRPr/>
            </a:p>
          </p:txBody>
        </p:sp>
      </p:grpSp>
      <p:grpSp>
        <p:nvGrpSpPr>
          <p:cNvPr id="6339" name="Google Shape;6339;p73"/>
          <p:cNvGrpSpPr/>
          <p:nvPr/>
        </p:nvGrpSpPr>
        <p:grpSpPr>
          <a:xfrm>
            <a:off x="4978400" y="4565650"/>
            <a:ext cx="339725" cy="366713"/>
            <a:chOff x="618" y="3500"/>
            <a:chExt cx="214" cy="231"/>
          </a:xfrm>
        </p:grpSpPr>
        <p:sp>
          <p:nvSpPr>
            <p:cNvPr id="6340" name="Google Shape;6340;p73"/>
            <p:cNvSpPr/>
            <p:nvPr/>
          </p:nvSpPr>
          <p:spPr>
            <a:xfrm>
              <a:off x="618" y="3520"/>
              <a:ext cx="202" cy="201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1" name="Google Shape;6341;p73"/>
            <p:cNvSpPr txBox="1"/>
            <p:nvPr/>
          </p:nvSpPr>
          <p:spPr>
            <a:xfrm>
              <a:off x="628" y="3500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</a:t>
              </a:r>
              <a:endParaRPr/>
            </a:p>
          </p:txBody>
        </p:sp>
      </p:grpSp>
      <p:sp>
        <p:nvSpPr>
          <p:cNvPr id="6342" name="Google Shape;6342;p73"/>
          <p:cNvSpPr txBox="1"/>
          <p:nvPr/>
        </p:nvSpPr>
        <p:spPr>
          <a:xfrm>
            <a:off x="5035550" y="5686425"/>
            <a:ext cx="1570038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foreign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/>
          </a:p>
        </p:txBody>
      </p:sp>
      <p:sp>
        <p:nvSpPr>
          <p:cNvPr id="6343" name="Google Shape;6343;p73"/>
          <p:cNvSpPr/>
          <p:nvPr/>
        </p:nvSpPr>
        <p:spPr>
          <a:xfrm flipH="1">
            <a:off x="5768975" y="4929188"/>
            <a:ext cx="546100" cy="419100"/>
          </a:xfrm>
          <a:custGeom>
            <a:rect b="b" l="l" r="r" t="t"/>
            <a:pathLst>
              <a:path extrusionOk="0" h="664" w="376">
                <a:moveTo>
                  <a:pt x="376" y="664"/>
                </a:move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44" name="Google Shape;6344;p73"/>
          <p:cNvGrpSpPr/>
          <p:nvPr/>
        </p:nvGrpSpPr>
        <p:grpSpPr>
          <a:xfrm>
            <a:off x="5867400" y="4938713"/>
            <a:ext cx="339725" cy="366712"/>
            <a:chOff x="618" y="3500"/>
            <a:chExt cx="214" cy="231"/>
          </a:xfrm>
        </p:grpSpPr>
        <p:sp>
          <p:nvSpPr>
            <p:cNvPr id="6345" name="Google Shape;6345;p73"/>
            <p:cNvSpPr/>
            <p:nvPr/>
          </p:nvSpPr>
          <p:spPr>
            <a:xfrm>
              <a:off x="618" y="3520"/>
              <a:ext cx="202" cy="201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6" name="Google Shape;6346;p73"/>
            <p:cNvSpPr txBox="1"/>
            <p:nvPr/>
          </p:nvSpPr>
          <p:spPr>
            <a:xfrm>
              <a:off x="628" y="3500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3</a:t>
              </a:r>
              <a:endParaRPr/>
            </a:p>
          </p:txBody>
        </p:sp>
      </p:grpSp>
      <p:grpSp>
        <p:nvGrpSpPr>
          <p:cNvPr id="6347" name="Google Shape;6347;p73"/>
          <p:cNvGrpSpPr/>
          <p:nvPr/>
        </p:nvGrpSpPr>
        <p:grpSpPr>
          <a:xfrm>
            <a:off x="2227263" y="5605463"/>
            <a:ext cx="501650" cy="233362"/>
            <a:chOff x="3600" y="219"/>
            <a:chExt cx="360" cy="175"/>
          </a:xfrm>
        </p:grpSpPr>
        <p:sp>
          <p:nvSpPr>
            <p:cNvPr id="6348" name="Google Shape;6348;p73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49" name="Google Shape;6349;p73"/>
            <p:cNvCxnSpPr/>
            <p:nvPr/>
          </p:nvCxnSpPr>
          <p:spPr>
            <a:xfrm>
              <a:off x="3603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50" name="Google Shape;6350;p73"/>
            <p:cNvCxnSpPr/>
            <p:nvPr/>
          </p:nvCxnSpPr>
          <p:spPr>
            <a:xfrm>
              <a:off x="3960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51" name="Google Shape;6351;p73"/>
            <p:cNvSpPr/>
            <p:nvPr/>
          </p:nvSpPr>
          <p:spPr>
            <a:xfrm>
              <a:off x="3603" y="284"/>
              <a:ext cx="231" cy="6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2" name="Google Shape;6352;p73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53" name="Google Shape;6353;p73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cxnSp>
            <p:nvCxnSpPr>
              <p:cNvPr id="6354" name="Google Shape;6354;p7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55" name="Google Shape;6355;p7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56" name="Google Shape;6356;p7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357" name="Google Shape;6357;p73"/>
            <p:cNvGrpSpPr/>
            <p:nvPr/>
          </p:nvGrpSpPr>
          <p:grpSpPr>
            <a:xfrm flipH="1" rot="10800000">
              <a:off x="3686" y="243"/>
              <a:ext cx="177" cy="66"/>
              <a:chOff x="2848" y="848"/>
              <a:chExt cx="140" cy="98"/>
            </a:xfrm>
          </p:grpSpPr>
          <p:cxnSp>
            <p:nvCxnSpPr>
              <p:cNvPr id="6358" name="Google Shape;6358;p73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59" name="Google Shape;6359;p73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60" name="Google Shape;6360;p73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361" name="Google Shape;6361;p73"/>
          <p:cNvSpPr txBox="1"/>
          <p:nvPr/>
        </p:nvSpPr>
        <p:spPr>
          <a:xfrm>
            <a:off x="2686050" y="5572125"/>
            <a:ext cx="1430338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correspondent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/>
          </a:p>
        </p:txBody>
      </p:sp>
      <p:sp>
        <p:nvSpPr>
          <p:cNvPr id="6362" name="Google Shape;6362;p73"/>
          <p:cNvSpPr txBox="1"/>
          <p:nvPr/>
        </p:nvSpPr>
        <p:spPr>
          <a:xfrm>
            <a:off x="1162050" y="5978525"/>
            <a:ext cx="14303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correspondent</a:t>
            </a:r>
            <a:endParaRPr/>
          </a:p>
        </p:txBody>
      </p:sp>
      <p:sp>
        <p:nvSpPr>
          <p:cNvPr id="6363" name="Google Shape;6363;p73"/>
          <p:cNvSpPr txBox="1"/>
          <p:nvPr/>
        </p:nvSpPr>
        <p:spPr>
          <a:xfrm>
            <a:off x="6381750" y="5356225"/>
            <a:ext cx="909638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foreign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sp>
        <p:nvSpPr>
          <p:cNvPr id="6364" name="Google Shape;6364;p73"/>
          <p:cNvSpPr txBox="1"/>
          <p:nvPr>
            <p:ph type="title"/>
          </p:nvPr>
        </p:nvSpPr>
        <p:spPr>
          <a:xfrm>
            <a:off x="238125" y="98425"/>
            <a:ext cx="85963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Accommodating mobility with direct routing</a:t>
            </a:r>
            <a:endParaRPr/>
          </a:p>
        </p:txBody>
      </p:sp>
      <p:sp>
        <p:nvSpPr>
          <p:cNvPr id="6365" name="Google Shape;6365;p73"/>
          <p:cNvSpPr txBox="1"/>
          <p:nvPr>
            <p:ph idx="1" type="body"/>
          </p:nvPr>
        </p:nvSpPr>
        <p:spPr>
          <a:xfrm>
            <a:off x="476250" y="1144588"/>
            <a:ext cx="7772400" cy="164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anchor foreign agent: FA in first visited network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data always routed first to anchor FA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when mobile moves: new FA arranges to have data forwarded from old FA (chaining)</a:t>
            </a:r>
            <a:endParaRPr/>
          </a:p>
        </p:txBody>
      </p:sp>
      <p:pic>
        <p:nvPicPr>
          <p:cNvPr id="6366" name="Google Shape;6366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475" y="5454650"/>
            <a:ext cx="781050" cy="6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7" name="Google Shape;6367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6113" y="4081463"/>
            <a:ext cx="682625" cy="24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8" name="Google Shape;6368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67350" y="5413375"/>
            <a:ext cx="571500" cy="204788"/>
          </a:xfrm>
          <a:prstGeom prst="rect">
            <a:avLst/>
          </a:prstGeom>
          <a:noFill/>
          <a:ln>
            <a:noFill/>
          </a:ln>
        </p:spPr>
      </p:pic>
      <p:sp>
        <p:nvSpPr>
          <p:cNvPr id="6369" name="Google Shape;6369;p73"/>
          <p:cNvSpPr/>
          <p:nvPr/>
        </p:nvSpPr>
        <p:spPr>
          <a:xfrm>
            <a:off x="4587875" y="4408488"/>
            <a:ext cx="1828800" cy="1392237"/>
          </a:xfrm>
          <a:custGeom>
            <a:rect b="b" l="l" r="r" t="t"/>
            <a:pathLst>
              <a:path extrusionOk="0" h="877" w="1152">
                <a:moveTo>
                  <a:pt x="0" y="0"/>
                </a:moveTo>
                <a:cubicBezTo>
                  <a:pt x="75" y="129"/>
                  <a:pt x="291" y="675"/>
                  <a:pt x="448" y="776"/>
                </a:cubicBezTo>
                <a:cubicBezTo>
                  <a:pt x="605" y="877"/>
                  <a:pt x="840" y="665"/>
                  <a:pt x="944" y="608"/>
                </a:cubicBezTo>
                <a:lnTo>
                  <a:pt x="1152" y="45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70" name="Google Shape;6370;p73"/>
          <p:cNvGrpSpPr/>
          <p:nvPr/>
        </p:nvGrpSpPr>
        <p:grpSpPr>
          <a:xfrm>
            <a:off x="5984875" y="4473575"/>
            <a:ext cx="1174750" cy="776288"/>
            <a:chOff x="4089854" y="1363889"/>
            <a:chExt cx="1091746" cy="791482"/>
          </a:xfrm>
        </p:grpSpPr>
        <p:sp>
          <p:nvSpPr>
            <p:cNvPr id="6371" name="Google Shape;6371;p73"/>
            <p:cNvSpPr/>
            <p:nvPr/>
          </p:nvSpPr>
          <p:spPr>
            <a:xfrm>
              <a:off x="4089854" y="1363889"/>
              <a:ext cx="1091746" cy="791482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72" name="Google Shape;6372;p73"/>
            <p:cNvGrpSpPr/>
            <p:nvPr/>
          </p:nvGrpSpPr>
          <p:grpSpPr>
            <a:xfrm>
              <a:off x="4245429" y="1426027"/>
              <a:ext cx="629104" cy="547461"/>
              <a:chOff x="313" y="1497"/>
              <a:chExt cx="1152" cy="1014"/>
            </a:xfrm>
          </p:grpSpPr>
          <p:pic>
            <p:nvPicPr>
              <p:cNvPr descr="laptop_stylized_small" id="6373" name="Google Shape;6373;p7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6374" name="Google Shape;6374;p7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6375" name="Google Shape;6375;p73"/>
          <p:cNvGrpSpPr/>
          <p:nvPr/>
        </p:nvGrpSpPr>
        <p:grpSpPr>
          <a:xfrm>
            <a:off x="4851400" y="5073650"/>
            <a:ext cx="339725" cy="366713"/>
            <a:chOff x="618" y="3500"/>
            <a:chExt cx="214" cy="231"/>
          </a:xfrm>
        </p:grpSpPr>
        <p:sp>
          <p:nvSpPr>
            <p:cNvPr id="6376" name="Google Shape;6376;p73"/>
            <p:cNvSpPr/>
            <p:nvPr/>
          </p:nvSpPr>
          <p:spPr>
            <a:xfrm>
              <a:off x="618" y="3520"/>
              <a:ext cx="202" cy="201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7" name="Google Shape;6377;p73"/>
            <p:cNvSpPr txBox="1"/>
            <p:nvPr/>
          </p:nvSpPr>
          <p:spPr>
            <a:xfrm>
              <a:off x="628" y="3500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5</a:t>
              </a:r>
              <a:endParaRPr/>
            </a:p>
          </p:txBody>
        </p:sp>
      </p:grpSp>
      <p:pic>
        <p:nvPicPr>
          <p:cNvPr descr="underline_base" id="6378" name="Google Shape;6378;p7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4163" y="860425"/>
            <a:ext cx="8228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6379" name="Google Shape;6379;p73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80" name="Google Shape;6380;p73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5" name="Shape 6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6" name="Google Shape;6386;p74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Chapter 7 outline</a:t>
            </a:r>
            <a:endParaRPr/>
          </a:p>
        </p:txBody>
      </p:sp>
      <p:sp>
        <p:nvSpPr>
          <p:cNvPr id="6387" name="Google Shape;6387;p74"/>
          <p:cNvSpPr txBox="1"/>
          <p:nvPr>
            <p:ph idx="1" type="body"/>
          </p:nvPr>
        </p:nvSpPr>
        <p:spPr>
          <a:xfrm>
            <a:off x="5334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7.1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Introduction 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Wireless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7.2</a:t>
            </a:r>
            <a:r>
              <a:rPr lang="en-US" sz="2400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Wireless links, characteristics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CDMA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7.3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IEEE 802.11 wireless LANs (“Wi-Fi”)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7.4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Cellular Internet Access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architecture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standards (e.g., 3G, LTE)</a:t>
            </a:r>
            <a:endParaRPr/>
          </a:p>
        </p:txBody>
      </p:sp>
      <p:sp>
        <p:nvSpPr>
          <p:cNvPr id="6388" name="Google Shape;6388;p74"/>
          <p:cNvSpPr txBox="1"/>
          <p:nvPr>
            <p:ph idx="2" type="body"/>
          </p:nvPr>
        </p:nvSpPr>
        <p:spPr>
          <a:xfrm>
            <a:off x="4495800" y="1600200"/>
            <a:ext cx="405447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Mobility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7.5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Principles: addressing and routing to mobile users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7.6 Mobile IP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7.7 Handling mobility in </a:t>
            </a:r>
            <a:r>
              <a:rPr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cellular networks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7.8 Mobility and higher-layer protocols</a:t>
            </a:r>
            <a:endParaRPr/>
          </a:p>
        </p:txBody>
      </p:sp>
      <p:pic>
        <p:nvPicPr>
          <p:cNvPr descr="underline_base" id="6389" name="Google Shape;6389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988" y="1017588"/>
            <a:ext cx="41132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6390" name="Google Shape;6390;p74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91" name="Google Shape;6391;p74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6" name="Shape 6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7" name="Google Shape;6397;p75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Mobile IP</a:t>
            </a:r>
            <a:endParaRPr/>
          </a:p>
        </p:txBody>
      </p:sp>
      <p:sp>
        <p:nvSpPr>
          <p:cNvPr id="6398" name="Google Shape;6398;p75"/>
          <p:cNvSpPr txBox="1"/>
          <p:nvPr>
            <p:ph idx="1" type="body"/>
          </p:nvPr>
        </p:nvSpPr>
        <p:spPr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RFC 3344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has many features we’ve seen: 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home agents, foreign agents, foreign-agent registration, care-of-addresses, encapsulation (packet-within-a-packet)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three components to standard: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indirect routing of datagrams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agent discovery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registration with home agent</a:t>
            </a:r>
            <a:endParaRPr/>
          </a:p>
          <a:p>
            <a:pPr indent="-1333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6399" name="Google Shape;6399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488" y="1016000"/>
            <a:ext cx="2090737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400" name="Google Shape;6400;p75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01" name="Google Shape;6401;p75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6" name="Shape 6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7" name="Google Shape;6407;p76"/>
          <p:cNvSpPr/>
          <p:nvPr/>
        </p:nvSpPr>
        <p:spPr>
          <a:xfrm>
            <a:off x="4302125" y="4129088"/>
            <a:ext cx="1838325" cy="1089025"/>
          </a:xfrm>
          <a:custGeom>
            <a:rect b="b" l="l" r="r" t="t"/>
            <a:pathLst>
              <a:path extrusionOk="0" h="1971" w="3324">
                <a:moveTo>
                  <a:pt x="596" y="15"/>
                </a:moveTo>
                <a:cubicBezTo>
                  <a:pt x="335" y="29"/>
                  <a:pt x="248" y="155"/>
                  <a:pt x="149" y="330"/>
                </a:cubicBezTo>
                <a:cubicBezTo>
                  <a:pt x="50" y="505"/>
                  <a:pt x="0" y="853"/>
                  <a:pt x="3" y="1066"/>
                </a:cubicBezTo>
                <a:cubicBezTo>
                  <a:pt x="6" y="1279"/>
                  <a:pt x="67" y="1478"/>
                  <a:pt x="168" y="1606"/>
                </a:cubicBezTo>
                <a:cubicBezTo>
                  <a:pt x="269" y="1734"/>
                  <a:pt x="457" y="1811"/>
                  <a:pt x="609" y="1831"/>
                </a:cubicBezTo>
                <a:cubicBezTo>
                  <a:pt x="761" y="1851"/>
                  <a:pt x="927" y="1719"/>
                  <a:pt x="1083" y="1726"/>
                </a:cubicBezTo>
                <a:cubicBezTo>
                  <a:pt x="1239" y="1733"/>
                  <a:pt x="1333" y="1844"/>
                  <a:pt x="1548" y="1876"/>
                </a:cubicBezTo>
                <a:cubicBezTo>
                  <a:pt x="1763" y="1908"/>
                  <a:pt x="2091" y="1971"/>
                  <a:pt x="2373" y="1921"/>
                </a:cubicBezTo>
                <a:cubicBezTo>
                  <a:pt x="2655" y="1871"/>
                  <a:pt x="3162" y="1740"/>
                  <a:pt x="3243" y="1576"/>
                </a:cubicBezTo>
                <a:cubicBezTo>
                  <a:pt x="3324" y="1412"/>
                  <a:pt x="2947" y="1124"/>
                  <a:pt x="2859" y="935"/>
                </a:cubicBezTo>
                <a:cubicBezTo>
                  <a:pt x="2771" y="746"/>
                  <a:pt x="2905" y="559"/>
                  <a:pt x="2714" y="444"/>
                </a:cubicBezTo>
                <a:cubicBezTo>
                  <a:pt x="2523" y="328"/>
                  <a:pt x="2063" y="315"/>
                  <a:pt x="1714" y="242"/>
                </a:cubicBezTo>
                <a:cubicBezTo>
                  <a:pt x="1366" y="168"/>
                  <a:pt x="857" y="0"/>
                  <a:pt x="596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8" name="Google Shape;6408;p76"/>
          <p:cNvSpPr txBox="1"/>
          <p:nvPr>
            <p:ph type="title"/>
          </p:nvPr>
        </p:nvSpPr>
        <p:spPr>
          <a:xfrm>
            <a:off x="533400" y="228600"/>
            <a:ext cx="812006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Mobile IP: indirect routing</a:t>
            </a:r>
            <a:endParaRPr/>
          </a:p>
        </p:txBody>
      </p:sp>
      <p:sp>
        <p:nvSpPr>
          <p:cNvPr id="6409" name="Google Shape;6409;p76"/>
          <p:cNvSpPr/>
          <p:nvPr/>
        </p:nvSpPr>
        <p:spPr>
          <a:xfrm>
            <a:off x="2317750" y="3646488"/>
            <a:ext cx="1625600" cy="1384300"/>
          </a:xfrm>
          <a:custGeom>
            <a:rect b="b" l="l" r="r" t="t"/>
            <a:pathLst>
              <a:path extrusionOk="0" h="1191" w="1340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10" name="Google Shape;6410;p76"/>
          <p:cNvGrpSpPr/>
          <p:nvPr/>
        </p:nvGrpSpPr>
        <p:grpSpPr>
          <a:xfrm>
            <a:off x="3236913" y="4511675"/>
            <a:ext cx="436562" cy="203200"/>
            <a:chOff x="3600" y="219"/>
            <a:chExt cx="360" cy="175"/>
          </a:xfrm>
        </p:grpSpPr>
        <p:sp>
          <p:nvSpPr>
            <p:cNvPr id="6411" name="Google Shape;6411;p76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12" name="Google Shape;6412;p76"/>
            <p:cNvCxnSpPr/>
            <p:nvPr/>
          </p:nvCxnSpPr>
          <p:spPr>
            <a:xfrm>
              <a:off x="3603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13" name="Google Shape;6413;p76"/>
            <p:cNvCxnSpPr/>
            <p:nvPr/>
          </p:nvCxnSpPr>
          <p:spPr>
            <a:xfrm>
              <a:off x="3960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14" name="Google Shape;6414;p76"/>
            <p:cNvSpPr/>
            <p:nvPr/>
          </p:nvSpPr>
          <p:spPr>
            <a:xfrm>
              <a:off x="3603" y="284"/>
              <a:ext cx="231" cy="6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5" name="Google Shape;6415;p76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16" name="Google Shape;6416;p76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cxnSp>
            <p:nvCxnSpPr>
              <p:cNvPr id="6417" name="Google Shape;6417;p76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18" name="Google Shape;6418;p76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19" name="Google Shape;6419;p76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420" name="Google Shape;6420;p76"/>
            <p:cNvGrpSpPr/>
            <p:nvPr/>
          </p:nvGrpSpPr>
          <p:grpSpPr>
            <a:xfrm flipH="1" rot="10800000">
              <a:off x="3686" y="243"/>
              <a:ext cx="177" cy="66"/>
              <a:chOff x="2848" y="848"/>
              <a:chExt cx="140" cy="98"/>
            </a:xfrm>
          </p:grpSpPr>
          <p:cxnSp>
            <p:nvCxnSpPr>
              <p:cNvPr id="6421" name="Google Shape;6421;p76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22" name="Google Shape;6422;p76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23" name="Google Shape;6423;p76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424" name="Google Shape;6424;p76"/>
          <p:cNvGrpSpPr/>
          <p:nvPr/>
        </p:nvGrpSpPr>
        <p:grpSpPr>
          <a:xfrm>
            <a:off x="2455863" y="4211638"/>
            <a:ext cx="1160462" cy="298450"/>
            <a:chOff x="8025" y="5070"/>
            <a:chExt cx="2100" cy="540"/>
          </a:xfrm>
        </p:grpSpPr>
        <p:cxnSp>
          <p:nvCxnSpPr>
            <p:cNvPr id="6425" name="Google Shape;6425;p76"/>
            <p:cNvCxnSpPr/>
            <p:nvPr/>
          </p:nvCxnSpPr>
          <p:spPr>
            <a:xfrm>
              <a:off x="8025" y="5325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6" name="Google Shape;6426;p76"/>
            <p:cNvCxnSpPr/>
            <p:nvPr/>
          </p:nvCxnSpPr>
          <p:spPr>
            <a:xfrm>
              <a:off x="8355" y="5070"/>
              <a:ext cx="0" cy="27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7" name="Google Shape;6427;p76"/>
            <p:cNvCxnSpPr/>
            <p:nvPr/>
          </p:nvCxnSpPr>
          <p:spPr>
            <a:xfrm>
              <a:off x="9765" y="5340"/>
              <a:ext cx="0" cy="27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28" name="Google Shape;6428;p76"/>
          <p:cNvGrpSpPr/>
          <p:nvPr/>
        </p:nvGrpSpPr>
        <p:grpSpPr>
          <a:xfrm>
            <a:off x="2236788" y="3827463"/>
            <a:ext cx="796925" cy="512762"/>
            <a:chOff x="10665" y="3225"/>
            <a:chExt cx="1440" cy="930"/>
          </a:xfrm>
        </p:grpSpPr>
        <p:sp>
          <p:nvSpPr>
            <p:cNvPr id="6429" name="Google Shape;6429;p76"/>
            <p:cNvSpPr/>
            <p:nvPr/>
          </p:nvSpPr>
          <p:spPr>
            <a:xfrm>
              <a:off x="10665" y="3225"/>
              <a:ext cx="1440" cy="930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30" name="Google Shape;6430;p76"/>
            <p:cNvGrpSpPr/>
            <p:nvPr/>
          </p:nvGrpSpPr>
          <p:grpSpPr>
            <a:xfrm>
              <a:off x="11038" y="3281"/>
              <a:ext cx="618" cy="667"/>
              <a:chOff x="8023" y="4451"/>
              <a:chExt cx="618" cy="667"/>
            </a:xfrm>
          </p:grpSpPr>
          <p:sp>
            <p:nvSpPr>
              <p:cNvPr id="6431" name="Google Shape;6431;p76"/>
              <p:cNvSpPr/>
              <p:nvPr/>
            </p:nvSpPr>
            <p:spPr>
              <a:xfrm>
                <a:off x="8279" y="4653"/>
                <a:ext cx="263" cy="380"/>
              </a:xfrm>
              <a:custGeom>
                <a:rect b="b" l="l" r="r" t="t"/>
                <a:pathLst>
                  <a:path extrusionOk="0" h="1138" w="788">
                    <a:moveTo>
                      <a:pt x="310" y="2"/>
                    </a:moveTo>
                    <a:lnTo>
                      <a:pt x="298" y="0"/>
                    </a:lnTo>
                    <a:lnTo>
                      <a:pt x="282" y="0"/>
                    </a:lnTo>
                    <a:lnTo>
                      <a:pt x="263" y="0"/>
                    </a:lnTo>
                    <a:lnTo>
                      <a:pt x="242" y="2"/>
                    </a:lnTo>
                    <a:lnTo>
                      <a:pt x="219" y="4"/>
                    </a:lnTo>
                    <a:lnTo>
                      <a:pt x="192" y="7"/>
                    </a:lnTo>
                    <a:lnTo>
                      <a:pt x="167" y="12"/>
                    </a:lnTo>
                    <a:lnTo>
                      <a:pt x="141" y="17"/>
                    </a:lnTo>
                    <a:lnTo>
                      <a:pt x="116" y="25"/>
                    </a:lnTo>
                    <a:lnTo>
                      <a:pt x="91" y="35"/>
                    </a:lnTo>
                    <a:lnTo>
                      <a:pt x="67" y="45"/>
                    </a:lnTo>
                    <a:lnTo>
                      <a:pt x="47" y="58"/>
                    </a:lnTo>
                    <a:lnTo>
                      <a:pt x="29" y="73"/>
                    </a:lnTo>
                    <a:lnTo>
                      <a:pt x="16" y="91"/>
                    </a:lnTo>
                    <a:lnTo>
                      <a:pt x="6" y="109"/>
                    </a:lnTo>
                    <a:lnTo>
                      <a:pt x="0" y="131"/>
                    </a:lnTo>
                    <a:lnTo>
                      <a:pt x="0" y="137"/>
                    </a:lnTo>
                    <a:lnTo>
                      <a:pt x="1" y="144"/>
                    </a:lnTo>
                    <a:lnTo>
                      <a:pt x="3" y="152"/>
                    </a:lnTo>
                    <a:lnTo>
                      <a:pt x="4" y="162"/>
                    </a:lnTo>
                    <a:lnTo>
                      <a:pt x="13" y="197"/>
                    </a:lnTo>
                    <a:lnTo>
                      <a:pt x="25" y="240"/>
                    </a:lnTo>
                    <a:lnTo>
                      <a:pt x="39" y="290"/>
                    </a:lnTo>
                    <a:lnTo>
                      <a:pt x="57" y="348"/>
                    </a:lnTo>
                    <a:lnTo>
                      <a:pt x="76" y="410"/>
                    </a:lnTo>
                    <a:lnTo>
                      <a:pt x="100" y="474"/>
                    </a:lnTo>
                    <a:lnTo>
                      <a:pt x="123" y="543"/>
                    </a:lnTo>
                    <a:lnTo>
                      <a:pt x="150" y="612"/>
                    </a:lnTo>
                    <a:lnTo>
                      <a:pt x="176" y="684"/>
                    </a:lnTo>
                    <a:lnTo>
                      <a:pt x="205" y="753"/>
                    </a:lnTo>
                    <a:lnTo>
                      <a:pt x="235" y="822"/>
                    </a:lnTo>
                    <a:lnTo>
                      <a:pt x="264" y="887"/>
                    </a:lnTo>
                    <a:lnTo>
                      <a:pt x="293" y="949"/>
                    </a:lnTo>
                    <a:lnTo>
                      <a:pt x="323" y="1005"/>
                    </a:lnTo>
                    <a:lnTo>
                      <a:pt x="352" y="1055"/>
                    </a:lnTo>
                    <a:lnTo>
                      <a:pt x="381" y="1098"/>
                    </a:lnTo>
                    <a:lnTo>
                      <a:pt x="389" y="1109"/>
                    </a:lnTo>
                    <a:lnTo>
                      <a:pt x="398" y="1120"/>
                    </a:lnTo>
                    <a:lnTo>
                      <a:pt x="406" y="1130"/>
                    </a:lnTo>
                    <a:lnTo>
                      <a:pt x="414" y="1138"/>
                    </a:lnTo>
                    <a:lnTo>
                      <a:pt x="436" y="1130"/>
                    </a:lnTo>
                    <a:lnTo>
                      <a:pt x="461" y="1121"/>
                    </a:lnTo>
                    <a:lnTo>
                      <a:pt x="487" y="1111"/>
                    </a:lnTo>
                    <a:lnTo>
                      <a:pt x="517" y="1099"/>
                    </a:lnTo>
                    <a:lnTo>
                      <a:pt x="547" y="1088"/>
                    </a:lnTo>
                    <a:lnTo>
                      <a:pt x="578" y="1075"/>
                    </a:lnTo>
                    <a:lnTo>
                      <a:pt x="609" y="1062"/>
                    </a:lnTo>
                    <a:lnTo>
                      <a:pt x="640" y="1049"/>
                    </a:lnTo>
                    <a:lnTo>
                      <a:pt x="669" y="1036"/>
                    </a:lnTo>
                    <a:lnTo>
                      <a:pt x="697" y="1023"/>
                    </a:lnTo>
                    <a:lnTo>
                      <a:pt x="722" y="1012"/>
                    </a:lnTo>
                    <a:lnTo>
                      <a:pt x="744" y="999"/>
                    </a:lnTo>
                    <a:lnTo>
                      <a:pt x="762" y="987"/>
                    </a:lnTo>
                    <a:lnTo>
                      <a:pt x="775" y="977"/>
                    </a:lnTo>
                    <a:lnTo>
                      <a:pt x="785" y="967"/>
                    </a:lnTo>
                    <a:lnTo>
                      <a:pt x="788" y="959"/>
                    </a:lnTo>
                    <a:lnTo>
                      <a:pt x="756" y="915"/>
                    </a:lnTo>
                    <a:lnTo>
                      <a:pt x="722" y="868"/>
                    </a:lnTo>
                    <a:lnTo>
                      <a:pt x="687" y="813"/>
                    </a:lnTo>
                    <a:lnTo>
                      <a:pt x="650" y="755"/>
                    </a:lnTo>
                    <a:lnTo>
                      <a:pt x="612" y="693"/>
                    </a:lnTo>
                    <a:lnTo>
                      <a:pt x="575" y="627"/>
                    </a:lnTo>
                    <a:lnTo>
                      <a:pt x="537" y="561"/>
                    </a:lnTo>
                    <a:lnTo>
                      <a:pt x="500" y="492"/>
                    </a:lnTo>
                    <a:lnTo>
                      <a:pt x="467" y="423"/>
                    </a:lnTo>
                    <a:lnTo>
                      <a:pt x="433" y="354"/>
                    </a:lnTo>
                    <a:lnTo>
                      <a:pt x="404" y="287"/>
                    </a:lnTo>
                    <a:lnTo>
                      <a:pt x="376" y="223"/>
                    </a:lnTo>
                    <a:lnTo>
                      <a:pt x="352" y="161"/>
                    </a:lnTo>
                    <a:lnTo>
                      <a:pt x="333" y="102"/>
                    </a:lnTo>
                    <a:lnTo>
                      <a:pt x="318" y="49"/>
                    </a:lnTo>
                    <a:lnTo>
                      <a:pt x="310" y="2"/>
                    </a:lnTo>
                    <a:close/>
                  </a:path>
                </a:pathLst>
              </a:custGeom>
              <a:solidFill>
                <a:srgbClr val="F4FCEA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2" name="Google Shape;6432;p76"/>
              <p:cNvSpPr/>
              <p:nvPr/>
            </p:nvSpPr>
            <p:spPr>
              <a:xfrm>
                <a:off x="8264" y="4707"/>
                <a:ext cx="142" cy="312"/>
              </a:xfrm>
              <a:custGeom>
                <a:rect b="b" l="l" r="r" t="t"/>
                <a:pathLst>
                  <a:path extrusionOk="0" h="936" w="425">
                    <a:moveTo>
                      <a:pt x="48" y="0"/>
                    </a:moveTo>
                    <a:lnTo>
                      <a:pt x="48" y="2"/>
                    </a:lnTo>
                    <a:lnTo>
                      <a:pt x="48" y="5"/>
                    </a:lnTo>
                    <a:lnTo>
                      <a:pt x="47" y="11"/>
                    </a:lnTo>
                    <a:lnTo>
                      <a:pt x="44" y="19"/>
                    </a:lnTo>
                    <a:lnTo>
                      <a:pt x="39" y="35"/>
                    </a:lnTo>
                    <a:lnTo>
                      <a:pt x="32" y="55"/>
                    </a:lnTo>
                    <a:lnTo>
                      <a:pt x="20" y="82"/>
                    </a:lnTo>
                    <a:lnTo>
                      <a:pt x="6" y="117"/>
                    </a:lnTo>
                    <a:lnTo>
                      <a:pt x="0" y="141"/>
                    </a:lnTo>
                    <a:lnTo>
                      <a:pt x="0" y="177"/>
                    </a:lnTo>
                    <a:lnTo>
                      <a:pt x="4" y="220"/>
                    </a:lnTo>
                    <a:lnTo>
                      <a:pt x="13" y="271"/>
                    </a:lnTo>
                    <a:lnTo>
                      <a:pt x="26" y="325"/>
                    </a:lnTo>
                    <a:lnTo>
                      <a:pt x="41" y="386"/>
                    </a:lnTo>
                    <a:lnTo>
                      <a:pt x="58" y="446"/>
                    </a:lnTo>
                    <a:lnTo>
                      <a:pt x="78" y="509"/>
                    </a:lnTo>
                    <a:lnTo>
                      <a:pt x="98" y="570"/>
                    </a:lnTo>
                    <a:lnTo>
                      <a:pt x="119" y="628"/>
                    </a:lnTo>
                    <a:lnTo>
                      <a:pt x="138" y="683"/>
                    </a:lnTo>
                    <a:lnTo>
                      <a:pt x="157" y="733"/>
                    </a:lnTo>
                    <a:lnTo>
                      <a:pt x="174" y="775"/>
                    </a:lnTo>
                    <a:lnTo>
                      <a:pt x="189" y="808"/>
                    </a:lnTo>
                    <a:lnTo>
                      <a:pt x="201" y="831"/>
                    </a:lnTo>
                    <a:lnTo>
                      <a:pt x="210" y="843"/>
                    </a:lnTo>
                    <a:lnTo>
                      <a:pt x="223" y="853"/>
                    </a:lnTo>
                    <a:lnTo>
                      <a:pt x="239" y="861"/>
                    </a:lnTo>
                    <a:lnTo>
                      <a:pt x="258" y="873"/>
                    </a:lnTo>
                    <a:lnTo>
                      <a:pt x="282" y="883"/>
                    </a:lnTo>
                    <a:lnTo>
                      <a:pt x="310" y="896"/>
                    </a:lnTo>
                    <a:lnTo>
                      <a:pt x="342" y="907"/>
                    </a:lnTo>
                    <a:lnTo>
                      <a:pt x="380" y="922"/>
                    </a:lnTo>
                    <a:lnTo>
                      <a:pt x="425" y="936"/>
                    </a:lnTo>
                    <a:lnTo>
                      <a:pt x="396" y="893"/>
                    </a:lnTo>
                    <a:lnTo>
                      <a:pt x="367" y="843"/>
                    </a:lnTo>
                    <a:lnTo>
                      <a:pt x="337" y="787"/>
                    </a:lnTo>
                    <a:lnTo>
                      <a:pt x="308" y="725"/>
                    </a:lnTo>
                    <a:lnTo>
                      <a:pt x="279" y="660"/>
                    </a:lnTo>
                    <a:lnTo>
                      <a:pt x="249" y="591"/>
                    </a:lnTo>
                    <a:lnTo>
                      <a:pt x="220" y="522"/>
                    </a:lnTo>
                    <a:lnTo>
                      <a:pt x="194" y="450"/>
                    </a:lnTo>
                    <a:lnTo>
                      <a:pt x="167" y="381"/>
                    </a:lnTo>
                    <a:lnTo>
                      <a:pt x="144" y="312"/>
                    </a:lnTo>
                    <a:lnTo>
                      <a:pt x="120" y="248"/>
                    </a:lnTo>
                    <a:lnTo>
                      <a:pt x="101" y="186"/>
                    </a:lnTo>
                    <a:lnTo>
                      <a:pt x="83" y="128"/>
                    </a:lnTo>
                    <a:lnTo>
                      <a:pt x="69" y="78"/>
                    </a:lnTo>
                    <a:lnTo>
                      <a:pt x="57" y="35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CCEF72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3" name="Google Shape;6433;p76"/>
              <p:cNvSpPr/>
              <p:nvPr/>
            </p:nvSpPr>
            <p:spPr>
              <a:xfrm>
                <a:off x="8310" y="4696"/>
                <a:ext cx="64" cy="69"/>
              </a:xfrm>
              <a:custGeom>
                <a:rect b="b" l="l" r="r" t="t"/>
                <a:pathLst>
                  <a:path extrusionOk="0" h="208" w="192">
                    <a:moveTo>
                      <a:pt x="26" y="11"/>
                    </a:moveTo>
                    <a:lnTo>
                      <a:pt x="13" y="24"/>
                    </a:lnTo>
                    <a:lnTo>
                      <a:pt x="4" y="43"/>
                    </a:lnTo>
                    <a:lnTo>
                      <a:pt x="0" y="67"/>
                    </a:lnTo>
                    <a:lnTo>
                      <a:pt x="0" y="93"/>
                    </a:lnTo>
                    <a:lnTo>
                      <a:pt x="3" y="120"/>
                    </a:lnTo>
                    <a:lnTo>
                      <a:pt x="10" y="148"/>
                    </a:lnTo>
                    <a:lnTo>
                      <a:pt x="20" y="171"/>
                    </a:lnTo>
                    <a:lnTo>
                      <a:pt x="35" y="189"/>
                    </a:lnTo>
                    <a:lnTo>
                      <a:pt x="51" y="201"/>
                    </a:lnTo>
                    <a:lnTo>
                      <a:pt x="70" y="206"/>
                    </a:lnTo>
                    <a:lnTo>
                      <a:pt x="91" y="208"/>
                    </a:lnTo>
                    <a:lnTo>
                      <a:pt x="111" y="204"/>
                    </a:lnTo>
                    <a:lnTo>
                      <a:pt x="130" y="196"/>
                    </a:lnTo>
                    <a:lnTo>
                      <a:pt x="148" y="186"/>
                    </a:lnTo>
                    <a:lnTo>
                      <a:pt x="163" y="176"/>
                    </a:lnTo>
                    <a:lnTo>
                      <a:pt x="174" y="163"/>
                    </a:lnTo>
                    <a:lnTo>
                      <a:pt x="189" y="130"/>
                    </a:lnTo>
                    <a:lnTo>
                      <a:pt x="192" y="89"/>
                    </a:lnTo>
                    <a:lnTo>
                      <a:pt x="185" y="50"/>
                    </a:lnTo>
                    <a:lnTo>
                      <a:pt x="166" y="27"/>
                    </a:lnTo>
                    <a:lnTo>
                      <a:pt x="152" y="21"/>
                    </a:lnTo>
                    <a:lnTo>
                      <a:pt x="138" y="14"/>
                    </a:lnTo>
                    <a:lnTo>
                      <a:pt x="122" y="8"/>
                    </a:lnTo>
                    <a:lnTo>
                      <a:pt x="104" y="2"/>
                    </a:lnTo>
                    <a:lnTo>
                      <a:pt x="85" y="0"/>
                    </a:lnTo>
                    <a:lnTo>
                      <a:pt x="66" y="0"/>
                    </a:lnTo>
                    <a:lnTo>
                      <a:pt x="47" y="2"/>
                    </a:lnTo>
                    <a:lnTo>
                      <a:pt x="26" y="11"/>
                    </a:lnTo>
                    <a:close/>
                  </a:path>
                </a:pathLst>
              </a:custGeom>
              <a:solidFill>
                <a:srgbClr val="CCEF72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4" name="Google Shape;6434;p76"/>
              <p:cNvSpPr/>
              <p:nvPr/>
            </p:nvSpPr>
            <p:spPr>
              <a:xfrm>
                <a:off x="8406" y="4895"/>
                <a:ext cx="82" cy="84"/>
              </a:xfrm>
              <a:custGeom>
                <a:rect b="b" l="l" r="r" t="t"/>
                <a:pathLst>
                  <a:path extrusionOk="0" h="251" w="247">
                    <a:moveTo>
                      <a:pt x="33" y="29"/>
                    </a:moveTo>
                    <a:lnTo>
                      <a:pt x="21" y="44"/>
                    </a:lnTo>
                    <a:lnTo>
                      <a:pt x="12" y="60"/>
                    </a:lnTo>
                    <a:lnTo>
                      <a:pt x="5" y="79"/>
                    </a:lnTo>
                    <a:lnTo>
                      <a:pt x="0" y="97"/>
                    </a:lnTo>
                    <a:lnTo>
                      <a:pt x="0" y="116"/>
                    </a:lnTo>
                    <a:lnTo>
                      <a:pt x="5" y="135"/>
                    </a:lnTo>
                    <a:lnTo>
                      <a:pt x="12" y="152"/>
                    </a:lnTo>
                    <a:lnTo>
                      <a:pt x="25" y="169"/>
                    </a:lnTo>
                    <a:lnTo>
                      <a:pt x="42" y="187"/>
                    </a:lnTo>
                    <a:lnTo>
                      <a:pt x="58" y="202"/>
                    </a:lnTo>
                    <a:lnTo>
                      <a:pt x="77" y="220"/>
                    </a:lnTo>
                    <a:lnTo>
                      <a:pt x="96" y="233"/>
                    </a:lnTo>
                    <a:lnTo>
                      <a:pt x="114" y="244"/>
                    </a:lnTo>
                    <a:lnTo>
                      <a:pt x="133" y="251"/>
                    </a:lnTo>
                    <a:lnTo>
                      <a:pt x="149" y="251"/>
                    </a:lnTo>
                    <a:lnTo>
                      <a:pt x="165" y="246"/>
                    </a:lnTo>
                    <a:lnTo>
                      <a:pt x="180" y="237"/>
                    </a:lnTo>
                    <a:lnTo>
                      <a:pt x="196" y="228"/>
                    </a:lnTo>
                    <a:lnTo>
                      <a:pt x="209" y="220"/>
                    </a:lnTo>
                    <a:lnTo>
                      <a:pt x="222" y="212"/>
                    </a:lnTo>
                    <a:lnTo>
                      <a:pt x="232" y="202"/>
                    </a:lnTo>
                    <a:lnTo>
                      <a:pt x="240" y="191"/>
                    </a:lnTo>
                    <a:lnTo>
                      <a:pt x="246" y="178"/>
                    </a:lnTo>
                    <a:lnTo>
                      <a:pt x="247" y="162"/>
                    </a:lnTo>
                    <a:lnTo>
                      <a:pt x="244" y="142"/>
                    </a:lnTo>
                    <a:lnTo>
                      <a:pt x="238" y="120"/>
                    </a:lnTo>
                    <a:lnTo>
                      <a:pt x="228" y="96"/>
                    </a:lnTo>
                    <a:lnTo>
                      <a:pt x="215" y="72"/>
                    </a:lnTo>
                    <a:lnTo>
                      <a:pt x="200" y="50"/>
                    </a:lnTo>
                    <a:lnTo>
                      <a:pt x="184" y="30"/>
                    </a:lnTo>
                    <a:lnTo>
                      <a:pt x="165" y="16"/>
                    </a:lnTo>
                    <a:lnTo>
                      <a:pt x="147" y="7"/>
                    </a:lnTo>
                    <a:lnTo>
                      <a:pt x="130" y="3"/>
                    </a:lnTo>
                    <a:lnTo>
                      <a:pt x="112" y="0"/>
                    </a:lnTo>
                    <a:lnTo>
                      <a:pt x="94" y="1"/>
                    </a:lnTo>
                    <a:lnTo>
                      <a:pt x="80" y="3"/>
                    </a:lnTo>
                    <a:lnTo>
                      <a:pt x="65" y="7"/>
                    </a:lnTo>
                    <a:lnTo>
                      <a:pt x="52" y="13"/>
                    </a:lnTo>
                    <a:lnTo>
                      <a:pt x="42" y="20"/>
                    </a:lnTo>
                    <a:lnTo>
                      <a:pt x="33" y="29"/>
                    </a:lnTo>
                    <a:close/>
                  </a:path>
                </a:pathLst>
              </a:custGeom>
              <a:solidFill>
                <a:srgbClr val="CCEF72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5" name="Google Shape;6435;p76"/>
              <p:cNvSpPr/>
              <p:nvPr/>
            </p:nvSpPr>
            <p:spPr>
              <a:xfrm>
                <a:off x="8313" y="4687"/>
                <a:ext cx="75" cy="80"/>
              </a:xfrm>
              <a:custGeom>
                <a:rect b="b" l="l" r="r" t="t"/>
                <a:pathLst>
                  <a:path extrusionOk="0" h="240" w="226">
                    <a:moveTo>
                      <a:pt x="125" y="6"/>
                    </a:moveTo>
                    <a:lnTo>
                      <a:pt x="115" y="3"/>
                    </a:lnTo>
                    <a:lnTo>
                      <a:pt x="104" y="0"/>
                    </a:lnTo>
                    <a:lnTo>
                      <a:pt x="93" y="0"/>
                    </a:lnTo>
                    <a:lnTo>
                      <a:pt x="79" y="0"/>
                    </a:lnTo>
                    <a:lnTo>
                      <a:pt x="66" y="2"/>
                    </a:lnTo>
                    <a:lnTo>
                      <a:pt x="54" y="6"/>
                    </a:lnTo>
                    <a:lnTo>
                      <a:pt x="43" y="12"/>
                    </a:lnTo>
                    <a:lnTo>
                      <a:pt x="32" y="19"/>
                    </a:lnTo>
                    <a:lnTo>
                      <a:pt x="16" y="37"/>
                    </a:lnTo>
                    <a:lnTo>
                      <a:pt x="6" y="58"/>
                    </a:lnTo>
                    <a:lnTo>
                      <a:pt x="0" y="79"/>
                    </a:lnTo>
                    <a:lnTo>
                      <a:pt x="0" y="101"/>
                    </a:lnTo>
                    <a:lnTo>
                      <a:pt x="2" y="124"/>
                    </a:lnTo>
                    <a:lnTo>
                      <a:pt x="7" y="145"/>
                    </a:lnTo>
                    <a:lnTo>
                      <a:pt x="15" y="168"/>
                    </a:lnTo>
                    <a:lnTo>
                      <a:pt x="24" y="188"/>
                    </a:lnTo>
                    <a:lnTo>
                      <a:pt x="32" y="201"/>
                    </a:lnTo>
                    <a:lnTo>
                      <a:pt x="43" y="213"/>
                    </a:lnTo>
                    <a:lnTo>
                      <a:pt x="56" y="223"/>
                    </a:lnTo>
                    <a:lnTo>
                      <a:pt x="69" y="231"/>
                    </a:lnTo>
                    <a:lnTo>
                      <a:pt x="84" y="237"/>
                    </a:lnTo>
                    <a:lnTo>
                      <a:pt x="98" y="240"/>
                    </a:lnTo>
                    <a:lnTo>
                      <a:pt x="113" y="240"/>
                    </a:lnTo>
                    <a:lnTo>
                      <a:pt x="129" y="237"/>
                    </a:lnTo>
                    <a:lnTo>
                      <a:pt x="151" y="229"/>
                    </a:lnTo>
                    <a:lnTo>
                      <a:pt x="172" y="219"/>
                    </a:lnTo>
                    <a:lnTo>
                      <a:pt x="189" y="204"/>
                    </a:lnTo>
                    <a:lnTo>
                      <a:pt x="206" y="188"/>
                    </a:lnTo>
                    <a:lnTo>
                      <a:pt x="216" y="171"/>
                    </a:lnTo>
                    <a:lnTo>
                      <a:pt x="223" y="152"/>
                    </a:lnTo>
                    <a:lnTo>
                      <a:pt x="226" y="131"/>
                    </a:lnTo>
                    <a:lnTo>
                      <a:pt x="223" y="109"/>
                    </a:lnTo>
                    <a:lnTo>
                      <a:pt x="222" y="104"/>
                    </a:lnTo>
                    <a:lnTo>
                      <a:pt x="219" y="98"/>
                    </a:lnTo>
                    <a:lnTo>
                      <a:pt x="213" y="95"/>
                    </a:lnTo>
                    <a:lnTo>
                      <a:pt x="207" y="95"/>
                    </a:lnTo>
                    <a:lnTo>
                      <a:pt x="201" y="96"/>
                    </a:lnTo>
                    <a:lnTo>
                      <a:pt x="197" y="99"/>
                    </a:lnTo>
                    <a:lnTo>
                      <a:pt x="194" y="105"/>
                    </a:lnTo>
                    <a:lnTo>
                      <a:pt x="192" y="111"/>
                    </a:lnTo>
                    <a:lnTo>
                      <a:pt x="191" y="127"/>
                    </a:lnTo>
                    <a:lnTo>
                      <a:pt x="188" y="142"/>
                    </a:lnTo>
                    <a:lnTo>
                      <a:pt x="182" y="158"/>
                    </a:lnTo>
                    <a:lnTo>
                      <a:pt x="173" y="171"/>
                    </a:lnTo>
                    <a:lnTo>
                      <a:pt x="162" y="183"/>
                    </a:lnTo>
                    <a:lnTo>
                      <a:pt x="147" y="191"/>
                    </a:lnTo>
                    <a:lnTo>
                      <a:pt x="131" y="197"/>
                    </a:lnTo>
                    <a:lnTo>
                      <a:pt x="110" y="200"/>
                    </a:lnTo>
                    <a:lnTo>
                      <a:pt x="90" y="197"/>
                    </a:lnTo>
                    <a:lnTo>
                      <a:pt x="74" y="190"/>
                    </a:lnTo>
                    <a:lnTo>
                      <a:pt x="60" y="177"/>
                    </a:lnTo>
                    <a:lnTo>
                      <a:pt x="51" y="161"/>
                    </a:lnTo>
                    <a:lnTo>
                      <a:pt x="44" y="144"/>
                    </a:lnTo>
                    <a:lnTo>
                      <a:pt x="38" y="124"/>
                    </a:lnTo>
                    <a:lnTo>
                      <a:pt x="34" y="105"/>
                    </a:lnTo>
                    <a:lnTo>
                      <a:pt x="32" y="86"/>
                    </a:lnTo>
                    <a:lnTo>
                      <a:pt x="32" y="76"/>
                    </a:lnTo>
                    <a:lnTo>
                      <a:pt x="35" y="66"/>
                    </a:lnTo>
                    <a:lnTo>
                      <a:pt x="41" y="56"/>
                    </a:lnTo>
                    <a:lnTo>
                      <a:pt x="47" y="46"/>
                    </a:lnTo>
                    <a:lnTo>
                      <a:pt x="54" y="39"/>
                    </a:lnTo>
                    <a:lnTo>
                      <a:pt x="63" y="32"/>
                    </a:lnTo>
                    <a:lnTo>
                      <a:pt x="74" y="26"/>
                    </a:lnTo>
                    <a:lnTo>
                      <a:pt x="84" y="25"/>
                    </a:lnTo>
                    <a:lnTo>
                      <a:pt x="87" y="25"/>
                    </a:lnTo>
                    <a:lnTo>
                      <a:pt x="94" y="23"/>
                    </a:lnTo>
                    <a:lnTo>
                      <a:pt x="106" y="25"/>
                    </a:lnTo>
                    <a:lnTo>
                      <a:pt x="119" y="26"/>
                    </a:lnTo>
                    <a:lnTo>
                      <a:pt x="126" y="25"/>
                    </a:lnTo>
                    <a:lnTo>
                      <a:pt x="131" y="19"/>
                    </a:lnTo>
                    <a:lnTo>
                      <a:pt x="129" y="12"/>
                    </a:lnTo>
                    <a:lnTo>
                      <a:pt x="125" y="6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6" name="Google Shape;6436;p76"/>
              <p:cNvSpPr/>
              <p:nvPr/>
            </p:nvSpPr>
            <p:spPr>
              <a:xfrm>
                <a:off x="8412" y="4892"/>
                <a:ext cx="93" cy="90"/>
              </a:xfrm>
              <a:custGeom>
                <a:rect b="b" l="l" r="r" t="t"/>
                <a:pathLst>
                  <a:path extrusionOk="0" h="270" w="279">
                    <a:moveTo>
                      <a:pt x="75" y="3"/>
                    </a:moveTo>
                    <a:lnTo>
                      <a:pt x="60" y="8"/>
                    </a:lnTo>
                    <a:lnTo>
                      <a:pt x="47" y="17"/>
                    </a:lnTo>
                    <a:lnTo>
                      <a:pt x="34" y="27"/>
                    </a:lnTo>
                    <a:lnTo>
                      <a:pt x="24" y="39"/>
                    </a:lnTo>
                    <a:lnTo>
                      <a:pt x="15" y="50"/>
                    </a:lnTo>
                    <a:lnTo>
                      <a:pt x="7" y="64"/>
                    </a:lnTo>
                    <a:lnTo>
                      <a:pt x="3" y="80"/>
                    </a:lnTo>
                    <a:lnTo>
                      <a:pt x="0" y="96"/>
                    </a:lnTo>
                    <a:lnTo>
                      <a:pt x="0" y="112"/>
                    </a:lnTo>
                    <a:lnTo>
                      <a:pt x="2" y="129"/>
                    </a:lnTo>
                    <a:lnTo>
                      <a:pt x="6" y="145"/>
                    </a:lnTo>
                    <a:lnTo>
                      <a:pt x="12" y="161"/>
                    </a:lnTo>
                    <a:lnTo>
                      <a:pt x="18" y="175"/>
                    </a:lnTo>
                    <a:lnTo>
                      <a:pt x="27" y="189"/>
                    </a:lnTo>
                    <a:lnTo>
                      <a:pt x="37" y="204"/>
                    </a:lnTo>
                    <a:lnTo>
                      <a:pt x="49" y="217"/>
                    </a:lnTo>
                    <a:lnTo>
                      <a:pt x="65" y="231"/>
                    </a:lnTo>
                    <a:lnTo>
                      <a:pt x="82" y="244"/>
                    </a:lnTo>
                    <a:lnTo>
                      <a:pt x="101" y="257"/>
                    </a:lnTo>
                    <a:lnTo>
                      <a:pt x="122" y="266"/>
                    </a:lnTo>
                    <a:lnTo>
                      <a:pt x="142" y="270"/>
                    </a:lnTo>
                    <a:lnTo>
                      <a:pt x="165" y="270"/>
                    </a:lnTo>
                    <a:lnTo>
                      <a:pt x="185" y="263"/>
                    </a:lnTo>
                    <a:lnTo>
                      <a:pt x="206" y="250"/>
                    </a:lnTo>
                    <a:lnTo>
                      <a:pt x="219" y="240"/>
                    </a:lnTo>
                    <a:lnTo>
                      <a:pt x="232" y="228"/>
                    </a:lnTo>
                    <a:lnTo>
                      <a:pt x="244" y="215"/>
                    </a:lnTo>
                    <a:lnTo>
                      <a:pt x="254" y="202"/>
                    </a:lnTo>
                    <a:lnTo>
                      <a:pt x="263" y="188"/>
                    </a:lnTo>
                    <a:lnTo>
                      <a:pt x="270" y="174"/>
                    </a:lnTo>
                    <a:lnTo>
                      <a:pt x="276" y="158"/>
                    </a:lnTo>
                    <a:lnTo>
                      <a:pt x="279" y="141"/>
                    </a:lnTo>
                    <a:lnTo>
                      <a:pt x="279" y="133"/>
                    </a:lnTo>
                    <a:lnTo>
                      <a:pt x="278" y="126"/>
                    </a:lnTo>
                    <a:lnTo>
                      <a:pt x="273" y="120"/>
                    </a:lnTo>
                    <a:lnTo>
                      <a:pt x="266" y="116"/>
                    </a:lnTo>
                    <a:lnTo>
                      <a:pt x="258" y="116"/>
                    </a:lnTo>
                    <a:lnTo>
                      <a:pt x="251" y="118"/>
                    </a:lnTo>
                    <a:lnTo>
                      <a:pt x="245" y="122"/>
                    </a:lnTo>
                    <a:lnTo>
                      <a:pt x="241" y="129"/>
                    </a:lnTo>
                    <a:lnTo>
                      <a:pt x="241" y="132"/>
                    </a:lnTo>
                    <a:lnTo>
                      <a:pt x="238" y="139"/>
                    </a:lnTo>
                    <a:lnTo>
                      <a:pt x="235" y="151"/>
                    </a:lnTo>
                    <a:lnTo>
                      <a:pt x="229" y="164"/>
                    </a:lnTo>
                    <a:lnTo>
                      <a:pt x="220" y="176"/>
                    </a:lnTo>
                    <a:lnTo>
                      <a:pt x="210" y="191"/>
                    </a:lnTo>
                    <a:lnTo>
                      <a:pt x="198" y="201"/>
                    </a:lnTo>
                    <a:lnTo>
                      <a:pt x="182" y="210"/>
                    </a:lnTo>
                    <a:lnTo>
                      <a:pt x="154" y="211"/>
                    </a:lnTo>
                    <a:lnTo>
                      <a:pt x="126" y="207"/>
                    </a:lnTo>
                    <a:lnTo>
                      <a:pt x="100" y="197"/>
                    </a:lnTo>
                    <a:lnTo>
                      <a:pt x="78" y="181"/>
                    </a:lnTo>
                    <a:lnTo>
                      <a:pt x="59" y="162"/>
                    </a:lnTo>
                    <a:lnTo>
                      <a:pt x="46" y="139"/>
                    </a:lnTo>
                    <a:lnTo>
                      <a:pt x="40" y="113"/>
                    </a:lnTo>
                    <a:lnTo>
                      <a:pt x="40" y="86"/>
                    </a:lnTo>
                    <a:lnTo>
                      <a:pt x="44" y="73"/>
                    </a:lnTo>
                    <a:lnTo>
                      <a:pt x="50" y="62"/>
                    </a:lnTo>
                    <a:lnTo>
                      <a:pt x="60" y="50"/>
                    </a:lnTo>
                    <a:lnTo>
                      <a:pt x="71" y="39"/>
                    </a:lnTo>
                    <a:lnTo>
                      <a:pt x="81" y="30"/>
                    </a:lnTo>
                    <a:lnTo>
                      <a:pt x="93" y="21"/>
                    </a:lnTo>
                    <a:lnTo>
                      <a:pt x="103" y="16"/>
                    </a:lnTo>
                    <a:lnTo>
                      <a:pt x="112" y="11"/>
                    </a:lnTo>
                    <a:lnTo>
                      <a:pt x="109" y="4"/>
                    </a:lnTo>
                    <a:lnTo>
                      <a:pt x="100" y="0"/>
                    </a:lnTo>
                    <a:lnTo>
                      <a:pt x="88" y="0"/>
                    </a:lnTo>
                    <a:lnTo>
                      <a:pt x="75" y="3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7" name="Google Shape;6437;p76"/>
              <p:cNvSpPr/>
              <p:nvPr/>
            </p:nvSpPr>
            <p:spPr>
              <a:xfrm>
                <a:off x="8347" y="4786"/>
                <a:ext cx="24" cy="25"/>
              </a:xfrm>
              <a:custGeom>
                <a:rect b="b" l="l" r="r" t="t"/>
                <a:pathLst>
                  <a:path extrusionOk="0" h="75" w="72">
                    <a:moveTo>
                      <a:pt x="7" y="65"/>
                    </a:moveTo>
                    <a:lnTo>
                      <a:pt x="15" y="72"/>
                    </a:lnTo>
                    <a:lnTo>
                      <a:pt x="25" y="75"/>
                    </a:lnTo>
                    <a:lnTo>
                      <a:pt x="32" y="75"/>
                    </a:lnTo>
                    <a:lnTo>
                      <a:pt x="37" y="73"/>
                    </a:lnTo>
                    <a:lnTo>
                      <a:pt x="39" y="72"/>
                    </a:lnTo>
                    <a:lnTo>
                      <a:pt x="47" y="71"/>
                    </a:lnTo>
                    <a:lnTo>
                      <a:pt x="56" y="66"/>
                    </a:lnTo>
                    <a:lnTo>
                      <a:pt x="64" y="60"/>
                    </a:lnTo>
                    <a:lnTo>
                      <a:pt x="69" y="56"/>
                    </a:lnTo>
                    <a:lnTo>
                      <a:pt x="72" y="52"/>
                    </a:lnTo>
                    <a:lnTo>
                      <a:pt x="72" y="49"/>
                    </a:lnTo>
                    <a:lnTo>
                      <a:pt x="70" y="45"/>
                    </a:lnTo>
                    <a:lnTo>
                      <a:pt x="67" y="40"/>
                    </a:lnTo>
                    <a:lnTo>
                      <a:pt x="63" y="39"/>
                    </a:lnTo>
                    <a:lnTo>
                      <a:pt x="59" y="38"/>
                    </a:lnTo>
                    <a:lnTo>
                      <a:pt x="54" y="39"/>
                    </a:lnTo>
                    <a:lnTo>
                      <a:pt x="48" y="42"/>
                    </a:lnTo>
                    <a:lnTo>
                      <a:pt x="39" y="46"/>
                    </a:lnTo>
                    <a:lnTo>
                      <a:pt x="32" y="50"/>
                    </a:lnTo>
                    <a:lnTo>
                      <a:pt x="29" y="52"/>
                    </a:lnTo>
                    <a:lnTo>
                      <a:pt x="26" y="43"/>
                    </a:lnTo>
                    <a:lnTo>
                      <a:pt x="20" y="25"/>
                    </a:lnTo>
                    <a:lnTo>
                      <a:pt x="12" y="7"/>
                    </a:lnTo>
                    <a:lnTo>
                      <a:pt x="1" y="0"/>
                    </a:lnTo>
                    <a:lnTo>
                      <a:pt x="0" y="17"/>
                    </a:lnTo>
                    <a:lnTo>
                      <a:pt x="3" y="39"/>
                    </a:lnTo>
                    <a:lnTo>
                      <a:pt x="6" y="58"/>
                    </a:lnTo>
                    <a:lnTo>
                      <a:pt x="7" y="65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8" name="Google Shape;6438;p76"/>
              <p:cNvSpPr/>
              <p:nvPr/>
            </p:nvSpPr>
            <p:spPr>
              <a:xfrm>
                <a:off x="8370" y="4780"/>
                <a:ext cx="23" cy="20"/>
              </a:xfrm>
              <a:custGeom>
                <a:rect b="b" l="l" r="r" t="t"/>
                <a:pathLst>
                  <a:path extrusionOk="0" h="59" w="70">
                    <a:moveTo>
                      <a:pt x="15" y="53"/>
                    </a:moveTo>
                    <a:lnTo>
                      <a:pt x="16" y="55"/>
                    </a:lnTo>
                    <a:lnTo>
                      <a:pt x="20" y="57"/>
                    </a:lnTo>
                    <a:lnTo>
                      <a:pt x="25" y="59"/>
                    </a:lnTo>
                    <a:lnTo>
                      <a:pt x="26" y="59"/>
                    </a:lnTo>
                    <a:lnTo>
                      <a:pt x="35" y="59"/>
                    </a:lnTo>
                    <a:lnTo>
                      <a:pt x="45" y="56"/>
                    </a:lnTo>
                    <a:lnTo>
                      <a:pt x="54" y="55"/>
                    </a:lnTo>
                    <a:lnTo>
                      <a:pt x="63" y="50"/>
                    </a:lnTo>
                    <a:lnTo>
                      <a:pt x="66" y="47"/>
                    </a:lnTo>
                    <a:lnTo>
                      <a:pt x="69" y="44"/>
                    </a:lnTo>
                    <a:lnTo>
                      <a:pt x="70" y="40"/>
                    </a:lnTo>
                    <a:lnTo>
                      <a:pt x="69" y="37"/>
                    </a:lnTo>
                    <a:lnTo>
                      <a:pt x="56" y="32"/>
                    </a:lnTo>
                    <a:lnTo>
                      <a:pt x="42" y="33"/>
                    </a:lnTo>
                    <a:lnTo>
                      <a:pt x="32" y="37"/>
                    </a:lnTo>
                    <a:lnTo>
                      <a:pt x="28" y="40"/>
                    </a:lnTo>
                    <a:lnTo>
                      <a:pt x="20" y="30"/>
                    </a:lnTo>
                    <a:lnTo>
                      <a:pt x="16" y="14"/>
                    </a:lnTo>
                    <a:lnTo>
                      <a:pt x="10" y="3"/>
                    </a:lnTo>
                    <a:lnTo>
                      <a:pt x="3" y="0"/>
                    </a:lnTo>
                    <a:lnTo>
                      <a:pt x="0" y="19"/>
                    </a:lnTo>
                    <a:lnTo>
                      <a:pt x="4" y="36"/>
                    </a:lnTo>
                    <a:lnTo>
                      <a:pt x="12" y="49"/>
                    </a:lnTo>
                    <a:lnTo>
                      <a:pt x="15" y="53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9" name="Google Shape;6439;p76"/>
              <p:cNvSpPr/>
              <p:nvPr/>
            </p:nvSpPr>
            <p:spPr>
              <a:xfrm>
                <a:off x="8390" y="4771"/>
                <a:ext cx="22" cy="20"/>
              </a:xfrm>
              <a:custGeom>
                <a:rect b="b" l="l" r="r" t="t"/>
                <a:pathLst>
                  <a:path extrusionOk="0" h="60" w="65">
                    <a:moveTo>
                      <a:pt x="4" y="46"/>
                    </a:moveTo>
                    <a:lnTo>
                      <a:pt x="9" y="56"/>
                    </a:lnTo>
                    <a:lnTo>
                      <a:pt x="21" y="60"/>
                    </a:lnTo>
                    <a:lnTo>
                      <a:pt x="31" y="60"/>
                    </a:lnTo>
                    <a:lnTo>
                      <a:pt x="35" y="60"/>
                    </a:lnTo>
                    <a:lnTo>
                      <a:pt x="44" y="57"/>
                    </a:lnTo>
                    <a:lnTo>
                      <a:pt x="54" y="51"/>
                    </a:lnTo>
                    <a:lnTo>
                      <a:pt x="62" y="46"/>
                    </a:lnTo>
                    <a:lnTo>
                      <a:pt x="65" y="40"/>
                    </a:lnTo>
                    <a:lnTo>
                      <a:pt x="63" y="36"/>
                    </a:lnTo>
                    <a:lnTo>
                      <a:pt x="60" y="34"/>
                    </a:lnTo>
                    <a:lnTo>
                      <a:pt x="56" y="33"/>
                    </a:lnTo>
                    <a:lnTo>
                      <a:pt x="51" y="33"/>
                    </a:lnTo>
                    <a:lnTo>
                      <a:pt x="26" y="37"/>
                    </a:lnTo>
                    <a:lnTo>
                      <a:pt x="24" y="30"/>
                    </a:lnTo>
                    <a:lnTo>
                      <a:pt x="18" y="15"/>
                    </a:lnTo>
                    <a:lnTo>
                      <a:pt x="9" y="2"/>
                    </a:lnTo>
                    <a:lnTo>
                      <a:pt x="0" y="0"/>
                    </a:lnTo>
                    <a:lnTo>
                      <a:pt x="0" y="14"/>
                    </a:lnTo>
                    <a:lnTo>
                      <a:pt x="2" y="30"/>
                    </a:lnTo>
                    <a:lnTo>
                      <a:pt x="3" y="41"/>
                    </a:lnTo>
                    <a:lnTo>
                      <a:pt x="4" y="46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0" name="Google Shape;6440;p76"/>
              <p:cNvSpPr/>
              <p:nvPr/>
            </p:nvSpPr>
            <p:spPr>
              <a:xfrm>
                <a:off x="8362" y="4825"/>
                <a:ext cx="23" cy="16"/>
              </a:xfrm>
              <a:custGeom>
                <a:rect b="b" l="l" r="r" t="t"/>
                <a:pathLst>
                  <a:path extrusionOk="0" h="47" w="69">
                    <a:moveTo>
                      <a:pt x="9" y="46"/>
                    </a:moveTo>
                    <a:lnTo>
                      <a:pt x="12" y="47"/>
                    </a:lnTo>
                    <a:lnTo>
                      <a:pt x="16" y="47"/>
                    </a:lnTo>
                    <a:lnTo>
                      <a:pt x="22" y="47"/>
                    </a:lnTo>
                    <a:lnTo>
                      <a:pt x="23" y="47"/>
                    </a:lnTo>
                    <a:lnTo>
                      <a:pt x="31" y="46"/>
                    </a:lnTo>
                    <a:lnTo>
                      <a:pt x="40" y="45"/>
                    </a:lnTo>
                    <a:lnTo>
                      <a:pt x="48" y="42"/>
                    </a:lnTo>
                    <a:lnTo>
                      <a:pt x="56" y="37"/>
                    </a:lnTo>
                    <a:lnTo>
                      <a:pt x="63" y="34"/>
                    </a:lnTo>
                    <a:lnTo>
                      <a:pt x="67" y="30"/>
                    </a:lnTo>
                    <a:lnTo>
                      <a:pt x="69" y="26"/>
                    </a:lnTo>
                    <a:lnTo>
                      <a:pt x="66" y="20"/>
                    </a:lnTo>
                    <a:lnTo>
                      <a:pt x="62" y="17"/>
                    </a:lnTo>
                    <a:lnTo>
                      <a:pt x="56" y="17"/>
                    </a:lnTo>
                    <a:lnTo>
                      <a:pt x="48" y="17"/>
                    </a:lnTo>
                    <a:lnTo>
                      <a:pt x="40" y="19"/>
                    </a:lnTo>
                    <a:lnTo>
                      <a:pt x="32" y="22"/>
                    </a:lnTo>
                    <a:lnTo>
                      <a:pt x="26" y="23"/>
                    </a:lnTo>
                    <a:lnTo>
                      <a:pt x="22" y="26"/>
                    </a:lnTo>
                    <a:lnTo>
                      <a:pt x="20" y="26"/>
                    </a:lnTo>
                    <a:lnTo>
                      <a:pt x="19" y="22"/>
                    </a:lnTo>
                    <a:lnTo>
                      <a:pt x="16" y="14"/>
                    </a:lnTo>
                    <a:lnTo>
                      <a:pt x="12" y="7"/>
                    </a:lnTo>
                    <a:lnTo>
                      <a:pt x="10" y="4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0" y="11"/>
                    </a:lnTo>
                    <a:lnTo>
                      <a:pt x="3" y="26"/>
                    </a:lnTo>
                    <a:lnTo>
                      <a:pt x="7" y="40"/>
                    </a:lnTo>
                    <a:lnTo>
                      <a:pt x="9" y="46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1" name="Google Shape;6441;p76"/>
              <p:cNvSpPr/>
              <p:nvPr/>
            </p:nvSpPr>
            <p:spPr>
              <a:xfrm>
                <a:off x="8390" y="4813"/>
                <a:ext cx="20" cy="20"/>
              </a:xfrm>
              <a:custGeom>
                <a:rect b="b" l="l" r="r" t="t"/>
                <a:pathLst>
                  <a:path extrusionOk="0" h="58" w="60">
                    <a:moveTo>
                      <a:pt x="13" y="52"/>
                    </a:moveTo>
                    <a:lnTo>
                      <a:pt x="20" y="55"/>
                    </a:lnTo>
                    <a:lnTo>
                      <a:pt x="32" y="58"/>
                    </a:lnTo>
                    <a:lnTo>
                      <a:pt x="45" y="56"/>
                    </a:lnTo>
                    <a:lnTo>
                      <a:pt x="55" y="50"/>
                    </a:lnTo>
                    <a:lnTo>
                      <a:pt x="58" y="49"/>
                    </a:lnTo>
                    <a:lnTo>
                      <a:pt x="60" y="46"/>
                    </a:lnTo>
                    <a:lnTo>
                      <a:pt x="60" y="42"/>
                    </a:lnTo>
                    <a:lnTo>
                      <a:pt x="60" y="39"/>
                    </a:lnTo>
                    <a:lnTo>
                      <a:pt x="58" y="36"/>
                    </a:lnTo>
                    <a:lnTo>
                      <a:pt x="54" y="33"/>
                    </a:lnTo>
                    <a:lnTo>
                      <a:pt x="49" y="32"/>
                    </a:lnTo>
                    <a:lnTo>
                      <a:pt x="45" y="32"/>
                    </a:lnTo>
                    <a:lnTo>
                      <a:pt x="36" y="35"/>
                    </a:lnTo>
                    <a:lnTo>
                      <a:pt x="27" y="36"/>
                    </a:lnTo>
                    <a:lnTo>
                      <a:pt x="20" y="35"/>
                    </a:lnTo>
                    <a:lnTo>
                      <a:pt x="17" y="35"/>
                    </a:lnTo>
                    <a:lnTo>
                      <a:pt x="17" y="29"/>
                    </a:lnTo>
                    <a:lnTo>
                      <a:pt x="17" y="16"/>
                    </a:lnTo>
                    <a:lnTo>
                      <a:pt x="14" y="3"/>
                    </a:lnTo>
                    <a:lnTo>
                      <a:pt x="5" y="0"/>
                    </a:lnTo>
                    <a:lnTo>
                      <a:pt x="1" y="12"/>
                    </a:lnTo>
                    <a:lnTo>
                      <a:pt x="0" y="26"/>
                    </a:lnTo>
                    <a:lnTo>
                      <a:pt x="3" y="40"/>
                    </a:lnTo>
                    <a:lnTo>
                      <a:pt x="13" y="52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2" name="Google Shape;6442;p76"/>
              <p:cNvSpPr/>
              <p:nvPr/>
            </p:nvSpPr>
            <p:spPr>
              <a:xfrm>
                <a:off x="8411" y="4806"/>
                <a:ext cx="20" cy="18"/>
              </a:xfrm>
              <a:custGeom>
                <a:rect b="b" l="l" r="r" t="t"/>
                <a:pathLst>
                  <a:path extrusionOk="0" h="55" w="59">
                    <a:moveTo>
                      <a:pt x="19" y="52"/>
                    </a:moveTo>
                    <a:lnTo>
                      <a:pt x="31" y="55"/>
                    </a:lnTo>
                    <a:lnTo>
                      <a:pt x="43" y="54"/>
                    </a:lnTo>
                    <a:lnTo>
                      <a:pt x="53" y="46"/>
                    </a:lnTo>
                    <a:lnTo>
                      <a:pt x="59" y="35"/>
                    </a:lnTo>
                    <a:lnTo>
                      <a:pt x="57" y="31"/>
                    </a:lnTo>
                    <a:lnTo>
                      <a:pt x="54" y="29"/>
                    </a:lnTo>
                    <a:lnTo>
                      <a:pt x="49" y="28"/>
                    </a:lnTo>
                    <a:lnTo>
                      <a:pt x="44" y="29"/>
                    </a:lnTo>
                    <a:lnTo>
                      <a:pt x="41" y="32"/>
                    </a:lnTo>
                    <a:lnTo>
                      <a:pt x="38" y="35"/>
                    </a:lnTo>
                    <a:lnTo>
                      <a:pt x="34" y="36"/>
                    </a:lnTo>
                    <a:lnTo>
                      <a:pt x="31" y="39"/>
                    </a:lnTo>
                    <a:lnTo>
                      <a:pt x="28" y="32"/>
                    </a:lnTo>
                    <a:lnTo>
                      <a:pt x="21" y="18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2" y="18"/>
                    </a:lnTo>
                    <a:lnTo>
                      <a:pt x="9" y="35"/>
                    </a:lnTo>
                    <a:lnTo>
                      <a:pt x="16" y="46"/>
                    </a:lnTo>
                    <a:lnTo>
                      <a:pt x="19" y="52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3" name="Google Shape;6443;p76"/>
              <p:cNvSpPr/>
              <p:nvPr/>
            </p:nvSpPr>
            <p:spPr>
              <a:xfrm>
                <a:off x="8374" y="4857"/>
                <a:ext cx="27" cy="25"/>
              </a:xfrm>
              <a:custGeom>
                <a:rect b="b" l="l" r="r" t="t"/>
                <a:pathLst>
                  <a:path extrusionOk="0" h="76" w="82">
                    <a:moveTo>
                      <a:pt x="32" y="75"/>
                    </a:moveTo>
                    <a:lnTo>
                      <a:pt x="38" y="76"/>
                    </a:lnTo>
                    <a:lnTo>
                      <a:pt x="44" y="76"/>
                    </a:lnTo>
                    <a:lnTo>
                      <a:pt x="50" y="76"/>
                    </a:lnTo>
                    <a:lnTo>
                      <a:pt x="57" y="75"/>
                    </a:lnTo>
                    <a:lnTo>
                      <a:pt x="61" y="72"/>
                    </a:lnTo>
                    <a:lnTo>
                      <a:pt x="67" y="67"/>
                    </a:lnTo>
                    <a:lnTo>
                      <a:pt x="72" y="64"/>
                    </a:lnTo>
                    <a:lnTo>
                      <a:pt x="76" y="59"/>
                    </a:lnTo>
                    <a:lnTo>
                      <a:pt x="80" y="56"/>
                    </a:lnTo>
                    <a:lnTo>
                      <a:pt x="82" y="52"/>
                    </a:lnTo>
                    <a:lnTo>
                      <a:pt x="82" y="47"/>
                    </a:lnTo>
                    <a:lnTo>
                      <a:pt x="79" y="43"/>
                    </a:lnTo>
                    <a:lnTo>
                      <a:pt x="70" y="39"/>
                    </a:lnTo>
                    <a:lnTo>
                      <a:pt x="63" y="37"/>
                    </a:lnTo>
                    <a:lnTo>
                      <a:pt x="54" y="39"/>
                    </a:lnTo>
                    <a:lnTo>
                      <a:pt x="47" y="41"/>
                    </a:lnTo>
                    <a:lnTo>
                      <a:pt x="39" y="44"/>
                    </a:lnTo>
                    <a:lnTo>
                      <a:pt x="35" y="49"/>
                    </a:lnTo>
                    <a:lnTo>
                      <a:pt x="32" y="50"/>
                    </a:lnTo>
                    <a:lnTo>
                      <a:pt x="30" y="52"/>
                    </a:lnTo>
                    <a:lnTo>
                      <a:pt x="29" y="43"/>
                    </a:lnTo>
                    <a:lnTo>
                      <a:pt x="23" y="23"/>
                    </a:lnTo>
                    <a:lnTo>
                      <a:pt x="14" y="6"/>
                    </a:lnTo>
                    <a:lnTo>
                      <a:pt x="4" y="0"/>
                    </a:lnTo>
                    <a:lnTo>
                      <a:pt x="0" y="17"/>
                    </a:lnTo>
                    <a:lnTo>
                      <a:pt x="0" y="31"/>
                    </a:lnTo>
                    <a:lnTo>
                      <a:pt x="4" y="44"/>
                    </a:lnTo>
                    <a:lnTo>
                      <a:pt x="11" y="54"/>
                    </a:lnTo>
                    <a:lnTo>
                      <a:pt x="19" y="63"/>
                    </a:lnTo>
                    <a:lnTo>
                      <a:pt x="25" y="70"/>
                    </a:lnTo>
                    <a:lnTo>
                      <a:pt x="30" y="73"/>
                    </a:lnTo>
                    <a:lnTo>
                      <a:pt x="32" y="75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4" name="Google Shape;6444;p76"/>
              <p:cNvSpPr/>
              <p:nvPr/>
            </p:nvSpPr>
            <p:spPr>
              <a:xfrm>
                <a:off x="8404" y="4847"/>
                <a:ext cx="25" cy="22"/>
              </a:xfrm>
              <a:custGeom>
                <a:rect b="b" l="l" r="r" t="t"/>
                <a:pathLst>
                  <a:path extrusionOk="0" h="66" w="75">
                    <a:moveTo>
                      <a:pt x="12" y="53"/>
                    </a:moveTo>
                    <a:lnTo>
                      <a:pt x="15" y="56"/>
                    </a:lnTo>
                    <a:lnTo>
                      <a:pt x="19" y="60"/>
                    </a:lnTo>
                    <a:lnTo>
                      <a:pt x="25" y="62"/>
                    </a:lnTo>
                    <a:lnTo>
                      <a:pt x="27" y="63"/>
                    </a:lnTo>
                    <a:lnTo>
                      <a:pt x="32" y="65"/>
                    </a:lnTo>
                    <a:lnTo>
                      <a:pt x="40" y="65"/>
                    </a:lnTo>
                    <a:lnTo>
                      <a:pt x="49" y="66"/>
                    </a:lnTo>
                    <a:lnTo>
                      <a:pt x="57" y="65"/>
                    </a:lnTo>
                    <a:lnTo>
                      <a:pt x="65" y="63"/>
                    </a:lnTo>
                    <a:lnTo>
                      <a:pt x="71" y="60"/>
                    </a:lnTo>
                    <a:lnTo>
                      <a:pt x="75" y="55"/>
                    </a:lnTo>
                    <a:lnTo>
                      <a:pt x="75" y="46"/>
                    </a:lnTo>
                    <a:lnTo>
                      <a:pt x="72" y="39"/>
                    </a:lnTo>
                    <a:lnTo>
                      <a:pt x="66" y="35"/>
                    </a:lnTo>
                    <a:lnTo>
                      <a:pt x="59" y="33"/>
                    </a:lnTo>
                    <a:lnTo>
                      <a:pt x="50" y="33"/>
                    </a:lnTo>
                    <a:lnTo>
                      <a:pt x="41" y="35"/>
                    </a:lnTo>
                    <a:lnTo>
                      <a:pt x="34" y="36"/>
                    </a:lnTo>
                    <a:lnTo>
                      <a:pt x="28" y="39"/>
                    </a:lnTo>
                    <a:lnTo>
                      <a:pt x="27" y="39"/>
                    </a:lnTo>
                    <a:lnTo>
                      <a:pt x="25" y="32"/>
                    </a:lnTo>
                    <a:lnTo>
                      <a:pt x="19" y="16"/>
                    </a:lnTo>
                    <a:lnTo>
                      <a:pt x="10" y="3"/>
                    </a:lnTo>
                    <a:lnTo>
                      <a:pt x="0" y="0"/>
                    </a:lnTo>
                    <a:lnTo>
                      <a:pt x="0" y="22"/>
                    </a:lnTo>
                    <a:lnTo>
                      <a:pt x="5" y="39"/>
                    </a:lnTo>
                    <a:lnTo>
                      <a:pt x="9" y="49"/>
                    </a:lnTo>
                    <a:lnTo>
                      <a:pt x="12" y="53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5" name="Google Shape;6445;p76"/>
              <p:cNvSpPr/>
              <p:nvPr/>
            </p:nvSpPr>
            <p:spPr>
              <a:xfrm>
                <a:off x="8434" y="4844"/>
                <a:ext cx="25" cy="21"/>
              </a:xfrm>
              <a:custGeom>
                <a:rect b="b" l="l" r="r" t="t"/>
                <a:pathLst>
                  <a:path extrusionOk="0" h="63" w="75">
                    <a:moveTo>
                      <a:pt x="3" y="41"/>
                    </a:moveTo>
                    <a:lnTo>
                      <a:pt x="4" y="46"/>
                    </a:lnTo>
                    <a:lnTo>
                      <a:pt x="10" y="50"/>
                    </a:lnTo>
                    <a:lnTo>
                      <a:pt x="14" y="56"/>
                    </a:lnTo>
                    <a:lnTo>
                      <a:pt x="16" y="57"/>
                    </a:lnTo>
                    <a:lnTo>
                      <a:pt x="23" y="60"/>
                    </a:lnTo>
                    <a:lnTo>
                      <a:pt x="32" y="63"/>
                    </a:lnTo>
                    <a:lnTo>
                      <a:pt x="42" y="63"/>
                    </a:lnTo>
                    <a:lnTo>
                      <a:pt x="54" y="61"/>
                    </a:lnTo>
                    <a:lnTo>
                      <a:pt x="64" y="58"/>
                    </a:lnTo>
                    <a:lnTo>
                      <a:pt x="72" y="54"/>
                    </a:lnTo>
                    <a:lnTo>
                      <a:pt x="75" y="47"/>
                    </a:lnTo>
                    <a:lnTo>
                      <a:pt x="73" y="40"/>
                    </a:lnTo>
                    <a:lnTo>
                      <a:pt x="67" y="34"/>
                    </a:lnTo>
                    <a:lnTo>
                      <a:pt x="60" y="30"/>
                    </a:lnTo>
                    <a:lnTo>
                      <a:pt x="53" y="28"/>
                    </a:lnTo>
                    <a:lnTo>
                      <a:pt x="45" y="30"/>
                    </a:lnTo>
                    <a:lnTo>
                      <a:pt x="36" y="31"/>
                    </a:lnTo>
                    <a:lnTo>
                      <a:pt x="31" y="33"/>
                    </a:lnTo>
                    <a:lnTo>
                      <a:pt x="26" y="36"/>
                    </a:lnTo>
                    <a:lnTo>
                      <a:pt x="25" y="36"/>
                    </a:lnTo>
                    <a:lnTo>
                      <a:pt x="23" y="30"/>
                    </a:lnTo>
                    <a:lnTo>
                      <a:pt x="17" y="15"/>
                    </a:lnTo>
                    <a:lnTo>
                      <a:pt x="10" y="2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" y="28"/>
                    </a:lnTo>
                    <a:lnTo>
                      <a:pt x="3" y="38"/>
                    </a:lnTo>
                    <a:lnTo>
                      <a:pt x="3" y="41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6" name="Google Shape;6446;p76"/>
              <p:cNvSpPr/>
              <p:nvPr/>
            </p:nvSpPr>
            <p:spPr>
              <a:xfrm>
                <a:off x="8126" y="4482"/>
                <a:ext cx="83" cy="97"/>
              </a:xfrm>
              <a:custGeom>
                <a:rect b="b" l="l" r="r" t="t"/>
                <a:pathLst>
                  <a:path extrusionOk="0" h="290" w="250">
                    <a:moveTo>
                      <a:pt x="88" y="37"/>
                    </a:moveTo>
                    <a:lnTo>
                      <a:pt x="69" y="49"/>
                    </a:lnTo>
                    <a:lnTo>
                      <a:pt x="53" y="63"/>
                    </a:lnTo>
                    <a:lnTo>
                      <a:pt x="39" y="79"/>
                    </a:lnTo>
                    <a:lnTo>
                      <a:pt x="25" y="96"/>
                    </a:lnTo>
                    <a:lnTo>
                      <a:pt x="15" y="115"/>
                    </a:lnTo>
                    <a:lnTo>
                      <a:pt x="8" y="135"/>
                    </a:lnTo>
                    <a:lnTo>
                      <a:pt x="3" y="157"/>
                    </a:lnTo>
                    <a:lnTo>
                      <a:pt x="0" y="178"/>
                    </a:lnTo>
                    <a:lnTo>
                      <a:pt x="3" y="208"/>
                    </a:lnTo>
                    <a:lnTo>
                      <a:pt x="15" y="233"/>
                    </a:lnTo>
                    <a:lnTo>
                      <a:pt x="33" y="254"/>
                    </a:lnTo>
                    <a:lnTo>
                      <a:pt x="56" y="270"/>
                    </a:lnTo>
                    <a:lnTo>
                      <a:pt x="83" y="283"/>
                    </a:lnTo>
                    <a:lnTo>
                      <a:pt x="110" y="289"/>
                    </a:lnTo>
                    <a:lnTo>
                      <a:pt x="140" y="290"/>
                    </a:lnTo>
                    <a:lnTo>
                      <a:pt x="168" y="286"/>
                    </a:lnTo>
                    <a:lnTo>
                      <a:pt x="174" y="286"/>
                    </a:lnTo>
                    <a:lnTo>
                      <a:pt x="179" y="283"/>
                    </a:lnTo>
                    <a:lnTo>
                      <a:pt x="184" y="279"/>
                    </a:lnTo>
                    <a:lnTo>
                      <a:pt x="185" y="273"/>
                    </a:lnTo>
                    <a:lnTo>
                      <a:pt x="182" y="266"/>
                    </a:lnTo>
                    <a:lnTo>
                      <a:pt x="176" y="260"/>
                    </a:lnTo>
                    <a:lnTo>
                      <a:pt x="169" y="254"/>
                    </a:lnTo>
                    <a:lnTo>
                      <a:pt x="162" y="252"/>
                    </a:lnTo>
                    <a:lnTo>
                      <a:pt x="147" y="247"/>
                    </a:lnTo>
                    <a:lnTo>
                      <a:pt x="132" y="244"/>
                    </a:lnTo>
                    <a:lnTo>
                      <a:pt x="118" y="242"/>
                    </a:lnTo>
                    <a:lnTo>
                      <a:pt x="105" y="239"/>
                    </a:lnTo>
                    <a:lnTo>
                      <a:pt x="91" y="234"/>
                    </a:lnTo>
                    <a:lnTo>
                      <a:pt x="78" y="229"/>
                    </a:lnTo>
                    <a:lnTo>
                      <a:pt x="66" y="221"/>
                    </a:lnTo>
                    <a:lnTo>
                      <a:pt x="55" y="210"/>
                    </a:lnTo>
                    <a:lnTo>
                      <a:pt x="50" y="161"/>
                    </a:lnTo>
                    <a:lnTo>
                      <a:pt x="62" y="121"/>
                    </a:lnTo>
                    <a:lnTo>
                      <a:pt x="85" y="89"/>
                    </a:lnTo>
                    <a:lnTo>
                      <a:pt x="118" y="63"/>
                    </a:lnTo>
                    <a:lnTo>
                      <a:pt x="153" y="43"/>
                    </a:lnTo>
                    <a:lnTo>
                      <a:pt x="190" y="27"/>
                    </a:lnTo>
                    <a:lnTo>
                      <a:pt x="223" y="16"/>
                    </a:lnTo>
                    <a:lnTo>
                      <a:pt x="250" y="6"/>
                    </a:lnTo>
                    <a:lnTo>
                      <a:pt x="234" y="2"/>
                    </a:lnTo>
                    <a:lnTo>
                      <a:pt x="216" y="0"/>
                    </a:lnTo>
                    <a:lnTo>
                      <a:pt x="196" y="3"/>
                    </a:lnTo>
                    <a:lnTo>
                      <a:pt x="174" y="6"/>
                    </a:lnTo>
                    <a:lnTo>
                      <a:pt x="152" y="13"/>
                    </a:lnTo>
                    <a:lnTo>
                      <a:pt x="130" y="20"/>
                    </a:lnTo>
                    <a:lnTo>
                      <a:pt x="107" y="29"/>
                    </a:lnTo>
                    <a:lnTo>
                      <a:pt x="88" y="37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7" name="Google Shape;6447;p76"/>
              <p:cNvSpPr/>
              <p:nvPr/>
            </p:nvSpPr>
            <p:spPr>
              <a:xfrm>
                <a:off x="8268" y="4481"/>
                <a:ext cx="53" cy="75"/>
              </a:xfrm>
              <a:custGeom>
                <a:rect b="b" l="l" r="r" t="t"/>
                <a:pathLst>
                  <a:path extrusionOk="0" h="225" w="160">
                    <a:moveTo>
                      <a:pt x="135" y="73"/>
                    </a:moveTo>
                    <a:lnTo>
                      <a:pt x="141" y="96"/>
                    </a:lnTo>
                    <a:lnTo>
                      <a:pt x="140" y="118"/>
                    </a:lnTo>
                    <a:lnTo>
                      <a:pt x="129" y="135"/>
                    </a:lnTo>
                    <a:lnTo>
                      <a:pt x="115" y="151"/>
                    </a:lnTo>
                    <a:lnTo>
                      <a:pt x="97" y="165"/>
                    </a:lnTo>
                    <a:lnTo>
                      <a:pt x="76" y="179"/>
                    </a:lnTo>
                    <a:lnTo>
                      <a:pt x="56" y="192"/>
                    </a:lnTo>
                    <a:lnTo>
                      <a:pt x="38" y="205"/>
                    </a:lnTo>
                    <a:lnTo>
                      <a:pt x="35" y="210"/>
                    </a:lnTo>
                    <a:lnTo>
                      <a:pt x="34" y="212"/>
                    </a:lnTo>
                    <a:lnTo>
                      <a:pt x="34" y="217"/>
                    </a:lnTo>
                    <a:lnTo>
                      <a:pt x="35" y="221"/>
                    </a:lnTo>
                    <a:lnTo>
                      <a:pt x="40" y="224"/>
                    </a:lnTo>
                    <a:lnTo>
                      <a:pt x="44" y="225"/>
                    </a:lnTo>
                    <a:lnTo>
                      <a:pt x="47" y="225"/>
                    </a:lnTo>
                    <a:lnTo>
                      <a:pt x="51" y="224"/>
                    </a:lnTo>
                    <a:lnTo>
                      <a:pt x="75" y="211"/>
                    </a:lnTo>
                    <a:lnTo>
                      <a:pt x="97" y="197"/>
                    </a:lnTo>
                    <a:lnTo>
                      <a:pt x="117" y="181"/>
                    </a:lnTo>
                    <a:lnTo>
                      <a:pt x="137" y="162"/>
                    </a:lnTo>
                    <a:lnTo>
                      <a:pt x="150" y="142"/>
                    </a:lnTo>
                    <a:lnTo>
                      <a:pt x="159" y="119"/>
                    </a:lnTo>
                    <a:lnTo>
                      <a:pt x="160" y="95"/>
                    </a:lnTo>
                    <a:lnTo>
                      <a:pt x="154" y="69"/>
                    </a:lnTo>
                    <a:lnTo>
                      <a:pt x="141" y="49"/>
                    </a:lnTo>
                    <a:lnTo>
                      <a:pt x="122" y="31"/>
                    </a:lnTo>
                    <a:lnTo>
                      <a:pt x="98" y="18"/>
                    </a:lnTo>
                    <a:lnTo>
                      <a:pt x="72" y="8"/>
                    </a:lnTo>
                    <a:lnTo>
                      <a:pt x="46" y="3"/>
                    </a:lnTo>
                    <a:lnTo>
                      <a:pt x="24" y="0"/>
                    </a:lnTo>
                    <a:lnTo>
                      <a:pt x="7" y="0"/>
                    </a:lnTo>
                    <a:lnTo>
                      <a:pt x="0" y="4"/>
                    </a:lnTo>
                    <a:lnTo>
                      <a:pt x="18" y="11"/>
                    </a:lnTo>
                    <a:lnTo>
                      <a:pt x="37" y="17"/>
                    </a:lnTo>
                    <a:lnTo>
                      <a:pt x="57" y="23"/>
                    </a:lnTo>
                    <a:lnTo>
                      <a:pt x="76" y="29"/>
                    </a:lnTo>
                    <a:lnTo>
                      <a:pt x="95" y="36"/>
                    </a:lnTo>
                    <a:lnTo>
                      <a:pt x="112" y="46"/>
                    </a:lnTo>
                    <a:lnTo>
                      <a:pt x="125" y="57"/>
                    </a:lnTo>
                    <a:lnTo>
                      <a:pt x="135" y="73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8" name="Google Shape;6448;p76"/>
              <p:cNvSpPr/>
              <p:nvPr/>
            </p:nvSpPr>
            <p:spPr>
              <a:xfrm>
                <a:off x="8073" y="4463"/>
                <a:ext cx="135" cy="158"/>
              </a:xfrm>
              <a:custGeom>
                <a:rect b="b" l="l" r="r" t="t"/>
                <a:pathLst>
                  <a:path extrusionOk="0" h="472" w="404">
                    <a:moveTo>
                      <a:pt x="157" y="61"/>
                    </a:moveTo>
                    <a:lnTo>
                      <a:pt x="127" y="87"/>
                    </a:lnTo>
                    <a:lnTo>
                      <a:pt x="96" y="113"/>
                    </a:lnTo>
                    <a:lnTo>
                      <a:pt x="68" y="143"/>
                    </a:lnTo>
                    <a:lnTo>
                      <a:pt x="43" y="175"/>
                    </a:lnTo>
                    <a:lnTo>
                      <a:pt x="22" y="208"/>
                    </a:lnTo>
                    <a:lnTo>
                      <a:pt x="8" y="244"/>
                    </a:lnTo>
                    <a:lnTo>
                      <a:pt x="0" y="283"/>
                    </a:lnTo>
                    <a:lnTo>
                      <a:pt x="2" y="323"/>
                    </a:lnTo>
                    <a:lnTo>
                      <a:pt x="5" y="333"/>
                    </a:lnTo>
                    <a:lnTo>
                      <a:pt x="8" y="344"/>
                    </a:lnTo>
                    <a:lnTo>
                      <a:pt x="12" y="353"/>
                    </a:lnTo>
                    <a:lnTo>
                      <a:pt x="18" y="363"/>
                    </a:lnTo>
                    <a:lnTo>
                      <a:pt x="25" y="372"/>
                    </a:lnTo>
                    <a:lnTo>
                      <a:pt x="34" y="380"/>
                    </a:lnTo>
                    <a:lnTo>
                      <a:pt x="41" y="388"/>
                    </a:lnTo>
                    <a:lnTo>
                      <a:pt x="52" y="393"/>
                    </a:lnTo>
                    <a:lnTo>
                      <a:pt x="71" y="405"/>
                    </a:lnTo>
                    <a:lnTo>
                      <a:pt x="90" y="415"/>
                    </a:lnTo>
                    <a:lnTo>
                      <a:pt x="109" y="424"/>
                    </a:lnTo>
                    <a:lnTo>
                      <a:pt x="129" y="431"/>
                    </a:lnTo>
                    <a:lnTo>
                      <a:pt x="150" y="438"/>
                    </a:lnTo>
                    <a:lnTo>
                      <a:pt x="171" y="444"/>
                    </a:lnTo>
                    <a:lnTo>
                      <a:pt x="191" y="449"/>
                    </a:lnTo>
                    <a:lnTo>
                      <a:pt x="212" y="454"/>
                    </a:lnTo>
                    <a:lnTo>
                      <a:pt x="234" y="458"/>
                    </a:lnTo>
                    <a:lnTo>
                      <a:pt x="254" y="461"/>
                    </a:lnTo>
                    <a:lnTo>
                      <a:pt x="276" y="464"/>
                    </a:lnTo>
                    <a:lnTo>
                      <a:pt x="298" y="467"/>
                    </a:lnTo>
                    <a:lnTo>
                      <a:pt x="319" y="468"/>
                    </a:lnTo>
                    <a:lnTo>
                      <a:pt x="341" y="470"/>
                    </a:lnTo>
                    <a:lnTo>
                      <a:pt x="363" y="471"/>
                    </a:lnTo>
                    <a:lnTo>
                      <a:pt x="383" y="472"/>
                    </a:lnTo>
                    <a:lnTo>
                      <a:pt x="391" y="472"/>
                    </a:lnTo>
                    <a:lnTo>
                      <a:pt x="397" y="470"/>
                    </a:lnTo>
                    <a:lnTo>
                      <a:pt x="401" y="464"/>
                    </a:lnTo>
                    <a:lnTo>
                      <a:pt x="404" y="458"/>
                    </a:lnTo>
                    <a:lnTo>
                      <a:pt x="404" y="451"/>
                    </a:lnTo>
                    <a:lnTo>
                      <a:pt x="401" y="445"/>
                    </a:lnTo>
                    <a:lnTo>
                      <a:pt x="395" y="441"/>
                    </a:lnTo>
                    <a:lnTo>
                      <a:pt x="388" y="438"/>
                    </a:lnTo>
                    <a:lnTo>
                      <a:pt x="369" y="434"/>
                    </a:lnTo>
                    <a:lnTo>
                      <a:pt x="350" y="431"/>
                    </a:lnTo>
                    <a:lnTo>
                      <a:pt x="331" y="426"/>
                    </a:lnTo>
                    <a:lnTo>
                      <a:pt x="310" y="424"/>
                    </a:lnTo>
                    <a:lnTo>
                      <a:pt x="291" y="421"/>
                    </a:lnTo>
                    <a:lnTo>
                      <a:pt x="272" y="418"/>
                    </a:lnTo>
                    <a:lnTo>
                      <a:pt x="251" y="415"/>
                    </a:lnTo>
                    <a:lnTo>
                      <a:pt x="232" y="411"/>
                    </a:lnTo>
                    <a:lnTo>
                      <a:pt x="213" y="408"/>
                    </a:lnTo>
                    <a:lnTo>
                      <a:pt x="194" y="403"/>
                    </a:lnTo>
                    <a:lnTo>
                      <a:pt x="175" y="398"/>
                    </a:lnTo>
                    <a:lnTo>
                      <a:pt x="156" y="393"/>
                    </a:lnTo>
                    <a:lnTo>
                      <a:pt x="138" y="386"/>
                    </a:lnTo>
                    <a:lnTo>
                      <a:pt x="119" y="379"/>
                    </a:lnTo>
                    <a:lnTo>
                      <a:pt x="102" y="372"/>
                    </a:lnTo>
                    <a:lnTo>
                      <a:pt x="84" y="362"/>
                    </a:lnTo>
                    <a:lnTo>
                      <a:pt x="69" y="352"/>
                    </a:lnTo>
                    <a:lnTo>
                      <a:pt x="58" y="339"/>
                    </a:lnTo>
                    <a:lnTo>
                      <a:pt x="49" y="324"/>
                    </a:lnTo>
                    <a:lnTo>
                      <a:pt x="44" y="307"/>
                    </a:lnTo>
                    <a:lnTo>
                      <a:pt x="43" y="290"/>
                    </a:lnTo>
                    <a:lnTo>
                      <a:pt x="44" y="270"/>
                    </a:lnTo>
                    <a:lnTo>
                      <a:pt x="49" y="250"/>
                    </a:lnTo>
                    <a:lnTo>
                      <a:pt x="55" y="234"/>
                    </a:lnTo>
                    <a:lnTo>
                      <a:pt x="65" y="212"/>
                    </a:lnTo>
                    <a:lnTo>
                      <a:pt x="77" y="191"/>
                    </a:lnTo>
                    <a:lnTo>
                      <a:pt x="90" y="172"/>
                    </a:lnTo>
                    <a:lnTo>
                      <a:pt x="104" y="155"/>
                    </a:lnTo>
                    <a:lnTo>
                      <a:pt x="119" y="138"/>
                    </a:lnTo>
                    <a:lnTo>
                      <a:pt x="135" y="120"/>
                    </a:lnTo>
                    <a:lnTo>
                      <a:pt x="154" y="103"/>
                    </a:lnTo>
                    <a:lnTo>
                      <a:pt x="173" y="86"/>
                    </a:lnTo>
                    <a:lnTo>
                      <a:pt x="193" y="71"/>
                    </a:lnTo>
                    <a:lnTo>
                      <a:pt x="218" y="59"/>
                    </a:lnTo>
                    <a:lnTo>
                      <a:pt x="245" y="47"/>
                    </a:lnTo>
                    <a:lnTo>
                      <a:pt x="273" y="36"/>
                    </a:lnTo>
                    <a:lnTo>
                      <a:pt x="298" y="25"/>
                    </a:lnTo>
                    <a:lnTo>
                      <a:pt x="319" y="17"/>
                    </a:lnTo>
                    <a:lnTo>
                      <a:pt x="332" y="8"/>
                    </a:lnTo>
                    <a:lnTo>
                      <a:pt x="336" y="2"/>
                    </a:lnTo>
                    <a:lnTo>
                      <a:pt x="322" y="0"/>
                    </a:lnTo>
                    <a:lnTo>
                      <a:pt x="301" y="1"/>
                    </a:lnTo>
                    <a:lnTo>
                      <a:pt x="278" y="5"/>
                    </a:lnTo>
                    <a:lnTo>
                      <a:pt x="253" y="13"/>
                    </a:lnTo>
                    <a:lnTo>
                      <a:pt x="226" y="23"/>
                    </a:lnTo>
                    <a:lnTo>
                      <a:pt x="201" y="34"/>
                    </a:lnTo>
                    <a:lnTo>
                      <a:pt x="178" y="47"/>
                    </a:lnTo>
                    <a:lnTo>
                      <a:pt x="157" y="61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9" name="Google Shape;6449;p76"/>
              <p:cNvSpPr/>
              <p:nvPr/>
            </p:nvSpPr>
            <p:spPr>
              <a:xfrm>
                <a:off x="8263" y="4458"/>
                <a:ext cx="118" cy="105"/>
              </a:xfrm>
              <a:custGeom>
                <a:rect b="b" l="l" r="r" t="t"/>
                <a:pathLst>
                  <a:path extrusionOk="0" h="315" w="354">
                    <a:moveTo>
                      <a:pt x="294" y="96"/>
                    </a:moveTo>
                    <a:lnTo>
                      <a:pt x="310" y="113"/>
                    </a:lnTo>
                    <a:lnTo>
                      <a:pt x="320" y="133"/>
                    </a:lnTo>
                    <a:lnTo>
                      <a:pt x="325" y="155"/>
                    </a:lnTo>
                    <a:lnTo>
                      <a:pt x="325" y="178"/>
                    </a:lnTo>
                    <a:lnTo>
                      <a:pt x="322" y="197"/>
                    </a:lnTo>
                    <a:lnTo>
                      <a:pt x="316" y="212"/>
                    </a:lnTo>
                    <a:lnTo>
                      <a:pt x="306" y="228"/>
                    </a:lnTo>
                    <a:lnTo>
                      <a:pt x="295" y="241"/>
                    </a:lnTo>
                    <a:lnTo>
                      <a:pt x="282" y="256"/>
                    </a:lnTo>
                    <a:lnTo>
                      <a:pt x="269" y="267"/>
                    </a:lnTo>
                    <a:lnTo>
                      <a:pt x="256" y="280"/>
                    </a:lnTo>
                    <a:lnTo>
                      <a:pt x="243" y="293"/>
                    </a:lnTo>
                    <a:lnTo>
                      <a:pt x="240" y="297"/>
                    </a:lnTo>
                    <a:lnTo>
                      <a:pt x="240" y="302"/>
                    </a:lnTo>
                    <a:lnTo>
                      <a:pt x="240" y="306"/>
                    </a:lnTo>
                    <a:lnTo>
                      <a:pt x="243" y="310"/>
                    </a:lnTo>
                    <a:lnTo>
                      <a:pt x="247" y="313"/>
                    </a:lnTo>
                    <a:lnTo>
                      <a:pt x="253" y="315"/>
                    </a:lnTo>
                    <a:lnTo>
                      <a:pt x="257" y="313"/>
                    </a:lnTo>
                    <a:lnTo>
                      <a:pt x="262" y="310"/>
                    </a:lnTo>
                    <a:lnTo>
                      <a:pt x="291" y="292"/>
                    </a:lnTo>
                    <a:lnTo>
                      <a:pt x="316" y="267"/>
                    </a:lnTo>
                    <a:lnTo>
                      <a:pt x="335" y="240"/>
                    </a:lnTo>
                    <a:lnTo>
                      <a:pt x="348" y="208"/>
                    </a:lnTo>
                    <a:lnTo>
                      <a:pt x="354" y="177"/>
                    </a:lnTo>
                    <a:lnTo>
                      <a:pt x="351" y="143"/>
                    </a:lnTo>
                    <a:lnTo>
                      <a:pt x="339" y="113"/>
                    </a:lnTo>
                    <a:lnTo>
                      <a:pt x="316" y="86"/>
                    </a:lnTo>
                    <a:lnTo>
                      <a:pt x="298" y="72"/>
                    </a:lnTo>
                    <a:lnTo>
                      <a:pt x="278" y="60"/>
                    </a:lnTo>
                    <a:lnTo>
                      <a:pt x="256" y="49"/>
                    </a:lnTo>
                    <a:lnTo>
                      <a:pt x="231" y="39"/>
                    </a:lnTo>
                    <a:lnTo>
                      <a:pt x="206" y="29"/>
                    </a:lnTo>
                    <a:lnTo>
                      <a:pt x="181" y="21"/>
                    </a:lnTo>
                    <a:lnTo>
                      <a:pt x="155" y="16"/>
                    </a:lnTo>
                    <a:lnTo>
                      <a:pt x="130" y="10"/>
                    </a:lnTo>
                    <a:lnTo>
                      <a:pt x="105" y="6"/>
                    </a:lnTo>
                    <a:lnTo>
                      <a:pt x="83" y="3"/>
                    </a:lnTo>
                    <a:lnTo>
                      <a:pt x="61" y="0"/>
                    </a:lnTo>
                    <a:lnTo>
                      <a:pt x="43" y="0"/>
                    </a:lnTo>
                    <a:lnTo>
                      <a:pt x="27" y="0"/>
                    </a:lnTo>
                    <a:lnTo>
                      <a:pt x="14" y="0"/>
                    </a:lnTo>
                    <a:lnTo>
                      <a:pt x="5" y="3"/>
                    </a:lnTo>
                    <a:lnTo>
                      <a:pt x="0" y="6"/>
                    </a:lnTo>
                    <a:lnTo>
                      <a:pt x="15" y="8"/>
                    </a:lnTo>
                    <a:lnTo>
                      <a:pt x="30" y="10"/>
                    </a:lnTo>
                    <a:lnTo>
                      <a:pt x="47" y="13"/>
                    </a:lnTo>
                    <a:lnTo>
                      <a:pt x="65" y="16"/>
                    </a:lnTo>
                    <a:lnTo>
                      <a:pt x="83" y="20"/>
                    </a:lnTo>
                    <a:lnTo>
                      <a:pt x="103" y="23"/>
                    </a:lnTo>
                    <a:lnTo>
                      <a:pt x="122" y="27"/>
                    </a:lnTo>
                    <a:lnTo>
                      <a:pt x="143" y="31"/>
                    </a:lnTo>
                    <a:lnTo>
                      <a:pt x="162" y="37"/>
                    </a:lnTo>
                    <a:lnTo>
                      <a:pt x="182" y="43"/>
                    </a:lnTo>
                    <a:lnTo>
                      <a:pt x="203" y="49"/>
                    </a:lnTo>
                    <a:lnTo>
                      <a:pt x="222" y="56"/>
                    </a:lnTo>
                    <a:lnTo>
                      <a:pt x="241" y="64"/>
                    </a:lnTo>
                    <a:lnTo>
                      <a:pt x="260" y="75"/>
                    </a:lnTo>
                    <a:lnTo>
                      <a:pt x="278" y="85"/>
                    </a:lnTo>
                    <a:lnTo>
                      <a:pt x="294" y="96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0" name="Google Shape;6450;p76"/>
              <p:cNvSpPr/>
              <p:nvPr/>
            </p:nvSpPr>
            <p:spPr>
              <a:xfrm>
                <a:off x="8023" y="4506"/>
                <a:ext cx="47" cy="99"/>
              </a:xfrm>
              <a:custGeom>
                <a:rect b="b" l="l" r="r" t="t"/>
                <a:pathLst>
                  <a:path extrusionOk="0" h="297" w="143">
                    <a:moveTo>
                      <a:pt x="0" y="162"/>
                    </a:moveTo>
                    <a:lnTo>
                      <a:pt x="0" y="187"/>
                    </a:lnTo>
                    <a:lnTo>
                      <a:pt x="5" y="210"/>
                    </a:lnTo>
                    <a:lnTo>
                      <a:pt x="16" y="231"/>
                    </a:lnTo>
                    <a:lnTo>
                      <a:pt x="30" y="250"/>
                    </a:lnTo>
                    <a:lnTo>
                      <a:pt x="48" y="266"/>
                    </a:lnTo>
                    <a:lnTo>
                      <a:pt x="69" y="280"/>
                    </a:lnTo>
                    <a:lnTo>
                      <a:pt x="92" y="290"/>
                    </a:lnTo>
                    <a:lnTo>
                      <a:pt x="116" y="296"/>
                    </a:lnTo>
                    <a:lnTo>
                      <a:pt x="123" y="297"/>
                    </a:lnTo>
                    <a:lnTo>
                      <a:pt x="130" y="295"/>
                    </a:lnTo>
                    <a:lnTo>
                      <a:pt x="136" y="290"/>
                    </a:lnTo>
                    <a:lnTo>
                      <a:pt x="139" y="284"/>
                    </a:lnTo>
                    <a:lnTo>
                      <a:pt x="139" y="277"/>
                    </a:lnTo>
                    <a:lnTo>
                      <a:pt x="138" y="270"/>
                    </a:lnTo>
                    <a:lnTo>
                      <a:pt x="133" y="264"/>
                    </a:lnTo>
                    <a:lnTo>
                      <a:pt x="126" y="261"/>
                    </a:lnTo>
                    <a:lnTo>
                      <a:pt x="102" y="253"/>
                    </a:lnTo>
                    <a:lnTo>
                      <a:pt x="80" y="241"/>
                    </a:lnTo>
                    <a:lnTo>
                      <a:pt x="63" y="226"/>
                    </a:lnTo>
                    <a:lnTo>
                      <a:pt x="50" y="208"/>
                    </a:lnTo>
                    <a:lnTo>
                      <a:pt x="41" y="187"/>
                    </a:lnTo>
                    <a:lnTo>
                      <a:pt x="36" y="164"/>
                    </a:lnTo>
                    <a:lnTo>
                      <a:pt x="36" y="139"/>
                    </a:lnTo>
                    <a:lnTo>
                      <a:pt x="44" y="113"/>
                    </a:lnTo>
                    <a:lnTo>
                      <a:pt x="52" y="95"/>
                    </a:lnTo>
                    <a:lnTo>
                      <a:pt x="64" y="78"/>
                    </a:lnTo>
                    <a:lnTo>
                      <a:pt x="77" y="62"/>
                    </a:lnTo>
                    <a:lnTo>
                      <a:pt x="92" y="47"/>
                    </a:lnTo>
                    <a:lnTo>
                      <a:pt x="105" y="34"/>
                    </a:lnTo>
                    <a:lnTo>
                      <a:pt x="120" y="23"/>
                    </a:lnTo>
                    <a:lnTo>
                      <a:pt x="133" y="11"/>
                    </a:lnTo>
                    <a:lnTo>
                      <a:pt x="143" y="1"/>
                    </a:lnTo>
                    <a:lnTo>
                      <a:pt x="133" y="0"/>
                    </a:lnTo>
                    <a:lnTo>
                      <a:pt x="117" y="7"/>
                    </a:lnTo>
                    <a:lnTo>
                      <a:pt x="95" y="23"/>
                    </a:lnTo>
                    <a:lnTo>
                      <a:pt x="70" y="44"/>
                    </a:lnTo>
                    <a:lnTo>
                      <a:pt x="47" y="72"/>
                    </a:lnTo>
                    <a:lnTo>
                      <a:pt x="25" y="101"/>
                    </a:lnTo>
                    <a:lnTo>
                      <a:pt x="8" y="132"/>
                    </a:lnTo>
                    <a:lnTo>
                      <a:pt x="0" y="162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1" name="Google Shape;6451;p76"/>
              <p:cNvSpPr/>
              <p:nvPr/>
            </p:nvSpPr>
            <p:spPr>
              <a:xfrm>
                <a:off x="8360" y="4451"/>
                <a:ext cx="103" cy="129"/>
              </a:xfrm>
              <a:custGeom>
                <a:rect b="b" l="l" r="r" t="t"/>
                <a:pathLst>
                  <a:path extrusionOk="0" h="388" w="309">
                    <a:moveTo>
                      <a:pt x="250" y="145"/>
                    </a:moveTo>
                    <a:lnTo>
                      <a:pt x="260" y="155"/>
                    </a:lnTo>
                    <a:lnTo>
                      <a:pt x="269" y="167"/>
                    </a:lnTo>
                    <a:lnTo>
                      <a:pt x="275" y="180"/>
                    </a:lnTo>
                    <a:lnTo>
                      <a:pt x="281" y="193"/>
                    </a:lnTo>
                    <a:lnTo>
                      <a:pt x="282" y="206"/>
                    </a:lnTo>
                    <a:lnTo>
                      <a:pt x="282" y="220"/>
                    </a:lnTo>
                    <a:lnTo>
                      <a:pt x="278" y="234"/>
                    </a:lnTo>
                    <a:lnTo>
                      <a:pt x="272" y="247"/>
                    </a:lnTo>
                    <a:lnTo>
                      <a:pt x="262" y="262"/>
                    </a:lnTo>
                    <a:lnTo>
                      <a:pt x="250" y="275"/>
                    </a:lnTo>
                    <a:lnTo>
                      <a:pt x="237" y="286"/>
                    </a:lnTo>
                    <a:lnTo>
                      <a:pt x="222" y="298"/>
                    </a:lnTo>
                    <a:lnTo>
                      <a:pt x="209" y="308"/>
                    </a:lnTo>
                    <a:lnTo>
                      <a:pt x="194" y="319"/>
                    </a:lnTo>
                    <a:lnTo>
                      <a:pt x="180" y="331"/>
                    </a:lnTo>
                    <a:lnTo>
                      <a:pt x="166" y="344"/>
                    </a:lnTo>
                    <a:lnTo>
                      <a:pt x="162" y="348"/>
                    </a:lnTo>
                    <a:lnTo>
                      <a:pt x="159" y="354"/>
                    </a:lnTo>
                    <a:lnTo>
                      <a:pt x="156" y="359"/>
                    </a:lnTo>
                    <a:lnTo>
                      <a:pt x="153" y="365"/>
                    </a:lnTo>
                    <a:lnTo>
                      <a:pt x="152" y="371"/>
                    </a:lnTo>
                    <a:lnTo>
                      <a:pt x="152" y="377"/>
                    </a:lnTo>
                    <a:lnTo>
                      <a:pt x="153" y="382"/>
                    </a:lnTo>
                    <a:lnTo>
                      <a:pt x="158" y="387"/>
                    </a:lnTo>
                    <a:lnTo>
                      <a:pt x="163" y="388"/>
                    </a:lnTo>
                    <a:lnTo>
                      <a:pt x="169" y="388"/>
                    </a:lnTo>
                    <a:lnTo>
                      <a:pt x="175" y="387"/>
                    </a:lnTo>
                    <a:lnTo>
                      <a:pt x="180" y="382"/>
                    </a:lnTo>
                    <a:lnTo>
                      <a:pt x="194" y="367"/>
                    </a:lnTo>
                    <a:lnTo>
                      <a:pt x="210" y="351"/>
                    </a:lnTo>
                    <a:lnTo>
                      <a:pt x="227" y="337"/>
                    </a:lnTo>
                    <a:lnTo>
                      <a:pt x="244" y="322"/>
                    </a:lnTo>
                    <a:lnTo>
                      <a:pt x="260" y="308"/>
                    </a:lnTo>
                    <a:lnTo>
                      <a:pt x="275" y="292"/>
                    </a:lnTo>
                    <a:lnTo>
                      <a:pt x="290" y="275"/>
                    </a:lnTo>
                    <a:lnTo>
                      <a:pt x="300" y="256"/>
                    </a:lnTo>
                    <a:lnTo>
                      <a:pt x="307" y="234"/>
                    </a:lnTo>
                    <a:lnTo>
                      <a:pt x="309" y="213"/>
                    </a:lnTo>
                    <a:lnTo>
                      <a:pt x="304" y="191"/>
                    </a:lnTo>
                    <a:lnTo>
                      <a:pt x="297" y="171"/>
                    </a:lnTo>
                    <a:lnTo>
                      <a:pt x="285" y="151"/>
                    </a:lnTo>
                    <a:lnTo>
                      <a:pt x="271" y="134"/>
                    </a:lnTo>
                    <a:lnTo>
                      <a:pt x="253" y="118"/>
                    </a:lnTo>
                    <a:lnTo>
                      <a:pt x="235" y="104"/>
                    </a:lnTo>
                    <a:lnTo>
                      <a:pt x="222" y="94"/>
                    </a:lnTo>
                    <a:lnTo>
                      <a:pt x="207" y="85"/>
                    </a:lnTo>
                    <a:lnTo>
                      <a:pt x="191" y="75"/>
                    </a:lnTo>
                    <a:lnTo>
                      <a:pt x="175" y="65"/>
                    </a:lnTo>
                    <a:lnTo>
                      <a:pt x="159" y="55"/>
                    </a:lnTo>
                    <a:lnTo>
                      <a:pt x="141" y="45"/>
                    </a:lnTo>
                    <a:lnTo>
                      <a:pt x="124" y="36"/>
                    </a:lnTo>
                    <a:lnTo>
                      <a:pt x="108" y="28"/>
                    </a:lnTo>
                    <a:lnTo>
                      <a:pt x="92" y="20"/>
                    </a:lnTo>
                    <a:lnTo>
                      <a:pt x="75" y="13"/>
                    </a:lnTo>
                    <a:lnTo>
                      <a:pt x="59" y="9"/>
                    </a:lnTo>
                    <a:lnTo>
                      <a:pt x="45" y="5"/>
                    </a:lnTo>
                    <a:lnTo>
                      <a:pt x="31" y="2"/>
                    </a:lnTo>
                    <a:lnTo>
                      <a:pt x="20" y="0"/>
                    </a:lnTo>
                    <a:lnTo>
                      <a:pt x="9" y="2"/>
                    </a:lnTo>
                    <a:lnTo>
                      <a:pt x="0" y="5"/>
                    </a:lnTo>
                    <a:lnTo>
                      <a:pt x="11" y="7"/>
                    </a:lnTo>
                    <a:lnTo>
                      <a:pt x="23" y="12"/>
                    </a:lnTo>
                    <a:lnTo>
                      <a:pt x="36" y="17"/>
                    </a:lnTo>
                    <a:lnTo>
                      <a:pt x="49" y="23"/>
                    </a:lnTo>
                    <a:lnTo>
                      <a:pt x="65" y="30"/>
                    </a:lnTo>
                    <a:lnTo>
                      <a:pt x="81" y="38"/>
                    </a:lnTo>
                    <a:lnTo>
                      <a:pt x="99" y="46"/>
                    </a:lnTo>
                    <a:lnTo>
                      <a:pt x="116" y="55"/>
                    </a:lnTo>
                    <a:lnTo>
                      <a:pt x="134" y="65"/>
                    </a:lnTo>
                    <a:lnTo>
                      <a:pt x="152" y="75"/>
                    </a:lnTo>
                    <a:lnTo>
                      <a:pt x="169" y="86"/>
                    </a:lnTo>
                    <a:lnTo>
                      <a:pt x="187" y="98"/>
                    </a:lnTo>
                    <a:lnTo>
                      <a:pt x="205" y="109"/>
                    </a:lnTo>
                    <a:lnTo>
                      <a:pt x="221" y="121"/>
                    </a:lnTo>
                    <a:lnTo>
                      <a:pt x="235" y="132"/>
                    </a:lnTo>
                    <a:lnTo>
                      <a:pt x="250" y="145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2" name="Google Shape;6452;p76"/>
              <p:cNvSpPr/>
              <p:nvPr/>
            </p:nvSpPr>
            <p:spPr>
              <a:xfrm>
                <a:off x="8279" y="4648"/>
                <a:ext cx="135" cy="97"/>
              </a:xfrm>
              <a:custGeom>
                <a:rect b="b" l="l" r="r" t="t"/>
                <a:pathLst>
                  <a:path extrusionOk="0" h="292" w="406">
                    <a:moveTo>
                      <a:pt x="326" y="36"/>
                    </a:moveTo>
                    <a:lnTo>
                      <a:pt x="332" y="65"/>
                    </a:lnTo>
                    <a:lnTo>
                      <a:pt x="340" y="93"/>
                    </a:lnTo>
                    <a:lnTo>
                      <a:pt x="351" y="123"/>
                    </a:lnTo>
                    <a:lnTo>
                      <a:pt x="361" y="152"/>
                    </a:lnTo>
                    <a:lnTo>
                      <a:pt x="373" y="181"/>
                    </a:lnTo>
                    <a:lnTo>
                      <a:pt x="384" y="210"/>
                    </a:lnTo>
                    <a:lnTo>
                      <a:pt x="395" y="237"/>
                    </a:lnTo>
                    <a:lnTo>
                      <a:pt x="405" y="266"/>
                    </a:lnTo>
                    <a:lnTo>
                      <a:pt x="406" y="273"/>
                    </a:lnTo>
                    <a:lnTo>
                      <a:pt x="406" y="279"/>
                    </a:lnTo>
                    <a:lnTo>
                      <a:pt x="404" y="284"/>
                    </a:lnTo>
                    <a:lnTo>
                      <a:pt x="399" y="289"/>
                    </a:lnTo>
                    <a:lnTo>
                      <a:pt x="393" y="292"/>
                    </a:lnTo>
                    <a:lnTo>
                      <a:pt x="387" y="292"/>
                    </a:lnTo>
                    <a:lnTo>
                      <a:pt x="381" y="289"/>
                    </a:lnTo>
                    <a:lnTo>
                      <a:pt x="377" y="283"/>
                    </a:lnTo>
                    <a:lnTo>
                      <a:pt x="364" y="251"/>
                    </a:lnTo>
                    <a:lnTo>
                      <a:pt x="352" y="213"/>
                    </a:lnTo>
                    <a:lnTo>
                      <a:pt x="339" y="171"/>
                    </a:lnTo>
                    <a:lnTo>
                      <a:pt x="329" y="131"/>
                    </a:lnTo>
                    <a:lnTo>
                      <a:pt x="318" y="93"/>
                    </a:lnTo>
                    <a:lnTo>
                      <a:pt x="311" y="63"/>
                    </a:lnTo>
                    <a:lnTo>
                      <a:pt x="307" y="42"/>
                    </a:lnTo>
                    <a:lnTo>
                      <a:pt x="305" y="34"/>
                    </a:lnTo>
                    <a:lnTo>
                      <a:pt x="283" y="34"/>
                    </a:lnTo>
                    <a:lnTo>
                      <a:pt x="261" y="36"/>
                    </a:lnTo>
                    <a:lnTo>
                      <a:pt x="239" y="39"/>
                    </a:lnTo>
                    <a:lnTo>
                      <a:pt x="216" y="43"/>
                    </a:lnTo>
                    <a:lnTo>
                      <a:pt x="192" y="50"/>
                    </a:lnTo>
                    <a:lnTo>
                      <a:pt x="170" y="57"/>
                    </a:lnTo>
                    <a:lnTo>
                      <a:pt x="148" y="65"/>
                    </a:lnTo>
                    <a:lnTo>
                      <a:pt x="126" y="73"/>
                    </a:lnTo>
                    <a:lnTo>
                      <a:pt x="106" y="83"/>
                    </a:lnTo>
                    <a:lnTo>
                      <a:pt x="85" y="93"/>
                    </a:lnTo>
                    <a:lnTo>
                      <a:pt x="67" y="103"/>
                    </a:lnTo>
                    <a:lnTo>
                      <a:pt x="50" y="113"/>
                    </a:lnTo>
                    <a:lnTo>
                      <a:pt x="34" y="122"/>
                    </a:lnTo>
                    <a:lnTo>
                      <a:pt x="20" y="132"/>
                    </a:lnTo>
                    <a:lnTo>
                      <a:pt x="9" y="141"/>
                    </a:lnTo>
                    <a:lnTo>
                      <a:pt x="0" y="148"/>
                    </a:lnTo>
                    <a:lnTo>
                      <a:pt x="0" y="133"/>
                    </a:lnTo>
                    <a:lnTo>
                      <a:pt x="7" y="118"/>
                    </a:lnTo>
                    <a:lnTo>
                      <a:pt x="19" y="102"/>
                    </a:lnTo>
                    <a:lnTo>
                      <a:pt x="35" y="86"/>
                    </a:lnTo>
                    <a:lnTo>
                      <a:pt x="53" y="70"/>
                    </a:lnTo>
                    <a:lnTo>
                      <a:pt x="73" y="54"/>
                    </a:lnTo>
                    <a:lnTo>
                      <a:pt x="92" y="43"/>
                    </a:lnTo>
                    <a:lnTo>
                      <a:pt x="111" y="33"/>
                    </a:lnTo>
                    <a:lnTo>
                      <a:pt x="139" y="23"/>
                    </a:lnTo>
                    <a:lnTo>
                      <a:pt x="173" y="14"/>
                    </a:lnTo>
                    <a:lnTo>
                      <a:pt x="210" y="8"/>
                    </a:lnTo>
                    <a:lnTo>
                      <a:pt x="245" y="4"/>
                    </a:lnTo>
                    <a:lnTo>
                      <a:pt x="277" y="1"/>
                    </a:lnTo>
                    <a:lnTo>
                      <a:pt x="304" y="0"/>
                    </a:lnTo>
                    <a:lnTo>
                      <a:pt x="321" y="0"/>
                    </a:lnTo>
                    <a:lnTo>
                      <a:pt x="329" y="0"/>
                    </a:lnTo>
                    <a:lnTo>
                      <a:pt x="336" y="1"/>
                    </a:lnTo>
                    <a:lnTo>
                      <a:pt x="342" y="6"/>
                    </a:lnTo>
                    <a:lnTo>
                      <a:pt x="345" y="11"/>
                    </a:lnTo>
                    <a:lnTo>
                      <a:pt x="346" y="19"/>
                    </a:lnTo>
                    <a:lnTo>
                      <a:pt x="345" y="26"/>
                    </a:lnTo>
                    <a:lnTo>
                      <a:pt x="340" y="31"/>
                    </a:lnTo>
                    <a:lnTo>
                      <a:pt x="335" y="34"/>
                    </a:lnTo>
                    <a:lnTo>
                      <a:pt x="326" y="36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3" name="Google Shape;6453;p76"/>
              <p:cNvSpPr/>
              <p:nvPr/>
            </p:nvSpPr>
            <p:spPr>
              <a:xfrm>
                <a:off x="8272" y="4697"/>
                <a:ext cx="146" cy="320"/>
              </a:xfrm>
              <a:custGeom>
                <a:rect b="b" l="l" r="r" t="t"/>
                <a:pathLst>
                  <a:path extrusionOk="0" h="960" w="439">
                    <a:moveTo>
                      <a:pt x="72" y="270"/>
                    </a:moveTo>
                    <a:lnTo>
                      <a:pt x="82" y="289"/>
                    </a:lnTo>
                    <a:lnTo>
                      <a:pt x="85" y="302"/>
                    </a:lnTo>
                    <a:lnTo>
                      <a:pt x="87" y="316"/>
                    </a:lnTo>
                    <a:lnTo>
                      <a:pt x="93" y="336"/>
                    </a:lnTo>
                    <a:lnTo>
                      <a:pt x="107" y="376"/>
                    </a:lnTo>
                    <a:lnTo>
                      <a:pt x="124" y="417"/>
                    </a:lnTo>
                    <a:lnTo>
                      <a:pt x="141" y="455"/>
                    </a:lnTo>
                    <a:lnTo>
                      <a:pt x="157" y="494"/>
                    </a:lnTo>
                    <a:lnTo>
                      <a:pt x="175" y="533"/>
                    </a:lnTo>
                    <a:lnTo>
                      <a:pt x="193" y="572"/>
                    </a:lnTo>
                    <a:lnTo>
                      <a:pt x="210" y="611"/>
                    </a:lnTo>
                    <a:lnTo>
                      <a:pt x="229" y="649"/>
                    </a:lnTo>
                    <a:lnTo>
                      <a:pt x="248" y="687"/>
                    </a:lnTo>
                    <a:lnTo>
                      <a:pt x="267" y="726"/>
                    </a:lnTo>
                    <a:lnTo>
                      <a:pt x="287" y="763"/>
                    </a:lnTo>
                    <a:lnTo>
                      <a:pt x="307" y="802"/>
                    </a:lnTo>
                    <a:lnTo>
                      <a:pt x="326" y="839"/>
                    </a:lnTo>
                    <a:lnTo>
                      <a:pt x="347" y="878"/>
                    </a:lnTo>
                    <a:lnTo>
                      <a:pt x="367" y="915"/>
                    </a:lnTo>
                    <a:lnTo>
                      <a:pt x="388" y="954"/>
                    </a:lnTo>
                    <a:lnTo>
                      <a:pt x="391" y="957"/>
                    </a:lnTo>
                    <a:lnTo>
                      <a:pt x="397" y="958"/>
                    </a:lnTo>
                    <a:lnTo>
                      <a:pt x="404" y="960"/>
                    </a:lnTo>
                    <a:lnTo>
                      <a:pt x="413" y="960"/>
                    </a:lnTo>
                    <a:lnTo>
                      <a:pt x="420" y="960"/>
                    </a:lnTo>
                    <a:lnTo>
                      <a:pt x="427" y="958"/>
                    </a:lnTo>
                    <a:lnTo>
                      <a:pt x="433" y="957"/>
                    </a:lnTo>
                    <a:lnTo>
                      <a:pt x="436" y="954"/>
                    </a:lnTo>
                    <a:lnTo>
                      <a:pt x="439" y="948"/>
                    </a:lnTo>
                    <a:lnTo>
                      <a:pt x="439" y="943"/>
                    </a:lnTo>
                    <a:lnTo>
                      <a:pt x="436" y="937"/>
                    </a:lnTo>
                    <a:lnTo>
                      <a:pt x="432" y="932"/>
                    </a:lnTo>
                    <a:lnTo>
                      <a:pt x="414" y="902"/>
                    </a:lnTo>
                    <a:lnTo>
                      <a:pt x="398" y="874"/>
                    </a:lnTo>
                    <a:lnTo>
                      <a:pt x="380" y="843"/>
                    </a:lnTo>
                    <a:lnTo>
                      <a:pt x="364" y="813"/>
                    </a:lnTo>
                    <a:lnTo>
                      <a:pt x="348" y="784"/>
                    </a:lnTo>
                    <a:lnTo>
                      <a:pt x="332" y="754"/>
                    </a:lnTo>
                    <a:lnTo>
                      <a:pt x="314" y="724"/>
                    </a:lnTo>
                    <a:lnTo>
                      <a:pt x="298" y="694"/>
                    </a:lnTo>
                    <a:lnTo>
                      <a:pt x="269" y="638"/>
                    </a:lnTo>
                    <a:lnTo>
                      <a:pt x="242" y="585"/>
                    </a:lnTo>
                    <a:lnTo>
                      <a:pt x="216" y="532"/>
                    </a:lnTo>
                    <a:lnTo>
                      <a:pt x="193" y="477"/>
                    </a:lnTo>
                    <a:lnTo>
                      <a:pt x="169" y="424"/>
                    </a:lnTo>
                    <a:lnTo>
                      <a:pt x="149" y="369"/>
                    </a:lnTo>
                    <a:lnTo>
                      <a:pt x="128" y="312"/>
                    </a:lnTo>
                    <a:lnTo>
                      <a:pt x="107" y="253"/>
                    </a:lnTo>
                    <a:lnTo>
                      <a:pt x="91" y="220"/>
                    </a:lnTo>
                    <a:lnTo>
                      <a:pt x="75" y="181"/>
                    </a:lnTo>
                    <a:lnTo>
                      <a:pt x="60" y="139"/>
                    </a:lnTo>
                    <a:lnTo>
                      <a:pt x="47" y="99"/>
                    </a:lnTo>
                    <a:lnTo>
                      <a:pt x="35" y="62"/>
                    </a:lnTo>
                    <a:lnTo>
                      <a:pt x="25" y="31"/>
                    </a:lnTo>
                    <a:lnTo>
                      <a:pt x="15" y="10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6" y="47"/>
                    </a:lnTo>
                    <a:lnTo>
                      <a:pt x="11" y="82"/>
                    </a:lnTo>
                    <a:lnTo>
                      <a:pt x="16" y="115"/>
                    </a:lnTo>
                    <a:lnTo>
                      <a:pt x="24" y="146"/>
                    </a:lnTo>
                    <a:lnTo>
                      <a:pt x="33" y="179"/>
                    </a:lnTo>
                    <a:lnTo>
                      <a:pt x="43" y="211"/>
                    </a:lnTo>
                    <a:lnTo>
                      <a:pt x="56" y="241"/>
                    </a:lnTo>
                    <a:lnTo>
                      <a:pt x="72" y="27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4" name="Google Shape;6454;p76"/>
              <p:cNvSpPr/>
              <p:nvPr/>
            </p:nvSpPr>
            <p:spPr>
              <a:xfrm>
                <a:off x="8416" y="4972"/>
                <a:ext cx="128" cy="66"/>
              </a:xfrm>
              <a:custGeom>
                <a:rect b="b" l="l" r="r" t="t"/>
                <a:pathLst>
                  <a:path extrusionOk="0" h="198" w="382">
                    <a:moveTo>
                      <a:pt x="2" y="182"/>
                    </a:moveTo>
                    <a:lnTo>
                      <a:pt x="0" y="187"/>
                    </a:lnTo>
                    <a:lnTo>
                      <a:pt x="0" y="191"/>
                    </a:lnTo>
                    <a:lnTo>
                      <a:pt x="2" y="195"/>
                    </a:lnTo>
                    <a:lnTo>
                      <a:pt x="6" y="198"/>
                    </a:lnTo>
                    <a:lnTo>
                      <a:pt x="30" y="187"/>
                    </a:lnTo>
                    <a:lnTo>
                      <a:pt x="52" y="176"/>
                    </a:lnTo>
                    <a:lnTo>
                      <a:pt x="75" y="166"/>
                    </a:lnTo>
                    <a:lnTo>
                      <a:pt x="99" y="156"/>
                    </a:lnTo>
                    <a:lnTo>
                      <a:pt x="124" y="146"/>
                    </a:lnTo>
                    <a:lnTo>
                      <a:pt x="147" y="138"/>
                    </a:lnTo>
                    <a:lnTo>
                      <a:pt x="171" y="128"/>
                    </a:lnTo>
                    <a:lnTo>
                      <a:pt x="194" y="119"/>
                    </a:lnTo>
                    <a:lnTo>
                      <a:pt x="218" y="109"/>
                    </a:lnTo>
                    <a:lnTo>
                      <a:pt x="241" y="99"/>
                    </a:lnTo>
                    <a:lnTo>
                      <a:pt x="265" y="89"/>
                    </a:lnTo>
                    <a:lnTo>
                      <a:pt x="287" y="77"/>
                    </a:lnTo>
                    <a:lnTo>
                      <a:pt x="310" y="66"/>
                    </a:lnTo>
                    <a:lnTo>
                      <a:pt x="332" y="54"/>
                    </a:lnTo>
                    <a:lnTo>
                      <a:pt x="354" y="41"/>
                    </a:lnTo>
                    <a:lnTo>
                      <a:pt x="376" y="27"/>
                    </a:lnTo>
                    <a:lnTo>
                      <a:pt x="381" y="23"/>
                    </a:lnTo>
                    <a:lnTo>
                      <a:pt x="382" y="17"/>
                    </a:lnTo>
                    <a:lnTo>
                      <a:pt x="382" y="11"/>
                    </a:lnTo>
                    <a:lnTo>
                      <a:pt x="379" y="7"/>
                    </a:lnTo>
                    <a:lnTo>
                      <a:pt x="375" y="3"/>
                    </a:lnTo>
                    <a:lnTo>
                      <a:pt x="369" y="0"/>
                    </a:lnTo>
                    <a:lnTo>
                      <a:pt x="363" y="0"/>
                    </a:lnTo>
                    <a:lnTo>
                      <a:pt x="359" y="3"/>
                    </a:lnTo>
                    <a:lnTo>
                      <a:pt x="335" y="16"/>
                    </a:lnTo>
                    <a:lnTo>
                      <a:pt x="309" y="28"/>
                    </a:lnTo>
                    <a:lnTo>
                      <a:pt x="281" y="41"/>
                    </a:lnTo>
                    <a:lnTo>
                      <a:pt x="253" y="56"/>
                    </a:lnTo>
                    <a:lnTo>
                      <a:pt x="223" y="70"/>
                    </a:lnTo>
                    <a:lnTo>
                      <a:pt x="193" y="84"/>
                    </a:lnTo>
                    <a:lnTo>
                      <a:pt x="163" y="97"/>
                    </a:lnTo>
                    <a:lnTo>
                      <a:pt x="135" y="112"/>
                    </a:lnTo>
                    <a:lnTo>
                      <a:pt x="107" y="125"/>
                    </a:lnTo>
                    <a:lnTo>
                      <a:pt x="83" y="136"/>
                    </a:lnTo>
                    <a:lnTo>
                      <a:pt x="61" y="148"/>
                    </a:lnTo>
                    <a:lnTo>
                      <a:pt x="40" y="158"/>
                    </a:lnTo>
                    <a:lnTo>
                      <a:pt x="24" y="166"/>
                    </a:lnTo>
                    <a:lnTo>
                      <a:pt x="12" y="174"/>
                    </a:lnTo>
                    <a:lnTo>
                      <a:pt x="5" y="179"/>
                    </a:lnTo>
                    <a:lnTo>
                      <a:pt x="2" y="182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5" name="Google Shape;6455;p76"/>
              <p:cNvSpPr/>
              <p:nvPr/>
            </p:nvSpPr>
            <p:spPr>
              <a:xfrm>
                <a:off x="8304" y="4693"/>
                <a:ext cx="76" cy="80"/>
              </a:xfrm>
              <a:custGeom>
                <a:rect b="b" l="l" r="r" t="t"/>
                <a:pathLst>
                  <a:path extrusionOk="0" h="240" w="229">
                    <a:moveTo>
                      <a:pt x="126" y="4"/>
                    </a:moveTo>
                    <a:lnTo>
                      <a:pt x="119" y="3"/>
                    </a:lnTo>
                    <a:lnTo>
                      <a:pt x="111" y="3"/>
                    </a:lnTo>
                    <a:lnTo>
                      <a:pt x="105" y="1"/>
                    </a:lnTo>
                    <a:lnTo>
                      <a:pt x="102" y="1"/>
                    </a:lnTo>
                    <a:lnTo>
                      <a:pt x="94" y="0"/>
                    </a:lnTo>
                    <a:lnTo>
                      <a:pt x="83" y="0"/>
                    </a:lnTo>
                    <a:lnTo>
                      <a:pt x="75" y="1"/>
                    </a:lnTo>
                    <a:lnTo>
                      <a:pt x="66" y="3"/>
                    </a:lnTo>
                    <a:lnTo>
                      <a:pt x="57" y="4"/>
                    </a:lnTo>
                    <a:lnTo>
                      <a:pt x="48" y="9"/>
                    </a:lnTo>
                    <a:lnTo>
                      <a:pt x="41" y="13"/>
                    </a:lnTo>
                    <a:lnTo>
                      <a:pt x="33" y="17"/>
                    </a:lnTo>
                    <a:lnTo>
                      <a:pt x="17" y="34"/>
                    </a:lnTo>
                    <a:lnTo>
                      <a:pt x="6" y="55"/>
                    </a:lnTo>
                    <a:lnTo>
                      <a:pt x="1" y="76"/>
                    </a:lnTo>
                    <a:lnTo>
                      <a:pt x="0" y="98"/>
                    </a:lnTo>
                    <a:lnTo>
                      <a:pt x="3" y="121"/>
                    </a:lnTo>
                    <a:lnTo>
                      <a:pt x="8" y="144"/>
                    </a:lnTo>
                    <a:lnTo>
                      <a:pt x="16" y="167"/>
                    </a:lnTo>
                    <a:lnTo>
                      <a:pt x="26" y="187"/>
                    </a:lnTo>
                    <a:lnTo>
                      <a:pt x="35" y="200"/>
                    </a:lnTo>
                    <a:lnTo>
                      <a:pt x="45" y="213"/>
                    </a:lnTo>
                    <a:lnTo>
                      <a:pt x="57" y="223"/>
                    </a:lnTo>
                    <a:lnTo>
                      <a:pt x="70" y="230"/>
                    </a:lnTo>
                    <a:lnTo>
                      <a:pt x="85" y="236"/>
                    </a:lnTo>
                    <a:lnTo>
                      <a:pt x="101" y="240"/>
                    </a:lnTo>
                    <a:lnTo>
                      <a:pt x="116" y="240"/>
                    </a:lnTo>
                    <a:lnTo>
                      <a:pt x="132" y="237"/>
                    </a:lnTo>
                    <a:lnTo>
                      <a:pt x="154" y="228"/>
                    </a:lnTo>
                    <a:lnTo>
                      <a:pt x="174" y="218"/>
                    </a:lnTo>
                    <a:lnTo>
                      <a:pt x="192" y="204"/>
                    </a:lnTo>
                    <a:lnTo>
                      <a:pt x="208" y="188"/>
                    </a:lnTo>
                    <a:lnTo>
                      <a:pt x="218" y="171"/>
                    </a:lnTo>
                    <a:lnTo>
                      <a:pt x="226" y="151"/>
                    </a:lnTo>
                    <a:lnTo>
                      <a:pt x="229" y="131"/>
                    </a:lnTo>
                    <a:lnTo>
                      <a:pt x="226" y="109"/>
                    </a:lnTo>
                    <a:lnTo>
                      <a:pt x="224" y="103"/>
                    </a:lnTo>
                    <a:lnTo>
                      <a:pt x="221" y="98"/>
                    </a:lnTo>
                    <a:lnTo>
                      <a:pt x="215" y="95"/>
                    </a:lnTo>
                    <a:lnTo>
                      <a:pt x="210" y="93"/>
                    </a:lnTo>
                    <a:lnTo>
                      <a:pt x="204" y="95"/>
                    </a:lnTo>
                    <a:lnTo>
                      <a:pt x="198" y="99"/>
                    </a:lnTo>
                    <a:lnTo>
                      <a:pt x="195" y="105"/>
                    </a:lnTo>
                    <a:lnTo>
                      <a:pt x="195" y="111"/>
                    </a:lnTo>
                    <a:lnTo>
                      <a:pt x="193" y="126"/>
                    </a:lnTo>
                    <a:lnTo>
                      <a:pt x="189" y="142"/>
                    </a:lnTo>
                    <a:lnTo>
                      <a:pt x="183" y="158"/>
                    </a:lnTo>
                    <a:lnTo>
                      <a:pt x="174" y="171"/>
                    </a:lnTo>
                    <a:lnTo>
                      <a:pt x="164" y="181"/>
                    </a:lnTo>
                    <a:lnTo>
                      <a:pt x="149" y="190"/>
                    </a:lnTo>
                    <a:lnTo>
                      <a:pt x="133" y="195"/>
                    </a:lnTo>
                    <a:lnTo>
                      <a:pt x="113" y="198"/>
                    </a:lnTo>
                    <a:lnTo>
                      <a:pt x="92" y="197"/>
                    </a:lnTo>
                    <a:lnTo>
                      <a:pt x="76" y="188"/>
                    </a:lnTo>
                    <a:lnTo>
                      <a:pt x="63" y="177"/>
                    </a:lnTo>
                    <a:lnTo>
                      <a:pt x="54" y="161"/>
                    </a:lnTo>
                    <a:lnTo>
                      <a:pt x="47" y="142"/>
                    </a:lnTo>
                    <a:lnTo>
                      <a:pt x="41" y="124"/>
                    </a:lnTo>
                    <a:lnTo>
                      <a:pt x="36" y="103"/>
                    </a:lnTo>
                    <a:lnTo>
                      <a:pt x="35" y="85"/>
                    </a:lnTo>
                    <a:lnTo>
                      <a:pt x="35" y="73"/>
                    </a:lnTo>
                    <a:lnTo>
                      <a:pt x="36" y="62"/>
                    </a:lnTo>
                    <a:lnTo>
                      <a:pt x="41" y="50"/>
                    </a:lnTo>
                    <a:lnTo>
                      <a:pt x="48" y="40"/>
                    </a:lnTo>
                    <a:lnTo>
                      <a:pt x="55" y="33"/>
                    </a:lnTo>
                    <a:lnTo>
                      <a:pt x="66" y="26"/>
                    </a:lnTo>
                    <a:lnTo>
                      <a:pt x="77" y="21"/>
                    </a:lnTo>
                    <a:lnTo>
                      <a:pt x="92" y="19"/>
                    </a:lnTo>
                    <a:lnTo>
                      <a:pt x="97" y="19"/>
                    </a:lnTo>
                    <a:lnTo>
                      <a:pt x="105" y="19"/>
                    </a:lnTo>
                    <a:lnTo>
                      <a:pt x="120" y="19"/>
                    </a:lnTo>
                    <a:lnTo>
                      <a:pt x="135" y="21"/>
                    </a:lnTo>
                    <a:lnTo>
                      <a:pt x="139" y="20"/>
                    </a:lnTo>
                    <a:lnTo>
                      <a:pt x="139" y="14"/>
                    </a:lnTo>
                    <a:lnTo>
                      <a:pt x="133" y="9"/>
                    </a:lnTo>
                    <a:lnTo>
                      <a:pt x="126" y="4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6" name="Google Shape;6456;p76"/>
              <p:cNvSpPr/>
              <p:nvPr/>
            </p:nvSpPr>
            <p:spPr>
              <a:xfrm>
                <a:off x="8401" y="4895"/>
                <a:ext cx="93" cy="90"/>
              </a:xfrm>
              <a:custGeom>
                <a:rect b="b" l="l" r="r" t="t"/>
                <a:pathLst>
                  <a:path extrusionOk="0" h="270" w="281">
                    <a:moveTo>
                      <a:pt x="75" y="5"/>
                    </a:moveTo>
                    <a:lnTo>
                      <a:pt x="61" y="10"/>
                    </a:lnTo>
                    <a:lnTo>
                      <a:pt x="47" y="19"/>
                    </a:lnTo>
                    <a:lnTo>
                      <a:pt x="34" y="28"/>
                    </a:lnTo>
                    <a:lnTo>
                      <a:pt x="24" y="39"/>
                    </a:lnTo>
                    <a:lnTo>
                      <a:pt x="15" y="52"/>
                    </a:lnTo>
                    <a:lnTo>
                      <a:pt x="8" y="65"/>
                    </a:lnTo>
                    <a:lnTo>
                      <a:pt x="3" y="81"/>
                    </a:lnTo>
                    <a:lnTo>
                      <a:pt x="0" y="97"/>
                    </a:lnTo>
                    <a:lnTo>
                      <a:pt x="0" y="114"/>
                    </a:lnTo>
                    <a:lnTo>
                      <a:pt x="2" y="130"/>
                    </a:lnTo>
                    <a:lnTo>
                      <a:pt x="6" y="145"/>
                    </a:lnTo>
                    <a:lnTo>
                      <a:pt x="12" y="161"/>
                    </a:lnTo>
                    <a:lnTo>
                      <a:pt x="18" y="176"/>
                    </a:lnTo>
                    <a:lnTo>
                      <a:pt x="27" y="191"/>
                    </a:lnTo>
                    <a:lnTo>
                      <a:pt x="37" y="204"/>
                    </a:lnTo>
                    <a:lnTo>
                      <a:pt x="49" y="217"/>
                    </a:lnTo>
                    <a:lnTo>
                      <a:pt x="65" y="232"/>
                    </a:lnTo>
                    <a:lnTo>
                      <a:pt x="83" y="245"/>
                    </a:lnTo>
                    <a:lnTo>
                      <a:pt x="102" y="258"/>
                    </a:lnTo>
                    <a:lnTo>
                      <a:pt x="122" y="266"/>
                    </a:lnTo>
                    <a:lnTo>
                      <a:pt x="143" y="270"/>
                    </a:lnTo>
                    <a:lnTo>
                      <a:pt x="165" y="270"/>
                    </a:lnTo>
                    <a:lnTo>
                      <a:pt x="185" y="265"/>
                    </a:lnTo>
                    <a:lnTo>
                      <a:pt x="206" y="252"/>
                    </a:lnTo>
                    <a:lnTo>
                      <a:pt x="219" y="240"/>
                    </a:lnTo>
                    <a:lnTo>
                      <a:pt x="232" y="229"/>
                    </a:lnTo>
                    <a:lnTo>
                      <a:pt x="244" y="216"/>
                    </a:lnTo>
                    <a:lnTo>
                      <a:pt x="254" y="203"/>
                    </a:lnTo>
                    <a:lnTo>
                      <a:pt x="263" y="189"/>
                    </a:lnTo>
                    <a:lnTo>
                      <a:pt x="270" y="174"/>
                    </a:lnTo>
                    <a:lnTo>
                      <a:pt x="276" y="158"/>
                    </a:lnTo>
                    <a:lnTo>
                      <a:pt x="279" y="141"/>
                    </a:lnTo>
                    <a:lnTo>
                      <a:pt x="281" y="134"/>
                    </a:lnTo>
                    <a:lnTo>
                      <a:pt x="279" y="127"/>
                    </a:lnTo>
                    <a:lnTo>
                      <a:pt x="275" y="121"/>
                    </a:lnTo>
                    <a:lnTo>
                      <a:pt x="268" y="117"/>
                    </a:lnTo>
                    <a:lnTo>
                      <a:pt x="259" y="117"/>
                    </a:lnTo>
                    <a:lnTo>
                      <a:pt x="251" y="118"/>
                    </a:lnTo>
                    <a:lnTo>
                      <a:pt x="245" y="122"/>
                    </a:lnTo>
                    <a:lnTo>
                      <a:pt x="243" y="130"/>
                    </a:lnTo>
                    <a:lnTo>
                      <a:pt x="243" y="133"/>
                    </a:lnTo>
                    <a:lnTo>
                      <a:pt x="240" y="140"/>
                    </a:lnTo>
                    <a:lnTo>
                      <a:pt x="235" y="151"/>
                    </a:lnTo>
                    <a:lnTo>
                      <a:pt x="229" y="164"/>
                    </a:lnTo>
                    <a:lnTo>
                      <a:pt x="222" y="179"/>
                    </a:lnTo>
                    <a:lnTo>
                      <a:pt x="210" y="191"/>
                    </a:lnTo>
                    <a:lnTo>
                      <a:pt x="199" y="203"/>
                    </a:lnTo>
                    <a:lnTo>
                      <a:pt x="182" y="210"/>
                    </a:lnTo>
                    <a:lnTo>
                      <a:pt x="154" y="212"/>
                    </a:lnTo>
                    <a:lnTo>
                      <a:pt x="127" y="207"/>
                    </a:lnTo>
                    <a:lnTo>
                      <a:pt x="100" y="197"/>
                    </a:lnTo>
                    <a:lnTo>
                      <a:pt x="78" y="181"/>
                    </a:lnTo>
                    <a:lnTo>
                      <a:pt x="59" y="163"/>
                    </a:lnTo>
                    <a:lnTo>
                      <a:pt x="46" y="140"/>
                    </a:lnTo>
                    <a:lnTo>
                      <a:pt x="40" y="114"/>
                    </a:lnTo>
                    <a:lnTo>
                      <a:pt x="40" y="87"/>
                    </a:lnTo>
                    <a:lnTo>
                      <a:pt x="44" y="74"/>
                    </a:lnTo>
                    <a:lnTo>
                      <a:pt x="50" y="62"/>
                    </a:lnTo>
                    <a:lnTo>
                      <a:pt x="59" y="51"/>
                    </a:lnTo>
                    <a:lnTo>
                      <a:pt x="69" y="41"/>
                    </a:lnTo>
                    <a:lnTo>
                      <a:pt x="80" y="31"/>
                    </a:lnTo>
                    <a:lnTo>
                      <a:pt x="91" y="23"/>
                    </a:lnTo>
                    <a:lnTo>
                      <a:pt x="102" y="19"/>
                    </a:lnTo>
                    <a:lnTo>
                      <a:pt x="112" y="16"/>
                    </a:lnTo>
                    <a:lnTo>
                      <a:pt x="110" y="5"/>
                    </a:lnTo>
                    <a:lnTo>
                      <a:pt x="102" y="0"/>
                    </a:lnTo>
                    <a:lnTo>
                      <a:pt x="88" y="2"/>
                    </a:ln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7" name="Google Shape;6457;p76"/>
              <p:cNvSpPr/>
              <p:nvPr/>
            </p:nvSpPr>
            <p:spPr>
              <a:xfrm>
                <a:off x="8431" y="4921"/>
                <a:ext cx="5" cy="4"/>
              </a:xfrm>
              <a:custGeom>
                <a:rect b="b" l="l" r="r" t="t"/>
                <a:pathLst>
                  <a:path extrusionOk="0" h="13" w="15">
                    <a:moveTo>
                      <a:pt x="0" y="6"/>
                    </a:moveTo>
                    <a:lnTo>
                      <a:pt x="2" y="9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8" y="13"/>
                    </a:lnTo>
                    <a:lnTo>
                      <a:pt x="11" y="13"/>
                    </a:lnTo>
                    <a:lnTo>
                      <a:pt x="14" y="11"/>
                    </a:lnTo>
                    <a:lnTo>
                      <a:pt x="15" y="9"/>
                    </a:lnTo>
                    <a:lnTo>
                      <a:pt x="15" y="6"/>
                    </a:lnTo>
                    <a:lnTo>
                      <a:pt x="15" y="4"/>
                    </a:lnTo>
                    <a:lnTo>
                      <a:pt x="14" y="1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2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8" name="Google Shape;6458;p76"/>
              <p:cNvSpPr/>
              <p:nvPr/>
            </p:nvSpPr>
            <p:spPr>
              <a:xfrm>
                <a:off x="8447" y="4911"/>
                <a:ext cx="6" cy="6"/>
              </a:xfrm>
              <a:custGeom>
                <a:rect b="b" l="l" r="r" t="t"/>
                <a:pathLst>
                  <a:path extrusionOk="0" h="17" w="17">
                    <a:moveTo>
                      <a:pt x="0" y="9"/>
                    </a:moveTo>
                    <a:lnTo>
                      <a:pt x="1" y="13"/>
                    </a:lnTo>
                    <a:lnTo>
                      <a:pt x="3" y="15"/>
                    </a:lnTo>
                    <a:lnTo>
                      <a:pt x="6" y="17"/>
                    </a:lnTo>
                    <a:lnTo>
                      <a:pt x="9" y="17"/>
                    </a:lnTo>
                    <a:lnTo>
                      <a:pt x="13" y="17"/>
                    </a:lnTo>
                    <a:lnTo>
                      <a:pt x="16" y="15"/>
                    </a:lnTo>
                    <a:lnTo>
                      <a:pt x="17" y="13"/>
                    </a:lnTo>
                    <a:lnTo>
                      <a:pt x="17" y="9"/>
                    </a:lnTo>
                    <a:lnTo>
                      <a:pt x="17" y="6"/>
                    </a:lnTo>
                    <a:lnTo>
                      <a:pt x="16" y="3"/>
                    </a:lnTo>
                    <a:lnTo>
                      <a:pt x="13" y="2"/>
                    </a:lnTo>
                    <a:lnTo>
                      <a:pt x="9" y="0"/>
                    </a:lnTo>
                    <a:lnTo>
                      <a:pt x="6" y="2"/>
                    </a:lnTo>
                    <a:lnTo>
                      <a:pt x="3" y="3"/>
                    </a:lnTo>
                    <a:lnTo>
                      <a:pt x="1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9" name="Google Shape;6459;p76"/>
              <p:cNvSpPr/>
              <p:nvPr/>
            </p:nvSpPr>
            <p:spPr>
              <a:xfrm>
                <a:off x="8468" y="4904"/>
                <a:ext cx="3" cy="3"/>
              </a:xfrm>
              <a:custGeom>
                <a:rect b="b" l="l" r="r" t="t"/>
                <a:pathLst>
                  <a:path extrusionOk="0" h="9" w="9">
                    <a:moveTo>
                      <a:pt x="0" y="4"/>
                    </a:moveTo>
                    <a:lnTo>
                      <a:pt x="0" y="6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6" y="9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9" y="4"/>
                    </a:lnTo>
                    <a:lnTo>
                      <a:pt x="9" y="3"/>
                    </a:lnTo>
                    <a:lnTo>
                      <a:pt x="7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0" name="Google Shape;6460;p76"/>
              <p:cNvSpPr/>
              <p:nvPr/>
            </p:nvSpPr>
            <p:spPr>
              <a:xfrm>
                <a:off x="8459" y="4927"/>
                <a:ext cx="2" cy="3"/>
              </a:xfrm>
              <a:custGeom>
                <a:rect b="b" l="l" r="r" t="t"/>
                <a:pathLst>
                  <a:path extrusionOk="0" h="8" w="7">
                    <a:moveTo>
                      <a:pt x="0" y="4"/>
                    </a:moveTo>
                    <a:lnTo>
                      <a:pt x="0" y="5"/>
                    </a:lnTo>
                    <a:lnTo>
                      <a:pt x="1" y="7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7" y="5"/>
                    </a:lnTo>
                    <a:lnTo>
                      <a:pt x="7" y="4"/>
                    </a:lnTo>
                    <a:lnTo>
                      <a:pt x="7" y="2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1" name="Google Shape;6461;p76"/>
              <p:cNvSpPr/>
              <p:nvPr/>
            </p:nvSpPr>
            <p:spPr>
              <a:xfrm>
                <a:off x="8443" y="4936"/>
                <a:ext cx="2" cy="3"/>
              </a:xfrm>
              <a:custGeom>
                <a:rect b="b" l="l" r="r" t="t"/>
                <a:pathLst>
                  <a:path extrusionOk="0" h="9" w="7">
                    <a:moveTo>
                      <a:pt x="0" y="4"/>
                    </a:moveTo>
                    <a:lnTo>
                      <a:pt x="0" y="6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7" y="6"/>
                    </a:lnTo>
                    <a:lnTo>
                      <a:pt x="7" y="4"/>
                    </a:lnTo>
                    <a:lnTo>
                      <a:pt x="7" y="3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2" name="Google Shape;6462;p76"/>
              <p:cNvSpPr/>
              <p:nvPr/>
            </p:nvSpPr>
            <p:spPr>
              <a:xfrm>
                <a:off x="8474" y="4919"/>
                <a:ext cx="7" cy="6"/>
              </a:xfrm>
              <a:custGeom>
                <a:rect b="b" l="l" r="r" t="t"/>
                <a:pathLst>
                  <a:path extrusionOk="0" h="20" w="20">
                    <a:moveTo>
                      <a:pt x="0" y="10"/>
                    </a:moveTo>
                    <a:lnTo>
                      <a:pt x="0" y="15"/>
                    </a:lnTo>
                    <a:lnTo>
                      <a:pt x="2" y="17"/>
                    </a:lnTo>
                    <a:lnTo>
                      <a:pt x="5" y="20"/>
                    </a:lnTo>
                    <a:lnTo>
                      <a:pt x="10" y="20"/>
                    </a:lnTo>
                    <a:lnTo>
                      <a:pt x="14" y="20"/>
                    </a:lnTo>
                    <a:lnTo>
                      <a:pt x="17" y="17"/>
                    </a:lnTo>
                    <a:lnTo>
                      <a:pt x="20" y="15"/>
                    </a:lnTo>
                    <a:lnTo>
                      <a:pt x="20" y="10"/>
                    </a:lnTo>
                    <a:lnTo>
                      <a:pt x="20" y="6"/>
                    </a:lnTo>
                    <a:lnTo>
                      <a:pt x="17" y="3"/>
                    </a:lnTo>
                    <a:lnTo>
                      <a:pt x="14" y="0"/>
                    </a:lnTo>
                    <a:lnTo>
                      <a:pt x="10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3" name="Google Shape;6463;p76"/>
              <p:cNvSpPr/>
              <p:nvPr/>
            </p:nvSpPr>
            <p:spPr>
              <a:xfrm>
                <a:off x="8332" y="4713"/>
                <a:ext cx="4" cy="4"/>
              </a:xfrm>
              <a:custGeom>
                <a:rect b="b" l="l" r="r" t="t"/>
                <a:pathLst>
                  <a:path extrusionOk="0" h="13" w="12">
                    <a:moveTo>
                      <a:pt x="0" y="7"/>
                    </a:moveTo>
                    <a:lnTo>
                      <a:pt x="0" y="9"/>
                    </a:lnTo>
                    <a:lnTo>
                      <a:pt x="2" y="12"/>
                    </a:lnTo>
                    <a:lnTo>
                      <a:pt x="3" y="13"/>
                    </a:lnTo>
                    <a:lnTo>
                      <a:pt x="6" y="13"/>
                    </a:lnTo>
                    <a:lnTo>
                      <a:pt x="9" y="13"/>
                    </a:lnTo>
                    <a:lnTo>
                      <a:pt x="11" y="12"/>
                    </a:lnTo>
                    <a:lnTo>
                      <a:pt x="12" y="9"/>
                    </a:lnTo>
                    <a:lnTo>
                      <a:pt x="12" y="7"/>
                    </a:lnTo>
                    <a:lnTo>
                      <a:pt x="12" y="5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4" name="Google Shape;6464;p76"/>
              <p:cNvSpPr/>
              <p:nvPr/>
            </p:nvSpPr>
            <p:spPr>
              <a:xfrm>
                <a:off x="8349" y="4708"/>
                <a:ext cx="5" cy="4"/>
              </a:xfrm>
              <a:custGeom>
                <a:rect b="b" l="l" r="r" t="t"/>
                <a:pathLst>
                  <a:path extrusionOk="0" h="12" w="13">
                    <a:moveTo>
                      <a:pt x="0" y="6"/>
                    </a:moveTo>
                    <a:lnTo>
                      <a:pt x="0" y="8"/>
                    </a:lnTo>
                    <a:lnTo>
                      <a:pt x="2" y="10"/>
                    </a:lnTo>
                    <a:lnTo>
                      <a:pt x="5" y="12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2" y="10"/>
                    </a:lnTo>
                    <a:lnTo>
                      <a:pt x="13" y="8"/>
                    </a:lnTo>
                    <a:lnTo>
                      <a:pt x="13" y="6"/>
                    </a:lnTo>
                    <a:lnTo>
                      <a:pt x="13" y="3"/>
                    </a:lnTo>
                    <a:lnTo>
                      <a:pt x="12" y="2"/>
                    </a:lnTo>
                    <a:lnTo>
                      <a:pt x="9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5" name="Google Shape;6465;p76"/>
              <p:cNvSpPr/>
              <p:nvPr/>
            </p:nvSpPr>
            <p:spPr>
              <a:xfrm>
                <a:off x="8366" y="4704"/>
                <a:ext cx="2" cy="2"/>
              </a:xfrm>
              <a:custGeom>
                <a:rect b="b" l="l" r="r" t="t"/>
                <a:pathLst>
                  <a:path extrusionOk="0" h="7" w="8">
                    <a:moveTo>
                      <a:pt x="0" y="3"/>
                    </a:moveTo>
                    <a:lnTo>
                      <a:pt x="0" y="4"/>
                    </a:lnTo>
                    <a:lnTo>
                      <a:pt x="1" y="6"/>
                    </a:lnTo>
                    <a:lnTo>
                      <a:pt x="3" y="7"/>
                    </a:lnTo>
                    <a:lnTo>
                      <a:pt x="4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4"/>
                    </a:lnTo>
                    <a:lnTo>
                      <a:pt x="8" y="3"/>
                    </a:lnTo>
                    <a:lnTo>
                      <a:pt x="8" y="1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6" name="Google Shape;6466;p76"/>
              <p:cNvSpPr/>
              <p:nvPr/>
            </p:nvSpPr>
            <p:spPr>
              <a:xfrm>
                <a:off x="8338" y="4730"/>
                <a:ext cx="2" cy="3"/>
              </a:xfrm>
              <a:custGeom>
                <a:rect b="b" l="l" r="r" t="t"/>
                <a:pathLst>
                  <a:path extrusionOk="0" h="8" w="7">
                    <a:moveTo>
                      <a:pt x="0" y="3"/>
                    </a:moveTo>
                    <a:lnTo>
                      <a:pt x="0" y="5"/>
                    </a:lnTo>
                    <a:lnTo>
                      <a:pt x="1" y="6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7" y="5"/>
                    </a:lnTo>
                    <a:lnTo>
                      <a:pt x="7" y="3"/>
                    </a:lnTo>
                    <a:lnTo>
                      <a:pt x="7" y="2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7" name="Google Shape;6467;p76"/>
              <p:cNvSpPr/>
              <p:nvPr/>
            </p:nvSpPr>
            <p:spPr>
              <a:xfrm>
                <a:off x="8370" y="4713"/>
                <a:ext cx="6" cy="6"/>
              </a:xfrm>
              <a:custGeom>
                <a:rect b="b" l="l" r="r" t="t"/>
                <a:pathLst>
                  <a:path extrusionOk="0" h="17" w="16">
                    <a:moveTo>
                      <a:pt x="0" y="8"/>
                    </a:moveTo>
                    <a:lnTo>
                      <a:pt x="0" y="11"/>
                    </a:lnTo>
                    <a:lnTo>
                      <a:pt x="3" y="14"/>
                    </a:lnTo>
                    <a:lnTo>
                      <a:pt x="5" y="16"/>
                    </a:lnTo>
                    <a:lnTo>
                      <a:pt x="9" y="17"/>
                    </a:lnTo>
                    <a:lnTo>
                      <a:pt x="12" y="16"/>
                    </a:lnTo>
                    <a:lnTo>
                      <a:pt x="15" y="14"/>
                    </a:lnTo>
                    <a:lnTo>
                      <a:pt x="16" y="11"/>
                    </a:lnTo>
                    <a:lnTo>
                      <a:pt x="16" y="8"/>
                    </a:lnTo>
                    <a:lnTo>
                      <a:pt x="16" y="5"/>
                    </a:lnTo>
                    <a:lnTo>
                      <a:pt x="15" y="3"/>
                    </a:lnTo>
                    <a:lnTo>
                      <a:pt x="12" y="1"/>
                    </a:lnTo>
                    <a:lnTo>
                      <a:pt x="9" y="0"/>
                    </a:lnTo>
                    <a:lnTo>
                      <a:pt x="5" y="1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8" name="Google Shape;6468;p76"/>
              <p:cNvSpPr/>
              <p:nvPr/>
            </p:nvSpPr>
            <p:spPr>
              <a:xfrm>
                <a:off x="8353" y="4721"/>
                <a:ext cx="4" cy="4"/>
              </a:xfrm>
              <a:custGeom>
                <a:rect b="b" l="l" r="r" t="t"/>
                <a:pathLst>
                  <a:path extrusionOk="0" h="12" w="12">
                    <a:moveTo>
                      <a:pt x="0" y="6"/>
                    </a:moveTo>
                    <a:lnTo>
                      <a:pt x="0" y="7"/>
                    </a:lnTo>
                    <a:lnTo>
                      <a:pt x="1" y="10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7" y="12"/>
                    </a:lnTo>
                    <a:lnTo>
                      <a:pt x="10" y="10"/>
                    </a:lnTo>
                    <a:lnTo>
                      <a:pt x="12" y="7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0" y="2"/>
                    </a:lnTo>
                    <a:lnTo>
                      <a:pt x="7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9" name="Google Shape;6469;p76"/>
              <p:cNvSpPr/>
              <p:nvPr/>
            </p:nvSpPr>
            <p:spPr>
              <a:xfrm>
                <a:off x="8343" y="4794"/>
                <a:ext cx="25" cy="25"/>
              </a:xfrm>
              <a:custGeom>
                <a:rect b="b" l="l" r="r" t="t"/>
                <a:pathLst>
                  <a:path extrusionOk="0" h="75" w="74">
                    <a:moveTo>
                      <a:pt x="7" y="65"/>
                    </a:moveTo>
                    <a:lnTo>
                      <a:pt x="15" y="72"/>
                    </a:lnTo>
                    <a:lnTo>
                      <a:pt x="25" y="75"/>
                    </a:lnTo>
                    <a:lnTo>
                      <a:pt x="32" y="75"/>
                    </a:lnTo>
                    <a:lnTo>
                      <a:pt x="37" y="73"/>
                    </a:lnTo>
                    <a:lnTo>
                      <a:pt x="38" y="73"/>
                    </a:lnTo>
                    <a:lnTo>
                      <a:pt x="44" y="71"/>
                    </a:lnTo>
                    <a:lnTo>
                      <a:pt x="50" y="69"/>
                    </a:lnTo>
                    <a:lnTo>
                      <a:pt x="59" y="65"/>
                    </a:lnTo>
                    <a:lnTo>
                      <a:pt x="65" y="60"/>
                    </a:lnTo>
                    <a:lnTo>
                      <a:pt x="71" y="56"/>
                    </a:lnTo>
                    <a:lnTo>
                      <a:pt x="74" y="50"/>
                    </a:lnTo>
                    <a:lnTo>
                      <a:pt x="72" y="45"/>
                    </a:lnTo>
                    <a:lnTo>
                      <a:pt x="59" y="35"/>
                    </a:lnTo>
                    <a:lnTo>
                      <a:pt x="46" y="39"/>
                    </a:lnTo>
                    <a:lnTo>
                      <a:pt x="35" y="48"/>
                    </a:lnTo>
                    <a:lnTo>
                      <a:pt x="31" y="52"/>
                    </a:lnTo>
                    <a:lnTo>
                      <a:pt x="29" y="43"/>
                    </a:lnTo>
                    <a:lnTo>
                      <a:pt x="24" y="26"/>
                    </a:lnTo>
                    <a:lnTo>
                      <a:pt x="13" y="7"/>
                    </a:lnTo>
                    <a:lnTo>
                      <a:pt x="2" y="0"/>
                    </a:lnTo>
                    <a:lnTo>
                      <a:pt x="0" y="19"/>
                    </a:lnTo>
                    <a:lnTo>
                      <a:pt x="3" y="40"/>
                    </a:lnTo>
                    <a:lnTo>
                      <a:pt x="6" y="58"/>
                    </a:lnTo>
                    <a:lnTo>
                      <a:pt x="7" y="65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0" name="Google Shape;6470;p76"/>
              <p:cNvSpPr/>
              <p:nvPr/>
            </p:nvSpPr>
            <p:spPr>
              <a:xfrm>
                <a:off x="8367" y="4788"/>
                <a:ext cx="23" cy="20"/>
              </a:xfrm>
              <a:custGeom>
                <a:rect b="b" l="l" r="r" t="t"/>
                <a:pathLst>
                  <a:path extrusionOk="0" h="59" w="69">
                    <a:moveTo>
                      <a:pt x="24" y="59"/>
                    </a:moveTo>
                    <a:lnTo>
                      <a:pt x="29" y="59"/>
                    </a:lnTo>
                    <a:lnTo>
                      <a:pt x="38" y="57"/>
                    </a:lnTo>
                    <a:lnTo>
                      <a:pt x="47" y="56"/>
                    </a:lnTo>
                    <a:lnTo>
                      <a:pt x="56" y="54"/>
                    </a:lnTo>
                    <a:lnTo>
                      <a:pt x="63" y="52"/>
                    </a:lnTo>
                    <a:lnTo>
                      <a:pt x="68" y="47"/>
                    </a:lnTo>
                    <a:lnTo>
                      <a:pt x="69" y="43"/>
                    </a:lnTo>
                    <a:lnTo>
                      <a:pt x="66" y="37"/>
                    </a:lnTo>
                    <a:lnTo>
                      <a:pt x="54" y="32"/>
                    </a:lnTo>
                    <a:lnTo>
                      <a:pt x="41" y="33"/>
                    </a:lnTo>
                    <a:lnTo>
                      <a:pt x="29" y="37"/>
                    </a:lnTo>
                    <a:lnTo>
                      <a:pt x="25" y="40"/>
                    </a:lnTo>
                    <a:lnTo>
                      <a:pt x="21" y="29"/>
                    </a:lnTo>
                    <a:lnTo>
                      <a:pt x="19" y="13"/>
                    </a:lnTo>
                    <a:lnTo>
                      <a:pt x="15" y="1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9" y="44"/>
                    </a:lnTo>
                    <a:lnTo>
                      <a:pt x="19" y="56"/>
                    </a:lnTo>
                    <a:lnTo>
                      <a:pt x="24" y="59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1" name="Google Shape;6471;p76"/>
              <p:cNvSpPr/>
              <p:nvPr/>
            </p:nvSpPr>
            <p:spPr>
              <a:xfrm>
                <a:off x="8386" y="4779"/>
                <a:ext cx="23" cy="20"/>
              </a:xfrm>
              <a:custGeom>
                <a:rect b="b" l="l" r="r" t="t"/>
                <a:pathLst>
                  <a:path extrusionOk="0" h="60" w="69">
                    <a:moveTo>
                      <a:pt x="6" y="46"/>
                    </a:moveTo>
                    <a:lnTo>
                      <a:pt x="15" y="54"/>
                    </a:lnTo>
                    <a:lnTo>
                      <a:pt x="22" y="59"/>
                    </a:lnTo>
                    <a:lnTo>
                      <a:pt x="31" y="60"/>
                    </a:lnTo>
                    <a:lnTo>
                      <a:pt x="38" y="60"/>
                    </a:lnTo>
                    <a:lnTo>
                      <a:pt x="45" y="59"/>
                    </a:lnTo>
                    <a:lnTo>
                      <a:pt x="51" y="56"/>
                    </a:lnTo>
                    <a:lnTo>
                      <a:pt x="57" y="53"/>
                    </a:lnTo>
                    <a:lnTo>
                      <a:pt x="60" y="51"/>
                    </a:lnTo>
                    <a:lnTo>
                      <a:pt x="64" y="50"/>
                    </a:lnTo>
                    <a:lnTo>
                      <a:pt x="67" y="47"/>
                    </a:lnTo>
                    <a:lnTo>
                      <a:pt x="69" y="43"/>
                    </a:lnTo>
                    <a:lnTo>
                      <a:pt x="67" y="40"/>
                    </a:lnTo>
                    <a:lnTo>
                      <a:pt x="54" y="31"/>
                    </a:lnTo>
                    <a:lnTo>
                      <a:pt x="41" y="31"/>
                    </a:lnTo>
                    <a:lnTo>
                      <a:pt x="32" y="34"/>
                    </a:lnTo>
                    <a:lnTo>
                      <a:pt x="28" y="37"/>
                    </a:lnTo>
                    <a:lnTo>
                      <a:pt x="26" y="30"/>
                    </a:lnTo>
                    <a:lnTo>
                      <a:pt x="20" y="15"/>
                    </a:lnTo>
                    <a:lnTo>
                      <a:pt x="12" y="2"/>
                    </a:lnTo>
                    <a:lnTo>
                      <a:pt x="1" y="0"/>
                    </a:lnTo>
                    <a:lnTo>
                      <a:pt x="0" y="14"/>
                    </a:lnTo>
                    <a:lnTo>
                      <a:pt x="1" y="30"/>
                    </a:lnTo>
                    <a:lnTo>
                      <a:pt x="4" y="41"/>
                    </a:lnTo>
                    <a:lnTo>
                      <a:pt x="6" y="46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2" name="Google Shape;6472;p76"/>
              <p:cNvSpPr/>
              <p:nvPr/>
            </p:nvSpPr>
            <p:spPr>
              <a:xfrm>
                <a:off x="8357" y="4833"/>
                <a:ext cx="25" cy="16"/>
              </a:xfrm>
              <a:custGeom>
                <a:rect b="b" l="l" r="r" t="t"/>
                <a:pathLst>
                  <a:path extrusionOk="0" h="48" w="75">
                    <a:moveTo>
                      <a:pt x="12" y="44"/>
                    </a:moveTo>
                    <a:lnTo>
                      <a:pt x="19" y="46"/>
                    </a:lnTo>
                    <a:lnTo>
                      <a:pt x="31" y="48"/>
                    </a:lnTo>
                    <a:lnTo>
                      <a:pt x="43" y="48"/>
                    </a:lnTo>
                    <a:lnTo>
                      <a:pt x="56" y="46"/>
                    </a:lnTo>
                    <a:lnTo>
                      <a:pt x="66" y="42"/>
                    </a:lnTo>
                    <a:lnTo>
                      <a:pt x="74" y="36"/>
                    </a:lnTo>
                    <a:lnTo>
                      <a:pt x="75" y="29"/>
                    </a:lnTo>
                    <a:lnTo>
                      <a:pt x="71" y="19"/>
                    </a:lnTo>
                    <a:lnTo>
                      <a:pt x="66" y="16"/>
                    </a:lnTo>
                    <a:lnTo>
                      <a:pt x="59" y="15"/>
                    </a:lnTo>
                    <a:lnTo>
                      <a:pt x="52" y="15"/>
                    </a:lnTo>
                    <a:lnTo>
                      <a:pt x="43" y="18"/>
                    </a:lnTo>
                    <a:lnTo>
                      <a:pt x="35" y="19"/>
                    </a:lnTo>
                    <a:lnTo>
                      <a:pt x="30" y="22"/>
                    </a:lnTo>
                    <a:lnTo>
                      <a:pt x="25" y="23"/>
                    </a:lnTo>
                    <a:lnTo>
                      <a:pt x="24" y="25"/>
                    </a:lnTo>
                    <a:lnTo>
                      <a:pt x="22" y="21"/>
                    </a:lnTo>
                    <a:lnTo>
                      <a:pt x="19" y="13"/>
                    </a:lnTo>
                    <a:lnTo>
                      <a:pt x="16" y="5"/>
                    </a:lnTo>
                    <a:lnTo>
                      <a:pt x="15" y="2"/>
                    </a:lnTo>
                    <a:lnTo>
                      <a:pt x="12" y="0"/>
                    </a:lnTo>
                    <a:lnTo>
                      <a:pt x="8" y="0"/>
                    </a:lnTo>
                    <a:lnTo>
                      <a:pt x="3" y="2"/>
                    </a:lnTo>
                    <a:lnTo>
                      <a:pt x="0" y="5"/>
                    </a:lnTo>
                    <a:lnTo>
                      <a:pt x="0" y="13"/>
                    </a:lnTo>
                    <a:lnTo>
                      <a:pt x="5" y="26"/>
                    </a:lnTo>
                    <a:lnTo>
                      <a:pt x="9" y="38"/>
                    </a:lnTo>
                    <a:lnTo>
                      <a:pt x="12" y="44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3" name="Google Shape;6473;p76"/>
              <p:cNvSpPr/>
              <p:nvPr/>
            </p:nvSpPr>
            <p:spPr>
              <a:xfrm>
                <a:off x="8385" y="4821"/>
                <a:ext cx="21" cy="19"/>
              </a:xfrm>
              <a:custGeom>
                <a:rect b="b" l="l" r="r" t="t"/>
                <a:pathLst>
                  <a:path extrusionOk="0" h="57" w="63">
                    <a:moveTo>
                      <a:pt x="15" y="53"/>
                    </a:moveTo>
                    <a:lnTo>
                      <a:pt x="22" y="54"/>
                    </a:lnTo>
                    <a:lnTo>
                      <a:pt x="34" y="57"/>
                    </a:lnTo>
                    <a:lnTo>
                      <a:pt x="47" y="56"/>
                    </a:lnTo>
                    <a:lnTo>
                      <a:pt x="58" y="50"/>
                    </a:lnTo>
                    <a:lnTo>
                      <a:pt x="61" y="48"/>
                    </a:lnTo>
                    <a:lnTo>
                      <a:pt x="62" y="46"/>
                    </a:lnTo>
                    <a:lnTo>
                      <a:pt x="63" y="43"/>
                    </a:lnTo>
                    <a:lnTo>
                      <a:pt x="62" y="40"/>
                    </a:lnTo>
                    <a:lnTo>
                      <a:pt x="61" y="36"/>
                    </a:lnTo>
                    <a:lnTo>
                      <a:pt x="58" y="33"/>
                    </a:lnTo>
                    <a:lnTo>
                      <a:pt x="53" y="31"/>
                    </a:lnTo>
                    <a:lnTo>
                      <a:pt x="47" y="33"/>
                    </a:lnTo>
                    <a:lnTo>
                      <a:pt x="39" y="36"/>
                    </a:lnTo>
                    <a:lnTo>
                      <a:pt x="30" y="36"/>
                    </a:lnTo>
                    <a:lnTo>
                      <a:pt x="24" y="36"/>
                    </a:lnTo>
                    <a:lnTo>
                      <a:pt x="21" y="36"/>
                    </a:lnTo>
                    <a:lnTo>
                      <a:pt x="21" y="30"/>
                    </a:lnTo>
                    <a:lnTo>
                      <a:pt x="21" y="17"/>
                    </a:lnTo>
                    <a:lnTo>
                      <a:pt x="17" y="4"/>
                    </a:lnTo>
                    <a:lnTo>
                      <a:pt x="8" y="0"/>
                    </a:lnTo>
                    <a:lnTo>
                      <a:pt x="0" y="18"/>
                    </a:lnTo>
                    <a:lnTo>
                      <a:pt x="0" y="34"/>
                    </a:lnTo>
                    <a:lnTo>
                      <a:pt x="6" y="46"/>
                    </a:lnTo>
                    <a:lnTo>
                      <a:pt x="15" y="53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4" name="Google Shape;6474;p76"/>
              <p:cNvSpPr/>
              <p:nvPr/>
            </p:nvSpPr>
            <p:spPr>
              <a:xfrm>
                <a:off x="8406" y="4814"/>
                <a:ext cx="21" cy="19"/>
              </a:xfrm>
              <a:custGeom>
                <a:rect b="b" l="l" r="r" t="t"/>
                <a:pathLst>
                  <a:path extrusionOk="0" h="57" w="65">
                    <a:moveTo>
                      <a:pt x="24" y="52"/>
                    </a:moveTo>
                    <a:lnTo>
                      <a:pt x="32" y="57"/>
                    </a:lnTo>
                    <a:lnTo>
                      <a:pt x="41" y="55"/>
                    </a:lnTo>
                    <a:lnTo>
                      <a:pt x="50" y="52"/>
                    </a:lnTo>
                    <a:lnTo>
                      <a:pt x="59" y="48"/>
                    </a:lnTo>
                    <a:lnTo>
                      <a:pt x="63" y="45"/>
                    </a:lnTo>
                    <a:lnTo>
                      <a:pt x="65" y="42"/>
                    </a:lnTo>
                    <a:lnTo>
                      <a:pt x="65" y="38"/>
                    </a:lnTo>
                    <a:lnTo>
                      <a:pt x="63" y="34"/>
                    </a:lnTo>
                    <a:lnTo>
                      <a:pt x="53" y="28"/>
                    </a:lnTo>
                    <a:lnTo>
                      <a:pt x="46" y="29"/>
                    </a:lnTo>
                    <a:lnTo>
                      <a:pt x="40" y="35"/>
                    </a:lnTo>
                    <a:lnTo>
                      <a:pt x="35" y="39"/>
                    </a:lnTo>
                    <a:lnTo>
                      <a:pt x="32" y="32"/>
                    </a:lnTo>
                    <a:lnTo>
                      <a:pt x="25" y="18"/>
                    </a:lnTo>
                    <a:lnTo>
                      <a:pt x="16" y="5"/>
                    </a:lnTo>
                    <a:lnTo>
                      <a:pt x="6" y="0"/>
                    </a:lnTo>
                    <a:lnTo>
                      <a:pt x="0" y="21"/>
                    </a:lnTo>
                    <a:lnTo>
                      <a:pt x="7" y="36"/>
                    </a:lnTo>
                    <a:lnTo>
                      <a:pt x="18" y="48"/>
                    </a:lnTo>
                    <a:lnTo>
                      <a:pt x="24" y="52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5" name="Google Shape;6475;p76"/>
              <p:cNvSpPr/>
              <p:nvPr/>
            </p:nvSpPr>
            <p:spPr>
              <a:xfrm>
                <a:off x="8371" y="4865"/>
                <a:ext cx="26" cy="26"/>
              </a:xfrm>
              <a:custGeom>
                <a:rect b="b" l="l" r="r" t="t"/>
                <a:pathLst>
                  <a:path extrusionOk="0" h="80" w="79">
                    <a:moveTo>
                      <a:pt x="16" y="67"/>
                    </a:moveTo>
                    <a:lnTo>
                      <a:pt x="19" y="70"/>
                    </a:lnTo>
                    <a:lnTo>
                      <a:pt x="23" y="73"/>
                    </a:lnTo>
                    <a:lnTo>
                      <a:pt x="31" y="77"/>
                    </a:lnTo>
                    <a:lnTo>
                      <a:pt x="38" y="79"/>
                    </a:lnTo>
                    <a:lnTo>
                      <a:pt x="47" y="80"/>
                    </a:lnTo>
                    <a:lnTo>
                      <a:pt x="57" y="77"/>
                    </a:lnTo>
                    <a:lnTo>
                      <a:pt x="66" y="70"/>
                    </a:lnTo>
                    <a:lnTo>
                      <a:pt x="73" y="59"/>
                    </a:lnTo>
                    <a:lnTo>
                      <a:pt x="76" y="54"/>
                    </a:lnTo>
                    <a:lnTo>
                      <a:pt x="78" y="50"/>
                    </a:lnTo>
                    <a:lnTo>
                      <a:pt x="79" y="46"/>
                    </a:lnTo>
                    <a:lnTo>
                      <a:pt x="78" y="43"/>
                    </a:lnTo>
                    <a:lnTo>
                      <a:pt x="70" y="39"/>
                    </a:lnTo>
                    <a:lnTo>
                      <a:pt x="61" y="37"/>
                    </a:lnTo>
                    <a:lnTo>
                      <a:pt x="53" y="39"/>
                    </a:lnTo>
                    <a:lnTo>
                      <a:pt x="45" y="40"/>
                    </a:lnTo>
                    <a:lnTo>
                      <a:pt x="39" y="44"/>
                    </a:lnTo>
                    <a:lnTo>
                      <a:pt x="34" y="47"/>
                    </a:lnTo>
                    <a:lnTo>
                      <a:pt x="31" y="50"/>
                    </a:lnTo>
                    <a:lnTo>
                      <a:pt x="29" y="52"/>
                    </a:lnTo>
                    <a:lnTo>
                      <a:pt x="28" y="43"/>
                    </a:lnTo>
                    <a:lnTo>
                      <a:pt x="22" y="24"/>
                    </a:lnTo>
                    <a:lnTo>
                      <a:pt x="13" y="6"/>
                    </a:lnTo>
                    <a:lnTo>
                      <a:pt x="1" y="0"/>
                    </a:lnTo>
                    <a:lnTo>
                      <a:pt x="0" y="24"/>
                    </a:lnTo>
                    <a:lnTo>
                      <a:pt x="6" y="46"/>
                    </a:lnTo>
                    <a:lnTo>
                      <a:pt x="13" y="62"/>
                    </a:lnTo>
                    <a:lnTo>
                      <a:pt x="16" y="67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6" name="Google Shape;6476;p76"/>
              <p:cNvSpPr/>
              <p:nvPr/>
            </p:nvSpPr>
            <p:spPr>
              <a:xfrm>
                <a:off x="8399" y="4855"/>
                <a:ext cx="27" cy="22"/>
              </a:xfrm>
              <a:custGeom>
                <a:rect b="b" l="l" r="r" t="t"/>
                <a:pathLst>
                  <a:path extrusionOk="0" h="67" w="79">
                    <a:moveTo>
                      <a:pt x="13" y="54"/>
                    </a:moveTo>
                    <a:lnTo>
                      <a:pt x="16" y="56"/>
                    </a:lnTo>
                    <a:lnTo>
                      <a:pt x="20" y="59"/>
                    </a:lnTo>
                    <a:lnTo>
                      <a:pt x="26" y="61"/>
                    </a:lnTo>
                    <a:lnTo>
                      <a:pt x="34" y="64"/>
                    </a:lnTo>
                    <a:lnTo>
                      <a:pt x="41" y="67"/>
                    </a:lnTo>
                    <a:lnTo>
                      <a:pt x="50" y="67"/>
                    </a:lnTo>
                    <a:lnTo>
                      <a:pt x="59" y="67"/>
                    </a:lnTo>
                    <a:lnTo>
                      <a:pt x="66" y="64"/>
                    </a:lnTo>
                    <a:lnTo>
                      <a:pt x="72" y="61"/>
                    </a:lnTo>
                    <a:lnTo>
                      <a:pt x="76" y="57"/>
                    </a:lnTo>
                    <a:lnTo>
                      <a:pt x="79" y="53"/>
                    </a:lnTo>
                    <a:lnTo>
                      <a:pt x="78" y="47"/>
                    </a:lnTo>
                    <a:lnTo>
                      <a:pt x="72" y="41"/>
                    </a:lnTo>
                    <a:lnTo>
                      <a:pt x="65" y="37"/>
                    </a:lnTo>
                    <a:lnTo>
                      <a:pt x="56" y="36"/>
                    </a:lnTo>
                    <a:lnTo>
                      <a:pt x="48" y="36"/>
                    </a:lnTo>
                    <a:lnTo>
                      <a:pt x="40" y="37"/>
                    </a:lnTo>
                    <a:lnTo>
                      <a:pt x="34" y="38"/>
                    </a:lnTo>
                    <a:lnTo>
                      <a:pt x="29" y="40"/>
                    </a:lnTo>
                    <a:lnTo>
                      <a:pt x="28" y="40"/>
                    </a:lnTo>
                    <a:lnTo>
                      <a:pt x="26" y="33"/>
                    </a:lnTo>
                    <a:lnTo>
                      <a:pt x="22" y="17"/>
                    </a:lnTo>
                    <a:lnTo>
                      <a:pt x="15" y="4"/>
                    </a:lnTo>
                    <a:lnTo>
                      <a:pt x="3" y="0"/>
                    </a:lnTo>
                    <a:lnTo>
                      <a:pt x="0" y="21"/>
                    </a:lnTo>
                    <a:lnTo>
                      <a:pt x="4" y="38"/>
                    </a:lnTo>
                    <a:lnTo>
                      <a:pt x="10" y="50"/>
                    </a:lnTo>
                    <a:lnTo>
                      <a:pt x="13" y="54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7" name="Google Shape;6477;p76"/>
              <p:cNvSpPr/>
              <p:nvPr/>
            </p:nvSpPr>
            <p:spPr>
              <a:xfrm>
                <a:off x="8429" y="4851"/>
                <a:ext cx="26" cy="20"/>
              </a:xfrm>
              <a:custGeom>
                <a:rect b="b" l="l" r="r" t="t"/>
                <a:pathLst>
                  <a:path extrusionOk="0" h="62" w="77">
                    <a:moveTo>
                      <a:pt x="9" y="58"/>
                    </a:moveTo>
                    <a:lnTo>
                      <a:pt x="17" y="60"/>
                    </a:lnTo>
                    <a:lnTo>
                      <a:pt x="27" y="62"/>
                    </a:lnTo>
                    <a:lnTo>
                      <a:pt x="40" y="62"/>
                    </a:lnTo>
                    <a:lnTo>
                      <a:pt x="53" y="60"/>
                    </a:lnTo>
                    <a:lnTo>
                      <a:pt x="65" y="58"/>
                    </a:lnTo>
                    <a:lnTo>
                      <a:pt x="72" y="55"/>
                    </a:lnTo>
                    <a:lnTo>
                      <a:pt x="77" y="49"/>
                    </a:lnTo>
                    <a:lnTo>
                      <a:pt x="75" y="42"/>
                    </a:lnTo>
                    <a:lnTo>
                      <a:pt x="69" y="36"/>
                    </a:lnTo>
                    <a:lnTo>
                      <a:pt x="62" y="33"/>
                    </a:lnTo>
                    <a:lnTo>
                      <a:pt x="53" y="32"/>
                    </a:lnTo>
                    <a:lnTo>
                      <a:pt x="46" y="32"/>
                    </a:lnTo>
                    <a:lnTo>
                      <a:pt x="39" y="33"/>
                    </a:lnTo>
                    <a:lnTo>
                      <a:pt x="33" y="35"/>
                    </a:lnTo>
                    <a:lnTo>
                      <a:pt x="28" y="37"/>
                    </a:lnTo>
                    <a:lnTo>
                      <a:pt x="27" y="37"/>
                    </a:lnTo>
                    <a:lnTo>
                      <a:pt x="25" y="30"/>
                    </a:lnTo>
                    <a:lnTo>
                      <a:pt x="21" y="16"/>
                    </a:lnTo>
                    <a:lnTo>
                      <a:pt x="14" y="3"/>
                    </a:lnTo>
                    <a:lnTo>
                      <a:pt x="2" y="0"/>
                    </a:lnTo>
                    <a:lnTo>
                      <a:pt x="0" y="17"/>
                    </a:lnTo>
                    <a:lnTo>
                      <a:pt x="3" y="36"/>
                    </a:lnTo>
                    <a:lnTo>
                      <a:pt x="8" y="52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8" name="Google Shape;6478;p76"/>
              <p:cNvSpPr/>
              <p:nvPr/>
            </p:nvSpPr>
            <p:spPr>
              <a:xfrm>
                <a:off x="8258" y="4730"/>
                <a:ext cx="122" cy="281"/>
              </a:xfrm>
              <a:custGeom>
                <a:rect b="b" l="l" r="r" t="t"/>
                <a:pathLst>
                  <a:path extrusionOk="0" h="845" w="366">
                    <a:moveTo>
                      <a:pt x="15" y="104"/>
                    </a:moveTo>
                    <a:lnTo>
                      <a:pt x="12" y="150"/>
                    </a:lnTo>
                    <a:lnTo>
                      <a:pt x="12" y="196"/>
                    </a:lnTo>
                    <a:lnTo>
                      <a:pt x="16" y="241"/>
                    </a:lnTo>
                    <a:lnTo>
                      <a:pt x="27" y="286"/>
                    </a:lnTo>
                    <a:lnTo>
                      <a:pt x="46" y="346"/>
                    </a:lnTo>
                    <a:lnTo>
                      <a:pt x="65" y="406"/>
                    </a:lnTo>
                    <a:lnTo>
                      <a:pt x="84" y="465"/>
                    </a:lnTo>
                    <a:lnTo>
                      <a:pt x="103" y="524"/>
                    </a:lnTo>
                    <a:lnTo>
                      <a:pt x="122" y="583"/>
                    </a:lnTo>
                    <a:lnTo>
                      <a:pt x="143" y="640"/>
                    </a:lnTo>
                    <a:lnTo>
                      <a:pt x="163" y="699"/>
                    </a:lnTo>
                    <a:lnTo>
                      <a:pt x="185" y="758"/>
                    </a:lnTo>
                    <a:lnTo>
                      <a:pt x="195" y="778"/>
                    </a:lnTo>
                    <a:lnTo>
                      <a:pt x="210" y="796"/>
                    </a:lnTo>
                    <a:lnTo>
                      <a:pt x="228" y="810"/>
                    </a:lnTo>
                    <a:lnTo>
                      <a:pt x="247" y="822"/>
                    </a:lnTo>
                    <a:lnTo>
                      <a:pt x="269" y="830"/>
                    </a:lnTo>
                    <a:lnTo>
                      <a:pt x="292" y="837"/>
                    </a:lnTo>
                    <a:lnTo>
                      <a:pt x="316" y="842"/>
                    </a:lnTo>
                    <a:lnTo>
                      <a:pt x="339" y="845"/>
                    </a:lnTo>
                    <a:lnTo>
                      <a:pt x="348" y="843"/>
                    </a:lnTo>
                    <a:lnTo>
                      <a:pt x="355" y="840"/>
                    </a:lnTo>
                    <a:lnTo>
                      <a:pt x="361" y="833"/>
                    </a:lnTo>
                    <a:lnTo>
                      <a:pt x="366" y="824"/>
                    </a:lnTo>
                    <a:lnTo>
                      <a:pt x="366" y="816"/>
                    </a:lnTo>
                    <a:lnTo>
                      <a:pt x="361" y="809"/>
                    </a:lnTo>
                    <a:lnTo>
                      <a:pt x="354" y="803"/>
                    </a:lnTo>
                    <a:lnTo>
                      <a:pt x="345" y="800"/>
                    </a:lnTo>
                    <a:lnTo>
                      <a:pt x="329" y="796"/>
                    </a:lnTo>
                    <a:lnTo>
                      <a:pt x="313" y="793"/>
                    </a:lnTo>
                    <a:lnTo>
                      <a:pt x="295" y="788"/>
                    </a:lnTo>
                    <a:lnTo>
                      <a:pt x="279" y="784"/>
                    </a:lnTo>
                    <a:lnTo>
                      <a:pt x="264" y="778"/>
                    </a:lnTo>
                    <a:lnTo>
                      <a:pt x="251" y="768"/>
                    </a:lnTo>
                    <a:lnTo>
                      <a:pt x="239" y="757"/>
                    </a:lnTo>
                    <a:lnTo>
                      <a:pt x="231" y="741"/>
                    </a:lnTo>
                    <a:lnTo>
                      <a:pt x="217" y="708"/>
                    </a:lnTo>
                    <a:lnTo>
                      <a:pt x="206" y="676"/>
                    </a:lnTo>
                    <a:lnTo>
                      <a:pt x="194" y="643"/>
                    </a:lnTo>
                    <a:lnTo>
                      <a:pt x="184" y="610"/>
                    </a:lnTo>
                    <a:lnTo>
                      <a:pt x="172" y="577"/>
                    </a:lnTo>
                    <a:lnTo>
                      <a:pt x="162" y="544"/>
                    </a:lnTo>
                    <a:lnTo>
                      <a:pt x="151" y="511"/>
                    </a:lnTo>
                    <a:lnTo>
                      <a:pt x="141" y="478"/>
                    </a:lnTo>
                    <a:lnTo>
                      <a:pt x="126" y="435"/>
                    </a:lnTo>
                    <a:lnTo>
                      <a:pt x="110" y="392"/>
                    </a:lnTo>
                    <a:lnTo>
                      <a:pt x="94" y="349"/>
                    </a:lnTo>
                    <a:lnTo>
                      <a:pt x="79" y="306"/>
                    </a:lnTo>
                    <a:lnTo>
                      <a:pt x="65" y="263"/>
                    </a:lnTo>
                    <a:lnTo>
                      <a:pt x="54" y="219"/>
                    </a:lnTo>
                    <a:lnTo>
                      <a:pt x="49" y="175"/>
                    </a:lnTo>
                    <a:lnTo>
                      <a:pt x="47" y="129"/>
                    </a:lnTo>
                    <a:lnTo>
                      <a:pt x="46" y="110"/>
                    </a:lnTo>
                    <a:lnTo>
                      <a:pt x="41" y="89"/>
                    </a:lnTo>
                    <a:lnTo>
                      <a:pt x="35" y="67"/>
                    </a:lnTo>
                    <a:lnTo>
                      <a:pt x="28" y="46"/>
                    </a:lnTo>
                    <a:lnTo>
                      <a:pt x="21" y="27"/>
                    </a:lnTo>
                    <a:lnTo>
                      <a:pt x="13" y="11"/>
                    </a:lnTo>
                    <a:lnTo>
                      <a:pt x="6" y="1"/>
                    </a:lnTo>
                    <a:lnTo>
                      <a:pt x="0" y="0"/>
                    </a:lnTo>
                    <a:lnTo>
                      <a:pt x="5" y="17"/>
                    </a:lnTo>
                    <a:lnTo>
                      <a:pt x="10" y="44"/>
                    </a:lnTo>
                    <a:lnTo>
                      <a:pt x="13" y="76"/>
                    </a:lnTo>
                    <a:lnTo>
                      <a:pt x="15" y="104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9" name="Google Shape;6479;p76"/>
              <p:cNvSpPr/>
              <p:nvPr/>
            </p:nvSpPr>
            <p:spPr>
              <a:xfrm>
                <a:off x="8517" y="4850"/>
                <a:ext cx="29" cy="29"/>
              </a:xfrm>
              <a:custGeom>
                <a:rect b="b" l="l" r="r" t="t"/>
                <a:pathLst>
                  <a:path extrusionOk="0" h="87" w="88">
                    <a:moveTo>
                      <a:pt x="84" y="23"/>
                    </a:moveTo>
                    <a:lnTo>
                      <a:pt x="88" y="18"/>
                    </a:lnTo>
                    <a:lnTo>
                      <a:pt x="87" y="13"/>
                    </a:lnTo>
                    <a:lnTo>
                      <a:pt x="84" y="7"/>
                    </a:lnTo>
                    <a:lnTo>
                      <a:pt x="77" y="3"/>
                    </a:lnTo>
                    <a:lnTo>
                      <a:pt x="71" y="0"/>
                    </a:lnTo>
                    <a:lnTo>
                      <a:pt x="62" y="0"/>
                    </a:lnTo>
                    <a:lnTo>
                      <a:pt x="55" y="1"/>
                    </a:lnTo>
                    <a:lnTo>
                      <a:pt x="47" y="5"/>
                    </a:lnTo>
                    <a:lnTo>
                      <a:pt x="41" y="11"/>
                    </a:lnTo>
                    <a:lnTo>
                      <a:pt x="34" y="20"/>
                    </a:lnTo>
                    <a:lnTo>
                      <a:pt x="25" y="31"/>
                    </a:lnTo>
                    <a:lnTo>
                      <a:pt x="16" y="43"/>
                    </a:lnTo>
                    <a:lnTo>
                      <a:pt x="9" y="56"/>
                    </a:lnTo>
                    <a:lnTo>
                      <a:pt x="3" y="69"/>
                    </a:lnTo>
                    <a:lnTo>
                      <a:pt x="0" y="79"/>
                    </a:lnTo>
                    <a:lnTo>
                      <a:pt x="3" y="87"/>
                    </a:lnTo>
                    <a:lnTo>
                      <a:pt x="15" y="80"/>
                    </a:lnTo>
                    <a:lnTo>
                      <a:pt x="27" y="70"/>
                    </a:lnTo>
                    <a:lnTo>
                      <a:pt x="40" y="60"/>
                    </a:lnTo>
                    <a:lnTo>
                      <a:pt x="52" y="50"/>
                    </a:lnTo>
                    <a:lnTo>
                      <a:pt x="63" y="41"/>
                    </a:lnTo>
                    <a:lnTo>
                      <a:pt x="72" y="33"/>
                    </a:lnTo>
                    <a:lnTo>
                      <a:pt x="80" y="27"/>
                    </a:lnTo>
                    <a:lnTo>
                      <a:pt x="84" y="23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0" name="Google Shape;6480;p76"/>
              <p:cNvSpPr/>
              <p:nvPr/>
            </p:nvSpPr>
            <p:spPr>
              <a:xfrm>
                <a:off x="8536" y="4890"/>
                <a:ext cx="34" cy="9"/>
              </a:xfrm>
              <a:custGeom>
                <a:rect b="b" l="l" r="r" t="t"/>
                <a:pathLst>
                  <a:path extrusionOk="0" h="28" w="102">
                    <a:moveTo>
                      <a:pt x="92" y="23"/>
                    </a:moveTo>
                    <a:lnTo>
                      <a:pt x="96" y="21"/>
                    </a:lnTo>
                    <a:lnTo>
                      <a:pt x="99" y="18"/>
                    </a:lnTo>
                    <a:lnTo>
                      <a:pt x="101" y="14"/>
                    </a:lnTo>
                    <a:lnTo>
                      <a:pt x="102" y="10"/>
                    </a:lnTo>
                    <a:lnTo>
                      <a:pt x="101" y="5"/>
                    </a:lnTo>
                    <a:lnTo>
                      <a:pt x="98" y="1"/>
                    </a:lnTo>
                    <a:lnTo>
                      <a:pt x="93" y="0"/>
                    </a:lnTo>
                    <a:lnTo>
                      <a:pt x="88" y="0"/>
                    </a:lnTo>
                    <a:lnTo>
                      <a:pt x="76" y="2"/>
                    </a:lnTo>
                    <a:lnTo>
                      <a:pt x="61" y="7"/>
                    </a:lnTo>
                    <a:lnTo>
                      <a:pt x="46" y="10"/>
                    </a:lnTo>
                    <a:lnTo>
                      <a:pt x="33" y="11"/>
                    </a:lnTo>
                    <a:lnTo>
                      <a:pt x="20" y="15"/>
                    </a:lnTo>
                    <a:lnTo>
                      <a:pt x="10" y="18"/>
                    </a:lnTo>
                    <a:lnTo>
                      <a:pt x="2" y="23"/>
                    </a:lnTo>
                    <a:lnTo>
                      <a:pt x="0" y="28"/>
                    </a:lnTo>
                    <a:lnTo>
                      <a:pt x="10" y="28"/>
                    </a:lnTo>
                    <a:lnTo>
                      <a:pt x="20" y="28"/>
                    </a:lnTo>
                    <a:lnTo>
                      <a:pt x="32" y="27"/>
                    </a:lnTo>
                    <a:lnTo>
                      <a:pt x="44" y="27"/>
                    </a:lnTo>
                    <a:lnTo>
                      <a:pt x="55" y="25"/>
                    </a:lnTo>
                    <a:lnTo>
                      <a:pt x="67" y="24"/>
                    </a:lnTo>
                    <a:lnTo>
                      <a:pt x="80" y="24"/>
                    </a:lnTo>
                    <a:lnTo>
                      <a:pt x="92" y="23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1" name="Google Shape;6481;p76"/>
              <p:cNvSpPr/>
              <p:nvPr/>
            </p:nvSpPr>
            <p:spPr>
              <a:xfrm>
                <a:off x="8550" y="4921"/>
                <a:ext cx="47" cy="12"/>
              </a:xfrm>
              <a:custGeom>
                <a:rect b="b" l="l" r="r" t="t"/>
                <a:pathLst>
                  <a:path extrusionOk="0" h="36" w="142">
                    <a:moveTo>
                      <a:pt x="123" y="36"/>
                    </a:moveTo>
                    <a:lnTo>
                      <a:pt x="129" y="36"/>
                    </a:lnTo>
                    <a:lnTo>
                      <a:pt x="135" y="32"/>
                    </a:lnTo>
                    <a:lnTo>
                      <a:pt x="139" y="28"/>
                    </a:lnTo>
                    <a:lnTo>
                      <a:pt x="142" y="20"/>
                    </a:lnTo>
                    <a:lnTo>
                      <a:pt x="141" y="15"/>
                    </a:lnTo>
                    <a:lnTo>
                      <a:pt x="138" y="9"/>
                    </a:lnTo>
                    <a:lnTo>
                      <a:pt x="133" y="5"/>
                    </a:lnTo>
                    <a:lnTo>
                      <a:pt x="126" y="3"/>
                    </a:lnTo>
                    <a:lnTo>
                      <a:pt x="108" y="3"/>
                    </a:lnTo>
                    <a:lnTo>
                      <a:pt x="88" y="3"/>
                    </a:lnTo>
                    <a:lnTo>
                      <a:pt x="67" y="2"/>
                    </a:lnTo>
                    <a:lnTo>
                      <a:pt x="47" y="2"/>
                    </a:lnTo>
                    <a:lnTo>
                      <a:pt x="29" y="0"/>
                    </a:lnTo>
                    <a:lnTo>
                      <a:pt x="13" y="2"/>
                    </a:lnTo>
                    <a:lnTo>
                      <a:pt x="4" y="5"/>
                    </a:lnTo>
                    <a:lnTo>
                      <a:pt x="0" y="9"/>
                    </a:lnTo>
                    <a:lnTo>
                      <a:pt x="10" y="12"/>
                    </a:lnTo>
                    <a:lnTo>
                      <a:pt x="22" y="16"/>
                    </a:lnTo>
                    <a:lnTo>
                      <a:pt x="38" y="19"/>
                    </a:lnTo>
                    <a:lnTo>
                      <a:pt x="54" y="22"/>
                    </a:lnTo>
                    <a:lnTo>
                      <a:pt x="72" y="25"/>
                    </a:lnTo>
                    <a:lnTo>
                      <a:pt x="89" y="29"/>
                    </a:lnTo>
                    <a:lnTo>
                      <a:pt x="107" y="32"/>
                    </a:lnTo>
                    <a:lnTo>
                      <a:pt x="123" y="36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2" name="Google Shape;6482;p76"/>
              <p:cNvSpPr/>
              <p:nvPr/>
            </p:nvSpPr>
            <p:spPr>
              <a:xfrm>
                <a:off x="8416" y="4751"/>
                <a:ext cx="117" cy="200"/>
              </a:xfrm>
              <a:custGeom>
                <a:rect b="b" l="l" r="r" t="t"/>
                <a:pathLst>
                  <a:path extrusionOk="0" h="601" w="351">
                    <a:moveTo>
                      <a:pt x="108" y="298"/>
                    </a:moveTo>
                    <a:lnTo>
                      <a:pt x="132" y="338"/>
                    </a:lnTo>
                    <a:lnTo>
                      <a:pt x="157" y="377"/>
                    </a:lnTo>
                    <a:lnTo>
                      <a:pt x="182" y="414"/>
                    </a:lnTo>
                    <a:lnTo>
                      <a:pt x="208" y="451"/>
                    </a:lnTo>
                    <a:lnTo>
                      <a:pt x="235" y="487"/>
                    </a:lnTo>
                    <a:lnTo>
                      <a:pt x="263" y="523"/>
                    </a:lnTo>
                    <a:lnTo>
                      <a:pt x="292" y="559"/>
                    </a:lnTo>
                    <a:lnTo>
                      <a:pt x="321" y="594"/>
                    </a:lnTo>
                    <a:lnTo>
                      <a:pt x="326" y="598"/>
                    </a:lnTo>
                    <a:lnTo>
                      <a:pt x="332" y="601"/>
                    </a:lnTo>
                    <a:lnTo>
                      <a:pt x="337" y="601"/>
                    </a:lnTo>
                    <a:lnTo>
                      <a:pt x="343" y="598"/>
                    </a:lnTo>
                    <a:lnTo>
                      <a:pt x="349" y="594"/>
                    </a:lnTo>
                    <a:lnTo>
                      <a:pt x="351" y="588"/>
                    </a:lnTo>
                    <a:lnTo>
                      <a:pt x="351" y="582"/>
                    </a:lnTo>
                    <a:lnTo>
                      <a:pt x="349" y="576"/>
                    </a:lnTo>
                    <a:lnTo>
                      <a:pt x="327" y="538"/>
                    </a:lnTo>
                    <a:lnTo>
                      <a:pt x="304" y="499"/>
                    </a:lnTo>
                    <a:lnTo>
                      <a:pt x="279" y="463"/>
                    </a:lnTo>
                    <a:lnTo>
                      <a:pt x="252" y="427"/>
                    </a:lnTo>
                    <a:lnTo>
                      <a:pt x="224" y="391"/>
                    </a:lnTo>
                    <a:lnTo>
                      <a:pt x="198" y="355"/>
                    </a:lnTo>
                    <a:lnTo>
                      <a:pt x="172" y="319"/>
                    </a:lnTo>
                    <a:lnTo>
                      <a:pt x="147" y="280"/>
                    </a:lnTo>
                    <a:lnTo>
                      <a:pt x="125" y="242"/>
                    </a:lnTo>
                    <a:lnTo>
                      <a:pt x="101" y="197"/>
                    </a:lnTo>
                    <a:lnTo>
                      <a:pt x="79" y="150"/>
                    </a:lnTo>
                    <a:lnTo>
                      <a:pt x="59" y="104"/>
                    </a:lnTo>
                    <a:lnTo>
                      <a:pt x="38" y="62"/>
                    </a:lnTo>
                    <a:lnTo>
                      <a:pt x="22" y="29"/>
                    </a:lnTo>
                    <a:lnTo>
                      <a:pt x="9" y="7"/>
                    </a:lnTo>
                    <a:lnTo>
                      <a:pt x="0" y="0"/>
                    </a:lnTo>
                    <a:lnTo>
                      <a:pt x="4" y="17"/>
                    </a:lnTo>
                    <a:lnTo>
                      <a:pt x="13" y="45"/>
                    </a:lnTo>
                    <a:lnTo>
                      <a:pt x="23" y="82"/>
                    </a:lnTo>
                    <a:lnTo>
                      <a:pt x="38" y="124"/>
                    </a:lnTo>
                    <a:lnTo>
                      <a:pt x="54" y="170"/>
                    </a:lnTo>
                    <a:lnTo>
                      <a:pt x="70" y="216"/>
                    </a:lnTo>
                    <a:lnTo>
                      <a:pt x="89" y="259"/>
                    </a:lnTo>
                    <a:lnTo>
                      <a:pt x="108" y="298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3" name="Google Shape;6483;p76"/>
              <p:cNvSpPr/>
              <p:nvPr/>
            </p:nvSpPr>
            <p:spPr>
              <a:xfrm>
                <a:off x="8100" y="4623"/>
                <a:ext cx="541" cy="495"/>
              </a:xfrm>
              <a:custGeom>
                <a:rect b="b" l="l" r="r" t="t"/>
                <a:pathLst>
                  <a:path extrusionOk="0" h="1979" w="2164">
                    <a:moveTo>
                      <a:pt x="743" y="0"/>
                    </a:moveTo>
                    <a:lnTo>
                      <a:pt x="746" y="0"/>
                    </a:lnTo>
                    <a:lnTo>
                      <a:pt x="753" y="0"/>
                    </a:lnTo>
                    <a:lnTo>
                      <a:pt x="763" y="0"/>
                    </a:lnTo>
                    <a:lnTo>
                      <a:pt x="778" y="0"/>
                    </a:lnTo>
                    <a:lnTo>
                      <a:pt x="798" y="1"/>
                    </a:lnTo>
                    <a:lnTo>
                      <a:pt x="822" y="1"/>
                    </a:lnTo>
                    <a:lnTo>
                      <a:pt x="848" y="2"/>
                    </a:lnTo>
                    <a:lnTo>
                      <a:pt x="878" y="3"/>
                    </a:lnTo>
                    <a:lnTo>
                      <a:pt x="912" y="5"/>
                    </a:lnTo>
                    <a:lnTo>
                      <a:pt x="949" y="7"/>
                    </a:lnTo>
                    <a:lnTo>
                      <a:pt x="987" y="10"/>
                    </a:lnTo>
                    <a:lnTo>
                      <a:pt x="1030" y="13"/>
                    </a:lnTo>
                    <a:lnTo>
                      <a:pt x="1074" y="16"/>
                    </a:lnTo>
                    <a:lnTo>
                      <a:pt x="1121" y="21"/>
                    </a:lnTo>
                    <a:lnTo>
                      <a:pt x="1171" y="27"/>
                    </a:lnTo>
                    <a:lnTo>
                      <a:pt x="1222" y="32"/>
                    </a:lnTo>
                    <a:lnTo>
                      <a:pt x="1275" y="39"/>
                    </a:lnTo>
                    <a:lnTo>
                      <a:pt x="1329" y="47"/>
                    </a:lnTo>
                    <a:lnTo>
                      <a:pt x="1386" y="56"/>
                    </a:lnTo>
                    <a:lnTo>
                      <a:pt x="1443" y="65"/>
                    </a:lnTo>
                    <a:lnTo>
                      <a:pt x="1502" y="75"/>
                    </a:lnTo>
                    <a:lnTo>
                      <a:pt x="1560" y="87"/>
                    </a:lnTo>
                    <a:lnTo>
                      <a:pt x="1620" y="100"/>
                    </a:lnTo>
                    <a:lnTo>
                      <a:pt x="1681" y="115"/>
                    </a:lnTo>
                    <a:lnTo>
                      <a:pt x="1742" y="129"/>
                    </a:lnTo>
                    <a:lnTo>
                      <a:pt x="1804" y="146"/>
                    </a:lnTo>
                    <a:lnTo>
                      <a:pt x="1865" y="164"/>
                    </a:lnTo>
                    <a:lnTo>
                      <a:pt x="1926" y="183"/>
                    </a:lnTo>
                    <a:lnTo>
                      <a:pt x="1987" y="204"/>
                    </a:lnTo>
                    <a:lnTo>
                      <a:pt x="2047" y="226"/>
                    </a:lnTo>
                    <a:lnTo>
                      <a:pt x="2105" y="250"/>
                    </a:lnTo>
                    <a:lnTo>
                      <a:pt x="2164" y="276"/>
                    </a:lnTo>
                    <a:lnTo>
                      <a:pt x="1975" y="1184"/>
                    </a:lnTo>
                    <a:lnTo>
                      <a:pt x="1980" y="1185"/>
                    </a:lnTo>
                    <a:lnTo>
                      <a:pt x="1990" y="1191"/>
                    </a:lnTo>
                    <a:lnTo>
                      <a:pt x="2005" y="1201"/>
                    </a:lnTo>
                    <a:lnTo>
                      <a:pt x="2020" y="1219"/>
                    </a:lnTo>
                    <a:lnTo>
                      <a:pt x="2031" y="1246"/>
                    </a:lnTo>
                    <a:lnTo>
                      <a:pt x="2035" y="1282"/>
                    </a:lnTo>
                    <a:lnTo>
                      <a:pt x="2030" y="1332"/>
                    </a:lnTo>
                    <a:lnTo>
                      <a:pt x="2011" y="1394"/>
                    </a:lnTo>
                    <a:lnTo>
                      <a:pt x="1681" y="1835"/>
                    </a:lnTo>
                    <a:lnTo>
                      <a:pt x="1636" y="1835"/>
                    </a:lnTo>
                    <a:lnTo>
                      <a:pt x="1512" y="1979"/>
                    </a:lnTo>
                    <a:lnTo>
                      <a:pt x="1510" y="1979"/>
                    </a:lnTo>
                    <a:lnTo>
                      <a:pt x="1502" y="1978"/>
                    </a:lnTo>
                    <a:lnTo>
                      <a:pt x="1490" y="1977"/>
                    </a:lnTo>
                    <a:lnTo>
                      <a:pt x="1474" y="1974"/>
                    </a:lnTo>
                    <a:lnTo>
                      <a:pt x="1451" y="1972"/>
                    </a:lnTo>
                    <a:lnTo>
                      <a:pt x="1427" y="1969"/>
                    </a:lnTo>
                    <a:lnTo>
                      <a:pt x="1397" y="1965"/>
                    </a:lnTo>
                    <a:lnTo>
                      <a:pt x="1364" y="1961"/>
                    </a:lnTo>
                    <a:lnTo>
                      <a:pt x="1328" y="1955"/>
                    </a:lnTo>
                    <a:lnTo>
                      <a:pt x="1288" y="1950"/>
                    </a:lnTo>
                    <a:lnTo>
                      <a:pt x="1246" y="1943"/>
                    </a:lnTo>
                    <a:lnTo>
                      <a:pt x="1200" y="1935"/>
                    </a:lnTo>
                    <a:lnTo>
                      <a:pt x="1152" y="1927"/>
                    </a:lnTo>
                    <a:lnTo>
                      <a:pt x="1101" y="1918"/>
                    </a:lnTo>
                    <a:lnTo>
                      <a:pt x="1049" y="1907"/>
                    </a:lnTo>
                    <a:lnTo>
                      <a:pt x="993" y="1896"/>
                    </a:lnTo>
                    <a:lnTo>
                      <a:pt x="937" y="1884"/>
                    </a:lnTo>
                    <a:lnTo>
                      <a:pt x="878" y="1871"/>
                    </a:lnTo>
                    <a:lnTo>
                      <a:pt x="818" y="1856"/>
                    </a:lnTo>
                    <a:lnTo>
                      <a:pt x="758" y="1841"/>
                    </a:lnTo>
                    <a:lnTo>
                      <a:pt x="696" y="1824"/>
                    </a:lnTo>
                    <a:lnTo>
                      <a:pt x="634" y="1806"/>
                    </a:lnTo>
                    <a:lnTo>
                      <a:pt x="572" y="1787"/>
                    </a:lnTo>
                    <a:lnTo>
                      <a:pt x="508" y="1768"/>
                    </a:lnTo>
                    <a:lnTo>
                      <a:pt x="445" y="1747"/>
                    </a:lnTo>
                    <a:lnTo>
                      <a:pt x="382" y="1724"/>
                    </a:lnTo>
                    <a:lnTo>
                      <a:pt x="319" y="1700"/>
                    </a:lnTo>
                    <a:lnTo>
                      <a:pt x="257" y="1674"/>
                    </a:lnTo>
                    <a:lnTo>
                      <a:pt x="196" y="1647"/>
                    </a:lnTo>
                    <a:lnTo>
                      <a:pt x="135" y="1620"/>
                    </a:lnTo>
                    <a:lnTo>
                      <a:pt x="76" y="1590"/>
                    </a:lnTo>
                    <a:lnTo>
                      <a:pt x="19" y="1559"/>
                    </a:lnTo>
                    <a:lnTo>
                      <a:pt x="18" y="1554"/>
                    </a:lnTo>
                    <a:lnTo>
                      <a:pt x="13" y="1538"/>
                    </a:lnTo>
                    <a:lnTo>
                      <a:pt x="8" y="1514"/>
                    </a:lnTo>
                    <a:lnTo>
                      <a:pt x="3" y="1486"/>
                    </a:lnTo>
                    <a:lnTo>
                      <a:pt x="0" y="1456"/>
                    </a:lnTo>
                    <a:lnTo>
                      <a:pt x="0" y="1424"/>
                    </a:lnTo>
                    <a:lnTo>
                      <a:pt x="3" y="1396"/>
                    </a:lnTo>
                    <a:lnTo>
                      <a:pt x="13" y="1371"/>
                    </a:lnTo>
                    <a:lnTo>
                      <a:pt x="443" y="1002"/>
                    </a:lnTo>
                    <a:lnTo>
                      <a:pt x="441" y="999"/>
                    </a:lnTo>
                    <a:lnTo>
                      <a:pt x="440" y="989"/>
                    </a:lnTo>
                    <a:lnTo>
                      <a:pt x="440" y="973"/>
                    </a:lnTo>
                    <a:lnTo>
                      <a:pt x="445" y="953"/>
                    </a:lnTo>
                    <a:lnTo>
                      <a:pt x="453" y="928"/>
                    </a:lnTo>
                    <a:lnTo>
                      <a:pt x="471" y="902"/>
                    </a:lnTo>
                    <a:lnTo>
                      <a:pt x="497" y="874"/>
                    </a:lnTo>
                    <a:lnTo>
                      <a:pt x="534" y="845"/>
                    </a:lnTo>
                    <a:lnTo>
                      <a:pt x="743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4" name="Google Shape;6484;p76"/>
              <p:cNvSpPr/>
              <p:nvPr/>
            </p:nvSpPr>
            <p:spPr>
              <a:xfrm>
                <a:off x="8279" y="4656"/>
                <a:ext cx="311" cy="233"/>
              </a:xfrm>
              <a:custGeom>
                <a:rect b="b" l="l" r="r" t="t"/>
                <a:pathLst>
                  <a:path extrusionOk="0" h="930" w="1244">
                    <a:moveTo>
                      <a:pt x="164" y="0"/>
                    </a:moveTo>
                    <a:lnTo>
                      <a:pt x="1244" y="214"/>
                    </a:lnTo>
                    <a:lnTo>
                      <a:pt x="1067" y="930"/>
                    </a:lnTo>
                    <a:lnTo>
                      <a:pt x="0" y="688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5" name="Google Shape;6485;p76"/>
              <p:cNvSpPr/>
              <p:nvPr/>
            </p:nvSpPr>
            <p:spPr>
              <a:xfrm>
                <a:off x="8300" y="4672"/>
                <a:ext cx="237" cy="91"/>
              </a:xfrm>
              <a:custGeom>
                <a:rect b="b" l="l" r="r" t="t"/>
                <a:pathLst>
                  <a:path extrusionOk="0" h="366" w="952">
                    <a:moveTo>
                      <a:pt x="112" y="0"/>
                    </a:moveTo>
                    <a:lnTo>
                      <a:pt x="952" y="153"/>
                    </a:lnTo>
                    <a:lnTo>
                      <a:pt x="200" y="108"/>
                    </a:lnTo>
                    <a:lnTo>
                      <a:pt x="0" y="366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6" name="Google Shape;6486;p76"/>
              <p:cNvSpPr/>
              <p:nvPr/>
            </p:nvSpPr>
            <p:spPr>
              <a:xfrm>
                <a:off x="8222" y="4885"/>
                <a:ext cx="315" cy="84"/>
              </a:xfrm>
              <a:custGeom>
                <a:rect b="b" l="l" r="r" t="t"/>
                <a:pathLst>
                  <a:path extrusionOk="0" h="337" w="1259">
                    <a:moveTo>
                      <a:pt x="40" y="0"/>
                    </a:moveTo>
                    <a:lnTo>
                      <a:pt x="1259" y="288"/>
                    </a:lnTo>
                    <a:lnTo>
                      <a:pt x="1226" y="337"/>
                    </a:lnTo>
                    <a:lnTo>
                      <a:pt x="0" y="32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7" name="Google Shape;6487;p76"/>
              <p:cNvSpPr/>
              <p:nvPr/>
            </p:nvSpPr>
            <p:spPr>
              <a:xfrm>
                <a:off x="8193" y="4910"/>
                <a:ext cx="316" cy="86"/>
              </a:xfrm>
              <a:custGeom>
                <a:rect b="b" l="l" r="r" t="t"/>
                <a:pathLst>
                  <a:path extrusionOk="0" h="342" w="1265">
                    <a:moveTo>
                      <a:pt x="46" y="0"/>
                    </a:moveTo>
                    <a:lnTo>
                      <a:pt x="1265" y="286"/>
                    </a:lnTo>
                    <a:lnTo>
                      <a:pt x="1226" y="342"/>
                    </a:lnTo>
                    <a:lnTo>
                      <a:pt x="0" y="37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8" name="Google Shape;6488;p76"/>
              <p:cNvSpPr/>
              <p:nvPr/>
            </p:nvSpPr>
            <p:spPr>
              <a:xfrm>
                <a:off x="8165" y="4936"/>
                <a:ext cx="316" cy="86"/>
              </a:xfrm>
              <a:custGeom>
                <a:rect b="b" l="l" r="r" t="t"/>
                <a:pathLst>
                  <a:path extrusionOk="0" h="344" w="1264">
                    <a:moveTo>
                      <a:pt x="45" y="0"/>
                    </a:moveTo>
                    <a:lnTo>
                      <a:pt x="1264" y="287"/>
                    </a:lnTo>
                    <a:lnTo>
                      <a:pt x="1224" y="344"/>
                    </a:lnTo>
                    <a:lnTo>
                      <a:pt x="0" y="37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9" name="Google Shape;6489;p76"/>
              <p:cNvSpPr/>
              <p:nvPr/>
            </p:nvSpPr>
            <p:spPr>
              <a:xfrm>
                <a:off x="8243" y="4989"/>
                <a:ext cx="48" cy="19"/>
              </a:xfrm>
              <a:custGeom>
                <a:rect b="b" l="l" r="r" t="t"/>
                <a:pathLst>
                  <a:path extrusionOk="0" h="79" w="190">
                    <a:moveTo>
                      <a:pt x="18" y="1"/>
                    </a:moveTo>
                    <a:lnTo>
                      <a:pt x="23" y="1"/>
                    </a:lnTo>
                    <a:lnTo>
                      <a:pt x="40" y="0"/>
                    </a:lnTo>
                    <a:lnTo>
                      <a:pt x="62" y="0"/>
                    </a:lnTo>
                    <a:lnTo>
                      <a:pt x="90" y="3"/>
                    </a:lnTo>
                    <a:lnTo>
                      <a:pt x="120" y="8"/>
                    </a:lnTo>
                    <a:lnTo>
                      <a:pt x="148" y="18"/>
                    </a:lnTo>
                    <a:lnTo>
                      <a:pt x="173" y="34"/>
                    </a:lnTo>
                    <a:lnTo>
                      <a:pt x="190" y="57"/>
                    </a:lnTo>
                    <a:lnTo>
                      <a:pt x="190" y="58"/>
                    </a:lnTo>
                    <a:lnTo>
                      <a:pt x="190" y="62"/>
                    </a:lnTo>
                    <a:lnTo>
                      <a:pt x="189" y="68"/>
                    </a:lnTo>
                    <a:lnTo>
                      <a:pt x="187" y="74"/>
                    </a:lnTo>
                    <a:lnTo>
                      <a:pt x="181" y="78"/>
                    </a:lnTo>
                    <a:lnTo>
                      <a:pt x="173" y="79"/>
                    </a:lnTo>
                    <a:lnTo>
                      <a:pt x="160" y="78"/>
                    </a:lnTo>
                    <a:lnTo>
                      <a:pt x="143" y="71"/>
                    </a:lnTo>
                    <a:lnTo>
                      <a:pt x="143" y="69"/>
                    </a:lnTo>
                    <a:lnTo>
                      <a:pt x="142" y="65"/>
                    </a:lnTo>
                    <a:lnTo>
                      <a:pt x="139" y="58"/>
                    </a:lnTo>
                    <a:lnTo>
                      <a:pt x="130" y="50"/>
                    </a:lnTo>
                    <a:lnTo>
                      <a:pt x="116" y="42"/>
                    </a:lnTo>
                    <a:lnTo>
                      <a:pt x="94" y="35"/>
                    </a:lnTo>
                    <a:lnTo>
                      <a:pt x="63" y="32"/>
                    </a:lnTo>
                    <a:lnTo>
                      <a:pt x="22" y="32"/>
                    </a:lnTo>
                    <a:lnTo>
                      <a:pt x="20" y="32"/>
                    </a:lnTo>
                    <a:lnTo>
                      <a:pt x="15" y="30"/>
                    </a:lnTo>
                    <a:lnTo>
                      <a:pt x="9" y="27"/>
                    </a:lnTo>
                    <a:lnTo>
                      <a:pt x="5" y="24"/>
                    </a:lnTo>
                    <a:lnTo>
                      <a:pt x="0" y="19"/>
                    </a:lnTo>
                    <a:lnTo>
                      <a:pt x="0" y="15"/>
                    </a:lnTo>
                    <a:lnTo>
                      <a:pt x="6" y="8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0" name="Google Shape;6490;p76"/>
              <p:cNvSpPr/>
              <p:nvPr/>
            </p:nvSpPr>
            <p:spPr>
              <a:xfrm>
                <a:off x="8246" y="5003"/>
                <a:ext cx="27" cy="15"/>
              </a:xfrm>
              <a:custGeom>
                <a:rect b="b" l="l" r="r" t="t"/>
                <a:pathLst>
                  <a:path extrusionOk="0" h="63" w="107">
                    <a:moveTo>
                      <a:pt x="43" y="58"/>
                    </a:moveTo>
                    <a:lnTo>
                      <a:pt x="54" y="61"/>
                    </a:lnTo>
                    <a:lnTo>
                      <a:pt x="64" y="63"/>
                    </a:lnTo>
                    <a:lnTo>
                      <a:pt x="74" y="63"/>
                    </a:lnTo>
                    <a:lnTo>
                      <a:pt x="83" y="63"/>
                    </a:lnTo>
                    <a:lnTo>
                      <a:pt x="91" y="61"/>
                    </a:lnTo>
                    <a:lnTo>
                      <a:pt x="97" y="57"/>
                    </a:lnTo>
                    <a:lnTo>
                      <a:pt x="102" y="54"/>
                    </a:lnTo>
                    <a:lnTo>
                      <a:pt x="106" y="48"/>
                    </a:lnTo>
                    <a:lnTo>
                      <a:pt x="107" y="43"/>
                    </a:lnTo>
                    <a:lnTo>
                      <a:pt x="106" y="37"/>
                    </a:lnTo>
                    <a:lnTo>
                      <a:pt x="102" y="30"/>
                    </a:lnTo>
                    <a:lnTo>
                      <a:pt x="97" y="24"/>
                    </a:lnTo>
                    <a:lnTo>
                      <a:pt x="90" y="19"/>
                    </a:lnTo>
                    <a:lnTo>
                      <a:pt x="82" y="13"/>
                    </a:lnTo>
                    <a:lnTo>
                      <a:pt x="74" y="9"/>
                    </a:lnTo>
                    <a:lnTo>
                      <a:pt x="63" y="4"/>
                    </a:lnTo>
                    <a:lnTo>
                      <a:pt x="53" y="2"/>
                    </a:lnTo>
                    <a:lnTo>
                      <a:pt x="42" y="0"/>
                    </a:lnTo>
                    <a:lnTo>
                      <a:pt x="32" y="0"/>
                    </a:lnTo>
                    <a:lnTo>
                      <a:pt x="23" y="1"/>
                    </a:lnTo>
                    <a:lnTo>
                      <a:pt x="15" y="2"/>
                    </a:lnTo>
                    <a:lnTo>
                      <a:pt x="8" y="5"/>
                    </a:lnTo>
                    <a:lnTo>
                      <a:pt x="3" y="10"/>
                    </a:lnTo>
                    <a:lnTo>
                      <a:pt x="1" y="14"/>
                    </a:lnTo>
                    <a:lnTo>
                      <a:pt x="0" y="20"/>
                    </a:lnTo>
                    <a:lnTo>
                      <a:pt x="1" y="26"/>
                    </a:lnTo>
                    <a:lnTo>
                      <a:pt x="5" y="32"/>
                    </a:lnTo>
                    <a:lnTo>
                      <a:pt x="9" y="38"/>
                    </a:lnTo>
                    <a:lnTo>
                      <a:pt x="16" y="44"/>
                    </a:lnTo>
                    <a:lnTo>
                      <a:pt x="25" y="49"/>
                    </a:lnTo>
                    <a:lnTo>
                      <a:pt x="33" y="54"/>
                    </a:lnTo>
                    <a:lnTo>
                      <a:pt x="43" y="58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1" name="Google Shape;6491;p76"/>
              <p:cNvSpPr/>
              <p:nvPr/>
            </p:nvSpPr>
            <p:spPr>
              <a:xfrm>
                <a:off x="8113" y="4974"/>
                <a:ext cx="367" cy="131"/>
              </a:xfrm>
              <a:custGeom>
                <a:rect b="b" l="l" r="r" t="t"/>
                <a:pathLst>
                  <a:path extrusionOk="0" h="525" w="1469">
                    <a:moveTo>
                      <a:pt x="1468" y="407"/>
                    </a:moveTo>
                    <a:lnTo>
                      <a:pt x="1466" y="407"/>
                    </a:lnTo>
                    <a:lnTo>
                      <a:pt x="1458" y="406"/>
                    </a:lnTo>
                    <a:lnTo>
                      <a:pt x="1446" y="405"/>
                    </a:lnTo>
                    <a:lnTo>
                      <a:pt x="1429" y="402"/>
                    </a:lnTo>
                    <a:lnTo>
                      <a:pt x="1408" y="400"/>
                    </a:lnTo>
                    <a:lnTo>
                      <a:pt x="1382" y="397"/>
                    </a:lnTo>
                    <a:lnTo>
                      <a:pt x="1353" y="393"/>
                    </a:lnTo>
                    <a:lnTo>
                      <a:pt x="1321" y="389"/>
                    </a:lnTo>
                    <a:lnTo>
                      <a:pt x="1285" y="383"/>
                    </a:lnTo>
                    <a:lnTo>
                      <a:pt x="1245" y="376"/>
                    </a:lnTo>
                    <a:lnTo>
                      <a:pt x="1203" y="370"/>
                    </a:lnTo>
                    <a:lnTo>
                      <a:pt x="1158" y="363"/>
                    </a:lnTo>
                    <a:lnTo>
                      <a:pt x="1110" y="354"/>
                    </a:lnTo>
                    <a:lnTo>
                      <a:pt x="1060" y="345"/>
                    </a:lnTo>
                    <a:lnTo>
                      <a:pt x="1008" y="335"/>
                    </a:lnTo>
                    <a:lnTo>
                      <a:pt x="954" y="323"/>
                    </a:lnTo>
                    <a:lnTo>
                      <a:pt x="898" y="311"/>
                    </a:lnTo>
                    <a:lnTo>
                      <a:pt x="841" y="299"/>
                    </a:lnTo>
                    <a:lnTo>
                      <a:pt x="782" y="284"/>
                    </a:lnTo>
                    <a:lnTo>
                      <a:pt x="723" y="269"/>
                    </a:lnTo>
                    <a:lnTo>
                      <a:pt x="663" y="253"/>
                    </a:lnTo>
                    <a:lnTo>
                      <a:pt x="602" y="236"/>
                    </a:lnTo>
                    <a:lnTo>
                      <a:pt x="541" y="217"/>
                    </a:lnTo>
                    <a:lnTo>
                      <a:pt x="480" y="198"/>
                    </a:lnTo>
                    <a:lnTo>
                      <a:pt x="417" y="178"/>
                    </a:lnTo>
                    <a:lnTo>
                      <a:pt x="356" y="156"/>
                    </a:lnTo>
                    <a:lnTo>
                      <a:pt x="296" y="133"/>
                    </a:lnTo>
                    <a:lnTo>
                      <a:pt x="236" y="109"/>
                    </a:lnTo>
                    <a:lnTo>
                      <a:pt x="178" y="84"/>
                    </a:lnTo>
                    <a:lnTo>
                      <a:pt x="120" y="57"/>
                    </a:lnTo>
                    <a:lnTo>
                      <a:pt x="64" y="29"/>
                    </a:lnTo>
                    <a:lnTo>
                      <a:pt x="9" y="0"/>
                    </a:lnTo>
                    <a:lnTo>
                      <a:pt x="7" y="4"/>
                    </a:lnTo>
                    <a:lnTo>
                      <a:pt x="5" y="15"/>
                    </a:lnTo>
                    <a:lnTo>
                      <a:pt x="3" y="33"/>
                    </a:lnTo>
                    <a:lnTo>
                      <a:pt x="0" y="55"/>
                    </a:lnTo>
                    <a:lnTo>
                      <a:pt x="0" y="79"/>
                    </a:lnTo>
                    <a:lnTo>
                      <a:pt x="3" y="102"/>
                    </a:lnTo>
                    <a:lnTo>
                      <a:pt x="10" y="125"/>
                    </a:lnTo>
                    <a:lnTo>
                      <a:pt x="22" y="143"/>
                    </a:lnTo>
                    <a:lnTo>
                      <a:pt x="23" y="144"/>
                    </a:lnTo>
                    <a:lnTo>
                      <a:pt x="26" y="146"/>
                    </a:lnTo>
                    <a:lnTo>
                      <a:pt x="33" y="150"/>
                    </a:lnTo>
                    <a:lnTo>
                      <a:pt x="43" y="154"/>
                    </a:lnTo>
                    <a:lnTo>
                      <a:pt x="54" y="161"/>
                    </a:lnTo>
                    <a:lnTo>
                      <a:pt x="69" y="169"/>
                    </a:lnTo>
                    <a:lnTo>
                      <a:pt x="86" y="177"/>
                    </a:lnTo>
                    <a:lnTo>
                      <a:pt x="106" y="187"/>
                    </a:lnTo>
                    <a:lnTo>
                      <a:pt x="128" y="197"/>
                    </a:lnTo>
                    <a:lnTo>
                      <a:pt x="154" y="208"/>
                    </a:lnTo>
                    <a:lnTo>
                      <a:pt x="182" y="221"/>
                    </a:lnTo>
                    <a:lnTo>
                      <a:pt x="213" y="234"/>
                    </a:lnTo>
                    <a:lnTo>
                      <a:pt x="247" y="248"/>
                    </a:lnTo>
                    <a:lnTo>
                      <a:pt x="283" y="262"/>
                    </a:lnTo>
                    <a:lnTo>
                      <a:pt x="322" y="277"/>
                    </a:lnTo>
                    <a:lnTo>
                      <a:pt x="364" y="292"/>
                    </a:lnTo>
                    <a:lnTo>
                      <a:pt x="410" y="308"/>
                    </a:lnTo>
                    <a:lnTo>
                      <a:pt x="457" y="323"/>
                    </a:lnTo>
                    <a:lnTo>
                      <a:pt x="508" y="339"/>
                    </a:lnTo>
                    <a:lnTo>
                      <a:pt x="562" y="355"/>
                    </a:lnTo>
                    <a:lnTo>
                      <a:pt x="618" y="371"/>
                    </a:lnTo>
                    <a:lnTo>
                      <a:pt x="678" y="387"/>
                    </a:lnTo>
                    <a:lnTo>
                      <a:pt x="740" y="402"/>
                    </a:lnTo>
                    <a:lnTo>
                      <a:pt x="805" y="418"/>
                    </a:lnTo>
                    <a:lnTo>
                      <a:pt x="874" y="433"/>
                    </a:lnTo>
                    <a:lnTo>
                      <a:pt x="945" y="449"/>
                    </a:lnTo>
                    <a:lnTo>
                      <a:pt x="1018" y="462"/>
                    </a:lnTo>
                    <a:lnTo>
                      <a:pt x="1096" y="477"/>
                    </a:lnTo>
                    <a:lnTo>
                      <a:pt x="1176" y="490"/>
                    </a:lnTo>
                    <a:lnTo>
                      <a:pt x="1259" y="503"/>
                    </a:lnTo>
                    <a:lnTo>
                      <a:pt x="1346" y="514"/>
                    </a:lnTo>
                    <a:lnTo>
                      <a:pt x="1435" y="525"/>
                    </a:lnTo>
                    <a:lnTo>
                      <a:pt x="1436" y="523"/>
                    </a:lnTo>
                    <a:lnTo>
                      <a:pt x="1441" y="516"/>
                    </a:lnTo>
                    <a:lnTo>
                      <a:pt x="1447" y="506"/>
                    </a:lnTo>
                    <a:lnTo>
                      <a:pt x="1454" y="491"/>
                    </a:lnTo>
                    <a:lnTo>
                      <a:pt x="1461" y="474"/>
                    </a:lnTo>
                    <a:lnTo>
                      <a:pt x="1466" y="454"/>
                    </a:lnTo>
                    <a:lnTo>
                      <a:pt x="1469" y="432"/>
                    </a:lnTo>
                    <a:lnTo>
                      <a:pt x="1468" y="407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2" name="Google Shape;6492;p76"/>
              <p:cNvSpPr/>
              <p:nvPr/>
            </p:nvSpPr>
            <p:spPr>
              <a:xfrm>
                <a:off x="8253" y="4846"/>
                <a:ext cx="42" cy="29"/>
              </a:xfrm>
              <a:custGeom>
                <a:rect b="b" l="l" r="r" t="t"/>
                <a:pathLst>
                  <a:path extrusionOk="0" h="120" w="170">
                    <a:moveTo>
                      <a:pt x="53" y="0"/>
                    </a:moveTo>
                    <a:lnTo>
                      <a:pt x="49" y="0"/>
                    </a:lnTo>
                    <a:lnTo>
                      <a:pt x="41" y="3"/>
                    </a:lnTo>
                    <a:lnTo>
                      <a:pt x="30" y="7"/>
                    </a:lnTo>
                    <a:lnTo>
                      <a:pt x="17" y="15"/>
                    </a:lnTo>
                    <a:lnTo>
                      <a:pt x="7" y="26"/>
                    </a:lnTo>
                    <a:lnTo>
                      <a:pt x="1" y="43"/>
                    </a:lnTo>
                    <a:lnTo>
                      <a:pt x="0" y="65"/>
                    </a:lnTo>
                    <a:lnTo>
                      <a:pt x="7" y="94"/>
                    </a:lnTo>
                    <a:lnTo>
                      <a:pt x="98" y="120"/>
                    </a:lnTo>
                    <a:lnTo>
                      <a:pt x="97" y="114"/>
                    </a:lnTo>
                    <a:lnTo>
                      <a:pt x="97" y="102"/>
                    </a:lnTo>
                    <a:lnTo>
                      <a:pt x="97" y="84"/>
                    </a:lnTo>
                    <a:lnTo>
                      <a:pt x="101" y="64"/>
                    </a:lnTo>
                    <a:lnTo>
                      <a:pt x="108" y="44"/>
                    </a:lnTo>
                    <a:lnTo>
                      <a:pt x="121" y="30"/>
                    </a:lnTo>
                    <a:lnTo>
                      <a:pt x="141" y="22"/>
                    </a:lnTo>
                    <a:lnTo>
                      <a:pt x="170" y="25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3" name="Google Shape;6493;p76"/>
              <p:cNvSpPr/>
              <p:nvPr/>
            </p:nvSpPr>
            <p:spPr>
              <a:xfrm>
                <a:off x="8494" y="4901"/>
                <a:ext cx="43" cy="29"/>
              </a:xfrm>
              <a:custGeom>
                <a:rect b="b" l="l" r="r" t="t"/>
                <a:pathLst>
                  <a:path extrusionOk="0" h="119" w="170">
                    <a:moveTo>
                      <a:pt x="53" y="0"/>
                    </a:moveTo>
                    <a:lnTo>
                      <a:pt x="49" y="0"/>
                    </a:lnTo>
                    <a:lnTo>
                      <a:pt x="41" y="3"/>
                    </a:lnTo>
                    <a:lnTo>
                      <a:pt x="29" y="7"/>
                    </a:lnTo>
                    <a:lnTo>
                      <a:pt x="18" y="14"/>
                    </a:lnTo>
                    <a:lnTo>
                      <a:pt x="7" y="25"/>
                    </a:lnTo>
                    <a:lnTo>
                      <a:pt x="0" y="42"/>
                    </a:lnTo>
                    <a:lnTo>
                      <a:pt x="0" y="65"/>
                    </a:lnTo>
                    <a:lnTo>
                      <a:pt x="7" y="94"/>
                    </a:lnTo>
                    <a:lnTo>
                      <a:pt x="97" y="119"/>
                    </a:lnTo>
                    <a:lnTo>
                      <a:pt x="96" y="114"/>
                    </a:lnTo>
                    <a:lnTo>
                      <a:pt x="96" y="101"/>
                    </a:lnTo>
                    <a:lnTo>
                      <a:pt x="96" y="83"/>
                    </a:lnTo>
                    <a:lnTo>
                      <a:pt x="100" y="62"/>
                    </a:lnTo>
                    <a:lnTo>
                      <a:pt x="107" y="44"/>
                    </a:lnTo>
                    <a:lnTo>
                      <a:pt x="120" y="30"/>
                    </a:lnTo>
                    <a:lnTo>
                      <a:pt x="141" y="22"/>
                    </a:lnTo>
                    <a:lnTo>
                      <a:pt x="170" y="25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4" name="Google Shape;6494;p76"/>
              <p:cNvSpPr/>
              <p:nvPr/>
            </p:nvSpPr>
            <p:spPr>
              <a:xfrm>
                <a:off x="8299" y="4855"/>
                <a:ext cx="182" cy="50"/>
              </a:xfrm>
              <a:custGeom>
                <a:rect b="b" l="l" r="r" t="t"/>
                <a:pathLst>
                  <a:path extrusionOk="0" h="200" w="730">
                    <a:moveTo>
                      <a:pt x="0" y="44"/>
                    </a:moveTo>
                    <a:lnTo>
                      <a:pt x="697" y="200"/>
                    </a:lnTo>
                    <a:lnTo>
                      <a:pt x="730" y="156"/>
                    </a:lnTo>
                    <a:lnTo>
                      <a:pt x="33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5" name="Google Shape;6495;p76"/>
              <p:cNvSpPr/>
              <p:nvPr/>
            </p:nvSpPr>
            <p:spPr>
              <a:xfrm>
                <a:off x="8297" y="4875"/>
                <a:ext cx="176" cy="47"/>
              </a:xfrm>
              <a:custGeom>
                <a:rect b="b" l="l" r="r" t="t"/>
                <a:pathLst>
                  <a:path extrusionOk="0" h="187" w="703">
                    <a:moveTo>
                      <a:pt x="0" y="30"/>
                    </a:moveTo>
                    <a:lnTo>
                      <a:pt x="696" y="187"/>
                    </a:lnTo>
                    <a:lnTo>
                      <a:pt x="703" y="157"/>
                    </a:lnTo>
                    <a:lnTo>
                      <a:pt x="6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6" name="Google Shape;6496;p76"/>
              <p:cNvSpPr/>
              <p:nvPr/>
            </p:nvSpPr>
            <p:spPr>
              <a:xfrm>
                <a:off x="8486" y="4969"/>
                <a:ext cx="106" cy="127"/>
              </a:xfrm>
              <a:custGeom>
                <a:rect b="b" l="l" r="r" t="t"/>
                <a:pathLst>
                  <a:path extrusionOk="0" h="508" w="424">
                    <a:moveTo>
                      <a:pt x="0" y="508"/>
                    </a:moveTo>
                    <a:lnTo>
                      <a:pt x="86" y="388"/>
                    </a:lnTo>
                    <a:lnTo>
                      <a:pt x="124" y="388"/>
                    </a:lnTo>
                    <a:lnTo>
                      <a:pt x="424" y="0"/>
                    </a:lnTo>
                    <a:lnTo>
                      <a:pt x="130" y="282"/>
                    </a:lnTo>
                    <a:lnTo>
                      <a:pt x="66" y="289"/>
                    </a:lnTo>
                    <a:lnTo>
                      <a:pt x="0" y="358"/>
                    </a:lnTo>
                    <a:lnTo>
                      <a:pt x="0" y="508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7" name="Google Shape;6497;p76"/>
              <p:cNvSpPr/>
              <p:nvPr/>
            </p:nvSpPr>
            <p:spPr>
              <a:xfrm>
                <a:off x="8312" y="4637"/>
                <a:ext cx="296" cy="61"/>
              </a:xfrm>
              <a:custGeom>
                <a:rect b="b" l="l" r="r" t="t"/>
                <a:pathLst>
                  <a:path extrusionOk="0" h="245" w="1186">
                    <a:moveTo>
                      <a:pt x="0" y="0"/>
                    </a:moveTo>
                    <a:lnTo>
                      <a:pt x="1186" y="245"/>
                    </a:lnTo>
                    <a:lnTo>
                      <a:pt x="1184" y="244"/>
                    </a:lnTo>
                    <a:lnTo>
                      <a:pt x="1180" y="242"/>
                    </a:lnTo>
                    <a:lnTo>
                      <a:pt x="1172" y="239"/>
                    </a:lnTo>
                    <a:lnTo>
                      <a:pt x="1161" y="233"/>
                    </a:lnTo>
                    <a:lnTo>
                      <a:pt x="1147" y="228"/>
                    </a:lnTo>
                    <a:lnTo>
                      <a:pt x="1130" y="222"/>
                    </a:lnTo>
                    <a:lnTo>
                      <a:pt x="1112" y="214"/>
                    </a:lnTo>
                    <a:lnTo>
                      <a:pt x="1091" y="205"/>
                    </a:lnTo>
                    <a:lnTo>
                      <a:pt x="1066" y="196"/>
                    </a:lnTo>
                    <a:lnTo>
                      <a:pt x="1039" y="187"/>
                    </a:lnTo>
                    <a:lnTo>
                      <a:pt x="1010" y="177"/>
                    </a:lnTo>
                    <a:lnTo>
                      <a:pt x="979" y="166"/>
                    </a:lnTo>
                    <a:lnTo>
                      <a:pt x="945" y="154"/>
                    </a:lnTo>
                    <a:lnTo>
                      <a:pt x="910" y="143"/>
                    </a:lnTo>
                    <a:lnTo>
                      <a:pt x="871" y="132"/>
                    </a:lnTo>
                    <a:lnTo>
                      <a:pt x="832" y="121"/>
                    </a:lnTo>
                    <a:lnTo>
                      <a:pt x="790" y="108"/>
                    </a:lnTo>
                    <a:lnTo>
                      <a:pt x="747" y="97"/>
                    </a:lnTo>
                    <a:lnTo>
                      <a:pt x="702" y="86"/>
                    </a:lnTo>
                    <a:lnTo>
                      <a:pt x="655" y="74"/>
                    </a:lnTo>
                    <a:lnTo>
                      <a:pt x="607" y="64"/>
                    </a:lnTo>
                    <a:lnTo>
                      <a:pt x="557" y="54"/>
                    </a:lnTo>
                    <a:lnTo>
                      <a:pt x="506" y="45"/>
                    </a:lnTo>
                    <a:lnTo>
                      <a:pt x="454" y="36"/>
                    </a:lnTo>
                    <a:lnTo>
                      <a:pt x="400" y="28"/>
                    </a:lnTo>
                    <a:lnTo>
                      <a:pt x="346" y="20"/>
                    </a:lnTo>
                    <a:lnTo>
                      <a:pt x="290" y="15"/>
                    </a:lnTo>
                    <a:lnTo>
                      <a:pt x="233" y="9"/>
                    </a:lnTo>
                    <a:lnTo>
                      <a:pt x="176" y="4"/>
                    </a:lnTo>
                    <a:lnTo>
                      <a:pt x="118" y="2"/>
                    </a:lnTo>
                    <a:lnTo>
                      <a:pt x="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8" name="Google Shape;6498;p76"/>
              <p:cNvSpPr/>
              <p:nvPr/>
            </p:nvSpPr>
            <p:spPr>
              <a:xfrm>
                <a:off x="8250" y="4639"/>
                <a:ext cx="60" cy="185"/>
              </a:xfrm>
              <a:custGeom>
                <a:rect b="b" l="l" r="r" t="t"/>
                <a:pathLst>
                  <a:path extrusionOk="0" h="738" w="241">
                    <a:moveTo>
                      <a:pt x="241" y="0"/>
                    </a:moveTo>
                    <a:lnTo>
                      <a:pt x="52" y="738"/>
                    </a:lnTo>
                    <a:lnTo>
                      <a:pt x="0" y="726"/>
                    </a:lnTo>
                    <a:lnTo>
                      <a:pt x="169" y="0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rgbClr val="F2E5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499" name="Google Shape;6499;p76"/>
          <p:cNvSpPr/>
          <p:nvPr/>
        </p:nvSpPr>
        <p:spPr>
          <a:xfrm>
            <a:off x="6445250" y="3305175"/>
            <a:ext cx="1600200" cy="1489075"/>
          </a:xfrm>
          <a:custGeom>
            <a:rect b="b" l="l" r="r" t="t"/>
            <a:pathLst>
              <a:path extrusionOk="0" h="2693" w="2894">
                <a:moveTo>
                  <a:pt x="4" y="1331"/>
                </a:moveTo>
                <a:cubicBezTo>
                  <a:pt x="4" y="1049"/>
                  <a:pt x="119" y="673"/>
                  <a:pt x="349" y="509"/>
                </a:cubicBezTo>
                <a:cubicBezTo>
                  <a:pt x="579" y="345"/>
                  <a:pt x="1010" y="400"/>
                  <a:pt x="1384" y="344"/>
                </a:cubicBezTo>
                <a:cubicBezTo>
                  <a:pt x="1758" y="288"/>
                  <a:pt x="2346" y="0"/>
                  <a:pt x="2596" y="170"/>
                </a:cubicBezTo>
                <a:cubicBezTo>
                  <a:pt x="2846" y="340"/>
                  <a:pt x="2874" y="1035"/>
                  <a:pt x="2884" y="1364"/>
                </a:cubicBezTo>
                <a:cubicBezTo>
                  <a:pt x="2894" y="1693"/>
                  <a:pt x="2789" y="1954"/>
                  <a:pt x="2659" y="2144"/>
                </a:cubicBezTo>
                <a:cubicBezTo>
                  <a:pt x="2529" y="2334"/>
                  <a:pt x="2274" y="2432"/>
                  <a:pt x="2104" y="2504"/>
                </a:cubicBezTo>
                <a:cubicBezTo>
                  <a:pt x="1934" y="2576"/>
                  <a:pt x="1816" y="2558"/>
                  <a:pt x="1639" y="2579"/>
                </a:cubicBezTo>
                <a:cubicBezTo>
                  <a:pt x="1462" y="2600"/>
                  <a:pt x="1259" y="2693"/>
                  <a:pt x="1044" y="2630"/>
                </a:cubicBezTo>
                <a:cubicBezTo>
                  <a:pt x="829" y="2567"/>
                  <a:pt x="520" y="2418"/>
                  <a:pt x="346" y="2201"/>
                </a:cubicBezTo>
                <a:cubicBezTo>
                  <a:pt x="173" y="1985"/>
                  <a:pt x="0" y="1682"/>
                  <a:pt x="4" y="1331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00" name="Google Shape;6500;p76"/>
          <p:cNvGrpSpPr/>
          <p:nvPr/>
        </p:nvGrpSpPr>
        <p:grpSpPr>
          <a:xfrm>
            <a:off x="6699250" y="4383088"/>
            <a:ext cx="436563" cy="203200"/>
            <a:chOff x="3600" y="219"/>
            <a:chExt cx="360" cy="175"/>
          </a:xfrm>
        </p:grpSpPr>
        <p:sp>
          <p:nvSpPr>
            <p:cNvPr id="6501" name="Google Shape;6501;p76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02" name="Google Shape;6502;p76"/>
            <p:cNvCxnSpPr/>
            <p:nvPr/>
          </p:nvCxnSpPr>
          <p:spPr>
            <a:xfrm>
              <a:off x="3603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03" name="Google Shape;6503;p76"/>
            <p:cNvCxnSpPr/>
            <p:nvPr/>
          </p:nvCxnSpPr>
          <p:spPr>
            <a:xfrm>
              <a:off x="3960" y="289"/>
              <a:ext cx="0" cy="6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504" name="Google Shape;6504;p76"/>
            <p:cNvSpPr/>
            <p:nvPr/>
          </p:nvSpPr>
          <p:spPr>
            <a:xfrm>
              <a:off x="3603" y="284"/>
              <a:ext cx="231" cy="6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5" name="Google Shape;6505;p76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06" name="Google Shape;6506;p76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cxnSp>
            <p:nvCxnSpPr>
              <p:cNvPr id="6507" name="Google Shape;6507;p76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08" name="Google Shape;6508;p76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09" name="Google Shape;6509;p76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510" name="Google Shape;6510;p76"/>
            <p:cNvGrpSpPr/>
            <p:nvPr/>
          </p:nvGrpSpPr>
          <p:grpSpPr>
            <a:xfrm flipH="1" rot="10800000">
              <a:off x="3686" y="243"/>
              <a:ext cx="177" cy="66"/>
              <a:chOff x="2848" y="848"/>
              <a:chExt cx="140" cy="98"/>
            </a:xfrm>
          </p:grpSpPr>
          <p:cxnSp>
            <p:nvCxnSpPr>
              <p:cNvPr id="6511" name="Google Shape;6511;p76"/>
              <p:cNvCxnSpPr/>
              <p:nvPr/>
            </p:nvCxnSpPr>
            <p:spPr>
              <a:xfrm flipH="1" rot="10800000">
                <a:off x="2848" y="848"/>
                <a:ext cx="50" cy="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12" name="Google Shape;6512;p76"/>
              <p:cNvCxnSpPr/>
              <p:nvPr/>
            </p:nvCxnSpPr>
            <p:spPr>
              <a:xfrm>
                <a:off x="2944" y="946"/>
                <a:ext cx="44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13" name="Google Shape;6513;p76"/>
              <p:cNvCxnSpPr/>
              <p:nvPr/>
            </p:nvCxnSpPr>
            <p:spPr>
              <a:xfrm>
                <a:off x="2894" y="850"/>
                <a:ext cx="52" cy="96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cxnSp>
        <p:nvCxnSpPr>
          <p:cNvPr id="6514" name="Google Shape;6514;p76"/>
          <p:cNvCxnSpPr/>
          <p:nvPr/>
        </p:nvCxnSpPr>
        <p:spPr>
          <a:xfrm>
            <a:off x="6724650" y="4233863"/>
            <a:ext cx="11620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5" name="Google Shape;6515;p76"/>
          <p:cNvCxnSpPr/>
          <p:nvPr/>
        </p:nvCxnSpPr>
        <p:spPr>
          <a:xfrm>
            <a:off x="6907213" y="4233863"/>
            <a:ext cx="0" cy="1492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6" name="Google Shape;6516;p76"/>
          <p:cNvCxnSpPr/>
          <p:nvPr/>
        </p:nvCxnSpPr>
        <p:spPr>
          <a:xfrm>
            <a:off x="7650163" y="4089400"/>
            <a:ext cx="0" cy="1492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517" name="Google Shape;6517;p76"/>
          <p:cNvGrpSpPr/>
          <p:nvPr/>
        </p:nvGrpSpPr>
        <p:grpSpPr>
          <a:xfrm>
            <a:off x="7251700" y="3678238"/>
            <a:ext cx="796925" cy="514350"/>
            <a:chOff x="10665" y="3225"/>
            <a:chExt cx="1440" cy="930"/>
          </a:xfrm>
        </p:grpSpPr>
        <p:sp>
          <p:nvSpPr>
            <p:cNvPr id="6518" name="Google Shape;6518;p76"/>
            <p:cNvSpPr/>
            <p:nvPr/>
          </p:nvSpPr>
          <p:spPr>
            <a:xfrm>
              <a:off x="10665" y="3225"/>
              <a:ext cx="1440" cy="930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19" name="Google Shape;6519;p76"/>
            <p:cNvGrpSpPr/>
            <p:nvPr/>
          </p:nvGrpSpPr>
          <p:grpSpPr>
            <a:xfrm>
              <a:off x="11031" y="3335"/>
              <a:ext cx="565" cy="643"/>
              <a:chOff x="2870" y="1518"/>
              <a:chExt cx="292" cy="320"/>
            </a:xfrm>
          </p:grpSpPr>
          <p:graphicFrame>
            <p:nvGraphicFramePr>
              <p:cNvPr id="6520" name="Google Shape;6520;p76"/>
              <p:cNvGraphicFramePr/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>
                  <mc:Choice Requires="v">
                    <p:oleObj r:id="rId4" imgH="282" imgW="272" progId="" spid="_x0000_s1">
                      <p:embed/>
                    </p:oleObj>
                  </mc:Choice>
                  <mc:Fallback>
                    <p:oleObj r:id="rId5" imgH="282" imgW="272" progId="">
                      <p:embed/>
                      <p:pic>
                        <p:nvPicPr>
                          <p:cNvPr id="6520" name="Google Shape;6520;p76"/>
                          <p:cNvPicPr preferRelativeResize="0"/>
                          <p:nvPr/>
                        </p:nvPicPr>
                        <p:blipFill rotWithShape="1">
                          <a:blip r:embed="rId6">
                            <a:alphaModFix/>
                          </a:blip>
                          <a:srcRect b="0" l="0" r="0" t="0"/>
                          <a:stretch/>
                        </p:blipFill>
                        <p:spPr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521" name="Google Shape;6521;p76"/>
              <p:cNvGraphicFramePr/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>
                  <mc:Choice Requires="v">
                    <p:oleObj r:id="rId7" imgH="236" imgW="249" progId="" spid="_x0000_s2">
                      <p:embed/>
                    </p:oleObj>
                  </mc:Choice>
                  <mc:Fallback>
                    <p:oleObj r:id="rId8" imgH="236" imgW="249" progId="">
                      <p:embed/>
                      <p:pic>
                        <p:nvPicPr>
                          <p:cNvPr id="6521" name="Google Shape;6521;p76"/>
                          <p:cNvPicPr preferRelativeResize="0"/>
                          <p:nvPr/>
                        </p:nvPicPr>
                        <p:blipFill rotWithShape="1">
                          <a:blip r:embed="rId9">
                            <a:alphaModFix/>
                          </a:blip>
                          <a:srcRect b="0" l="0" r="0" t="0"/>
                          <a:stretch/>
                        </p:blipFill>
                        <p:spPr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6522" name="Google Shape;6522;p76"/>
          <p:cNvSpPr/>
          <p:nvPr/>
        </p:nvSpPr>
        <p:spPr>
          <a:xfrm>
            <a:off x="3697288" y="5489575"/>
            <a:ext cx="2565400" cy="793750"/>
          </a:xfrm>
          <a:custGeom>
            <a:rect b="b" l="l" r="r" t="t"/>
            <a:pathLst>
              <a:path extrusionOk="0" h="1435" w="4636">
                <a:moveTo>
                  <a:pt x="339" y="15"/>
                </a:moveTo>
                <a:cubicBezTo>
                  <a:pt x="0" y="110"/>
                  <a:pt x="112" y="438"/>
                  <a:pt x="189" y="645"/>
                </a:cubicBezTo>
                <a:cubicBezTo>
                  <a:pt x="266" y="852"/>
                  <a:pt x="509" y="1130"/>
                  <a:pt x="804" y="1260"/>
                </a:cubicBezTo>
                <a:cubicBezTo>
                  <a:pt x="1099" y="1390"/>
                  <a:pt x="1507" y="1415"/>
                  <a:pt x="1959" y="1425"/>
                </a:cubicBezTo>
                <a:cubicBezTo>
                  <a:pt x="2411" y="1435"/>
                  <a:pt x="3192" y="1395"/>
                  <a:pt x="3519" y="1320"/>
                </a:cubicBezTo>
                <a:cubicBezTo>
                  <a:pt x="3846" y="1245"/>
                  <a:pt x="3753" y="1067"/>
                  <a:pt x="3924" y="975"/>
                </a:cubicBezTo>
                <a:cubicBezTo>
                  <a:pt x="4095" y="883"/>
                  <a:pt x="4489" y="885"/>
                  <a:pt x="4543" y="769"/>
                </a:cubicBezTo>
                <a:cubicBezTo>
                  <a:pt x="4597" y="653"/>
                  <a:pt x="4636" y="393"/>
                  <a:pt x="4249" y="278"/>
                </a:cubicBezTo>
                <a:cubicBezTo>
                  <a:pt x="3863" y="162"/>
                  <a:pt x="2874" y="120"/>
                  <a:pt x="2222" y="76"/>
                </a:cubicBezTo>
                <a:cubicBezTo>
                  <a:pt x="1570" y="32"/>
                  <a:pt x="868" y="0"/>
                  <a:pt x="339" y="15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23" name="Google Shape;6523;p76"/>
          <p:cNvCxnSpPr/>
          <p:nvPr/>
        </p:nvCxnSpPr>
        <p:spPr>
          <a:xfrm flipH="1" rot="10800000">
            <a:off x="7059613" y="4052888"/>
            <a:ext cx="428625" cy="28892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24" name="Google Shape;6524;p76"/>
          <p:cNvSpPr/>
          <p:nvPr/>
        </p:nvSpPr>
        <p:spPr>
          <a:xfrm>
            <a:off x="3695700" y="4630738"/>
            <a:ext cx="2970213" cy="292100"/>
          </a:xfrm>
          <a:custGeom>
            <a:rect b="b" l="l" r="r" t="t"/>
            <a:pathLst>
              <a:path extrusionOk="0" h="318" w="2196">
                <a:moveTo>
                  <a:pt x="0" y="0"/>
                </a:moveTo>
                <a:cubicBezTo>
                  <a:pt x="199" y="51"/>
                  <a:pt x="828" y="301"/>
                  <a:pt x="1194" y="306"/>
                </a:cubicBezTo>
                <a:cubicBezTo>
                  <a:pt x="1536" y="318"/>
                  <a:pt x="1987" y="88"/>
                  <a:pt x="2196" y="3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25" name="Google Shape;6525;p76"/>
          <p:cNvCxnSpPr/>
          <p:nvPr/>
        </p:nvCxnSpPr>
        <p:spPr>
          <a:xfrm rot="10800000">
            <a:off x="3660775" y="4743450"/>
            <a:ext cx="981075" cy="914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26" name="Google Shape;6526;p76"/>
          <p:cNvSpPr txBox="1"/>
          <p:nvPr/>
        </p:nvSpPr>
        <p:spPr>
          <a:xfrm>
            <a:off x="254000" y="3963988"/>
            <a:ext cx="2100263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Permanent address: 128.119.40.186</a:t>
            </a:r>
            <a:endParaRPr/>
          </a:p>
        </p:txBody>
      </p:sp>
      <p:sp>
        <p:nvSpPr>
          <p:cNvPr id="6527" name="Google Shape;6527;p76"/>
          <p:cNvSpPr txBox="1"/>
          <p:nvPr/>
        </p:nvSpPr>
        <p:spPr>
          <a:xfrm>
            <a:off x="6305550" y="4710113"/>
            <a:ext cx="2100263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Care-of address: 79.129.13.2</a:t>
            </a:r>
            <a:endParaRPr/>
          </a:p>
        </p:txBody>
      </p:sp>
      <p:grpSp>
        <p:nvGrpSpPr>
          <p:cNvPr id="6528" name="Google Shape;6528;p76"/>
          <p:cNvGrpSpPr/>
          <p:nvPr/>
        </p:nvGrpSpPr>
        <p:grpSpPr>
          <a:xfrm>
            <a:off x="1385888" y="5038725"/>
            <a:ext cx="3021012" cy="1068388"/>
            <a:chOff x="873" y="3174"/>
            <a:chExt cx="1903" cy="673"/>
          </a:xfrm>
        </p:grpSpPr>
        <p:grpSp>
          <p:nvGrpSpPr>
            <p:cNvPr id="6529" name="Google Shape;6529;p76"/>
            <p:cNvGrpSpPr/>
            <p:nvPr/>
          </p:nvGrpSpPr>
          <p:grpSpPr>
            <a:xfrm>
              <a:off x="908" y="3174"/>
              <a:ext cx="1868" cy="286"/>
              <a:chOff x="527" y="2649"/>
              <a:chExt cx="1868" cy="286"/>
            </a:xfrm>
          </p:grpSpPr>
          <p:sp>
            <p:nvSpPr>
              <p:cNvPr id="6530" name="Google Shape;6530;p76"/>
              <p:cNvSpPr/>
              <p:nvPr/>
            </p:nvSpPr>
            <p:spPr>
              <a:xfrm>
                <a:off x="546" y="2680"/>
                <a:ext cx="1849" cy="239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1" name="Google Shape;6531;p76"/>
              <p:cNvSpPr txBox="1"/>
              <p:nvPr/>
            </p:nvSpPr>
            <p:spPr>
              <a:xfrm>
                <a:off x="527" y="2698"/>
                <a:ext cx="178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dest: 128.119.40.186</a:t>
                </a:r>
                <a:endParaRPr/>
              </a:p>
            </p:txBody>
          </p:sp>
          <p:cxnSp>
            <p:nvCxnSpPr>
              <p:cNvPr id="6532" name="Google Shape;6532;p76"/>
              <p:cNvCxnSpPr/>
              <p:nvPr/>
            </p:nvCxnSpPr>
            <p:spPr>
              <a:xfrm>
                <a:off x="1847" y="2680"/>
                <a:ext cx="3" cy="23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533" name="Google Shape;6533;p76"/>
              <p:cNvGrpSpPr/>
              <p:nvPr/>
            </p:nvGrpSpPr>
            <p:grpSpPr>
              <a:xfrm>
                <a:off x="2148" y="2649"/>
                <a:ext cx="111" cy="109"/>
                <a:chOff x="1941" y="2928"/>
                <a:chExt cx="111" cy="109"/>
              </a:xfrm>
            </p:grpSpPr>
            <p:sp>
              <p:nvSpPr>
                <p:cNvPr id="6534" name="Google Shape;6534;p76"/>
                <p:cNvSpPr/>
                <p:nvPr/>
              </p:nvSpPr>
              <p:spPr>
                <a:xfrm>
                  <a:off x="1941" y="2928"/>
                  <a:ext cx="111" cy="108"/>
                </a:xfrm>
                <a:custGeom>
                  <a:rect b="b" l="l" r="r" t="t"/>
                  <a:pathLst>
                    <a:path extrusionOk="0" h="108" w="111">
                      <a:moveTo>
                        <a:pt x="57" y="0"/>
                      </a:moveTo>
                      <a:lnTo>
                        <a:pt x="111" y="0"/>
                      </a:lnTo>
                      <a:lnTo>
                        <a:pt x="48" y="108"/>
                      </a:lnTo>
                      <a:lnTo>
                        <a:pt x="0" y="105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6535" name="Google Shape;6535;p76"/>
                <p:cNvCxnSpPr/>
                <p:nvPr/>
              </p:nvCxnSpPr>
              <p:spPr>
                <a:xfrm flipH="1">
                  <a:off x="1943" y="2932"/>
                  <a:ext cx="57" cy="9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536" name="Google Shape;6536;p76"/>
                <p:cNvCxnSpPr/>
                <p:nvPr/>
              </p:nvCxnSpPr>
              <p:spPr>
                <a:xfrm flipH="1">
                  <a:off x="1985" y="2938"/>
                  <a:ext cx="57" cy="9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537" name="Google Shape;6537;p76"/>
              <p:cNvGrpSpPr/>
              <p:nvPr/>
            </p:nvGrpSpPr>
            <p:grpSpPr>
              <a:xfrm>
                <a:off x="2136" y="2826"/>
                <a:ext cx="111" cy="109"/>
                <a:chOff x="1941" y="2928"/>
                <a:chExt cx="111" cy="109"/>
              </a:xfrm>
            </p:grpSpPr>
            <p:sp>
              <p:nvSpPr>
                <p:cNvPr id="6538" name="Google Shape;6538;p76"/>
                <p:cNvSpPr/>
                <p:nvPr/>
              </p:nvSpPr>
              <p:spPr>
                <a:xfrm>
                  <a:off x="1941" y="2928"/>
                  <a:ext cx="111" cy="108"/>
                </a:xfrm>
                <a:custGeom>
                  <a:rect b="b" l="l" r="r" t="t"/>
                  <a:pathLst>
                    <a:path extrusionOk="0" h="108" w="111">
                      <a:moveTo>
                        <a:pt x="57" y="0"/>
                      </a:moveTo>
                      <a:lnTo>
                        <a:pt x="111" y="0"/>
                      </a:lnTo>
                      <a:lnTo>
                        <a:pt x="48" y="108"/>
                      </a:lnTo>
                      <a:lnTo>
                        <a:pt x="0" y="105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6539" name="Google Shape;6539;p76"/>
                <p:cNvCxnSpPr/>
                <p:nvPr/>
              </p:nvCxnSpPr>
              <p:spPr>
                <a:xfrm flipH="1">
                  <a:off x="1943" y="2932"/>
                  <a:ext cx="57" cy="9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540" name="Google Shape;6540;p76"/>
                <p:cNvCxnSpPr/>
                <p:nvPr/>
              </p:nvCxnSpPr>
              <p:spPr>
                <a:xfrm flipH="1">
                  <a:off x="1985" y="2938"/>
                  <a:ext cx="57" cy="9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6541" name="Google Shape;6541;p76"/>
            <p:cNvSpPr txBox="1"/>
            <p:nvPr/>
          </p:nvSpPr>
          <p:spPr>
            <a:xfrm>
              <a:off x="873" y="3443"/>
              <a:ext cx="1187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packet sent by correspondent</a:t>
              </a:r>
              <a:endParaRPr/>
            </a:p>
          </p:txBody>
        </p:sp>
      </p:grpSp>
      <p:grpSp>
        <p:nvGrpSpPr>
          <p:cNvPr id="6542" name="Google Shape;6542;p76"/>
          <p:cNvGrpSpPr/>
          <p:nvPr/>
        </p:nvGrpSpPr>
        <p:grpSpPr>
          <a:xfrm>
            <a:off x="879475" y="2039938"/>
            <a:ext cx="5287963" cy="2814637"/>
            <a:chOff x="554" y="1285"/>
            <a:chExt cx="3331" cy="1773"/>
          </a:xfrm>
        </p:grpSpPr>
        <p:sp>
          <p:nvSpPr>
            <p:cNvPr id="6543" name="Google Shape;6543;p76"/>
            <p:cNvSpPr/>
            <p:nvPr/>
          </p:nvSpPr>
          <p:spPr>
            <a:xfrm>
              <a:off x="2931" y="2982"/>
              <a:ext cx="356" cy="7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4" name="Google Shape;6544;p76"/>
            <p:cNvSpPr/>
            <p:nvPr/>
          </p:nvSpPr>
          <p:spPr>
            <a:xfrm>
              <a:off x="576" y="2009"/>
              <a:ext cx="3303" cy="990"/>
            </a:xfrm>
            <a:custGeom>
              <a:rect b="b" l="l" r="r" t="t"/>
              <a:pathLst>
                <a:path extrusionOk="0" h="990" w="3303">
                  <a:moveTo>
                    <a:pt x="2439" y="981"/>
                  </a:moveTo>
                  <a:cubicBezTo>
                    <a:pt x="2439" y="981"/>
                    <a:pt x="1882" y="501"/>
                    <a:pt x="1490" y="346"/>
                  </a:cubicBezTo>
                  <a:cubicBezTo>
                    <a:pt x="1098" y="191"/>
                    <a:pt x="13" y="47"/>
                    <a:pt x="0" y="41"/>
                  </a:cubicBezTo>
                  <a:cubicBezTo>
                    <a:pt x="13" y="59"/>
                    <a:pt x="2832" y="0"/>
                    <a:pt x="3303" y="49"/>
                  </a:cubicBezTo>
                  <a:cubicBezTo>
                    <a:pt x="3301" y="41"/>
                    <a:pt x="2925" y="183"/>
                    <a:pt x="2829" y="337"/>
                  </a:cubicBezTo>
                  <a:cubicBezTo>
                    <a:pt x="2733" y="491"/>
                    <a:pt x="2550" y="990"/>
                    <a:pt x="2558" y="973"/>
                  </a:cubicBezTo>
                  <a:cubicBezTo>
                    <a:pt x="2558" y="990"/>
                    <a:pt x="2439" y="981"/>
                    <a:pt x="2439" y="98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45" name="Google Shape;6545;p76"/>
            <p:cNvGrpSpPr/>
            <p:nvPr/>
          </p:nvGrpSpPr>
          <p:grpSpPr>
            <a:xfrm>
              <a:off x="561" y="1649"/>
              <a:ext cx="3324" cy="464"/>
              <a:chOff x="1240" y="1226"/>
              <a:chExt cx="3324" cy="464"/>
            </a:xfrm>
          </p:grpSpPr>
          <p:grpSp>
            <p:nvGrpSpPr>
              <p:cNvPr id="6546" name="Google Shape;6546;p76"/>
              <p:cNvGrpSpPr/>
              <p:nvPr/>
            </p:nvGrpSpPr>
            <p:grpSpPr>
              <a:xfrm>
                <a:off x="1240" y="1226"/>
                <a:ext cx="3324" cy="464"/>
                <a:chOff x="1198" y="3598"/>
                <a:chExt cx="3324" cy="464"/>
              </a:xfrm>
            </p:grpSpPr>
            <p:sp>
              <p:nvSpPr>
                <p:cNvPr id="6547" name="Google Shape;6547;p76"/>
                <p:cNvSpPr/>
                <p:nvPr/>
              </p:nvSpPr>
              <p:spPr>
                <a:xfrm>
                  <a:off x="1221" y="3665"/>
                  <a:ext cx="3301" cy="343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48" name="Google Shape;6548;p76"/>
                <p:cNvSpPr txBox="1"/>
                <p:nvPr/>
              </p:nvSpPr>
              <p:spPr>
                <a:xfrm>
                  <a:off x="1198" y="3733"/>
                  <a:ext cx="1780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dest: 79.129.13.2</a:t>
                  </a:r>
                  <a:endParaRPr/>
                </a:p>
              </p:txBody>
            </p:sp>
            <p:cxnSp>
              <p:nvCxnSpPr>
                <p:cNvPr id="6549" name="Google Shape;6549;p76"/>
                <p:cNvCxnSpPr/>
                <p:nvPr/>
              </p:nvCxnSpPr>
              <p:spPr>
                <a:xfrm>
                  <a:off x="2311" y="3659"/>
                  <a:ext cx="8" cy="34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6550" name="Google Shape;6550;p76"/>
                <p:cNvGrpSpPr/>
                <p:nvPr/>
              </p:nvGrpSpPr>
              <p:grpSpPr>
                <a:xfrm>
                  <a:off x="4374" y="3598"/>
                  <a:ext cx="111" cy="109"/>
                  <a:chOff x="1941" y="2928"/>
                  <a:chExt cx="111" cy="109"/>
                </a:xfrm>
              </p:grpSpPr>
              <p:sp>
                <p:nvSpPr>
                  <p:cNvPr id="6551" name="Google Shape;6551;p76"/>
                  <p:cNvSpPr/>
                  <p:nvPr/>
                </p:nvSpPr>
                <p:spPr>
                  <a:xfrm>
                    <a:off x="1941" y="2928"/>
                    <a:ext cx="111" cy="108"/>
                  </a:xfrm>
                  <a:custGeom>
                    <a:rect b="b" l="l" r="r" t="t"/>
                    <a:pathLst>
                      <a:path extrusionOk="0" h="108" w="111">
                        <a:moveTo>
                          <a:pt x="57" y="0"/>
                        </a:moveTo>
                        <a:lnTo>
                          <a:pt x="111" y="0"/>
                        </a:lnTo>
                        <a:lnTo>
                          <a:pt x="48" y="108"/>
                        </a:lnTo>
                        <a:lnTo>
                          <a:pt x="0" y="105"/>
                        </a:lnTo>
                        <a:lnTo>
                          <a:pt x="5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6552" name="Google Shape;6552;p76"/>
                  <p:cNvCxnSpPr/>
                  <p:nvPr/>
                </p:nvCxnSpPr>
                <p:spPr>
                  <a:xfrm flipH="1">
                    <a:off x="1943" y="2932"/>
                    <a:ext cx="57" cy="9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53" name="Google Shape;6553;p76"/>
                  <p:cNvCxnSpPr/>
                  <p:nvPr/>
                </p:nvCxnSpPr>
                <p:spPr>
                  <a:xfrm flipH="1">
                    <a:off x="1985" y="2938"/>
                    <a:ext cx="57" cy="9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554" name="Google Shape;6554;p76"/>
                <p:cNvGrpSpPr/>
                <p:nvPr/>
              </p:nvGrpSpPr>
              <p:grpSpPr>
                <a:xfrm>
                  <a:off x="4355" y="3953"/>
                  <a:ext cx="111" cy="109"/>
                  <a:chOff x="1941" y="2928"/>
                  <a:chExt cx="111" cy="109"/>
                </a:xfrm>
              </p:grpSpPr>
              <p:sp>
                <p:nvSpPr>
                  <p:cNvPr id="6555" name="Google Shape;6555;p76"/>
                  <p:cNvSpPr/>
                  <p:nvPr/>
                </p:nvSpPr>
                <p:spPr>
                  <a:xfrm>
                    <a:off x="1941" y="2928"/>
                    <a:ext cx="111" cy="108"/>
                  </a:xfrm>
                  <a:custGeom>
                    <a:rect b="b" l="l" r="r" t="t"/>
                    <a:pathLst>
                      <a:path extrusionOk="0" h="108" w="111">
                        <a:moveTo>
                          <a:pt x="57" y="0"/>
                        </a:moveTo>
                        <a:lnTo>
                          <a:pt x="111" y="0"/>
                        </a:lnTo>
                        <a:lnTo>
                          <a:pt x="48" y="108"/>
                        </a:lnTo>
                        <a:lnTo>
                          <a:pt x="0" y="105"/>
                        </a:lnTo>
                        <a:lnTo>
                          <a:pt x="5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6556" name="Google Shape;6556;p76"/>
                  <p:cNvCxnSpPr/>
                  <p:nvPr/>
                </p:nvCxnSpPr>
                <p:spPr>
                  <a:xfrm flipH="1">
                    <a:off x="1943" y="2932"/>
                    <a:ext cx="57" cy="9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57" name="Google Shape;6557;p76"/>
                  <p:cNvCxnSpPr/>
                  <p:nvPr/>
                </p:nvCxnSpPr>
                <p:spPr>
                  <a:xfrm flipH="1">
                    <a:off x="1985" y="2938"/>
                    <a:ext cx="57" cy="9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558" name="Google Shape;6558;p76"/>
              <p:cNvGrpSpPr/>
              <p:nvPr/>
            </p:nvGrpSpPr>
            <p:grpSpPr>
              <a:xfrm>
                <a:off x="2520" y="1313"/>
                <a:ext cx="1868" cy="286"/>
                <a:chOff x="527" y="2649"/>
                <a:chExt cx="1868" cy="286"/>
              </a:xfrm>
            </p:grpSpPr>
            <p:sp>
              <p:nvSpPr>
                <p:cNvPr id="6559" name="Google Shape;6559;p76"/>
                <p:cNvSpPr/>
                <p:nvPr/>
              </p:nvSpPr>
              <p:spPr>
                <a:xfrm>
                  <a:off x="546" y="2680"/>
                  <a:ext cx="1849" cy="23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60" name="Google Shape;6560;p76"/>
                <p:cNvSpPr txBox="1"/>
                <p:nvPr/>
              </p:nvSpPr>
              <p:spPr>
                <a:xfrm>
                  <a:off x="527" y="2698"/>
                  <a:ext cx="1780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dest: 128.119.40.186</a:t>
                  </a:r>
                  <a:endParaRPr/>
                </a:p>
              </p:txBody>
            </p:sp>
            <p:cxnSp>
              <p:nvCxnSpPr>
                <p:cNvPr id="6561" name="Google Shape;6561;p76"/>
                <p:cNvCxnSpPr/>
                <p:nvPr/>
              </p:nvCxnSpPr>
              <p:spPr>
                <a:xfrm>
                  <a:off x="1847" y="2680"/>
                  <a:ext cx="3" cy="23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6562" name="Google Shape;6562;p76"/>
                <p:cNvGrpSpPr/>
                <p:nvPr/>
              </p:nvGrpSpPr>
              <p:grpSpPr>
                <a:xfrm>
                  <a:off x="2148" y="2649"/>
                  <a:ext cx="111" cy="109"/>
                  <a:chOff x="1941" y="2928"/>
                  <a:chExt cx="111" cy="109"/>
                </a:xfrm>
              </p:grpSpPr>
              <p:sp>
                <p:nvSpPr>
                  <p:cNvPr id="6563" name="Google Shape;6563;p76"/>
                  <p:cNvSpPr/>
                  <p:nvPr/>
                </p:nvSpPr>
                <p:spPr>
                  <a:xfrm>
                    <a:off x="1941" y="2928"/>
                    <a:ext cx="111" cy="108"/>
                  </a:xfrm>
                  <a:custGeom>
                    <a:rect b="b" l="l" r="r" t="t"/>
                    <a:pathLst>
                      <a:path extrusionOk="0" h="108" w="111">
                        <a:moveTo>
                          <a:pt x="57" y="0"/>
                        </a:moveTo>
                        <a:lnTo>
                          <a:pt x="111" y="0"/>
                        </a:lnTo>
                        <a:lnTo>
                          <a:pt x="48" y="108"/>
                        </a:lnTo>
                        <a:lnTo>
                          <a:pt x="0" y="105"/>
                        </a:lnTo>
                        <a:lnTo>
                          <a:pt x="5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6564" name="Google Shape;6564;p76"/>
                  <p:cNvCxnSpPr/>
                  <p:nvPr/>
                </p:nvCxnSpPr>
                <p:spPr>
                  <a:xfrm flipH="1">
                    <a:off x="1943" y="2932"/>
                    <a:ext cx="57" cy="9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65" name="Google Shape;6565;p76"/>
                  <p:cNvCxnSpPr/>
                  <p:nvPr/>
                </p:nvCxnSpPr>
                <p:spPr>
                  <a:xfrm flipH="1">
                    <a:off x="1985" y="2938"/>
                    <a:ext cx="57" cy="9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566" name="Google Shape;6566;p76"/>
                <p:cNvGrpSpPr/>
                <p:nvPr/>
              </p:nvGrpSpPr>
              <p:grpSpPr>
                <a:xfrm>
                  <a:off x="2136" y="2826"/>
                  <a:ext cx="111" cy="109"/>
                  <a:chOff x="1941" y="2928"/>
                  <a:chExt cx="111" cy="109"/>
                </a:xfrm>
              </p:grpSpPr>
              <p:sp>
                <p:nvSpPr>
                  <p:cNvPr id="6567" name="Google Shape;6567;p76"/>
                  <p:cNvSpPr/>
                  <p:nvPr/>
                </p:nvSpPr>
                <p:spPr>
                  <a:xfrm>
                    <a:off x="1941" y="2928"/>
                    <a:ext cx="111" cy="108"/>
                  </a:xfrm>
                  <a:custGeom>
                    <a:rect b="b" l="l" r="r" t="t"/>
                    <a:pathLst>
                      <a:path extrusionOk="0" h="108" w="111">
                        <a:moveTo>
                          <a:pt x="57" y="0"/>
                        </a:moveTo>
                        <a:lnTo>
                          <a:pt x="111" y="0"/>
                        </a:lnTo>
                        <a:lnTo>
                          <a:pt x="48" y="108"/>
                        </a:lnTo>
                        <a:lnTo>
                          <a:pt x="0" y="105"/>
                        </a:lnTo>
                        <a:lnTo>
                          <a:pt x="5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6568" name="Google Shape;6568;p76"/>
                  <p:cNvCxnSpPr/>
                  <p:nvPr/>
                </p:nvCxnSpPr>
                <p:spPr>
                  <a:xfrm flipH="1">
                    <a:off x="1943" y="2932"/>
                    <a:ext cx="57" cy="9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69" name="Google Shape;6569;p76"/>
                  <p:cNvCxnSpPr/>
                  <p:nvPr/>
                </p:nvCxnSpPr>
                <p:spPr>
                  <a:xfrm flipH="1">
                    <a:off x="1985" y="2938"/>
                    <a:ext cx="57" cy="9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  <p:sp>
          <p:nvSpPr>
            <p:cNvPr id="6570" name="Google Shape;6570;p76"/>
            <p:cNvSpPr txBox="1"/>
            <p:nvPr/>
          </p:nvSpPr>
          <p:spPr>
            <a:xfrm>
              <a:off x="554" y="1285"/>
              <a:ext cx="2855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packet sent by home agent to foreign agent: a </a:t>
              </a:r>
              <a:r>
                <a:rPr i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packet within a packet</a:t>
              </a:r>
              <a:endParaRPr/>
            </a:p>
          </p:txBody>
        </p:sp>
      </p:grpSp>
      <p:grpSp>
        <p:nvGrpSpPr>
          <p:cNvPr id="6571" name="Google Shape;6571;p76"/>
          <p:cNvGrpSpPr/>
          <p:nvPr/>
        </p:nvGrpSpPr>
        <p:grpSpPr>
          <a:xfrm>
            <a:off x="5426075" y="1611313"/>
            <a:ext cx="3567113" cy="2562225"/>
            <a:chOff x="3418" y="1015"/>
            <a:chExt cx="2247" cy="1614"/>
          </a:xfrm>
        </p:grpSpPr>
        <p:sp>
          <p:nvSpPr>
            <p:cNvPr id="6572" name="Google Shape;6572;p76"/>
            <p:cNvSpPr/>
            <p:nvPr/>
          </p:nvSpPr>
          <p:spPr>
            <a:xfrm>
              <a:off x="4382" y="2569"/>
              <a:ext cx="263" cy="6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3" name="Google Shape;6573;p76"/>
            <p:cNvSpPr/>
            <p:nvPr/>
          </p:nvSpPr>
          <p:spPr>
            <a:xfrm>
              <a:off x="3693" y="1469"/>
              <a:ext cx="1849" cy="1132"/>
            </a:xfrm>
            <a:custGeom>
              <a:rect b="b" l="l" r="r" t="t"/>
              <a:pathLst>
                <a:path extrusionOk="0" h="1132" w="1849">
                  <a:moveTo>
                    <a:pt x="779" y="1132"/>
                  </a:moveTo>
                  <a:cubicBezTo>
                    <a:pt x="779" y="1132"/>
                    <a:pt x="1078" y="499"/>
                    <a:pt x="686" y="344"/>
                  </a:cubicBezTo>
                  <a:cubicBezTo>
                    <a:pt x="294" y="189"/>
                    <a:pt x="13" y="45"/>
                    <a:pt x="0" y="39"/>
                  </a:cubicBezTo>
                  <a:cubicBezTo>
                    <a:pt x="13" y="57"/>
                    <a:pt x="1378" y="0"/>
                    <a:pt x="1849" y="49"/>
                  </a:cubicBezTo>
                  <a:cubicBezTo>
                    <a:pt x="1847" y="41"/>
                    <a:pt x="1471" y="183"/>
                    <a:pt x="1375" y="337"/>
                  </a:cubicBezTo>
                  <a:cubicBezTo>
                    <a:pt x="1279" y="491"/>
                    <a:pt x="898" y="1013"/>
                    <a:pt x="906" y="996"/>
                  </a:cubicBezTo>
                  <a:cubicBezTo>
                    <a:pt x="906" y="1013"/>
                    <a:pt x="779" y="1132"/>
                    <a:pt x="779" y="1132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74" name="Google Shape;6574;p76"/>
            <p:cNvGrpSpPr/>
            <p:nvPr/>
          </p:nvGrpSpPr>
          <p:grpSpPr>
            <a:xfrm>
              <a:off x="3672" y="1254"/>
              <a:ext cx="1868" cy="286"/>
              <a:chOff x="527" y="2649"/>
              <a:chExt cx="1868" cy="286"/>
            </a:xfrm>
          </p:grpSpPr>
          <p:sp>
            <p:nvSpPr>
              <p:cNvPr id="6575" name="Google Shape;6575;p76"/>
              <p:cNvSpPr/>
              <p:nvPr/>
            </p:nvSpPr>
            <p:spPr>
              <a:xfrm>
                <a:off x="546" y="2680"/>
                <a:ext cx="1849" cy="239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6" name="Google Shape;6576;p76"/>
              <p:cNvSpPr txBox="1"/>
              <p:nvPr/>
            </p:nvSpPr>
            <p:spPr>
              <a:xfrm>
                <a:off x="527" y="2698"/>
                <a:ext cx="178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dest: 128.119.40.186</a:t>
                </a:r>
                <a:endParaRPr/>
              </a:p>
            </p:txBody>
          </p:sp>
          <p:cxnSp>
            <p:nvCxnSpPr>
              <p:cNvPr id="6577" name="Google Shape;6577;p76"/>
              <p:cNvCxnSpPr/>
              <p:nvPr/>
            </p:nvCxnSpPr>
            <p:spPr>
              <a:xfrm>
                <a:off x="1847" y="2680"/>
                <a:ext cx="3" cy="23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578" name="Google Shape;6578;p76"/>
              <p:cNvGrpSpPr/>
              <p:nvPr/>
            </p:nvGrpSpPr>
            <p:grpSpPr>
              <a:xfrm>
                <a:off x="2148" y="2649"/>
                <a:ext cx="111" cy="109"/>
                <a:chOff x="1941" y="2928"/>
                <a:chExt cx="111" cy="109"/>
              </a:xfrm>
            </p:grpSpPr>
            <p:sp>
              <p:nvSpPr>
                <p:cNvPr id="6579" name="Google Shape;6579;p76"/>
                <p:cNvSpPr/>
                <p:nvPr/>
              </p:nvSpPr>
              <p:spPr>
                <a:xfrm>
                  <a:off x="1941" y="2928"/>
                  <a:ext cx="111" cy="108"/>
                </a:xfrm>
                <a:custGeom>
                  <a:rect b="b" l="l" r="r" t="t"/>
                  <a:pathLst>
                    <a:path extrusionOk="0" h="108" w="111">
                      <a:moveTo>
                        <a:pt x="57" y="0"/>
                      </a:moveTo>
                      <a:lnTo>
                        <a:pt x="111" y="0"/>
                      </a:lnTo>
                      <a:lnTo>
                        <a:pt x="48" y="108"/>
                      </a:lnTo>
                      <a:lnTo>
                        <a:pt x="0" y="105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6580" name="Google Shape;6580;p76"/>
                <p:cNvCxnSpPr/>
                <p:nvPr/>
              </p:nvCxnSpPr>
              <p:spPr>
                <a:xfrm flipH="1">
                  <a:off x="1943" y="2932"/>
                  <a:ext cx="57" cy="9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581" name="Google Shape;6581;p76"/>
                <p:cNvCxnSpPr/>
                <p:nvPr/>
              </p:nvCxnSpPr>
              <p:spPr>
                <a:xfrm flipH="1">
                  <a:off x="1985" y="2938"/>
                  <a:ext cx="57" cy="9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582" name="Google Shape;6582;p76"/>
              <p:cNvGrpSpPr/>
              <p:nvPr/>
            </p:nvGrpSpPr>
            <p:grpSpPr>
              <a:xfrm>
                <a:off x="2136" y="2826"/>
                <a:ext cx="111" cy="109"/>
                <a:chOff x="1941" y="2928"/>
                <a:chExt cx="111" cy="109"/>
              </a:xfrm>
            </p:grpSpPr>
            <p:sp>
              <p:nvSpPr>
                <p:cNvPr id="6583" name="Google Shape;6583;p76"/>
                <p:cNvSpPr/>
                <p:nvPr/>
              </p:nvSpPr>
              <p:spPr>
                <a:xfrm>
                  <a:off x="1941" y="2928"/>
                  <a:ext cx="111" cy="108"/>
                </a:xfrm>
                <a:custGeom>
                  <a:rect b="b" l="l" r="r" t="t"/>
                  <a:pathLst>
                    <a:path extrusionOk="0" h="108" w="111">
                      <a:moveTo>
                        <a:pt x="57" y="0"/>
                      </a:moveTo>
                      <a:lnTo>
                        <a:pt x="111" y="0"/>
                      </a:lnTo>
                      <a:lnTo>
                        <a:pt x="48" y="108"/>
                      </a:lnTo>
                      <a:lnTo>
                        <a:pt x="0" y="105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6584" name="Google Shape;6584;p76"/>
                <p:cNvCxnSpPr/>
                <p:nvPr/>
              </p:nvCxnSpPr>
              <p:spPr>
                <a:xfrm flipH="1">
                  <a:off x="1943" y="2932"/>
                  <a:ext cx="57" cy="9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585" name="Google Shape;6585;p76"/>
                <p:cNvCxnSpPr/>
                <p:nvPr/>
              </p:nvCxnSpPr>
              <p:spPr>
                <a:xfrm flipH="1">
                  <a:off x="1985" y="2938"/>
                  <a:ext cx="57" cy="9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6586" name="Google Shape;6586;p76"/>
            <p:cNvSpPr txBox="1"/>
            <p:nvPr/>
          </p:nvSpPr>
          <p:spPr>
            <a:xfrm>
              <a:off x="3418" y="1015"/>
              <a:ext cx="224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foreign-agent-to-mobile packet</a:t>
              </a:r>
              <a:endParaRPr/>
            </a:p>
          </p:txBody>
        </p:sp>
      </p:grpSp>
      <p:pic>
        <p:nvPicPr>
          <p:cNvPr descr="underline_base" id="6587" name="Google Shape;6587;p7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9438" y="1046163"/>
            <a:ext cx="63992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6588" name="Google Shape;6588;p76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89" name="Google Shape;6589;p76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grpSp>
        <p:nvGrpSpPr>
          <p:cNvPr id="6590" name="Google Shape;6590;p76"/>
          <p:cNvGrpSpPr/>
          <p:nvPr/>
        </p:nvGrpSpPr>
        <p:grpSpPr>
          <a:xfrm>
            <a:off x="4413588" y="5557985"/>
            <a:ext cx="568325" cy="481012"/>
            <a:chOff x="-44" y="1473"/>
            <a:chExt cx="981" cy="1105"/>
          </a:xfrm>
        </p:grpSpPr>
        <p:pic>
          <p:nvPicPr>
            <p:cNvPr descr="desktop_computer_stylized_medium" id="6591" name="Google Shape;6591;p7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92" name="Google Shape;6592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7" name="Shape 6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8" name="Google Shape;6598;p77"/>
          <p:cNvSpPr txBox="1"/>
          <p:nvPr>
            <p:ph type="title"/>
          </p:nvPr>
        </p:nvSpPr>
        <p:spPr>
          <a:xfrm>
            <a:off x="479425" y="1095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Mobile IP: agent discovery</a:t>
            </a:r>
            <a:endParaRPr/>
          </a:p>
        </p:txBody>
      </p:sp>
      <p:sp>
        <p:nvSpPr>
          <p:cNvPr id="6599" name="Google Shape;6599;p77"/>
          <p:cNvSpPr txBox="1"/>
          <p:nvPr>
            <p:ph idx="1" type="body"/>
          </p:nvPr>
        </p:nvSpPr>
        <p:spPr>
          <a:xfrm>
            <a:off x="549275" y="1443038"/>
            <a:ext cx="803433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i="1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agent advertisement: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foreign/home agents advertise service by broadcasting ICMP messages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(typefield = 9)</a:t>
            </a:r>
            <a:endParaRPr/>
          </a:p>
        </p:txBody>
      </p:sp>
      <p:graphicFrame>
        <p:nvGraphicFramePr>
          <p:cNvPr id="6600" name="Google Shape;6600;p77"/>
          <p:cNvGraphicFramePr/>
          <p:nvPr/>
        </p:nvGraphicFramePr>
        <p:xfrm>
          <a:off x="2824163" y="2406650"/>
          <a:ext cx="5470525" cy="3951288"/>
        </p:xfrm>
        <a:graphic>
          <a:graphicData uri="http://schemas.openxmlformats.org/presentationml/2006/ole">
            <mc:AlternateContent>
              <mc:Choice Requires="v">
                <p:oleObj r:id="rId4" imgH="3951288" imgW="5470525" progId="Word.Picture.8" spid="_x0000_s1">
                  <p:embed/>
                </p:oleObj>
              </mc:Choice>
              <mc:Fallback>
                <p:oleObj r:id="rId5" imgH="3951288" imgW="5470525" progId="Word.Picture.8">
                  <p:embed/>
                  <p:pic>
                    <p:nvPicPr>
                      <p:cNvPr id="6600" name="Google Shape;6600;p7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824163" y="2406650"/>
                        <a:ext cx="5470525" cy="3951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01" name="Google Shape;6601;p77"/>
          <p:cNvSpPr txBox="1"/>
          <p:nvPr/>
        </p:nvSpPr>
        <p:spPr>
          <a:xfrm>
            <a:off x="333375" y="4164013"/>
            <a:ext cx="2300288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bit: registration required</a:t>
            </a:r>
            <a:endParaRPr/>
          </a:p>
        </p:txBody>
      </p:sp>
      <p:sp>
        <p:nvSpPr>
          <p:cNvPr id="6602" name="Google Shape;6602;p77"/>
          <p:cNvSpPr txBox="1"/>
          <p:nvPr/>
        </p:nvSpPr>
        <p:spPr>
          <a:xfrm>
            <a:off x="344488" y="3230563"/>
            <a:ext cx="2457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H,F bits: home and/or foreign agent</a:t>
            </a:r>
            <a:endParaRPr/>
          </a:p>
        </p:txBody>
      </p:sp>
      <p:cxnSp>
        <p:nvCxnSpPr>
          <p:cNvPr id="6603" name="Google Shape;6603;p77"/>
          <p:cNvCxnSpPr/>
          <p:nvPr/>
        </p:nvCxnSpPr>
        <p:spPr>
          <a:xfrm>
            <a:off x="2790825" y="3768725"/>
            <a:ext cx="2538413" cy="1103313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4" name="Google Shape;6604;p77"/>
          <p:cNvCxnSpPr/>
          <p:nvPr/>
        </p:nvCxnSpPr>
        <p:spPr>
          <a:xfrm>
            <a:off x="2501900" y="4348163"/>
            <a:ext cx="2490788" cy="582612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underline_base" id="6605" name="Google Shape;6605;p7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2125" y="949325"/>
            <a:ext cx="63992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6606" name="Google Shape;6606;p77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07" name="Google Shape;6607;p77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2" name="Shape 6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6613" name="Google Shape;6613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150" y="809625"/>
            <a:ext cx="73136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6614" name="Google Shape;6614;p78"/>
          <p:cNvSpPr txBox="1"/>
          <p:nvPr>
            <p:ph type="title"/>
          </p:nvPr>
        </p:nvSpPr>
        <p:spPr>
          <a:xfrm>
            <a:off x="490538" y="69850"/>
            <a:ext cx="77724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Mobile IP: registration example</a:t>
            </a:r>
            <a:endParaRPr/>
          </a:p>
        </p:txBody>
      </p:sp>
      <p:sp>
        <p:nvSpPr>
          <p:cNvPr id="6615" name="Google Shape;6615;p78"/>
          <p:cNvSpPr txBox="1"/>
          <p:nvPr/>
        </p:nvSpPr>
        <p:spPr>
          <a:xfrm>
            <a:off x="4594225" y="1011238"/>
            <a:ext cx="2322513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visited network: 79.129.13/24</a:t>
            </a:r>
            <a:endParaRPr sz="1400">
              <a:solidFill>
                <a:srgbClr val="00009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616" name="Google Shape;6616;p78"/>
          <p:cNvSpPr txBox="1"/>
          <p:nvPr/>
        </p:nvSpPr>
        <p:spPr>
          <a:xfrm>
            <a:off x="1331913" y="1149350"/>
            <a:ext cx="14335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home agent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HA: 128.119.40.7</a:t>
            </a:r>
            <a:endParaRPr sz="1400">
              <a:solidFill>
                <a:srgbClr val="00009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617" name="Google Shape;6617;p78"/>
          <p:cNvSpPr txBox="1"/>
          <p:nvPr/>
        </p:nvSpPr>
        <p:spPr>
          <a:xfrm>
            <a:off x="3725863" y="1195388"/>
            <a:ext cx="14795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foreign agent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COA: 79.129.13.2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618" name="Google Shape;6618;p78"/>
          <p:cNvSpPr txBox="1"/>
          <p:nvPr/>
        </p:nvSpPr>
        <p:spPr>
          <a:xfrm>
            <a:off x="6886575" y="1555750"/>
            <a:ext cx="1620838" cy="522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mobile agent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MA: 128.119.40.186</a:t>
            </a:r>
            <a:endParaRPr sz="1400">
              <a:solidFill>
                <a:srgbClr val="00009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6619" name="Google Shape;6619;p78"/>
          <p:cNvGrpSpPr/>
          <p:nvPr/>
        </p:nvGrpSpPr>
        <p:grpSpPr>
          <a:xfrm>
            <a:off x="4456113" y="2732088"/>
            <a:ext cx="2390775" cy="1516062"/>
            <a:chOff x="4456543" y="2732527"/>
            <a:chExt cx="2389911" cy="1515110"/>
          </a:xfrm>
        </p:grpSpPr>
        <p:cxnSp>
          <p:nvCxnSpPr>
            <p:cNvPr id="6620" name="Google Shape;6620;p78"/>
            <p:cNvCxnSpPr/>
            <p:nvPr/>
          </p:nvCxnSpPr>
          <p:spPr>
            <a:xfrm flipH="1">
              <a:off x="4456543" y="2886364"/>
              <a:ext cx="2389911" cy="35790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6621" name="Google Shape;6621;p78"/>
            <p:cNvGrpSpPr/>
            <p:nvPr/>
          </p:nvGrpSpPr>
          <p:grpSpPr>
            <a:xfrm>
              <a:off x="4617712" y="2732527"/>
              <a:ext cx="1882140" cy="1515110"/>
              <a:chOff x="13860" y="6885"/>
              <a:chExt cx="2964" cy="2386"/>
            </a:xfrm>
          </p:grpSpPr>
          <p:sp>
            <p:nvSpPr>
              <p:cNvPr id="6622" name="Google Shape;6622;p78"/>
              <p:cNvSpPr txBox="1"/>
              <p:nvPr/>
            </p:nvSpPr>
            <p:spPr>
              <a:xfrm>
                <a:off x="13860" y="6885"/>
                <a:ext cx="2510" cy="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registration req. </a:t>
                </a:r>
                <a:endParaRPr sz="1600">
                  <a:solidFill>
                    <a:srgbClr val="C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623" name="Google Shape;6623;p78"/>
              <p:cNvSpPr txBox="1"/>
              <p:nvPr/>
            </p:nvSpPr>
            <p:spPr>
              <a:xfrm>
                <a:off x="14132" y="7394"/>
                <a:ext cx="2692" cy="187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COA: 79.129.13.2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HA: 128.119.40.7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MA: 128.119.40.186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Lifetime: 9999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identification:714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….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</p:grpSp>
      <p:grpSp>
        <p:nvGrpSpPr>
          <p:cNvPr id="6624" name="Google Shape;6624;p78"/>
          <p:cNvGrpSpPr/>
          <p:nvPr/>
        </p:nvGrpSpPr>
        <p:grpSpPr>
          <a:xfrm>
            <a:off x="2022475" y="4606925"/>
            <a:ext cx="2422525" cy="1489075"/>
            <a:chOff x="2023162" y="4606595"/>
            <a:chExt cx="2421839" cy="1489368"/>
          </a:xfrm>
        </p:grpSpPr>
        <p:cxnSp>
          <p:nvCxnSpPr>
            <p:cNvPr id="6625" name="Google Shape;6625;p78"/>
            <p:cNvCxnSpPr/>
            <p:nvPr/>
          </p:nvCxnSpPr>
          <p:spPr>
            <a:xfrm>
              <a:off x="2023162" y="4887778"/>
              <a:ext cx="2421839" cy="411578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6626" name="Google Shape;6626;p78"/>
            <p:cNvGrpSpPr/>
            <p:nvPr/>
          </p:nvGrpSpPr>
          <p:grpSpPr>
            <a:xfrm>
              <a:off x="2355497" y="4606595"/>
              <a:ext cx="1823720" cy="1489368"/>
              <a:chOff x="6012" y="8219"/>
              <a:chExt cx="2872" cy="1726"/>
            </a:xfrm>
          </p:grpSpPr>
          <p:sp>
            <p:nvSpPr>
              <p:cNvPr id="6627" name="Google Shape;6627;p78"/>
              <p:cNvSpPr txBox="1"/>
              <p:nvPr/>
            </p:nvSpPr>
            <p:spPr>
              <a:xfrm>
                <a:off x="6012" y="8219"/>
                <a:ext cx="2872" cy="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registration reply </a:t>
                </a:r>
                <a:endParaRPr sz="1600">
                  <a:solidFill>
                    <a:srgbClr val="C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628" name="Google Shape;6628;p78"/>
              <p:cNvSpPr txBox="1"/>
              <p:nvPr/>
            </p:nvSpPr>
            <p:spPr>
              <a:xfrm>
                <a:off x="6084" y="8580"/>
                <a:ext cx="2751" cy="1365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HA: 128.119.40.7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MA: 128.119.40.186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Lifetime: 4999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Identification: 714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encapsulation format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….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629" name="Google Shape;6629;p78"/>
          <p:cNvGrpSpPr/>
          <p:nvPr/>
        </p:nvGrpSpPr>
        <p:grpSpPr>
          <a:xfrm>
            <a:off x="4449763" y="4805363"/>
            <a:ext cx="2422525" cy="1520825"/>
            <a:chOff x="4450016" y="4805226"/>
            <a:chExt cx="2421839" cy="1521673"/>
          </a:xfrm>
        </p:grpSpPr>
        <p:cxnSp>
          <p:nvCxnSpPr>
            <p:cNvPr id="6630" name="Google Shape;6630;p78"/>
            <p:cNvCxnSpPr/>
            <p:nvPr/>
          </p:nvCxnSpPr>
          <p:spPr>
            <a:xfrm>
              <a:off x="4450016" y="5467360"/>
              <a:ext cx="2421839" cy="411578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631" name="Google Shape;6631;p78"/>
            <p:cNvSpPr txBox="1"/>
            <p:nvPr/>
          </p:nvSpPr>
          <p:spPr>
            <a:xfrm>
              <a:off x="4680345" y="4805226"/>
              <a:ext cx="1750471" cy="285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registration reply </a:t>
              </a:r>
              <a:endParaRPr sz="16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632" name="Google Shape;6632;p78"/>
            <p:cNvSpPr txBox="1"/>
            <p:nvPr/>
          </p:nvSpPr>
          <p:spPr>
            <a:xfrm>
              <a:off x="4790602" y="5123591"/>
              <a:ext cx="1697939" cy="120330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HA: 128.119.40.7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MA: 128.119.40.186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Lifetime: 4999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Identification: 714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6633" name="Google Shape;6633;p78"/>
          <p:cNvSpPr txBox="1"/>
          <p:nvPr/>
        </p:nvSpPr>
        <p:spPr>
          <a:xfrm>
            <a:off x="1408113" y="6048375"/>
            <a:ext cx="1004887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time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6634" name="Google Shape;6634;p78"/>
          <p:cNvGrpSpPr/>
          <p:nvPr/>
        </p:nvGrpSpPr>
        <p:grpSpPr>
          <a:xfrm>
            <a:off x="1687513" y="1671638"/>
            <a:ext cx="749300" cy="314325"/>
            <a:chOff x="2356" y="1300"/>
            <a:chExt cx="555" cy="194"/>
          </a:xfrm>
        </p:grpSpPr>
        <p:sp>
          <p:nvSpPr>
            <p:cNvPr id="6635" name="Google Shape;6635;p78"/>
            <p:cNvSpPr/>
            <p:nvPr/>
          </p:nvSpPr>
          <p:spPr>
            <a:xfrm>
              <a:off x="2357" y="1385"/>
              <a:ext cx="551" cy="109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36" name="Google Shape;6636;p78"/>
            <p:cNvSpPr/>
            <p:nvPr/>
          </p:nvSpPr>
          <p:spPr>
            <a:xfrm>
              <a:off x="2357" y="1374"/>
              <a:ext cx="554" cy="66"/>
            </a:xfrm>
            <a:prstGeom prst="rect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37" name="Google Shape;6637;p78"/>
            <p:cNvSpPr/>
            <p:nvPr/>
          </p:nvSpPr>
          <p:spPr>
            <a:xfrm>
              <a:off x="2356" y="1300"/>
              <a:ext cx="551" cy="127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6638" name="Google Shape;6638;p78"/>
            <p:cNvGrpSpPr/>
            <p:nvPr/>
          </p:nvGrpSpPr>
          <p:grpSpPr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6639" name="Google Shape;6639;p78"/>
              <p:cNvSpPr/>
              <p:nvPr/>
            </p:nvSpPr>
            <p:spPr>
              <a:xfrm>
                <a:off x="2468" y="1332"/>
                <a:ext cx="310" cy="60"/>
              </a:xfrm>
              <a:custGeom>
                <a:rect b="b" l="l" r="r" t="t"/>
                <a:pathLst>
                  <a:path extrusionOk="0" h="60" w="31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0" name="Google Shape;6640;p78"/>
              <p:cNvSpPr/>
              <p:nvPr/>
            </p:nvSpPr>
            <p:spPr>
              <a:xfrm>
                <a:off x="2482" y="1332"/>
                <a:ext cx="282" cy="60"/>
              </a:xfrm>
              <a:custGeom>
                <a:rect b="b" l="l" r="r" t="t"/>
                <a:pathLst>
                  <a:path extrusionOk="0" h="60" w="282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6641" name="Google Shape;6641;p78"/>
            <p:cNvCxnSpPr/>
            <p:nvPr/>
          </p:nvCxnSpPr>
          <p:spPr>
            <a:xfrm>
              <a:off x="2357" y="1361"/>
              <a:ext cx="0" cy="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2" name="Google Shape;6642;p78"/>
            <p:cNvCxnSpPr/>
            <p:nvPr/>
          </p:nvCxnSpPr>
          <p:spPr>
            <a:xfrm>
              <a:off x="2907" y="1363"/>
              <a:ext cx="0" cy="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643" name="Google Shape;6643;p78"/>
          <p:cNvGrpSpPr/>
          <p:nvPr/>
        </p:nvGrpSpPr>
        <p:grpSpPr>
          <a:xfrm>
            <a:off x="4049713" y="1673225"/>
            <a:ext cx="749300" cy="312738"/>
            <a:chOff x="2356" y="1300"/>
            <a:chExt cx="555" cy="194"/>
          </a:xfrm>
        </p:grpSpPr>
        <p:sp>
          <p:nvSpPr>
            <p:cNvPr id="6644" name="Google Shape;6644;p78"/>
            <p:cNvSpPr/>
            <p:nvPr/>
          </p:nvSpPr>
          <p:spPr>
            <a:xfrm>
              <a:off x="2357" y="1385"/>
              <a:ext cx="551" cy="109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45" name="Google Shape;6645;p78"/>
            <p:cNvSpPr/>
            <p:nvPr/>
          </p:nvSpPr>
          <p:spPr>
            <a:xfrm>
              <a:off x="2357" y="1374"/>
              <a:ext cx="554" cy="66"/>
            </a:xfrm>
            <a:prstGeom prst="rect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46" name="Google Shape;6646;p78"/>
            <p:cNvSpPr/>
            <p:nvPr/>
          </p:nvSpPr>
          <p:spPr>
            <a:xfrm>
              <a:off x="2356" y="1300"/>
              <a:ext cx="551" cy="127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6647" name="Google Shape;6647;p78"/>
            <p:cNvGrpSpPr/>
            <p:nvPr/>
          </p:nvGrpSpPr>
          <p:grpSpPr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6648" name="Google Shape;6648;p78"/>
              <p:cNvSpPr/>
              <p:nvPr/>
            </p:nvSpPr>
            <p:spPr>
              <a:xfrm>
                <a:off x="2468" y="1332"/>
                <a:ext cx="310" cy="60"/>
              </a:xfrm>
              <a:custGeom>
                <a:rect b="b" l="l" r="r" t="t"/>
                <a:pathLst>
                  <a:path extrusionOk="0" h="60" w="31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9" name="Google Shape;6649;p78"/>
              <p:cNvSpPr/>
              <p:nvPr/>
            </p:nvSpPr>
            <p:spPr>
              <a:xfrm>
                <a:off x="2482" y="1332"/>
                <a:ext cx="282" cy="60"/>
              </a:xfrm>
              <a:custGeom>
                <a:rect b="b" l="l" r="r" t="t"/>
                <a:pathLst>
                  <a:path extrusionOk="0" h="60" w="282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6650" name="Google Shape;6650;p78"/>
            <p:cNvCxnSpPr/>
            <p:nvPr/>
          </p:nvCxnSpPr>
          <p:spPr>
            <a:xfrm>
              <a:off x="2357" y="1361"/>
              <a:ext cx="0" cy="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51" name="Google Shape;6651;p78"/>
            <p:cNvCxnSpPr/>
            <p:nvPr/>
          </p:nvCxnSpPr>
          <p:spPr>
            <a:xfrm>
              <a:off x="2907" y="1363"/>
              <a:ext cx="0" cy="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652" name="Google Shape;6652;p78"/>
          <p:cNvCxnSpPr/>
          <p:nvPr/>
        </p:nvCxnSpPr>
        <p:spPr>
          <a:xfrm>
            <a:off x="2020888" y="2043113"/>
            <a:ext cx="0" cy="426085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6653" name="Google Shape;6653;p78"/>
          <p:cNvCxnSpPr/>
          <p:nvPr/>
        </p:nvCxnSpPr>
        <p:spPr>
          <a:xfrm>
            <a:off x="4424363" y="2138363"/>
            <a:ext cx="0" cy="426085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654" name="Google Shape;6654;p78"/>
          <p:cNvCxnSpPr/>
          <p:nvPr/>
        </p:nvCxnSpPr>
        <p:spPr>
          <a:xfrm>
            <a:off x="6884988" y="1931988"/>
            <a:ext cx="0" cy="426085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6655" name="Google Shape;6655;p78"/>
          <p:cNvGrpSpPr/>
          <p:nvPr/>
        </p:nvGrpSpPr>
        <p:grpSpPr>
          <a:xfrm>
            <a:off x="6176963" y="1479550"/>
            <a:ext cx="750887" cy="587375"/>
            <a:chOff x="313" y="1497"/>
            <a:chExt cx="1152" cy="1014"/>
          </a:xfrm>
        </p:grpSpPr>
        <p:pic>
          <p:nvPicPr>
            <p:cNvPr descr="laptop_stylized_small" id="6656" name="Google Shape;6656;p7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6657" name="Google Shape;6657;p7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58" name="Google Shape;6658;p78"/>
          <p:cNvGrpSpPr/>
          <p:nvPr/>
        </p:nvGrpSpPr>
        <p:grpSpPr>
          <a:xfrm>
            <a:off x="4364038" y="1917700"/>
            <a:ext cx="2528887" cy="773113"/>
            <a:chOff x="4364182" y="1918294"/>
            <a:chExt cx="2528454" cy="771797"/>
          </a:xfrm>
        </p:grpSpPr>
        <p:cxnSp>
          <p:nvCxnSpPr>
            <p:cNvPr id="6659" name="Google Shape;6659;p78"/>
            <p:cNvCxnSpPr/>
            <p:nvPr/>
          </p:nvCxnSpPr>
          <p:spPr>
            <a:xfrm>
              <a:off x="4364182" y="2158999"/>
              <a:ext cx="2528454" cy="404091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660" name="Google Shape;6660;p78"/>
            <p:cNvSpPr txBox="1"/>
            <p:nvPr/>
          </p:nvSpPr>
          <p:spPr>
            <a:xfrm>
              <a:off x="4708630" y="1918294"/>
              <a:ext cx="1641369" cy="32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ICMP agent adv.</a:t>
              </a:r>
              <a:endParaRPr sz="16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661" name="Google Shape;6661;p78"/>
            <p:cNvSpPr txBox="1"/>
            <p:nvPr/>
          </p:nvSpPr>
          <p:spPr>
            <a:xfrm>
              <a:off x="4813694" y="2210105"/>
              <a:ext cx="1397757" cy="47998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COA: 79.129.13.2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6662" name="Google Shape;6662;p78"/>
          <p:cNvGrpSpPr/>
          <p:nvPr/>
        </p:nvGrpSpPr>
        <p:grpSpPr>
          <a:xfrm>
            <a:off x="2032000" y="2860675"/>
            <a:ext cx="2414588" cy="1700213"/>
            <a:chOff x="2031999" y="2860165"/>
            <a:chExt cx="2415307" cy="1700283"/>
          </a:xfrm>
        </p:grpSpPr>
        <p:cxnSp>
          <p:nvCxnSpPr>
            <p:cNvPr id="6663" name="Google Shape;6663;p78"/>
            <p:cNvCxnSpPr/>
            <p:nvPr/>
          </p:nvCxnSpPr>
          <p:spPr>
            <a:xfrm flipH="1">
              <a:off x="2031999" y="3396671"/>
              <a:ext cx="2415307" cy="344056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6664" name="Google Shape;6664;p78"/>
            <p:cNvGrpSpPr/>
            <p:nvPr/>
          </p:nvGrpSpPr>
          <p:grpSpPr>
            <a:xfrm>
              <a:off x="2285896" y="2860165"/>
              <a:ext cx="1870307" cy="1700283"/>
              <a:chOff x="7385" y="5757"/>
              <a:chExt cx="2779" cy="2043"/>
            </a:xfrm>
          </p:grpSpPr>
          <p:sp>
            <p:nvSpPr>
              <p:cNvPr id="6665" name="Google Shape;6665;p78"/>
              <p:cNvSpPr txBox="1"/>
              <p:nvPr/>
            </p:nvSpPr>
            <p:spPr>
              <a:xfrm>
                <a:off x="7385" y="5757"/>
                <a:ext cx="2779" cy="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registration req. </a:t>
                </a:r>
                <a:endParaRPr sz="1600">
                  <a:solidFill>
                    <a:srgbClr val="C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666" name="Google Shape;6666;p78"/>
              <p:cNvSpPr txBox="1"/>
              <p:nvPr/>
            </p:nvSpPr>
            <p:spPr>
              <a:xfrm>
                <a:off x="7511" y="6150"/>
                <a:ext cx="2618" cy="165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COA: 79.129.13.2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HA: 128.119.40.7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MA: 128.119.40.186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Lifetime: 9999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identification: 714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encapsulation format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….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667" name="Google Shape;6667;p78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68" name="Google Shape;6668;p78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3" name="Shape 6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4" name="Google Shape;6674;p79"/>
          <p:cNvSpPr/>
          <p:nvPr/>
        </p:nvSpPr>
        <p:spPr>
          <a:xfrm>
            <a:off x="4554538" y="2600325"/>
            <a:ext cx="3065462" cy="2527300"/>
          </a:xfrm>
          <a:custGeom>
            <a:rect b="b" l="l" r="r" t="t"/>
            <a:pathLst>
              <a:path extrusionOk="0" h="1592" w="1931">
                <a:moveTo>
                  <a:pt x="1757" y="318"/>
                </a:moveTo>
                <a:cubicBezTo>
                  <a:pt x="1793" y="564"/>
                  <a:pt x="1673" y="629"/>
                  <a:pt x="1691" y="702"/>
                </a:cubicBezTo>
                <a:cubicBezTo>
                  <a:pt x="1709" y="775"/>
                  <a:pt x="1834" y="653"/>
                  <a:pt x="1865" y="756"/>
                </a:cubicBezTo>
                <a:cubicBezTo>
                  <a:pt x="1896" y="859"/>
                  <a:pt x="1931" y="1196"/>
                  <a:pt x="1877" y="1320"/>
                </a:cubicBezTo>
                <a:cubicBezTo>
                  <a:pt x="1823" y="1444"/>
                  <a:pt x="1668" y="1505"/>
                  <a:pt x="1541" y="1500"/>
                </a:cubicBezTo>
                <a:cubicBezTo>
                  <a:pt x="1414" y="1495"/>
                  <a:pt x="1251" y="1276"/>
                  <a:pt x="1115" y="1290"/>
                </a:cubicBezTo>
                <a:cubicBezTo>
                  <a:pt x="979" y="1304"/>
                  <a:pt x="896" y="1576"/>
                  <a:pt x="725" y="1584"/>
                </a:cubicBezTo>
                <a:cubicBezTo>
                  <a:pt x="554" y="1592"/>
                  <a:pt x="178" y="1436"/>
                  <a:pt x="89" y="1338"/>
                </a:cubicBezTo>
                <a:cubicBezTo>
                  <a:pt x="0" y="1240"/>
                  <a:pt x="160" y="1120"/>
                  <a:pt x="191" y="996"/>
                </a:cubicBezTo>
                <a:cubicBezTo>
                  <a:pt x="222" y="872"/>
                  <a:pt x="218" y="703"/>
                  <a:pt x="273" y="594"/>
                </a:cubicBezTo>
                <a:cubicBezTo>
                  <a:pt x="328" y="485"/>
                  <a:pt x="401" y="433"/>
                  <a:pt x="521" y="342"/>
                </a:cubicBezTo>
                <a:cubicBezTo>
                  <a:pt x="641" y="251"/>
                  <a:pt x="849" y="96"/>
                  <a:pt x="995" y="48"/>
                </a:cubicBezTo>
                <a:cubicBezTo>
                  <a:pt x="1141" y="0"/>
                  <a:pt x="1313" y="53"/>
                  <a:pt x="1397" y="54"/>
                </a:cubicBezTo>
                <a:cubicBezTo>
                  <a:pt x="1397" y="54"/>
                  <a:pt x="1709" y="174"/>
                  <a:pt x="1757" y="318"/>
                </a:cubicBezTo>
                <a:close/>
              </a:path>
            </a:pathLst>
          </a:custGeom>
          <a:solidFill>
            <a:srgbClr val="339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5" name="Google Shape;6675;p79"/>
          <p:cNvSpPr/>
          <p:nvPr/>
        </p:nvSpPr>
        <p:spPr>
          <a:xfrm>
            <a:off x="2009775" y="2892425"/>
            <a:ext cx="2578100" cy="1973263"/>
          </a:xfrm>
          <a:custGeom>
            <a:rect b="b" l="l" r="r" t="t"/>
            <a:pathLst>
              <a:path extrusionOk="0" h="1243" w="1624">
                <a:moveTo>
                  <a:pt x="177" y="0"/>
                </a:moveTo>
                <a:cubicBezTo>
                  <a:pt x="94" y="5"/>
                  <a:pt x="59" y="52"/>
                  <a:pt x="35" y="121"/>
                </a:cubicBezTo>
                <a:cubicBezTo>
                  <a:pt x="10" y="191"/>
                  <a:pt x="0" y="344"/>
                  <a:pt x="30" y="419"/>
                </a:cubicBezTo>
                <a:cubicBezTo>
                  <a:pt x="60" y="494"/>
                  <a:pt x="177" y="512"/>
                  <a:pt x="216" y="572"/>
                </a:cubicBezTo>
                <a:cubicBezTo>
                  <a:pt x="255" y="632"/>
                  <a:pt x="223" y="726"/>
                  <a:pt x="264" y="782"/>
                </a:cubicBezTo>
                <a:cubicBezTo>
                  <a:pt x="305" y="838"/>
                  <a:pt x="333" y="843"/>
                  <a:pt x="463" y="911"/>
                </a:cubicBezTo>
                <a:cubicBezTo>
                  <a:pt x="593" y="979"/>
                  <a:pt x="888" y="1143"/>
                  <a:pt x="1044" y="1190"/>
                </a:cubicBezTo>
                <a:cubicBezTo>
                  <a:pt x="1200" y="1237"/>
                  <a:pt x="1321" y="1243"/>
                  <a:pt x="1398" y="1196"/>
                </a:cubicBezTo>
                <a:cubicBezTo>
                  <a:pt x="1475" y="1149"/>
                  <a:pt x="1480" y="1015"/>
                  <a:pt x="1506" y="908"/>
                </a:cubicBezTo>
                <a:cubicBezTo>
                  <a:pt x="1532" y="801"/>
                  <a:pt x="1624" y="671"/>
                  <a:pt x="1554" y="554"/>
                </a:cubicBezTo>
                <a:cubicBezTo>
                  <a:pt x="1484" y="437"/>
                  <a:pt x="1183" y="288"/>
                  <a:pt x="1086" y="206"/>
                </a:cubicBezTo>
                <a:cubicBezTo>
                  <a:pt x="989" y="124"/>
                  <a:pt x="1061" y="93"/>
                  <a:pt x="972" y="62"/>
                </a:cubicBezTo>
                <a:cubicBezTo>
                  <a:pt x="883" y="31"/>
                  <a:pt x="639" y="29"/>
                  <a:pt x="552" y="20"/>
                </a:cubicBezTo>
              </a:path>
            </a:pathLst>
          </a:custGeom>
          <a:solidFill>
            <a:srgbClr val="339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6" name="Google Shape;6676;p79"/>
          <p:cNvSpPr/>
          <p:nvPr/>
        </p:nvSpPr>
        <p:spPr>
          <a:xfrm>
            <a:off x="171450" y="439738"/>
            <a:ext cx="8688388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Components of cellular network architecture</a:t>
            </a:r>
            <a:endParaRPr/>
          </a:p>
        </p:txBody>
      </p:sp>
      <p:pic>
        <p:nvPicPr>
          <p:cNvPr descr="e2gmc3yp[1]" id="6677" name="Google Shape;6677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4163" y="2289175"/>
            <a:ext cx="411162" cy="477838"/>
          </a:xfrm>
          <a:prstGeom prst="rect">
            <a:avLst/>
          </a:prstGeom>
          <a:noFill/>
          <a:ln>
            <a:noFill/>
          </a:ln>
        </p:spPr>
      </p:pic>
      <p:sp>
        <p:nvSpPr>
          <p:cNvPr id="6678" name="Google Shape;6678;p79"/>
          <p:cNvSpPr txBox="1"/>
          <p:nvPr/>
        </p:nvSpPr>
        <p:spPr>
          <a:xfrm>
            <a:off x="5291138" y="1995488"/>
            <a:ext cx="13160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correspondent</a:t>
            </a:r>
            <a:endParaRPr/>
          </a:p>
        </p:txBody>
      </p:sp>
      <p:grpSp>
        <p:nvGrpSpPr>
          <p:cNvPr id="6679" name="Google Shape;6679;p79"/>
          <p:cNvGrpSpPr/>
          <p:nvPr/>
        </p:nvGrpSpPr>
        <p:grpSpPr>
          <a:xfrm>
            <a:off x="2206625" y="3184525"/>
            <a:ext cx="1020763" cy="841375"/>
            <a:chOff x="1807" y="2856"/>
            <a:chExt cx="803" cy="674"/>
          </a:xfrm>
        </p:grpSpPr>
        <p:sp>
          <p:nvSpPr>
            <p:cNvPr id="6680" name="Google Shape;6680;p79"/>
            <p:cNvSpPr/>
            <p:nvPr/>
          </p:nvSpPr>
          <p:spPr>
            <a:xfrm>
              <a:off x="1807" y="2856"/>
              <a:ext cx="315" cy="272"/>
            </a:xfrm>
            <a:prstGeom prst="hexagon">
              <a:avLst>
                <a:gd fmla="val 28952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1" name="Google Shape;6681;p79"/>
            <p:cNvSpPr/>
            <p:nvPr/>
          </p:nvSpPr>
          <p:spPr>
            <a:xfrm>
              <a:off x="2047" y="3258"/>
              <a:ext cx="315" cy="272"/>
            </a:xfrm>
            <a:prstGeom prst="hexagon">
              <a:avLst>
                <a:gd fmla="val 28952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2" name="Google Shape;6682;p79"/>
            <p:cNvSpPr/>
            <p:nvPr/>
          </p:nvSpPr>
          <p:spPr>
            <a:xfrm>
              <a:off x="2043" y="2984"/>
              <a:ext cx="315" cy="272"/>
            </a:xfrm>
            <a:prstGeom prst="hexagon">
              <a:avLst>
                <a:gd fmla="val 28952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3" name="Google Shape;6683;p79"/>
            <p:cNvSpPr/>
            <p:nvPr/>
          </p:nvSpPr>
          <p:spPr>
            <a:xfrm>
              <a:off x="2282" y="3123"/>
              <a:ext cx="315" cy="272"/>
            </a:xfrm>
            <a:prstGeom prst="hexagon">
              <a:avLst>
                <a:gd fmla="val 28860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84" name="Google Shape;6684;p79"/>
            <p:cNvGrpSpPr/>
            <p:nvPr/>
          </p:nvGrpSpPr>
          <p:grpSpPr>
            <a:xfrm>
              <a:off x="2403" y="3161"/>
              <a:ext cx="76" cy="147"/>
              <a:chOff x="3752" y="1031"/>
              <a:chExt cx="915" cy="1253"/>
            </a:xfrm>
          </p:grpSpPr>
          <p:cxnSp>
            <p:nvCxnSpPr>
              <p:cNvPr id="6685" name="Google Shape;6685;p79"/>
              <p:cNvCxnSpPr/>
              <p:nvPr/>
            </p:nvCxnSpPr>
            <p:spPr>
              <a:xfrm flipH="1">
                <a:off x="3984" y="1481"/>
                <a:ext cx="240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86" name="Google Shape;6686;p79"/>
              <p:cNvCxnSpPr/>
              <p:nvPr/>
            </p:nvCxnSpPr>
            <p:spPr>
              <a:xfrm>
                <a:off x="4224" y="1481"/>
                <a:ext cx="240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87" name="Google Shape;6687;p79"/>
              <p:cNvCxnSpPr/>
              <p:nvPr/>
            </p:nvCxnSpPr>
            <p:spPr>
              <a:xfrm>
                <a:off x="3984" y="2208"/>
                <a:ext cx="240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88" name="Google Shape;6688;p79"/>
              <p:cNvCxnSpPr/>
              <p:nvPr/>
            </p:nvCxnSpPr>
            <p:spPr>
              <a:xfrm flipH="1">
                <a:off x="4224" y="2208"/>
                <a:ext cx="240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89" name="Google Shape;6689;p79"/>
              <p:cNvCxnSpPr/>
              <p:nvPr/>
            </p:nvCxnSpPr>
            <p:spPr>
              <a:xfrm>
                <a:off x="4224" y="1503"/>
                <a:ext cx="0" cy="7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90" name="Google Shape;6690;p79"/>
              <p:cNvCxnSpPr/>
              <p:nvPr/>
            </p:nvCxnSpPr>
            <p:spPr>
              <a:xfrm flipH="1" rot="10800000">
                <a:off x="3984" y="2132"/>
                <a:ext cx="240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91" name="Google Shape;6691;p79"/>
              <p:cNvCxnSpPr/>
              <p:nvPr/>
            </p:nvCxnSpPr>
            <p:spPr>
              <a:xfrm rot="10800000">
                <a:off x="4224" y="2132"/>
                <a:ext cx="240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92" name="Google Shape;6692;p79"/>
              <p:cNvCxnSpPr/>
              <p:nvPr/>
            </p:nvCxnSpPr>
            <p:spPr>
              <a:xfrm>
                <a:off x="4089" y="1893"/>
                <a:ext cx="135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93" name="Google Shape;6693;p79"/>
              <p:cNvCxnSpPr/>
              <p:nvPr/>
            </p:nvCxnSpPr>
            <p:spPr>
              <a:xfrm flipH="1" rot="10800000">
                <a:off x="4224" y="1893"/>
                <a:ext cx="135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94" name="Google Shape;6694;p79"/>
              <p:cNvCxnSpPr/>
              <p:nvPr/>
            </p:nvCxnSpPr>
            <p:spPr>
              <a:xfrm>
                <a:off x="4044" y="2002"/>
                <a:ext cx="180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95" name="Google Shape;6695;p79"/>
              <p:cNvCxnSpPr/>
              <p:nvPr/>
            </p:nvCxnSpPr>
            <p:spPr>
              <a:xfrm flipH="1" rot="10800000">
                <a:off x="4224" y="2013"/>
                <a:ext cx="180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96" name="Google Shape;6696;p79"/>
              <p:cNvCxnSpPr/>
              <p:nvPr/>
            </p:nvCxnSpPr>
            <p:spPr>
              <a:xfrm flipH="1" rot="10800000">
                <a:off x="4224" y="1785"/>
                <a:ext cx="90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97" name="Google Shape;6697;p79"/>
              <p:cNvCxnSpPr/>
              <p:nvPr/>
            </p:nvCxnSpPr>
            <p:spPr>
              <a:xfrm flipH="1" rot="10800000">
                <a:off x="4224" y="1633"/>
                <a:ext cx="60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98" name="Google Shape;6698;p79"/>
              <p:cNvCxnSpPr/>
              <p:nvPr/>
            </p:nvCxnSpPr>
            <p:spPr>
              <a:xfrm>
                <a:off x="4119" y="1774"/>
                <a:ext cx="105" cy="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99" name="Google Shape;6699;p79"/>
              <p:cNvCxnSpPr/>
              <p:nvPr/>
            </p:nvCxnSpPr>
            <p:spPr>
              <a:xfrm>
                <a:off x="4164" y="1633"/>
                <a:ext cx="75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700" name="Google Shape;6700;p79"/>
              <p:cNvGrpSpPr/>
              <p:nvPr/>
            </p:nvGrpSpPr>
            <p:grpSpPr>
              <a:xfrm>
                <a:off x="4269" y="1381"/>
                <a:ext cx="398" cy="209"/>
                <a:chOff x="4228" y="1293"/>
                <a:chExt cx="875" cy="411"/>
              </a:xfrm>
            </p:grpSpPr>
            <p:cxnSp>
              <p:nvCxnSpPr>
                <p:cNvPr id="6701" name="Google Shape;6701;p79"/>
                <p:cNvCxnSpPr/>
                <p:nvPr/>
              </p:nvCxnSpPr>
              <p:spPr>
                <a:xfrm>
                  <a:off x="4228" y="1618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02" name="Google Shape;6702;p79"/>
                <p:cNvCxnSpPr/>
                <p:nvPr/>
              </p:nvCxnSpPr>
              <p:spPr>
                <a:xfrm rot="-4438044">
                  <a:off x="4462" y="1194"/>
                  <a:ext cx="192" cy="528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03" name="Google Shape;6703;p79"/>
                <p:cNvCxnSpPr/>
                <p:nvPr/>
              </p:nvCxnSpPr>
              <p:spPr>
                <a:xfrm rot="6361956">
                  <a:off x="4594" y="1402"/>
                  <a:ext cx="192" cy="198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04" name="Google Shape;6704;p79"/>
                <p:cNvCxnSpPr/>
                <p:nvPr/>
              </p:nvCxnSpPr>
              <p:spPr>
                <a:xfrm rot="-4438044">
                  <a:off x="4743" y="1296"/>
                  <a:ext cx="192" cy="49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705" name="Google Shape;6705;p79"/>
              <p:cNvGrpSpPr/>
              <p:nvPr/>
            </p:nvGrpSpPr>
            <p:grpSpPr>
              <a:xfrm rot="5700496">
                <a:off x="4058" y="1136"/>
                <a:ext cx="396" cy="202"/>
                <a:chOff x="4218" y="1282"/>
                <a:chExt cx="872" cy="399"/>
              </a:xfrm>
            </p:grpSpPr>
            <p:cxnSp>
              <p:nvCxnSpPr>
                <p:cNvPr id="6706" name="Google Shape;6706;p79"/>
                <p:cNvCxnSpPr/>
                <p:nvPr/>
              </p:nvCxnSpPr>
              <p:spPr>
                <a:xfrm>
                  <a:off x="4218" y="1591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07" name="Google Shape;6707;p79"/>
                <p:cNvCxnSpPr/>
                <p:nvPr/>
              </p:nvCxnSpPr>
              <p:spPr>
                <a:xfrm rot="-4438044">
                  <a:off x="4466" y="1185"/>
                  <a:ext cx="177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08" name="Google Shape;6708;p79"/>
                <p:cNvCxnSpPr/>
                <p:nvPr/>
              </p:nvCxnSpPr>
              <p:spPr>
                <a:xfrm rot="6361956">
                  <a:off x="4578" y="1419"/>
                  <a:ext cx="207" cy="21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09" name="Google Shape;6709;p79"/>
                <p:cNvCxnSpPr/>
                <p:nvPr/>
              </p:nvCxnSpPr>
              <p:spPr>
                <a:xfrm rot="-4438044">
                  <a:off x="4736" y="1275"/>
                  <a:ext cx="177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710" name="Google Shape;6710;p79"/>
              <p:cNvGrpSpPr/>
              <p:nvPr/>
            </p:nvGrpSpPr>
            <p:grpSpPr>
              <a:xfrm rot="10800000">
                <a:off x="3752" y="1362"/>
                <a:ext cx="413" cy="209"/>
                <a:chOff x="4279" y="1298"/>
                <a:chExt cx="908" cy="411"/>
              </a:xfrm>
            </p:grpSpPr>
            <p:cxnSp>
              <p:nvCxnSpPr>
                <p:cNvPr id="6711" name="Google Shape;6711;p79"/>
                <p:cNvCxnSpPr/>
                <p:nvPr/>
              </p:nvCxnSpPr>
              <p:spPr>
                <a:xfrm>
                  <a:off x="4279" y="1602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12" name="Google Shape;6712;p79"/>
                <p:cNvCxnSpPr/>
                <p:nvPr/>
              </p:nvCxnSpPr>
              <p:spPr>
                <a:xfrm rot="-4438044">
                  <a:off x="4513" y="1199"/>
                  <a:ext cx="192" cy="528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13" name="Google Shape;6713;p79"/>
                <p:cNvCxnSpPr/>
                <p:nvPr/>
              </p:nvCxnSpPr>
              <p:spPr>
                <a:xfrm rot="6361956">
                  <a:off x="4645" y="1407"/>
                  <a:ext cx="192" cy="198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14" name="Google Shape;6714;p79"/>
                <p:cNvCxnSpPr/>
                <p:nvPr/>
              </p:nvCxnSpPr>
              <p:spPr>
                <a:xfrm rot="-4438044">
                  <a:off x="4827" y="1301"/>
                  <a:ext cx="192" cy="49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715" name="Google Shape;6715;p79"/>
            <p:cNvGrpSpPr/>
            <p:nvPr/>
          </p:nvGrpSpPr>
          <p:grpSpPr>
            <a:xfrm>
              <a:off x="2161" y="3032"/>
              <a:ext cx="76" cy="147"/>
              <a:chOff x="3760" y="1028"/>
              <a:chExt cx="915" cy="1252"/>
            </a:xfrm>
          </p:grpSpPr>
          <p:cxnSp>
            <p:nvCxnSpPr>
              <p:cNvPr id="6716" name="Google Shape;6716;p79"/>
              <p:cNvCxnSpPr/>
              <p:nvPr/>
            </p:nvCxnSpPr>
            <p:spPr>
              <a:xfrm flipH="1">
                <a:off x="3993" y="1477"/>
                <a:ext cx="240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17" name="Google Shape;6717;p79"/>
              <p:cNvCxnSpPr/>
              <p:nvPr/>
            </p:nvCxnSpPr>
            <p:spPr>
              <a:xfrm>
                <a:off x="4233" y="1477"/>
                <a:ext cx="240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18" name="Google Shape;6718;p79"/>
              <p:cNvCxnSpPr/>
              <p:nvPr/>
            </p:nvCxnSpPr>
            <p:spPr>
              <a:xfrm>
                <a:off x="3993" y="2204"/>
                <a:ext cx="240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19" name="Google Shape;6719;p79"/>
              <p:cNvCxnSpPr/>
              <p:nvPr/>
            </p:nvCxnSpPr>
            <p:spPr>
              <a:xfrm flipH="1">
                <a:off x="4233" y="2204"/>
                <a:ext cx="240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20" name="Google Shape;6720;p79"/>
              <p:cNvCxnSpPr/>
              <p:nvPr/>
            </p:nvCxnSpPr>
            <p:spPr>
              <a:xfrm>
                <a:off x="4233" y="1499"/>
                <a:ext cx="0" cy="7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21" name="Google Shape;6721;p79"/>
              <p:cNvCxnSpPr/>
              <p:nvPr/>
            </p:nvCxnSpPr>
            <p:spPr>
              <a:xfrm flipH="1" rot="10800000">
                <a:off x="3993" y="2128"/>
                <a:ext cx="240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22" name="Google Shape;6722;p79"/>
              <p:cNvCxnSpPr/>
              <p:nvPr/>
            </p:nvCxnSpPr>
            <p:spPr>
              <a:xfrm rot="10800000">
                <a:off x="4233" y="2128"/>
                <a:ext cx="240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23" name="Google Shape;6723;p79"/>
              <p:cNvCxnSpPr/>
              <p:nvPr/>
            </p:nvCxnSpPr>
            <p:spPr>
              <a:xfrm>
                <a:off x="4098" y="1890"/>
                <a:ext cx="135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24" name="Google Shape;6724;p79"/>
              <p:cNvCxnSpPr/>
              <p:nvPr/>
            </p:nvCxnSpPr>
            <p:spPr>
              <a:xfrm flipH="1" rot="10800000">
                <a:off x="4233" y="1890"/>
                <a:ext cx="135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25" name="Google Shape;6725;p79"/>
              <p:cNvCxnSpPr/>
              <p:nvPr/>
            </p:nvCxnSpPr>
            <p:spPr>
              <a:xfrm>
                <a:off x="4053" y="1998"/>
                <a:ext cx="180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26" name="Google Shape;6726;p79"/>
              <p:cNvCxnSpPr/>
              <p:nvPr/>
            </p:nvCxnSpPr>
            <p:spPr>
              <a:xfrm flipH="1" rot="10800000">
                <a:off x="4233" y="2009"/>
                <a:ext cx="180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27" name="Google Shape;6727;p79"/>
              <p:cNvCxnSpPr/>
              <p:nvPr/>
            </p:nvCxnSpPr>
            <p:spPr>
              <a:xfrm flipH="1" rot="10800000">
                <a:off x="4233" y="1781"/>
                <a:ext cx="90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28" name="Google Shape;6728;p79"/>
              <p:cNvCxnSpPr/>
              <p:nvPr/>
            </p:nvCxnSpPr>
            <p:spPr>
              <a:xfrm flipH="1" rot="10800000">
                <a:off x="4233" y="1629"/>
                <a:ext cx="60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29" name="Google Shape;6729;p79"/>
              <p:cNvCxnSpPr/>
              <p:nvPr/>
            </p:nvCxnSpPr>
            <p:spPr>
              <a:xfrm>
                <a:off x="4128" y="1770"/>
                <a:ext cx="105" cy="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30" name="Google Shape;6730;p79"/>
              <p:cNvCxnSpPr/>
              <p:nvPr/>
            </p:nvCxnSpPr>
            <p:spPr>
              <a:xfrm>
                <a:off x="4173" y="1629"/>
                <a:ext cx="75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731" name="Google Shape;6731;p79"/>
              <p:cNvGrpSpPr/>
              <p:nvPr/>
            </p:nvGrpSpPr>
            <p:grpSpPr>
              <a:xfrm>
                <a:off x="4278" y="1377"/>
                <a:ext cx="398" cy="209"/>
                <a:chOff x="4247" y="1285"/>
                <a:chExt cx="875" cy="411"/>
              </a:xfrm>
            </p:grpSpPr>
            <p:cxnSp>
              <p:nvCxnSpPr>
                <p:cNvPr id="6732" name="Google Shape;6732;p79"/>
                <p:cNvCxnSpPr/>
                <p:nvPr/>
              </p:nvCxnSpPr>
              <p:spPr>
                <a:xfrm>
                  <a:off x="4247" y="1611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33" name="Google Shape;6733;p79"/>
                <p:cNvCxnSpPr/>
                <p:nvPr/>
              </p:nvCxnSpPr>
              <p:spPr>
                <a:xfrm rot="-4438044">
                  <a:off x="4481" y="1186"/>
                  <a:ext cx="192" cy="528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34" name="Google Shape;6734;p79"/>
                <p:cNvCxnSpPr/>
                <p:nvPr/>
              </p:nvCxnSpPr>
              <p:spPr>
                <a:xfrm rot="6361956">
                  <a:off x="4613" y="1394"/>
                  <a:ext cx="192" cy="198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35" name="Google Shape;6735;p79"/>
                <p:cNvCxnSpPr/>
                <p:nvPr/>
              </p:nvCxnSpPr>
              <p:spPr>
                <a:xfrm rot="-4438044">
                  <a:off x="4762" y="1288"/>
                  <a:ext cx="192" cy="49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736" name="Google Shape;6736;p79"/>
              <p:cNvGrpSpPr/>
              <p:nvPr/>
            </p:nvGrpSpPr>
            <p:grpSpPr>
              <a:xfrm rot="5700496">
                <a:off x="4067" y="1133"/>
                <a:ext cx="396" cy="202"/>
                <a:chOff x="4209" y="1266"/>
                <a:chExt cx="872" cy="399"/>
              </a:xfrm>
            </p:grpSpPr>
            <p:cxnSp>
              <p:nvCxnSpPr>
                <p:cNvPr id="6737" name="Google Shape;6737;p79"/>
                <p:cNvCxnSpPr/>
                <p:nvPr/>
              </p:nvCxnSpPr>
              <p:spPr>
                <a:xfrm>
                  <a:off x="4209" y="1575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38" name="Google Shape;6738;p79"/>
                <p:cNvCxnSpPr/>
                <p:nvPr/>
              </p:nvCxnSpPr>
              <p:spPr>
                <a:xfrm rot="-4438044">
                  <a:off x="4457" y="1169"/>
                  <a:ext cx="177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39" name="Google Shape;6739;p79"/>
                <p:cNvCxnSpPr/>
                <p:nvPr/>
              </p:nvCxnSpPr>
              <p:spPr>
                <a:xfrm rot="6361956">
                  <a:off x="4568" y="1403"/>
                  <a:ext cx="207" cy="21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40" name="Google Shape;6740;p79"/>
                <p:cNvCxnSpPr/>
                <p:nvPr/>
              </p:nvCxnSpPr>
              <p:spPr>
                <a:xfrm rot="-4438044">
                  <a:off x="4727" y="1259"/>
                  <a:ext cx="177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741" name="Google Shape;6741;p79"/>
              <p:cNvGrpSpPr/>
              <p:nvPr/>
            </p:nvGrpSpPr>
            <p:grpSpPr>
              <a:xfrm rot="10800000">
                <a:off x="3760" y="1358"/>
                <a:ext cx="413" cy="209"/>
                <a:chOff x="4260" y="1306"/>
                <a:chExt cx="908" cy="411"/>
              </a:xfrm>
            </p:grpSpPr>
            <p:cxnSp>
              <p:nvCxnSpPr>
                <p:cNvPr id="6742" name="Google Shape;6742;p79"/>
                <p:cNvCxnSpPr/>
                <p:nvPr/>
              </p:nvCxnSpPr>
              <p:spPr>
                <a:xfrm>
                  <a:off x="4260" y="1610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43" name="Google Shape;6743;p79"/>
                <p:cNvCxnSpPr/>
                <p:nvPr/>
              </p:nvCxnSpPr>
              <p:spPr>
                <a:xfrm rot="-4438044">
                  <a:off x="4494" y="1207"/>
                  <a:ext cx="192" cy="528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44" name="Google Shape;6744;p79"/>
                <p:cNvCxnSpPr/>
                <p:nvPr/>
              </p:nvCxnSpPr>
              <p:spPr>
                <a:xfrm rot="6361956">
                  <a:off x="4626" y="1415"/>
                  <a:ext cx="192" cy="198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45" name="Google Shape;6745;p79"/>
                <p:cNvCxnSpPr/>
                <p:nvPr/>
              </p:nvCxnSpPr>
              <p:spPr>
                <a:xfrm rot="-4438044">
                  <a:off x="4808" y="1309"/>
                  <a:ext cx="192" cy="49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746" name="Google Shape;6746;p79"/>
            <p:cNvGrpSpPr/>
            <p:nvPr/>
          </p:nvGrpSpPr>
          <p:grpSpPr>
            <a:xfrm>
              <a:off x="2172" y="3301"/>
              <a:ext cx="75" cy="146"/>
              <a:chOff x="3765" y="1030"/>
              <a:chExt cx="897" cy="1251"/>
            </a:xfrm>
          </p:grpSpPr>
          <p:cxnSp>
            <p:nvCxnSpPr>
              <p:cNvPr id="6747" name="Google Shape;6747;p79"/>
              <p:cNvCxnSpPr/>
              <p:nvPr/>
            </p:nvCxnSpPr>
            <p:spPr>
              <a:xfrm flipH="1">
                <a:off x="3996" y="1483"/>
                <a:ext cx="225" cy="7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48" name="Google Shape;6748;p79"/>
              <p:cNvCxnSpPr/>
              <p:nvPr/>
            </p:nvCxnSpPr>
            <p:spPr>
              <a:xfrm>
                <a:off x="4221" y="1483"/>
                <a:ext cx="240" cy="7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49" name="Google Shape;6749;p79"/>
              <p:cNvCxnSpPr/>
              <p:nvPr/>
            </p:nvCxnSpPr>
            <p:spPr>
              <a:xfrm>
                <a:off x="3996" y="2204"/>
                <a:ext cx="225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0" name="Google Shape;6750;p79"/>
              <p:cNvCxnSpPr/>
              <p:nvPr/>
            </p:nvCxnSpPr>
            <p:spPr>
              <a:xfrm flipH="1">
                <a:off x="4221" y="2204"/>
                <a:ext cx="240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1" name="Google Shape;6751;p79"/>
              <p:cNvCxnSpPr/>
              <p:nvPr/>
            </p:nvCxnSpPr>
            <p:spPr>
              <a:xfrm>
                <a:off x="4221" y="1494"/>
                <a:ext cx="0" cy="78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2" name="Google Shape;6752;p79"/>
              <p:cNvCxnSpPr/>
              <p:nvPr/>
            </p:nvCxnSpPr>
            <p:spPr>
              <a:xfrm flipH="1" rot="10800000">
                <a:off x="3996" y="2128"/>
                <a:ext cx="225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3" name="Google Shape;6753;p79"/>
              <p:cNvCxnSpPr/>
              <p:nvPr/>
            </p:nvCxnSpPr>
            <p:spPr>
              <a:xfrm rot="10800000">
                <a:off x="4221" y="2128"/>
                <a:ext cx="240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4" name="Google Shape;6754;p79"/>
              <p:cNvCxnSpPr/>
              <p:nvPr/>
            </p:nvCxnSpPr>
            <p:spPr>
              <a:xfrm>
                <a:off x="4101" y="1887"/>
                <a:ext cx="120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5" name="Google Shape;6755;p79"/>
              <p:cNvCxnSpPr/>
              <p:nvPr/>
            </p:nvCxnSpPr>
            <p:spPr>
              <a:xfrm flipH="1" rot="10800000">
                <a:off x="4221" y="1887"/>
                <a:ext cx="150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6" name="Google Shape;6756;p79"/>
              <p:cNvCxnSpPr/>
              <p:nvPr/>
            </p:nvCxnSpPr>
            <p:spPr>
              <a:xfrm>
                <a:off x="4056" y="1997"/>
                <a:ext cx="165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7" name="Google Shape;6757;p79"/>
              <p:cNvCxnSpPr/>
              <p:nvPr/>
            </p:nvCxnSpPr>
            <p:spPr>
              <a:xfrm flipH="1" rot="10800000">
                <a:off x="4221" y="2018"/>
                <a:ext cx="180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8" name="Google Shape;6758;p79"/>
              <p:cNvCxnSpPr/>
              <p:nvPr/>
            </p:nvCxnSpPr>
            <p:spPr>
              <a:xfrm flipH="1" rot="10800000">
                <a:off x="4221" y="1789"/>
                <a:ext cx="90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9" name="Google Shape;6759;p79"/>
              <p:cNvCxnSpPr/>
              <p:nvPr/>
            </p:nvCxnSpPr>
            <p:spPr>
              <a:xfrm flipH="1" rot="10800000">
                <a:off x="4221" y="1636"/>
                <a:ext cx="60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60" name="Google Shape;6760;p79"/>
              <p:cNvCxnSpPr/>
              <p:nvPr/>
            </p:nvCxnSpPr>
            <p:spPr>
              <a:xfrm>
                <a:off x="4131" y="1778"/>
                <a:ext cx="105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61" name="Google Shape;6761;p79"/>
              <p:cNvCxnSpPr/>
              <p:nvPr/>
            </p:nvCxnSpPr>
            <p:spPr>
              <a:xfrm>
                <a:off x="4176" y="1625"/>
                <a:ext cx="60" cy="4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762" name="Google Shape;6762;p79"/>
              <p:cNvGrpSpPr/>
              <p:nvPr/>
            </p:nvGrpSpPr>
            <p:grpSpPr>
              <a:xfrm>
                <a:off x="4266" y="1382"/>
                <a:ext cx="396" cy="199"/>
                <a:chOff x="4220" y="1295"/>
                <a:chExt cx="873" cy="393"/>
              </a:xfrm>
            </p:grpSpPr>
            <p:cxnSp>
              <p:nvCxnSpPr>
                <p:cNvPr id="6763" name="Google Shape;6763;p79"/>
                <p:cNvCxnSpPr/>
                <p:nvPr/>
              </p:nvCxnSpPr>
              <p:spPr>
                <a:xfrm>
                  <a:off x="4220" y="1602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64" name="Google Shape;6764;p79"/>
                <p:cNvCxnSpPr/>
                <p:nvPr/>
              </p:nvCxnSpPr>
              <p:spPr>
                <a:xfrm rot="-4438044">
                  <a:off x="4465" y="1187"/>
                  <a:ext cx="172" cy="528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65" name="Google Shape;6765;p79"/>
                <p:cNvCxnSpPr/>
                <p:nvPr/>
              </p:nvCxnSpPr>
              <p:spPr>
                <a:xfrm rot="6361956">
                  <a:off x="4597" y="1395"/>
                  <a:ext cx="172" cy="198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66" name="Google Shape;6766;p79"/>
                <p:cNvCxnSpPr/>
                <p:nvPr/>
              </p:nvCxnSpPr>
              <p:spPr>
                <a:xfrm rot="-4438044">
                  <a:off x="4745" y="1290"/>
                  <a:ext cx="172" cy="49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767" name="Google Shape;6767;p79"/>
              <p:cNvGrpSpPr/>
              <p:nvPr/>
            </p:nvGrpSpPr>
            <p:grpSpPr>
              <a:xfrm rot="5700496">
                <a:off x="4054" y="1136"/>
                <a:ext cx="399" cy="203"/>
                <a:chOff x="4217" y="1288"/>
                <a:chExt cx="878" cy="400"/>
              </a:xfrm>
            </p:grpSpPr>
            <p:cxnSp>
              <p:nvCxnSpPr>
                <p:cNvPr id="6768" name="Google Shape;6768;p79"/>
                <p:cNvCxnSpPr/>
                <p:nvPr/>
              </p:nvCxnSpPr>
              <p:spPr>
                <a:xfrm>
                  <a:off x="4217" y="1598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69" name="Google Shape;6769;p79"/>
                <p:cNvCxnSpPr/>
                <p:nvPr/>
              </p:nvCxnSpPr>
              <p:spPr>
                <a:xfrm rot="-4438044">
                  <a:off x="4467" y="1190"/>
                  <a:ext cx="177" cy="50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70" name="Google Shape;6770;p79"/>
                <p:cNvCxnSpPr/>
                <p:nvPr/>
              </p:nvCxnSpPr>
              <p:spPr>
                <a:xfrm rot="6361956">
                  <a:off x="4579" y="1425"/>
                  <a:ext cx="207" cy="216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71" name="Google Shape;6771;p79"/>
                <p:cNvCxnSpPr/>
                <p:nvPr/>
              </p:nvCxnSpPr>
              <p:spPr>
                <a:xfrm rot="-4438044">
                  <a:off x="4739" y="1280"/>
                  <a:ext cx="177" cy="50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772" name="Google Shape;6772;p79"/>
              <p:cNvGrpSpPr/>
              <p:nvPr/>
            </p:nvGrpSpPr>
            <p:grpSpPr>
              <a:xfrm rot="10800000">
                <a:off x="3765" y="1363"/>
                <a:ext cx="411" cy="199"/>
                <a:chOff x="4254" y="1314"/>
                <a:chExt cx="905" cy="393"/>
              </a:xfrm>
            </p:grpSpPr>
            <p:cxnSp>
              <p:nvCxnSpPr>
                <p:cNvPr id="6773" name="Google Shape;6773;p79"/>
                <p:cNvCxnSpPr/>
                <p:nvPr/>
              </p:nvCxnSpPr>
              <p:spPr>
                <a:xfrm>
                  <a:off x="4254" y="1621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74" name="Google Shape;6774;p79"/>
                <p:cNvCxnSpPr/>
                <p:nvPr/>
              </p:nvCxnSpPr>
              <p:spPr>
                <a:xfrm rot="-4438044">
                  <a:off x="4498" y="1206"/>
                  <a:ext cx="172" cy="528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75" name="Google Shape;6775;p79"/>
                <p:cNvCxnSpPr/>
                <p:nvPr/>
              </p:nvCxnSpPr>
              <p:spPr>
                <a:xfrm rot="6361956">
                  <a:off x="4630" y="1414"/>
                  <a:ext cx="172" cy="198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76" name="Google Shape;6776;p79"/>
                <p:cNvCxnSpPr/>
                <p:nvPr/>
              </p:nvCxnSpPr>
              <p:spPr>
                <a:xfrm rot="-4438044">
                  <a:off x="4811" y="1309"/>
                  <a:ext cx="172" cy="49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777" name="Google Shape;6777;p79"/>
            <p:cNvGrpSpPr/>
            <p:nvPr/>
          </p:nvGrpSpPr>
          <p:grpSpPr>
            <a:xfrm>
              <a:off x="1931" y="2897"/>
              <a:ext cx="75" cy="147"/>
              <a:chOff x="3763" y="1029"/>
              <a:chExt cx="900" cy="1253"/>
            </a:xfrm>
          </p:grpSpPr>
          <p:cxnSp>
            <p:nvCxnSpPr>
              <p:cNvPr id="6778" name="Google Shape;6778;p79"/>
              <p:cNvCxnSpPr/>
              <p:nvPr/>
            </p:nvCxnSpPr>
            <p:spPr>
              <a:xfrm flipH="1">
                <a:off x="3996" y="1479"/>
                <a:ext cx="225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79" name="Google Shape;6779;p79"/>
              <p:cNvCxnSpPr/>
              <p:nvPr/>
            </p:nvCxnSpPr>
            <p:spPr>
              <a:xfrm>
                <a:off x="4221" y="1479"/>
                <a:ext cx="240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0" name="Google Shape;6780;p79"/>
              <p:cNvCxnSpPr/>
              <p:nvPr/>
            </p:nvCxnSpPr>
            <p:spPr>
              <a:xfrm>
                <a:off x="3996" y="2206"/>
                <a:ext cx="225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1" name="Google Shape;6781;p79"/>
              <p:cNvCxnSpPr/>
              <p:nvPr/>
            </p:nvCxnSpPr>
            <p:spPr>
              <a:xfrm flipH="1">
                <a:off x="4221" y="2206"/>
                <a:ext cx="240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2" name="Google Shape;6782;p79"/>
              <p:cNvCxnSpPr/>
              <p:nvPr/>
            </p:nvCxnSpPr>
            <p:spPr>
              <a:xfrm>
                <a:off x="4221" y="1501"/>
                <a:ext cx="0" cy="7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3" name="Google Shape;6783;p79"/>
              <p:cNvCxnSpPr/>
              <p:nvPr/>
            </p:nvCxnSpPr>
            <p:spPr>
              <a:xfrm flipH="1" rot="10800000">
                <a:off x="3996" y="2130"/>
                <a:ext cx="225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4" name="Google Shape;6784;p79"/>
              <p:cNvCxnSpPr/>
              <p:nvPr/>
            </p:nvCxnSpPr>
            <p:spPr>
              <a:xfrm rot="10800000">
                <a:off x="4221" y="2130"/>
                <a:ext cx="240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5" name="Google Shape;6785;p79"/>
              <p:cNvCxnSpPr/>
              <p:nvPr/>
            </p:nvCxnSpPr>
            <p:spPr>
              <a:xfrm>
                <a:off x="4101" y="1891"/>
                <a:ext cx="120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6" name="Google Shape;6786;p79"/>
              <p:cNvCxnSpPr/>
              <p:nvPr/>
            </p:nvCxnSpPr>
            <p:spPr>
              <a:xfrm flipH="1" rot="10800000">
                <a:off x="4221" y="1891"/>
                <a:ext cx="150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7" name="Google Shape;6787;p79"/>
              <p:cNvCxnSpPr/>
              <p:nvPr/>
            </p:nvCxnSpPr>
            <p:spPr>
              <a:xfrm>
                <a:off x="4056" y="2000"/>
                <a:ext cx="165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8" name="Google Shape;6788;p79"/>
              <p:cNvCxnSpPr/>
              <p:nvPr/>
            </p:nvCxnSpPr>
            <p:spPr>
              <a:xfrm flipH="1" rot="10800000">
                <a:off x="4221" y="2011"/>
                <a:ext cx="180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9" name="Google Shape;6789;p79"/>
              <p:cNvCxnSpPr/>
              <p:nvPr/>
            </p:nvCxnSpPr>
            <p:spPr>
              <a:xfrm flipH="1" rot="10800000">
                <a:off x="4221" y="1783"/>
                <a:ext cx="90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90" name="Google Shape;6790;p79"/>
              <p:cNvCxnSpPr/>
              <p:nvPr/>
            </p:nvCxnSpPr>
            <p:spPr>
              <a:xfrm flipH="1" rot="10800000">
                <a:off x="4221" y="1631"/>
                <a:ext cx="60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91" name="Google Shape;6791;p79"/>
              <p:cNvCxnSpPr/>
              <p:nvPr/>
            </p:nvCxnSpPr>
            <p:spPr>
              <a:xfrm>
                <a:off x="4131" y="1772"/>
                <a:ext cx="105" cy="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92" name="Google Shape;6792;p79"/>
              <p:cNvCxnSpPr/>
              <p:nvPr/>
            </p:nvCxnSpPr>
            <p:spPr>
              <a:xfrm>
                <a:off x="4176" y="1631"/>
                <a:ext cx="60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793" name="Google Shape;6793;p79"/>
              <p:cNvGrpSpPr/>
              <p:nvPr/>
            </p:nvGrpSpPr>
            <p:grpSpPr>
              <a:xfrm>
                <a:off x="4266" y="1379"/>
                <a:ext cx="398" cy="209"/>
                <a:chOff x="4220" y="1289"/>
                <a:chExt cx="875" cy="411"/>
              </a:xfrm>
            </p:grpSpPr>
            <p:cxnSp>
              <p:nvCxnSpPr>
                <p:cNvPr id="6794" name="Google Shape;6794;p79"/>
                <p:cNvCxnSpPr/>
                <p:nvPr/>
              </p:nvCxnSpPr>
              <p:spPr>
                <a:xfrm>
                  <a:off x="4220" y="1614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95" name="Google Shape;6795;p79"/>
                <p:cNvCxnSpPr/>
                <p:nvPr/>
              </p:nvCxnSpPr>
              <p:spPr>
                <a:xfrm rot="-4438044">
                  <a:off x="4454" y="1190"/>
                  <a:ext cx="192" cy="528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96" name="Google Shape;6796;p79"/>
                <p:cNvCxnSpPr/>
                <p:nvPr/>
              </p:nvCxnSpPr>
              <p:spPr>
                <a:xfrm rot="6361956">
                  <a:off x="4586" y="1398"/>
                  <a:ext cx="192" cy="198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97" name="Google Shape;6797;p79"/>
                <p:cNvCxnSpPr/>
                <p:nvPr/>
              </p:nvCxnSpPr>
              <p:spPr>
                <a:xfrm rot="-4438044">
                  <a:off x="4735" y="1292"/>
                  <a:ext cx="192" cy="49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798" name="Google Shape;6798;p79"/>
              <p:cNvGrpSpPr/>
              <p:nvPr/>
            </p:nvGrpSpPr>
            <p:grpSpPr>
              <a:xfrm rot="5700496">
                <a:off x="4054" y="1134"/>
                <a:ext cx="396" cy="202"/>
                <a:chOff x="4214" y="1290"/>
                <a:chExt cx="872" cy="399"/>
              </a:xfrm>
            </p:grpSpPr>
            <p:cxnSp>
              <p:nvCxnSpPr>
                <p:cNvPr id="6799" name="Google Shape;6799;p79"/>
                <p:cNvCxnSpPr/>
                <p:nvPr/>
              </p:nvCxnSpPr>
              <p:spPr>
                <a:xfrm>
                  <a:off x="4214" y="1599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00" name="Google Shape;6800;p79"/>
                <p:cNvCxnSpPr/>
                <p:nvPr/>
              </p:nvCxnSpPr>
              <p:spPr>
                <a:xfrm rot="-4438044">
                  <a:off x="4462" y="1193"/>
                  <a:ext cx="177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01" name="Google Shape;6801;p79"/>
                <p:cNvCxnSpPr/>
                <p:nvPr/>
              </p:nvCxnSpPr>
              <p:spPr>
                <a:xfrm rot="6361956">
                  <a:off x="4574" y="1427"/>
                  <a:ext cx="207" cy="21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02" name="Google Shape;6802;p79"/>
                <p:cNvCxnSpPr/>
                <p:nvPr/>
              </p:nvCxnSpPr>
              <p:spPr>
                <a:xfrm rot="-4438044">
                  <a:off x="4732" y="1283"/>
                  <a:ext cx="177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803" name="Google Shape;6803;p79"/>
              <p:cNvGrpSpPr/>
              <p:nvPr/>
            </p:nvGrpSpPr>
            <p:grpSpPr>
              <a:xfrm rot="10800000">
                <a:off x="3763" y="1360"/>
                <a:ext cx="413" cy="209"/>
                <a:chOff x="4254" y="1302"/>
                <a:chExt cx="908" cy="411"/>
              </a:xfrm>
            </p:grpSpPr>
            <p:cxnSp>
              <p:nvCxnSpPr>
                <p:cNvPr id="6804" name="Google Shape;6804;p79"/>
                <p:cNvCxnSpPr/>
                <p:nvPr/>
              </p:nvCxnSpPr>
              <p:spPr>
                <a:xfrm>
                  <a:off x="4254" y="1607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05" name="Google Shape;6805;p79"/>
                <p:cNvCxnSpPr/>
                <p:nvPr/>
              </p:nvCxnSpPr>
              <p:spPr>
                <a:xfrm rot="-4438044">
                  <a:off x="4488" y="1203"/>
                  <a:ext cx="192" cy="528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06" name="Google Shape;6806;p79"/>
                <p:cNvCxnSpPr/>
                <p:nvPr/>
              </p:nvCxnSpPr>
              <p:spPr>
                <a:xfrm rot="6361956">
                  <a:off x="4620" y="1411"/>
                  <a:ext cx="192" cy="198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07" name="Google Shape;6807;p79"/>
                <p:cNvCxnSpPr/>
                <p:nvPr/>
              </p:nvCxnSpPr>
              <p:spPr>
                <a:xfrm rot="-4438044">
                  <a:off x="4802" y="1305"/>
                  <a:ext cx="192" cy="49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cxnSp>
          <p:nvCxnSpPr>
            <p:cNvPr id="6808" name="Google Shape;6808;p79"/>
            <p:cNvCxnSpPr/>
            <p:nvPr/>
          </p:nvCxnSpPr>
          <p:spPr>
            <a:xfrm flipH="1" rot="10800000">
              <a:off x="2460" y="3031"/>
              <a:ext cx="150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09" name="Google Shape;6809;p79"/>
            <p:cNvCxnSpPr/>
            <p:nvPr/>
          </p:nvCxnSpPr>
          <p:spPr>
            <a:xfrm flipH="1" rot="10800000">
              <a:off x="2227" y="3031"/>
              <a:ext cx="254" cy="3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10" name="Google Shape;6810;p79"/>
            <p:cNvCxnSpPr/>
            <p:nvPr/>
          </p:nvCxnSpPr>
          <p:spPr>
            <a:xfrm flipH="1" rot="10800000">
              <a:off x="2219" y="3031"/>
              <a:ext cx="245" cy="1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11" name="Google Shape;6811;p79"/>
            <p:cNvCxnSpPr/>
            <p:nvPr/>
          </p:nvCxnSpPr>
          <p:spPr>
            <a:xfrm flipH="1" rot="10800000">
              <a:off x="1989" y="2974"/>
              <a:ext cx="452" cy="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812" name="Google Shape;6812;p79"/>
          <p:cNvGrpSpPr/>
          <p:nvPr/>
        </p:nvGrpSpPr>
        <p:grpSpPr>
          <a:xfrm>
            <a:off x="2813050" y="3108325"/>
            <a:ext cx="977900" cy="330200"/>
            <a:chOff x="717" y="1160"/>
            <a:chExt cx="616" cy="208"/>
          </a:xfrm>
        </p:grpSpPr>
        <p:sp>
          <p:nvSpPr>
            <p:cNvPr id="6813" name="Google Shape;6813;p79"/>
            <p:cNvSpPr/>
            <p:nvPr/>
          </p:nvSpPr>
          <p:spPr>
            <a:xfrm>
              <a:off x="832" y="1160"/>
              <a:ext cx="384" cy="208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4" name="Google Shape;6814;p79"/>
            <p:cNvSpPr txBox="1"/>
            <p:nvPr/>
          </p:nvSpPr>
          <p:spPr>
            <a:xfrm>
              <a:off x="717" y="1171"/>
              <a:ext cx="61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MSC</a:t>
              </a:r>
              <a:endParaRPr/>
            </a:p>
          </p:txBody>
        </p:sp>
      </p:grpSp>
      <p:grpSp>
        <p:nvGrpSpPr>
          <p:cNvPr id="6815" name="Google Shape;6815;p79"/>
          <p:cNvGrpSpPr/>
          <p:nvPr/>
        </p:nvGrpSpPr>
        <p:grpSpPr>
          <a:xfrm>
            <a:off x="3127375" y="3830638"/>
            <a:ext cx="1016000" cy="931862"/>
            <a:chOff x="291" y="1263"/>
            <a:chExt cx="640" cy="587"/>
          </a:xfrm>
        </p:grpSpPr>
        <p:sp>
          <p:nvSpPr>
            <p:cNvPr id="6816" name="Google Shape;6816;p79"/>
            <p:cNvSpPr/>
            <p:nvPr/>
          </p:nvSpPr>
          <p:spPr>
            <a:xfrm>
              <a:off x="487" y="1320"/>
              <a:ext cx="252" cy="214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7" name="Google Shape;6817;p79"/>
            <p:cNvSpPr/>
            <p:nvPr/>
          </p:nvSpPr>
          <p:spPr>
            <a:xfrm>
              <a:off x="679" y="1636"/>
              <a:ext cx="252" cy="214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8" name="Google Shape;6818;p79"/>
            <p:cNvSpPr/>
            <p:nvPr/>
          </p:nvSpPr>
          <p:spPr>
            <a:xfrm>
              <a:off x="676" y="1421"/>
              <a:ext cx="252" cy="214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19" name="Google Shape;6819;p79"/>
            <p:cNvGrpSpPr/>
            <p:nvPr/>
          </p:nvGrpSpPr>
          <p:grpSpPr>
            <a:xfrm>
              <a:off x="291" y="1422"/>
              <a:ext cx="252" cy="214"/>
              <a:chOff x="867" y="1530"/>
              <a:chExt cx="252" cy="214"/>
            </a:xfrm>
          </p:grpSpPr>
          <p:sp>
            <p:nvSpPr>
              <p:cNvPr id="6820" name="Google Shape;6820;p79"/>
              <p:cNvSpPr/>
              <p:nvPr/>
            </p:nvSpPr>
            <p:spPr>
              <a:xfrm>
                <a:off x="867" y="1530"/>
                <a:ext cx="252" cy="214"/>
              </a:xfrm>
              <a:prstGeom prst="hexagon">
                <a:avLst>
                  <a:gd fmla="val 29439" name="adj"/>
                  <a:gd fmla="val 115470" name="vf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821" name="Google Shape;6821;p79"/>
              <p:cNvGrpSpPr/>
              <p:nvPr/>
            </p:nvGrpSpPr>
            <p:grpSpPr>
              <a:xfrm>
                <a:off x="964" y="1560"/>
                <a:ext cx="61" cy="115"/>
                <a:chOff x="3759" y="1027"/>
                <a:chExt cx="910" cy="1253"/>
              </a:xfrm>
            </p:grpSpPr>
            <p:cxnSp>
              <p:nvCxnSpPr>
                <p:cNvPr id="6822" name="Google Shape;6822;p79"/>
                <p:cNvCxnSpPr/>
                <p:nvPr/>
              </p:nvCxnSpPr>
              <p:spPr>
                <a:xfrm flipH="1">
                  <a:off x="3990" y="1477"/>
                  <a:ext cx="239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23" name="Google Shape;6823;p79"/>
                <p:cNvCxnSpPr/>
                <p:nvPr/>
              </p:nvCxnSpPr>
              <p:spPr>
                <a:xfrm>
                  <a:off x="4229" y="1477"/>
                  <a:ext cx="239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24" name="Google Shape;6824;p79"/>
                <p:cNvCxnSpPr/>
                <p:nvPr/>
              </p:nvCxnSpPr>
              <p:spPr>
                <a:xfrm>
                  <a:off x="3990" y="2204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25" name="Google Shape;6825;p79"/>
                <p:cNvCxnSpPr/>
                <p:nvPr/>
              </p:nvCxnSpPr>
              <p:spPr>
                <a:xfrm flipH="1">
                  <a:off x="4229" y="2204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26" name="Google Shape;6826;p79"/>
                <p:cNvCxnSpPr/>
                <p:nvPr/>
              </p:nvCxnSpPr>
              <p:spPr>
                <a:xfrm>
                  <a:off x="4229" y="1499"/>
                  <a:ext cx="0" cy="78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27" name="Google Shape;6827;p79"/>
                <p:cNvCxnSpPr/>
                <p:nvPr/>
              </p:nvCxnSpPr>
              <p:spPr>
                <a:xfrm flipH="1" rot="10800000">
                  <a:off x="3990" y="2128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28" name="Google Shape;6828;p79"/>
                <p:cNvCxnSpPr/>
                <p:nvPr/>
              </p:nvCxnSpPr>
              <p:spPr>
                <a:xfrm rot="10800000">
                  <a:off x="4229" y="2128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29" name="Google Shape;6829;p79"/>
                <p:cNvCxnSpPr/>
                <p:nvPr/>
              </p:nvCxnSpPr>
              <p:spPr>
                <a:xfrm>
                  <a:off x="4094" y="1889"/>
                  <a:ext cx="134" cy="6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30" name="Google Shape;6830;p79"/>
                <p:cNvCxnSpPr/>
                <p:nvPr/>
              </p:nvCxnSpPr>
              <p:spPr>
                <a:xfrm flipH="1" rot="10800000">
                  <a:off x="4229" y="1889"/>
                  <a:ext cx="134" cy="6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31" name="Google Shape;6831;p79"/>
                <p:cNvCxnSpPr/>
                <p:nvPr/>
              </p:nvCxnSpPr>
              <p:spPr>
                <a:xfrm>
                  <a:off x="4050" y="1998"/>
                  <a:ext cx="17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32" name="Google Shape;6832;p79"/>
                <p:cNvCxnSpPr/>
                <p:nvPr/>
              </p:nvCxnSpPr>
              <p:spPr>
                <a:xfrm flipH="1" rot="10800000">
                  <a:off x="4229" y="2009"/>
                  <a:ext cx="17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33" name="Google Shape;6833;p79"/>
                <p:cNvCxnSpPr/>
                <p:nvPr/>
              </p:nvCxnSpPr>
              <p:spPr>
                <a:xfrm flipH="1" rot="10800000">
                  <a:off x="4229" y="1781"/>
                  <a:ext cx="89" cy="3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34" name="Google Shape;6834;p79"/>
                <p:cNvCxnSpPr/>
                <p:nvPr/>
              </p:nvCxnSpPr>
              <p:spPr>
                <a:xfrm flipH="1" rot="10800000">
                  <a:off x="4229" y="1629"/>
                  <a:ext cx="60" cy="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35" name="Google Shape;6835;p79"/>
                <p:cNvCxnSpPr/>
                <p:nvPr/>
              </p:nvCxnSpPr>
              <p:spPr>
                <a:xfrm>
                  <a:off x="4124" y="1770"/>
                  <a:ext cx="104" cy="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36" name="Google Shape;6836;p79"/>
                <p:cNvCxnSpPr/>
                <p:nvPr/>
              </p:nvCxnSpPr>
              <p:spPr>
                <a:xfrm>
                  <a:off x="4169" y="1629"/>
                  <a:ext cx="75" cy="3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6837" name="Google Shape;6837;p79"/>
                <p:cNvGrpSpPr/>
                <p:nvPr/>
              </p:nvGrpSpPr>
              <p:grpSpPr>
                <a:xfrm>
                  <a:off x="4273" y="1377"/>
                  <a:ext cx="396" cy="208"/>
                  <a:chOff x="4236" y="1286"/>
                  <a:chExt cx="871" cy="409"/>
                </a:xfrm>
              </p:grpSpPr>
              <p:cxnSp>
                <p:nvCxnSpPr>
                  <p:cNvPr id="6838" name="Google Shape;6838;p79"/>
                  <p:cNvCxnSpPr/>
                  <p:nvPr/>
                </p:nvCxnSpPr>
                <p:spPr>
                  <a:xfrm>
                    <a:off x="4236" y="1611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39" name="Google Shape;6839;p79"/>
                  <p:cNvCxnSpPr/>
                  <p:nvPr/>
                </p:nvCxnSpPr>
                <p:spPr>
                  <a:xfrm rot="-4438044">
                    <a:off x="4468" y="1188"/>
                    <a:ext cx="192" cy="52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40" name="Google Shape;6840;p79"/>
                  <p:cNvCxnSpPr/>
                  <p:nvPr/>
                </p:nvCxnSpPr>
                <p:spPr>
                  <a:xfrm rot="6361956">
                    <a:off x="4600" y="1394"/>
                    <a:ext cx="192" cy="197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41" name="Google Shape;6841;p79"/>
                  <p:cNvCxnSpPr/>
                  <p:nvPr/>
                </p:nvCxnSpPr>
                <p:spPr>
                  <a:xfrm rot="-4438044">
                    <a:off x="4748" y="1289"/>
                    <a:ext cx="192" cy="49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842" name="Google Shape;6842;p79"/>
                <p:cNvGrpSpPr/>
                <p:nvPr/>
              </p:nvGrpSpPr>
              <p:grpSpPr>
                <a:xfrm rot="5700496">
                  <a:off x="4062" y="1133"/>
                  <a:ext cx="396" cy="201"/>
                  <a:chOff x="4209" y="1276"/>
                  <a:chExt cx="872" cy="397"/>
                </a:xfrm>
              </p:grpSpPr>
              <p:cxnSp>
                <p:nvCxnSpPr>
                  <p:cNvPr id="6843" name="Google Shape;6843;p79"/>
                  <p:cNvCxnSpPr/>
                  <p:nvPr/>
                </p:nvCxnSpPr>
                <p:spPr>
                  <a:xfrm>
                    <a:off x="4209" y="1584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44" name="Google Shape;6844;p79"/>
                  <p:cNvCxnSpPr/>
                  <p:nvPr/>
                </p:nvCxnSpPr>
                <p:spPr>
                  <a:xfrm rot="-4438044">
                    <a:off x="4457" y="1179"/>
                    <a:ext cx="176" cy="50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45" name="Google Shape;6845;p79"/>
                  <p:cNvCxnSpPr/>
                  <p:nvPr/>
                </p:nvCxnSpPr>
                <p:spPr>
                  <a:xfrm rot="6361956">
                    <a:off x="4569" y="1412"/>
                    <a:ext cx="206" cy="21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46" name="Google Shape;6846;p79"/>
                  <p:cNvCxnSpPr/>
                  <p:nvPr/>
                </p:nvCxnSpPr>
                <p:spPr>
                  <a:xfrm rot="-4438044">
                    <a:off x="4727" y="1268"/>
                    <a:ext cx="176" cy="50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847" name="Google Shape;6847;p79"/>
                <p:cNvGrpSpPr/>
                <p:nvPr/>
              </p:nvGrpSpPr>
              <p:grpSpPr>
                <a:xfrm rot="10800000">
                  <a:off x="3759" y="1357"/>
                  <a:ext cx="410" cy="209"/>
                  <a:chOff x="4269" y="1307"/>
                  <a:chExt cx="903" cy="411"/>
                </a:xfrm>
              </p:grpSpPr>
              <p:cxnSp>
                <p:nvCxnSpPr>
                  <p:cNvPr id="6848" name="Google Shape;6848;p79"/>
                  <p:cNvCxnSpPr/>
                  <p:nvPr/>
                </p:nvCxnSpPr>
                <p:spPr>
                  <a:xfrm>
                    <a:off x="4269" y="1610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49" name="Google Shape;6849;p79"/>
                  <p:cNvCxnSpPr/>
                  <p:nvPr/>
                </p:nvCxnSpPr>
                <p:spPr>
                  <a:xfrm rot="-4438044">
                    <a:off x="4501" y="1209"/>
                    <a:ext cx="192" cy="52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50" name="Google Shape;6850;p79"/>
                  <p:cNvCxnSpPr/>
                  <p:nvPr/>
                </p:nvCxnSpPr>
                <p:spPr>
                  <a:xfrm rot="6361956">
                    <a:off x="4633" y="1416"/>
                    <a:ext cx="192" cy="197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51" name="Google Shape;6851;p79"/>
                  <p:cNvCxnSpPr/>
                  <p:nvPr/>
                </p:nvCxnSpPr>
                <p:spPr>
                  <a:xfrm rot="-4438044">
                    <a:off x="4813" y="1311"/>
                    <a:ext cx="192" cy="493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  <p:grpSp>
          <p:nvGrpSpPr>
            <p:cNvPr id="6852" name="Google Shape;6852;p79"/>
            <p:cNvGrpSpPr/>
            <p:nvPr/>
          </p:nvGrpSpPr>
          <p:grpSpPr>
            <a:xfrm>
              <a:off x="770" y="1459"/>
              <a:ext cx="61" cy="115"/>
              <a:chOff x="3759" y="1027"/>
              <a:chExt cx="910" cy="1253"/>
            </a:xfrm>
          </p:grpSpPr>
          <p:cxnSp>
            <p:nvCxnSpPr>
              <p:cNvPr id="6853" name="Google Shape;6853;p79"/>
              <p:cNvCxnSpPr/>
              <p:nvPr/>
            </p:nvCxnSpPr>
            <p:spPr>
              <a:xfrm flipH="1">
                <a:off x="3990" y="1477"/>
                <a:ext cx="239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4" name="Google Shape;6854;p79"/>
              <p:cNvCxnSpPr/>
              <p:nvPr/>
            </p:nvCxnSpPr>
            <p:spPr>
              <a:xfrm>
                <a:off x="4229" y="1477"/>
                <a:ext cx="239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5" name="Google Shape;6855;p79"/>
              <p:cNvCxnSpPr/>
              <p:nvPr/>
            </p:nvCxnSpPr>
            <p:spPr>
              <a:xfrm>
                <a:off x="3990" y="2204"/>
                <a:ext cx="23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6" name="Google Shape;6856;p79"/>
              <p:cNvCxnSpPr/>
              <p:nvPr/>
            </p:nvCxnSpPr>
            <p:spPr>
              <a:xfrm flipH="1">
                <a:off x="4229" y="2204"/>
                <a:ext cx="23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7" name="Google Shape;6857;p79"/>
              <p:cNvCxnSpPr/>
              <p:nvPr/>
            </p:nvCxnSpPr>
            <p:spPr>
              <a:xfrm>
                <a:off x="4229" y="1499"/>
                <a:ext cx="0" cy="7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8" name="Google Shape;6858;p79"/>
              <p:cNvCxnSpPr/>
              <p:nvPr/>
            </p:nvCxnSpPr>
            <p:spPr>
              <a:xfrm flipH="1" rot="10800000">
                <a:off x="3990" y="2128"/>
                <a:ext cx="23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9" name="Google Shape;6859;p79"/>
              <p:cNvCxnSpPr/>
              <p:nvPr/>
            </p:nvCxnSpPr>
            <p:spPr>
              <a:xfrm rot="10800000">
                <a:off x="4229" y="2128"/>
                <a:ext cx="23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0" name="Google Shape;6860;p79"/>
              <p:cNvCxnSpPr/>
              <p:nvPr/>
            </p:nvCxnSpPr>
            <p:spPr>
              <a:xfrm>
                <a:off x="4094" y="1889"/>
                <a:ext cx="134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1" name="Google Shape;6861;p79"/>
              <p:cNvCxnSpPr/>
              <p:nvPr/>
            </p:nvCxnSpPr>
            <p:spPr>
              <a:xfrm flipH="1" rot="10800000">
                <a:off x="4229" y="1889"/>
                <a:ext cx="134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2" name="Google Shape;6862;p79"/>
              <p:cNvCxnSpPr/>
              <p:nvPr/>
            </p:nvCxnSpPr>
            <p:spPr>
              <a:xfrm>
                <a:off x="4050" y="1998"/>
                <a:ext cx="17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3" name="Google Shape;6863;p79"/>
              <p:cNvCxnSpPr/>
              <p:nvPr/>
            </p:nvCxnSpPr>
            <p:spPr>
              <a:xfrm flipH="1" rot="10800000">
                <a:off x="4229" y="2009"/>
                <a:ext cx="17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4" name="Google Shape;6864;p79"/>
              <p:cNvCxnSpPr/>
              <p:nvPr/>
            </p:nvCxnSpPr>
            <p:spPr>
              <a:xfrm flipH="1" rot="10800000">
                <a:off x="4229" y="1781"/>
                <a:ext cx="89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5" name="Google Shape;6865;p79"/>
              <p:cNvCxnSpPr/>
              <p:nvPr/>
            </p:nvCxnSpPr>
            <p:spPr>
              <a:xfrm flipH="1" rot="10800000">
                <a:off x="4229" y="1629"/>
                <a:ext cx="60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6" name="Google Shape;6866;p79"/>
              <p:cNvCxnSpPr/>
              <p:nvPr/>
            </p:nvCxnSpPr>
            <p:spPr>
              <a:xfrm>
                <a:off x="4124" y="1770"/>
                <a:ext cx="104" cy="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7" name="Google Shape;6867;p79"/>
              <p:cNvCxnSpPr/>
              <p:nvPr/>
            </p:nvCxnSpPr>
            <p:spPr>
              <a:xfrm>
                <a:off x="4169" y="1629"/>
                <a:ext cx="75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868" name="Google Shape;6868;p79"/>
              <p:cNvGrpSpPr/>
              <p:nvPr/>
            </p:nvGrpSpPr>
            <p:grpSpPr>
              <a:xfrm>
                <a:off x="4273" y="1377"/>
                <a:ext cx="396" cy="208"/>
                <a:chOff x="4236" y="1286"/>
                <a:chExt cx="871" cy="409"/>
              </a:xfrm>
            </p:grpSpPr>
            <p:cxnSp>
              <p:nvCxnSpPr>
                <p:cNvPr id="6869" name="Google Shape;6869;p79"/>
                <p:cNvCxnSpPr/>
                <p:nvPr/>
              </p:nvCxnSpPr>
              <p:spPr>
                <a:xfrm>
                  <a:off x="4236" y="1611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70" name="Google Shape;6870;p79"/>
                <p:cNvCxnSpPr/>
                <p:nvPr/>
              </p:nvCxnSpPr>
              <p:spPr>
                <a:xfrm rot="-4438044">
                  <a:off x="4468" y="1188"/>
                  <a:ext cx="192" cy="52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71" name="Google Shape;6871;p79"/>
                <p:cNvCxnSpPr/>
                <p:nvPr/>
              </p:nvCxnSpPr>
              <p:spPr>
                <a:xfrm rot="6361956">
                  <a:off x="4600" y="1394"/>
                  <a:ext cx="192" cy="19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72" name="Google Shape;6872;p79"/>
                <p:cNvCxnSpPr/>
                <p:nvPr/>
              </p:nvCxnSpPr>
              <p:spPr>
                <a:xfrm rot="-4438044">
                  <a:off x="4748" y="1289"/>
                  <a:ext cx="192" cy="49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873" name="Google Shape;6873;p79"/>
              <p:cNvGrpSpPr/>
              <p:nvPr/>
            </p:nvGrpSpPr>
            <p:grpSpPr>
              <a:xfrm rot="5700496">
                <a:off x="4062" y="1133"/>
                <a:ext cx="396" cy="201"/>
                <a:chOff x="4209" y="1276"/>
                <a:chExt cx="872" cy="397"/>
              </a:xfrm>
            </p:grpSpPr>
            <p:cxnSp>
              <p:nvCxnSpPr>
                <p:cNvPr id="6874" name="Google Shape;6874;p79"/>
                <p:cNvCxnSpPr/>
                <p:nvPr/>
              </p:nvCxnSpPr>
              <p:spPr>
                <a:xfrm>
                  <a:off x="4209" y="1584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75" name="Google Shape;6875;p79"/>
                <p:cNvCxnSpPr/>
                <p:nvPr/>
              </p:nvCxnSpPr>
              <p:spPr>
                <a:xfrm rot="-4438044">
                  <a:off x="4457" y="1179"/>
                  <a:ext cx="176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76" name="Google Shape;6876;p79"/>
                <p:cNvCxnSpPr/>
                <p:nvPr/>
              </p:nvCxnSpPr>
              <p:spPr>
                <a:xfrm rot="6361956">
                  <a:off x="4569" y="1412"/>
                  <a:ext cx="206" cy="21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77" name="Google Shape;6877;p79"/>
                <p:cNvCxnSpPr/>
                <p:nvPr/>
              </p:nvCxnSpPr>
              <p:spPr>
                <a:xfrm rot="-4438044">
                  <a:off x="4727" y="1268"/>
                  <a:ext cx="176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878" name="Google Shape;6878;p79"/>
              <p:cNvGrpSpPr/>
              <p:nvPr/>
            </p:nvGrpSpPr>
            <p:grpSpPr>
              <a:xfrm rot="10800000">
                <a:off x="3759" y="1357"/>
                <a:ext cx="410" cy="209"/>
                <a:chOff x="4269" y="1307"/>
                <a:chExt cx="903" cy="411"/>
              </a:xfrm>
            </p:grpSpPr>
            <p:cxnSp>
              <p:nvCxnSpPr>
                <p:cNvPr id="6879" name="Google Shape;6879;p79"/>
                <p:cNvCxnSpPr/>
                <p:nvPr/>
              </p:nvCxnSpPr>
              <p:spPr>
                <a:xfrm>
                  <a:off x="4269" y="1610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80" name="Google Shape;6880;p79"/>
                <p:cNvCxnSpPr/>
                <p:nvPr/>
              </p:nvCxnSpPr>
              <p:spPr>
                <a:xfrm rot="-4438044">
                  <a:off x="4501" y="1209"/>
                  <a:ext cx="192" cy="52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81" name="Google Shape;6881;p79"/>
                <p:cNvCxnSpPr/>
                <p:nvPr/>
              </p:nvCxnSpPr>
              <p:spPr>
                <a:xfrm rot="6361956">
                  <a:off x="4633" y="1416"/>
                  <a:ext cx="192" cy="19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82" name="Google Shape;6882;p79"/>
                <p:cNvCxnSpPr/>
                <p:nvPr/>
              </p:nvCxnSpPr>
              <p:spPr>
                <a:xfrm rot="-4438044">
                  <a:off x="4813" y="1311"/>
                  <a:ext cx="192" cy="493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883" name="Google Shape;6883;p79"/>
            <p:cNvGrpSpPr/>
            <p:nvPr/>
          </p:nvGrpSpPr>
          <p:grpSpPr>
            <a:xfrm>
              <a:off x="780" y="1670"/>
              <a:ext cx="60" cy="114"/>
              <a:chOff x="3759" y="1027"/>
              <a:chExt cx="908" cy="1253"/>
            </a:xfrm>
          </p:grpSpPr>
          <p:cxnSp>
            <p:nvCxnSpPr>
              <p:cNvPr id="6884" name="Google Shape;6884;p79"/>
              <p:cNvCxnSpPr/>
              <p:nvPr/>
            </p:nvCxnSpPr>
            <p:spPr>
              <a:xfrm flipH="1">
                <a:off x="3993" y="1481"/>
                <a:ext cx="228" cy="7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5" name="Google Shape;6885;p79"/>
              <p:cNvCxnSpPr/>
              <p:nvPr/>
            </p:nvCxnSpPr>
            <p:spPr>
              <a:xfrm>
                <a:off x="4221" y="1481"/>
                <a:ext cx="243" cy="7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6" name="Google Shape;6886;p79"/>
              <p:cNvCxnSpPr/>
              <p:nvPr/>
            </p:nvCxnSpPr>
            <p:spPr>
              <a:xfrm>
                <a:off x="3993" y="2203"/>
                <a:ext cx="228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7" name="Google Shape;6887;p79"/>
              <p:cNvCxnSpPr/>
              <p:nvPr/>
            </p:nvCxnSpPr>
            <p:spPr>
              <a:xfrm flipH="1">
                <a:off x="4221" y="2203"/>
                <a:ext cx="243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8" name="Google Shape;6888;p79"/>
              <p:cNvCxnSpPr/>
              <p:nvPr/>
            </p:nvCxnSpPr>
            <p:spPr>
              <a:xfrm>
                <a:off x="4221" y="1492"/>
                <a:ext cx="0" cy="7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9" name="Google Shape;6889;p79"/>
              <p:cNvCxnSpPr/>
              <p:nvPr/>
            </p:nvCxnSpPr>
            <p:spPr>
              <a:xfrm flipH="1" rot="10800000">
                <a:off x="3993" y="2127"/>
                <a:ext cx="228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0" name="Google Shape;6890;p79"/>
              <p:cNvCxnSpPr/>
              <p:nvPr/>
            </p:nvCxnSpPr>
            <p:spPr>
              <a:xfrm rot="10800000">
                <a:off x="4221" y="2127"/>
                <a:ext cx="243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1" name="Google Shape;6891;p79"/>
              <p:cNvCxnSpPr/>
              <p:nvPr/>
            </p:nvCxnSpPr>
            <p:spPr>
              <a:xfrm>
                <a:off x="4100" y="1886"/>
                <a:ext cx="121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2" name="Google Shape;6892;p79"/>
              <p:cNvCxnSpPr/>
              <p:nvPr/>
            </p:nvCxnSpPr>
            <p:spPr>
              <a:xfrm flipH="1" rot="10800000">
                <a:off x="4221" y="1886"/>
                <a:ext cx="152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3" name="Google Shape;6893;p79"/>
              <p:cNvCxnSpPr/>
              <p:nvPr/>
            </p:nvCxnSpPr>
            <p:spPr>
              <a:xfrm>
                <a:off x="4054" y="1995"/>
                <a:ext cx="167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4" name="Google Shape;6894;p79"/>
              <p:cNvCxnSpPr/>
              <p:nvPr/>
            </p:nvCxnSpPr>
            <p:spPr>
              <a:xfrm flipH="1" rot="10800000">
                <a:off x="4221" y="2017"/>
                <a:ext cx="182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5" name="Google Shape;6895;p79"/>
              <p:cNvCxnSpPr/>
              <p:nvPr/>
            </p:nvCxnSpPr>
            <p:spPr>
              <a:xfrm flipH="1" rot="10800000">
                <a:off x="4221" y="1787"/>
                <a:ext cx="9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6" name="Google Shape;6896;p79"/>
              <p:cNvCxnSpPr/>
              <p:nvPr/>
            </p:nvCxnSpPr>
            <p:spPr>
              <a:xfrm flipH="1" rot="10800000">
                <a:off x="4221" y="1634"/>
                <a:ext cx="6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7" name="Google Shape;6897;p79"/>
              <p:cNvCxnSpPr/>
              <p:nvPr/>
            </p:nvCxnSpPr>
            <p:spPr>
              <a:xfrm>
                <a:off x="4130" y="1776"/>
                <a:ext cx="106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8" name="Google Shape;6898;p79"/>
              <p:cNvCxnSpPr/>
              <p:nvPr/>
            </p:nvCxnSpPr>
            <p:spPr>
              <a:xfrm>
                <a:off x="4175" y="1623"/>
                <a:ext cx="61" cy="4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899" name="Google Shape;6899;p79"/>
              <p:cNvGrpSpPr/>
              <p:nvPr/>
            </p:nvGrpSpPr>
            <p:grpSpPr>
              <a:xfrm>
                <a:off x="4266" y="1379"/>
                <a:ext cx="401" cy="201"/>
                <a:chOff x="4221" y="1289"/>
                <a:chExt cx="883" cy="395"/>
              </a:xfrm>
            </p:grpSpPr>
            <p:cxnSp>
              <p:nvCxnSpPr>
                <p:cNvPr id="6900" name="Google Shape;6900;p79"/>
                <p:cNvCxnSpPr/>
                <p:nvPr/>
              </p:nvCxnSpPr>
              <p:spPr>
                <a:xfrm>
                  <a:off x="4221" y="1598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01" name="Google Shape;6901;p79"/>
                <p:cNvCxnSpPr/>
                <p:nvPr/>
              </p:nvCxnSpPr>
              <p:spPr>
                <a:xfrm rot="-4438044">
                  <a:off x="4469" y="1179"/>
                  <a:ext cx="173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02" name="Google Shape;6902;p79"/>
                <p:cNvCxnSpPr/>
                <p:nvPr/>
              </p:nvCxnSpPr>
              <p:spPr>
                <a:xfrm rot="6361956">
                  <a:off x="4603" y="1390"/>
                  <a:ext cx="173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03" name="Google Shape;6903;p79"/>
                <p:cNvCxnSpPr/>
                <p:nvPr/>
              </p:nvCxnSpPr>
              <p:spPr>
                <a:xfrm rot="-4438044">
                  <a:off x="4753" y="1282"/>
                  <a:ext cx="173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904" name="Google Shape;6904;p79"/>
              <p:cNvGrpSpPr/>
              <p:nvPr/>
            </p:nvGrpSpPr>
            <p:grpSpPr>
              <a:xfrm rot="5700496">
                <a:off x="4053" y="1133"/>
                <a:ext cx="399" cy="204"/>
                <a:chOff x="4210" y="1286"/>
                <a:chExt cx="879" cy="403"/>
              </a:xfrm>
            </p:grpSpPr>
            <p:cxnSp>
              <p:nvCxnSpPr>
                <p:cNvPr id="6905" name="Google Shape;6905;p79"/>
                <p:cNvCxnSpPr/>
                <p:nvPr/>
              </p:nvCxnSpPr>
              <p:spPr>
                <a:xfrm>
                  <a:off x="4210" y="1599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06" name="Google Shape;6906;p79"/>
                <p:cNvCxnSpPr/>
                <p:nvPr/>
              </p:nvCxnSpPr>
              <p:spPr>
                <a:xfrm rot="-4438044">
                  <a:off x="4460" y="1189"/>
                  <a:ext cx="179" cy="506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07" name="Google Shape;6907;p79"/>
                <p:cNvCxnSpPr/>
                <p:nvPr/>
              </p:nvCxnSpPr>
              <p:spPr>
                <a:xfrm rot="6361956">
                  <a:off x="4572" y="1425"/>
                  <a:ext cx="209" cy="21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08" name="Google Shape;6908;p79"/>
                <p:cNvCxnSpPr/>
                <p:nvPr/>
              </p:nvCxnSpPr>
              <p:spPr>
                <a:xfrm rot="-4438044">
                  <a:off x="4732" y="1280"/>
                  <a:ext cx="179" cy="506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909" name="Google Shape;6909;p79"/>
              <p:cNvGrpSpPr/>
              <p:nvPr/>
            </p:nvGrpSpPr>
            <p:grpSpPr>
              <a:xfrm rot="10800000">
                <a:off x="3759" y="1360"/>
                <a:ext cx="416" cy="201"/>
                <a:chOff x="4255" y="1317"/>
                <a:chExt cx="916" cy="395"/>
              </a:xfrm>
            </p:grpSpPr>
            <p:cxnSp>
              <p:nvCxnSpPr>
                <p:cNvPr id="6910" name="Google Shape;6910;p79"/>
                <p:cNvCxnSpPr/>
                <p:nvPr/>
              </p:nvCxnSpPr>
              <p:spPr>
                <a:xfrm>
                  <a:off x="4255" y="1626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11" name="Google Shape;6911;p79"/>
                <p:cNvCxnSpPr/>
                <p:nvPr/>
              </p:nvCxnSpPr>
              <p:spPr>
                <a:xfrm rot="-4438044">
                  <a:off x="4503" y="1207"/>
                  <a:ext cx="173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12" name="Google Shape;6912;p79"/>
                <p:cNvCxnSpPr/>
                <p:nvPr/>
              </p:nvCxnSpPr>
              <p:spPr>
                <a:xfrm rot="6361956">
                  <a:off x="4636" y="1417"/>
                  <a:ext cx="173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13" name="Google Shape;6913;p79"/>
                <p:cNvCxnSpPr/>
                <p:nvPr/>
              </p:nvCxnSpPr>
              <p:spPr>
                <a:xfrm rot="-4438044">
                  <a:off x="4820" y="1310"/>
                  <a:ext cx="173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914" name="Google Shape;6914;p79"/>
            <p:cNvGrpSpPr/>
            <p:nvPr/>
          </p:nvGrpSpPr>
          <p:grpSpPr>
            <a:xfrm>
              <a:off x="587" y="1353"/>
              <a:ext cx="60" cy="115"/>
              <a:chOff x="3758" y="1027"/>
              <a:chExt cx="910" cy="1253"/>
            </a:xfrm>
          </p:grpSpPr>
          <p:cxnSp>
            <p:nvCxnSpPr>
              <p:cNvPr id="6915" name="Google Shape;6915;p79"/>
              <p:cNvCxnSpPr/>
              <p:nvPr/>
            </p:nvCxnSpPr>
            <p:spPr>
              <a:xfrm flipH="1">
                <a:off x="3993" y="1477"/>
                <a:ext cx="228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16" name="Google Shape;6916;p79"/>
              <p:cNvCxnSpPr/>
              <p:nvPr/>
            </p:nvCxnSpPr>
            <p:spPr>
              <a:xfrm>
                <a:off x="4221" y="1477"/>
                <a:ext cx="243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17" name="Google Shape;6917;p79"/>
              <p:cNvCxnSpPr/>
              <p:nvPr/>
            </p:nvCxnSpPr>
            <p:spPr>
              <a:xfrm>
                <a:off x="3993" y="2204"/>
                <a:ext cx="228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18" name="Google Shape;6918;p79"/>
              <p:cNvCxnSpPr/>
              <p:nvPr/>
            </p:nvCxnSpPr>
            <p:spPr>
              <a:xfrm flipH="1">
                <a:off x="4221" y="2204"/>
                <a:ext cx="243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19" name="Google Shape;6919;p79"/>
              <p:cNvCxnSpPr/>
              <p:nvPr/>
            </p:nvCxnSpPr>
            <p:spPr>
              <a:xfrm>
                <a:off x="4221" y="1499"/>
                <a:ext cx="0" cy="7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20" name="Google Shape;6920;p79"/>
              <p:cNvCxnSpPr/>
              <p:nvPr/>
            </p:nvCxnSpPr>
            <p:spPr>
              <a:xfrm flipH="1" rot="10800000">
                <a:off x="3993" y="2128"/>
                <a:ext cx="228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21" name="Google Shape;6921;p79"/>
              <p:cNvCxnSpPr/>
              <p:nvPr/>
            </p:nvCxnSpPr>
            <p:spPr>
              <a:xfrm rot="10800000">
                <a:off x="4221" y="2128"/>
                <a:ext cx="243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22" name="Google Shape;6922;p79"/>
              <p:cNvCxnSpPr/>
              <p:nvPr/>
            </p:nvCxnSpPr>
            <p:spPr>
              <a:xfrm>
                <a:off x="4100" y="1889"/>
                <a:ext cx="121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23" name="Google Shape;6923;p79"/>
              <p:cNvCxnSpPr/>
              <p:nvPr/>
            </p:nvCxnSpPr>
            <p:spPr>
              <a:xfrm flipH="1" rot="10800000">
                <a:off x="4221" y="1889"/>
                <a:ext cx="152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24" name="Google Shape;6924;p79"/>
              <p:cNvCxnSpPr/>
              <p:nvPr/>
            </p:nvCxnSpPr>
            <p:spPr>
              <a:xfrm>
                <a:off x="4054" y="1998"/>
                <a:ext cx="167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25" name="Google Shape;6925;p79"/>
              <p:cNvCxnSpPr/>
              <p:nvPr/>
            </p:nvCxnSpPr>
            <p:spPr>
              <a:xfrm flipH="1" rot="10800000">
                <a:off x="4221" y="2009"/>
                <a:ext cx="182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26" name="Google Shape;6926;p79"/>
              <p:cNvCxnSpPr/>
              <p:nvPr/>
            </p:nvCxnSpPr>
            <p:spPr>
              <a:xfrm flipH="1" rot="10800000">
                <a:off x="4221" y="1781"/>
                <a:ext cx="91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27" name="Google Shape;6927;p79"/>
              <p:cNvCxnSpPr/>
              <p:nvPr/>
            </p:nvCxnSpPr>
            <p:spPr>
              <a:xfrm flipH="1" rot="10800000">
                <a:off x="4221" y="1629"/>
                <a:ext cx="6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28" name="Google Shape;6928;p79"/>
              <p:cNvCxnSpPr/>
              <p:nvPr/>
            </p:nvCxnSpPr>
            <p:spPr>
              <a:xfrm>
                <a:off x="4130" y="1770"/>
                <a:ext cx="106" cy="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29" name="Google Shape;6929;p79"/>
              <p:cNvCxnSpPr/>
              <p:nvPr/>
            </p:nvCxnSpPr>
            <p:spPr>
              <a:xfrm>
                <a:off x="4175" y="1629"/>
                <a:ext cx="61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930" name="Google Shape;6930;p79"/>
              <p:cNvGrpSpPr/>
              <p:nvPr/>
            </p:nvGrpSpPr>
            <p:grpSpPr>
              <a:xfrm>
                <a:off x="4266" y="1377"/>
                <a:ext cx="402" cy="209"/>
                <a:chOff x="4221" y="1284"/>
                <a:chExt cx="885" cy="413"/>
              </a:xfrm>
            </p:grpSpPr>
            <p:cxnSp>
              <p:nvCxnSpPr>
                <p:cNvPr id="6931" name="Google Shape;6931;p79"/>
                <p:cNvCxnSpPr/>
                <p:nvPr/>
              </p:nvCxnSpPr>
              <p:spPr>
                <a:xfrm>
                  <a:off x="4221" y="1611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32" name="Google Shape;6932;p79"/>
                <p:cNvCxnSpPr/>
                <p:nvPr/>
              </p:nvCxnSpPr>
              <p:spPr>
                <a:xfrm rot="-4438044">
                  <a:off x="4459" y="1183"/>
                  <a:ext cx="192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33" name="Google Shape;6933;p79"/>
                <p:cNvCxnSpPr/>
                <p:nvPr/>
              </p:nvCxnSpPr>
              <p:spPr>
                <a:xfrm rot="6361956">
                  <a:off x="4593" y="1393"/>
                  <a:ext cx="192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34" name="Google Shape;6934;p79"/>
                <p:cNvCxnSpPr/>
                <p:nvPr/>
              </p:nvCxnSpPr>
              <p:spPr>
                <a:xfrm rot="-4438044">
                  <a:off x="4743" y="1285"/>
                  <a:ext cx="192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935" name="Google Shape;6935;p79"/>
              <p:cNvGrpSpPr/>
              <p:nvPr/>
            </p:nvGrpSpPr>
            <p:grpSpPr>
              <a:xfrm rot="5700496">
                <a:off x="4055" y="1132"/>
                <a:ext cx="396" cy="203"/>
                <a:chOff x="4210" y="1288"/>
                <a:chExt cx="872" cy="401"/>
              </a:xfrm>
            </p:grpSpPr>
            <p:cxnSp>
              <p:nvCxnSpPr>
                <p:cNvPr id="6936" name="Google Shape;6936;p79"/>
                <p:cNvCxnSpPr/>
                <p:nvPr/>
              </p:nvCxnSpPr>
              <p:spPr>
                <a:xfrm>
                  <a:off x="4210" y="1600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37" name="Google Shape;6937;p79"/>
                <p:cNvCxnSpPr/>
                <p:nvPr/>
              </p:nvCxnSpPr>
              <p:spPr>
                <a:xfrm rot="-4438044">
                  <a:off x="4457" y="1192"/>
                  <a:ext cx="179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38" name="Google Shape;6938;p79"/>
                <p:cNvCxnSpPr/>
                <p:nvPr/>
              </p:nvCxnSpPr>
              <p:spPr>
                <a:xfrm rot="6361956">
                  <a:off x="4568" y="1426"/>
                  <a:ext cx="209" cy="21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39" name="Google Shape;6939;p79"/>
                <p:cNvCxnSpPr/>
                <p:nvPr/>
              </p:nvCxnSpPr>
              <p:spPr>
                <a:xfrm rot="-4438044">
                  <a:off x="4727" y="1282"/>
                  <a:ext cx="179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940" name="Google Shape;6940;p79"/>
              <p:cNvGrpSpPr/>
              <p:nvPr/>
            </p:nvGrpSpPr>
            <p:grpSpPr>
              <a:xfrm rot="10800000">
                <a:off x="3758" y="1357"/>
                <a:ext cx="417" cy="209"/>
                <a:chOff x="4255" y="1305"/>
                <a:chExt cx="918" cy="413"/>
              </a:xfrm>
            </p:grpSpPr>
            <p:cxnSp>
              <p:nvCxnSpPr>
                <p:cNvPr id="6941" name="Google Shape;6941;p79"/>
                <p:cNvCxnSpPr/>
                <p:nvPr/>
              </p:nvCxnSpPr>
              <p:spPr>
                <a:xfrm>
                  <a:off x="4255" y="1610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42" name="Google Shape;6942;p79"/>
                <p:cNvCxnSpPr/>
                <p:nvPr/>
              </p:nvCxnSpPr>
              <p:spPr>
                <a:xfrm rot="-4438044">
                  <a:off x="4493" y="1204"/>
                  <a:ext cx="192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43" name="Google Shape;6943;p79"/>
                <p:cNvCxnSpPr/>
                <p:nvPr/>
              </p:nvCxnSpPr>
              <p:spPr>
                <a:xfrm rot="6361956">
                  <a:off x="4626" y="1414"/>
                  <a:ext cx="192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44" name="Google Shape;6944;p79"/>
                <p:cNvCxnSpPr/>
                <p:nvPr/>
              </p:nvCxnSpPr>
              <p:spPr>
                <a:xfrm rot="-4438044">
                  <a:off x="4810" y="1306"/>
                  <a:ext cx="192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cxnSp>
          <p:nvCxnSpPr>
            <p:cNvPr id="6945" name="Google Shape;6945;p79"/>
            <p:cNvCxnSpPr/>
            <p:nvPr/>
          </p:nvCxnSpPr>
          <p:spPr>
            <a:xfrm flipH="1" rot="10800000">
              <a:off x="626" y="1272"/>
              <a:ext cx="236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46" name="Google Shape;6946;p79"/>
            <p:cNvCxnSpPr/>
            <p:nvPr/>
          </p:nvCxnSpPr>
          <p:spPr>
            <a:xfrm flipH="1" rot="10800000">
              <a:off x="823" y="1276"/>
              <a:ext cx="75" cy="4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47" name="Google Shape;6947;p79"/>
            <p:cNvCxnSpPr/>
            <p:nvPr/>
          </p:nvCxnSpPr>
          <p:spPr>
            <a:xfrm flipH="1" rot="10800000">
              <a:off x="817" y="1264"/>
              <a:ext cx="58" cy="3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48" name="Google Shape;6948;p79"/>
            <p:cNvCxnSpPr/>
            <p:nvPr/>
          </p:nvCxnSpPr>
          <p:spPr>
            <a:xfrm flipH="1" rot="10800000">
              <a:off x="633" y="1263"/>
              <a:ext cx="226" cy="1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949" name="Google Shape;6949;p79"/>
            <p:cNvGrpSpPr/>
            <p:nvPr/>
          </p:nvGrpSpPr>
          <p:grpSpPr>
            <a:xfrm>
              <a:off x="483" y="1532"/>
              <a:ext cx="252" cy="214"/>
              <a:chOff x="867" y="1530"/>
              <a:chExt cx="252" cy="214"/>
            </a:xfrm>
          </p:grpSpPr>
          <p:sp>
            <p:nvSpPr>
              <p:cNvPr id="6950" name="Google Shape;6950;p79"/>
              <p:cNvSpPr/>
              <p:nvPr/>
            </p:nvSpPr>
            <p:spPr>
              <a:xfrm>
                <a:off x="867" y="1530"/>
                <a:ext cx="252" cy="214"/>
              </a:xfrm>
              <a:prstGeom prst="hexagon">
                <a:avLst>
                  <a:gd fmla="val 29439" name="adj"/>
                  <a:gd fmla="val 115470" name="vf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951" name="Google Shape;6951;p79"/>
              <p:cNvGrpSpPr/>
              <p:nvPr/>
            </p:nvGrpSpPr>
            <p:grpSpPr>
              <a:xfrm>
                <a:off x="964" y="1560"/>
                <a:ext cx="61" cy="115"/>
                <a:chOff x="3759" y="1027"/>
                <a:chExt cx="910" cy="1253"/>
              </a:xfrm>
            </p:grpSpPr>
            <p:cxnSp>
              <p:nvCxnSpPr>
                <p:cNvPr id="6952" name="Google Shape;6952;p79"/>
                <p:cNvCxnSpPr/>
                <p:nvPr/>
              </p:nvCxnSpPr>
              <p:spPr>
                <a:xfrm flipH="1">
                  <a:off x="3990" y="1477"/>
                  <a:ext cx="239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53" name="Google Shape;6953;p79"/>
                <p:cNvCxnSpPr/>
                <p:nvPr/>
              </p:nvCxnSpPr>
              <p:spPr>
                <a:xfrm>
                  <a:off x="4229" y="1477"/>
                  <a:ext cx="239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54" name="Google Shape;6954;p79"/>
                <p:cNvCxnSpPr/>
                <p:nvPr/>
              </p:nvCxnSpPr>
              <p:spPr>
                <a:xfrm>
                  <a:off x="3990" y="2204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55" name="Google Shape;6955;p79"/>
                <p:cNvCxnSpPr/>
                <p:nvPr/>
              </p:nvCxnSpPr>
              <p:spPr>
                <a:xfrm flipH="1">
                  <a:off x="4229" y="2204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56" name="Google Shape;6956;p79"/>
                <p:cNvCxnSpPr/>
                <p:nvPr/>
              </p:nvCxnSpPr>
              <p:spPr>
                <a:xfrm>
                  <a:off x="4229" y="1499"/>
                  <a:ext cx="0" cy="78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57" name="Google Shape;6957;p79"/>
                <p:cNvCxnSpPr/>
                <p:nvPr/>
              </p:nvCxnSpPr>
              <p:spPr>
                <a:xfrm flipH="1" rot="10800000">
                  <a:off x="3990" y="2128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58" name="Google Shape;6958;p79"/>
                <p:cNvCxnSpPr/>
                <p:nvPr/>
              </p:nvCxnSpPr>
              <p:spPr>
                <a:xfrm rot="10800000">
                  <a:off x="4229" y="2128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59" name="Google Shape;6959;p79"/>
                <p:cNvCxnSpPr/>
                <p:nvPr/>
              </p:nvCxnSpPr>
              <p:spPr>
                <a:xfrm>
                  <a:off x="4094" y="1889"/>
                  <a:ext cx="134" cy="6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60" name="Google Shape;6960;p79"/>
                <p:cNvCxnSpPr/>
                <p:nvPr/>
              </p:nvCxnSpPr>
              <p:spPr>
                <a:xfrm flipH="1" rot="10800000">
                  <a:off x="4229" y="1889"/>
                  <a:ext cx="134" cy="6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61" name="Google Shape;6961;p79"/>
                <p:cNvCxnSpPr/>
                <p:nvPr/>
              </p:nvCxnSpPr>
              <p:spPr>
                <a:xfrm>
                  <a:off x="4050" y="1998"/>
                  <a:ext cx="17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62" name="Google Shape;6962;p79"/>
                <p:cNvCxnSpPr/>
                <p:nvPr/>
              </p:nvCxnSpPr>
              <p:spPr>
                <a:xfrm flipH="1" rot="10800000">
                  <a:off x="4229" y="2009"/>
                  <a:ext cx="17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63" name="Google Shape;6963;p79"/>
                <p:cNvCxnSpPr/>
                <p:nvPr/>
              </p:nvCxnSpPr>
              <p:spPr>
                <a:xfrm flipH="1" rot="10800000">
                  <a:off x="4229" y="1781"/>
                  <a:ext cx="89" cy="3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64" name="Google Shape;6964;p79"/>
                <p:cNvCxnSpPr/>
                <p:nvPr/>
              </p:nvCxnSpPr>
              <p:spPr>
                <a:xfrm flipH="1" rot="10800000">
                  <a:off x="4229" y="1629"/>
                  <a:ext cx="60" cy="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65" name="Google Shape;6965;p79"/>
                <p:cNvCxnSpPr/>
                <p:nvPr/>
              </p:nvCxnSpPr>
              <p:spPr>
                <a:xfrm>
                  <a:off x="4124" y="1770"/>
                  <a:ext cx="104" cy="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66" name="Google Shape;6966;p79"/>
                <p:cNvCxnSpPr/>
                <p:nvPr/>
              </p:nvCxnSpPr>
              <p:spPr>
                <a:xfrm>
                  <a:off x="4169" y="1629"/>
                  <a:ext cx="75" cy="3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6967" name="Google Shape;6967;p79"/>
                <p:cNvGrpSpPr/>
                <p:nvPr/>
              </p:nvGrpSpPr>
              <p:grpSpPr>
                <a:xfrm>
                  <a:off x="4273" y="1377"/>
                  <a:ext cx="396" cy="208"/>
                  <a:chOff x="4236" y="1286"/>
                  <a:chExt cx="871" cy="409"/>
                </a:xfrm>
              </p:grpSpPr>
              <p:cxnSp>
                <p:nvCxnSpPr>
                  <p:cNvPr id="6968" name="Google Shape;6968;p79"/>
                  <p:cNvCxnSpPr/>
                  <p:nvPr/>
                </p:nvCxnSpPr>
                <p:spPr>
                  <a:xfrm>
                    <a:off x="4236" y="1611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969" name="Google Shape;6969;p79"/>
                  <p:cNvCxnSpPr/>
                  <p:nvPr/>
                </p:nvCxnSpPr>
                <p:spPr>
                  <a:xfrm rot="-4438044">
                    <a:off x="4468" y="1188"/>
                    <a:ext cx="192" cy="52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970" name="Google Shape;6970;p79"/>
                  <p:cNvCxnSpPr/>
                  <p:nvPr/>
                </p:nvCxnSpPr>
                <p:spPr>
                  <a:xfrm rot="6361956">
                    <a:off x="4600" y="1394"/>
                    <a:ext cx="192" cy="197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971" name="Google Shape;6971;p79"/>
                  <p:cNvCxnSpPr/>
                  <p:nvPr/>
                </p:nvCxnSpPr>
                <p:spPr>
                  <a:xfrm rot="-4438044">
                    <a:off x="4748" y="1289"/>
                    <a:ext cx="192" cy="49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972" name="Google Shape;6972;p79"/>
                <p:cNvGrpSpPr/>
                <p:nvPr/>
              </p:nvGrpSpPr>
              <p:grpSpPr>
                <a:xfrm rot="5700496">
                  <a:off x="4062" y="1133"/>
                  <a:ext cx="396" cy="201"/>
                  <a:chOff x="4209" y="1276"/>
                  <a:chExt cx="872" cy="397"/>
                </a:xfrm>
              </p:grpSpPr>
              <p:cxnSp>
                <p:nvCxnSpPr>
                  <p:cNvPr id="6973" name="Google Shape;6973;p79"/>
                  <p:cNvCxnSpPr/>
                  <p:nvPr/>
                </p:nvCxnSpPr>
                <p:spPr>
                  <a:xfrm>
                    <a:off x="4209" y="1584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974" name="Google Shape;6974;p79"/>
                  <p:cNvCxnSpPr/>
                  <p:nvPr/>
                </p:nvCxnSpPr>
                <p:spPr>
                  <a:xfrm rot="-4438044">
                    <a:off x="4457" y="1179"/>
                    <a:ext cx="176" cy="50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975" name="Google Shape;6975;p79"/>
                  <p:cNvCxnSpPr/>
                  <p:nvPr/>
                </p:nvCxnSpPr>
                <p:spPr>
                  <a:xfrm rot="6361956">
                    <a:off x="4569" y="1412"/>
                    <a:ext cx="206" cy="21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976" name="Google Shape;6976;p79"/>
                  <p:cNvCxnSpPr/>
                  <p:nvPr/>
                </p:nvCxnSpPr>
                <p:spPr>
                  <a:xfrm rot="-4438044">
                    <a:off x="4727" y="1268"/>
                    <a:ext cx="176" cy="50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977" name="Google Shape;6977;p79"/>
                <p:cNvGrpSpPr/>
                <p:nvPr/>
              </p:nvGrpSpPr>
              <p:grpSpPr>
                <a:xfrm rot="10800000">
                  <a:off x="3759" y="1357"/>
                  <a:ext cx="410" cy="209"/>
                  <a:chOff x="4269" y="1307"/>
                  <a:chExt cx="903" cy="411"/>
                </a:xfrm>
              </p:grpSpPr>
              <p:cxnSp>
                <p:nvCxnSpPr>
                  <p:cNvPr id="6978" name="Google Shape;6978;p79"/>
                  <p:cNvCxnSpPr/>
                  <p:nvPr/>
                </p:nvCxnSpPr>
                <p:spPr>
                  <a:xfrm>
                    <a:off x="4269" y="1610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979" name="Google Shape;6979;p79"/>
                  <p:cNvCxnSpPr/>
                  <p:nvPr/>
                </p:nvCxnSpPr>
                <p:spPr>
                  <a:xfrm rot="-4438044">
                    <a:off x="4501" y="1209"/>
                    <a:ext cx="192" cy="52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980" name="Google Shape;6980;p79"/>
                  <p:cNvCxnSpPr/>
                  <p:nvPr/>
                </p:nvCxnSpPr>
                <p:spPr>
                  <a:xfrm rot="6361956">
                    <a:off x="4633" y="1416"/>
                    <a:ext cx="192" cy="197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981" name="Google Shape;6981;p79"/>
                  <p:cNvCxnSpPr/>
                  <p:nvPr/>
                </p:nvCxnSpPr>
                <p:spPr>
                  <a:xfrm rot="-4438044">
                    <a:off x="4813" y="1311"/>
                    <a:ext cx="192" cy="493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  <p:cxnSp>
          <p:nvCxnSpPr>
            <p:cNvPr id="6982" name="Google Shape;6982;p79"/>
            <p:cNvCxnSpPr/>
            <p:nvPr/>
          </p:nvCxnSpPr>
          <p:spPr>
            <a:xfrm flipH="1" rot="10800000">
              <a:off x="414" y="1266"/>
              <a:ext cx="43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983" name="Google Shape;6983;p79"/>
          <p:cNvGrpSpPr/>
          <p:nvPr/>
        </p:nvGrpSpPr>
        <p:grpSpPr>
          <a:xfrm>
            <a:off x="4760913" y="3881438"/>
            <a:ext cx="1309687" cy="1147762"/>
            <a:chOff x="146" y="711"/>
            <a:chExt cx="825" cy="723"/>
          </a:xfrm>
        </p:grpSpPr>
        <p:sp>
          <p:nvSpPr>
            <p:cNvPr id="6984" name="Google Shape;6984;p79"/>
            <p:cNvSpPr/>
            <p:nvPr/>
          </p:nvSpPr>
          <p:spPr>
            <a:xfrm>
              <a:off x="719" y="904"/>
              <a:ext cx="252" cy="214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5" name="Google Shape;6985;p79"/>
            <p:cNvSpPr/>
            <p:nvPr/>
          </p:nvSpPr>
          <p:spPr>
            <a:xfrm>
              <a:off x="335" y="1115"/>
              <a:ext cx="252" cy="214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86" name="Google Shape;6986;p79"/>
            <p:cNvGrpSpPr/>
            <p:nvPr/>
          </p:nvGrpSpPr>
          <p:grpSpPr>
            <a:xfrm>
              <a:off x="523" y="1006"/>
              <a:ext cx="252" cy="214"/>
              <a:chOff x="867" y="1530"/>
              <a:chExt cx="252" cy="214"/>
            </a:xfrm>
          </p:grpSpPr>
          <p:sp>
            <p:nvSpPr>
              <p:cNvPr id="6987" name="Google Shape;6987;p79"/>
              <p:cNvSpPr/>
              <p:nvPr/>
            </p:nvSpPr>
            <p:spPr>
              <a:xfrm>
                <a:off x="867" y="1530"/>
                <a:ext cx="252" cy="214"/>
              </a:xfrm>
              <a:prstGeom prst="hexagon">
                <a:avLst>
                  <a:gd fmla="val 29439" name="adj"/>
                  <a:gd fmla="val 115470" name="vf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988" name="Google Shape;6988;p79"/>
              <p:cNvGrpSpPr/>
              <p:nvPr/>
            </p:nvGrpSpPr>
            <p:grpSpPr>
              <a:xfrm>
                <a:off x="964" y="1560"/>
                <a:ext cx="61" cy="115"/>
                <a:chOff x="3759" y="1027"/>
                <a:chExt cx="910" cy="1253"/>
              </a:xfrm>
            </p:grpSpPr>
            <p:cxnSp>
              <p:nvCxnSpPr>
                <p:cNvPr id="6989" name="Google Shape;6989;p79"/>
                <p:cNvCxnSpPr/>
                <p:nvPr/>
              </p:nvCxnSpPr>
              <p:spPr>
                <a:xfrm flipH="1">
                  <a:off x="3990" y="1477"/>
                  <a:ext cx="239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90" name="Google Shape;6990;p79"/>
                <p:cNvCxnSpPr/>
                <p:nvPr/>
              </p:nvCxnSpPr>
              <p:spPr>
                <a:xfrm>
                  <a:off x="4229" y="1477"/>
                  <a:ext cx="239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91" name="Google Shape;6991;p79"/>
                <p:cNvCxnSpPr/>
                <p:nvPr/>
              </p:nvCxnSpPr>
              <p:spPr>
                <a:xfrm>
                  <a:off x="3990" y="2204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92" name="Google Shape;6992;p79"/>
                <p:cNvCxnSpPr/>
                <p:nvPr/>
              </p:nvCxnSpPr>
              <p:spPr>
                <a:xfrm flipH="1">
                  <a:off x="4229" y="2204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93" name="Google Shape;6993;p79"/>
                <p:cNvCxnSpPr/>
                <p:nvPr/>
              </p:nvCxnSpPr>
              <p:spPr>
                <a:xfrm>
                  <a:off x="4229" y="1499"/>
                  <a:ext cx="0" cy="78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94" name="Google Shape;6994;p79"/>
                <p:cNvCxnSpPr/>
                <p:nvPr/>
              </p:nvCxnSpPr>
              <p:spPr>
                <a:xfrm flipH="1" rot="10800000">
                  <a:off x="3990" y="2128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95" name="Google Shape;6995;p79"/>
                <p:cNvCxnSpPr/>
                <p:nvPr/>
              </p:nvCxnSpPr>
              <p:spPr>
                <a:xfrm rot="10800000">
                  <a:off x="4229" y="2128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96" name="Google Shape;6996;p79"/>
                <p:cNvCxnSpPr/>
                <p:nvPr/>
              </p:nvCxnSpPr>
              <p:spPr>
                <a:xfrm>
                  <a:off x="4094" y="1889"/>
                  <a:ext cx="134" cy="6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97" name="Google Shape;6997;p79"/>
                <p:cNvCxnSpPr/>
                <p:nvPr/>
              </p:nvCxnSpPr>
              <p:spPr>
                <a:xfrm flipH="1" rot="10800000">
                  <a:off x="4229" y="1889"/>
                  <a:ext cx="134" cy="6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98" name="Google Shape;6998;p79"/>
                <p:cNvCxnSpPr/>
                <p:nvPr/>
              </p:nvCxnSpPr>
              <p:spPr>
                <a:xfrm>
                  <a:off x="4050" y="1998"/>
                  <a:ext cx="17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99" name="Google Shape;6999;p79"/>
                <p:cNvCxnSpPr/>
                <p:nvPr/>
              </p:nvCxnSpPr>
              <p:spPr>
                <a:xfrm flipH="1" rot="10800000">
                  <a:off x="4229" y="2009"/>
                  <a:ext cx="17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00" name="Google Shape;7000;p79"/>
                <p:cNvCxnSpPr/>
                <p:nvPr/>
              </p:nvCxnSpPr>
              <p:spPr>
                <a:xfrm flipH="1" rot="10800000">
                  <a:off x="4229" y="1781"/>
                  <a:ext cx="89" cy="3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01" name="Google Shape;7001;p79"/>
                <p:cNvCxnSpPr/>
                <p:nvPr/>
              </p:nvCxnSpPr>
              <p:spPr>
                <a:xfrm flipH="1" rot="10800000">
                  <a:off x="4229" y="1629"/>
                  <a:ext cx="60" cy="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02" name="Google Shape;7002;p79"/>
                <p:cNvCxnSpPr/>
                <p:nvPr/>
              </p:nvCxnSpPr>
              <p:spPr>
                <a:xfrm>
                  <a:off x="4124" y="1770"/>
                  <a:ext cx="104" cy="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03" name="Google Shape;7003;p79"/>
                <p:cNvCxnSpPr/>
                <p:nvPr/>
              </p:nvCxnSpPr>
              <p:spPr>
                <a:xfrm>
                  <a:off x="4169" y="1629"/>
                  <a:ext cx="75" cy="3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7004" name="Google Shape;7004;p79"/>
                <p:cNvGrpSpPr/>
                <p:nvPr/>
              </p:nvGrpSpPr>
              <p:grpSpPr>
                <a:xfrm>
                  <a:off x="4273" y="1377"/>
                  <a:ext cx="396" cy="208"/>
                  <a:chOff x="4236" y="1286"/>
                  <a:chExt cx="871" cy="409"/>
                </a:xfrm>
              </p:grpSpPr>
              <p:cxnSp>
                <p:nvCxnSpPr>
                  <p:cNvPr id="7005" name="Google Shape;7005;p79"/>
                  <p:cNvCxnSpPr/>
                  <p:nvPr/>
                </p:nvCxnSpPr>
                <p:spPr>
                  <a:xfrm>
                    <a:off x="4236" y="1611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006" name="Google Shape;7006;p79"/>
                  <p:cNvCxnSpPr/>
                  <p:nvPr/>
                </p:nvCxnSpPr>
                <p:spPr>
                  <a:xfrm rot="-4438044">
                    <a:off x="4468" y="1188"/>
                    <a:ext cx="192" cy="52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007" name="Google Shape;7007;p79"/>
                  <p:cNvCxnSpPr/>
                  <p:nvPr/>
                </p:nvCxnSpPr>
                <p:spPr>
                  <a:xfrm rot="6361956">
                    <a:off x="4600" y="1394"/>
                    <a:ext cx="192" cy="197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008" name="Google Shape;7008;p79"/>
                  <p:cNvCxnSpPr/>
                  <p:nvPr/>
                </p:nvCxnSpPr>
                <p:spPr>
                  <a:xfrm rot="-4438044">
                    <a:off x="4748" y="1289"/>
                    <a:ext cx="192" cy="49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7009" name="Google Shape;7009;p79"/>
                <p:cNvGrpSpPr/>
                <p:nvPr/>
              </p:nvGrpSpPr>
              <p:grpSpPr>
                <a:xfrm rot="5700496">
                  <a:off x="4062" y="1133"/>
                  <a:ext cx="396" cy="201"/>
                  <a:chOff x="4209" y="1276"/>
                  <a:chExt cx="872" cy="397"/>
                </a:xfrm>
              </p:grpSpPr>
              <p:cxnSp>
                <p:nvCxnSpPr>
                  <p:cNvPr id="7010" name="Google Shape;7010;p79"/>
                  <p:cNvCxnSpPr/>
                  <p:nvPr/>
                </p:nvCxnSpPr>
                <p:spPr>
                  <a:xfrm>
                    <a:off x="4209" y="1584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011" name="Google Shape;7011;p79"/>
                  <p:cNvCxnSpPr/>
                  <p:nvPr/>
                </p:nvCxnSpPr>
                <p:spPr>
                  <a:xfrm rot="-4438044">
                    <a:off x="4457" y="1179"/>
                    <a:ext cx="176" cy="50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012" name="Google Shape;7012;p79"/>
                  <p:cNvCxnSpPr/>
                  <p:nvPr/>
                </p:nvCxnSpPr>
                <p:spPr>
                  <a:xfrm rot="6361956">
                    <a:off x="4569" y="1412"/>
                    <a:ext cx="206" cy="21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013" name="Google Shape;7013;p79"/>
                  <p:cNvCxnSpPr/>
                  <p:nvPr/>
                </p:nvCxnSpPr>
                <p:spPr>
                  <a:xfrm rot="-4438044">
                    <a:off x="4727" y="1268"/>
                    <a:ext cx="176" cy="50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7014" name="Google Shape;7014;p79"/>
                <p:cNvGrpSpPr/>
                <p:nvPr/>
              </p:nvGrpSpPr>
              <p:grpSpPr>
                <a:xfrm rot="10800000">
                  <a:off x="3759" y="1357"/>
                  <a:ext cx="410" cy="209"/>
                  <a:chOff x="4269" y="1307"/>
                  <a:chExt cx="903" cy="411"/>
                </a:xfrm>
              </p:grpSpPr>
              <p:cxnSp>
                <p:nvCxnSpPr>
                  <p:cNvPr id="7015" name="Google Shape;7015;p79"/>
                  <p:cNvCxnSpPr/>
                  <p:nvPr/>
                </p:nvCxnSpPr>
                <p:spPr>
                  <a:xfrm>
                    <a:off x="4269" y="1610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016" name="Google Shape;7016;p79"/>
                  <p:cNvCxnSpPr/>
                  <p:nvPr/>
                </p:nvCxnSpPr>
                <p:spPr>
                  <a:xfrm rot="-4438044">
                    <a:off x="4501" y="1209"/>
                    <a:ext cx="192" cy="52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017" name="Google Shape;7017;p79"/>
                  <p:cNvCxnSpPr/>
                  <p:nvPr/>
                </p:nvCxnSpPr>
                <p:spPr>
                  <a:xfrm rot="6361956">
                    <a:off x="4633" y="1416"/>
                    <a:ext cx="192" cy="197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018" name="Google Shape;7018;p79"/>
                  <p:cNvCxnSpPr/>
                  <p:nvPr/>
                </p:nvCxnSpPr>
                <p:spPr>
                  <a:xfrm rot="-4438044">
                    <a:off x="4813" y="1311"/>
                    <a:ext cx="192" cy="493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  <p:grpSp>
          <p:nvGrpSpPr>
            <p:cNvPr id="7019" name="Google Shape;7019;p79"/>
            <p:cNvGrpSpPr/>
            <p:nvPr/>
          </p:nvGrpSpPr>
          <p:grpSpPr>
            <a:xfrm>
              <a:off x="427" y="1158"/>
              <a:ext cx="60" cy="114"/>
              <a:chOff x="3759" y="1027"/>
              <a:chExt cx="908" cy="1253"/>
            </a:xfrm>
          </p:grpSpPr>
          <p:cxnSp>
            <p:nvCxnSpPr>
              <p:cNvPr id="7020" name="Google Shape;7020;p79"/>
              <p:cNvCxnSpPr/>
              <p:nvPr/>
            </p:nvCxnSpPr>
            <p:spPr>
              <a:xfrm flipH="1">
                <a:off x="3993" y="1481"/>
                <a:ext cx="228" cy="7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1" name="Google Shape;7021;p79"/>
              <p:cNvCxnSpPr/>
              <p:nvPr/>
            </p:nvCxnSpPr>
            <p:spPr>
              <a:xfrm>
                <a:off x="4221" y="1481"/>
                <a:ext cx="243" cy="7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2" name="Google Shape;7022;p79"/>
              <p:cNvCxnSpPr/>
              <p:nvPr/>
            </p:nvCxnSpPr>
            <p:spPr>
              <a:xfrm>
                <a:off x="3993" y="2203"/>
                <a:ext cx="228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3" name="Google Shape;7023;p79"/>
              <p:cNvCxnSpPr/>
              <p:nvPr/>
            </p:nvCxnSpPr>
            <p:spPr>
              <a:xfrm flipH="1">
                <a:off x="4221" y="2203"/>
                <a:ext cx="243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4" name="Google Shape;7024;p79"/>
              <p:cNvCxnSpPr/>
              <p:nvPr/>
            </p:nvCxnSpPr>
            <p:spPr>
              <a:xfrm>
                <a:off x="4221" y="1492"/>
                <a:ext cx="0" cy="7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5" name="Google Shape;7025;p79"/>
              <p:cNvCxnSpPr/>
              <p:nvPr/>
            </p:nvCxnSpPr>
            <p:spPr>
              <a:xfrm flipH="1" rot="10800000">
                <a:off x="3993" y="2127"/>
                <a:ext cx="228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6" name="Google Shape;7026;p79"/>
              <p:cNvCxnSpPr/>
              <p:nvPr/>
            </p:nvCxnSpPr>
            <p:spPr>
              <a:xfrm rot="10800000">
                <a:off x="4221" y="2127"/>
                <a:ext cx="243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7" name="Google Shape;7027;p79"/>
              <p:cNvCxnSpPr/>
              <p:nvPr/>
            </p:nvCxnSpPr>
            <p:spPr>
              <a:xfrm>
                <a:off x="4100" y="1886"/>
                <a:ext cx="121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8" name="Google Shape;7028;p79"/>
              <p:cNvCxnSpPr/>
              <p:nvPr/>
            </p:nvCxnSpPr>
            <p:spPr>
              <a:xfrm flipH="1" rot="10800000">
                <a:off x="4221" y="1886"/>
                <a:ext cx="152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9" name="Google Shape;7029;p79"/>
              <p:cNvCxnSpPr/>
              <p:nvPr/>
            </p:nvCxnSpPr>
            <p:spPr>
              <a:xfrm>
                <a:off x="4054" y="1995"/>
                <a:ext cx="167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30" name="Google Shape;7030;p79"/>
              <p:cNvCxnSpPr/>
              <p:nvPr/>
            </p:nvCxnSpPr>
            <p:spPr>
              <a:xfrm flipH="1" rot="10800000">
                <a:off x="4221" y="2017"/>
                <a:ext cx="182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31" name="Google Shape;7031;p79"/>
              <p:cNvCxnSpPr/>
              <p:nvPr/>
            </p:nvCxnSpPr>
            <p:spPr>
              <a:xfrm flipH="1" rot="10800000">
                <a:off x="4221" y="1787"/>
                <a:ext cx="9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32" name="Google Shape;7032;p79"/>
              <p:cNvCxnSpPr/>
              <p:nvPr/>
            </p:nvCxnSpPr>
            <p:spPr>
              <a:xfrm flipH="1" rot="10800000">
                <a:off x="4221" y="1634"/>
                <a:ext cx="6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33" name="Google Shape;7033;p79"/>
              <p:cNvCxnSpPr/>
              <p:nvPr/>
            </p:nvCxnSpPr>
            <p:spPr>
              <a:xfrm>
                <a:off x="4130" y="1776"/>
                <a:ext cx="106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34" name="Google Shape;7034;p79"/>
              <p:cNvCxnSpPr/>
              <p:nvPr/>
            </p:nvCxnSpPr>
            <p:spPr>
              <a:xfrm>
                <a:off x="4175" y="1623"/>
                <a:ext cx="61" cy="4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035" name="Google Shape;7035;p79"/>
              <p:cNvGrpSpPr/>
              <p:nvPr/>
            </p:nvGrpSpPr>
            <p:grpSpPr>
              <a:xfrm>
                <a:off x="4266" y="1379"/>
                <a:ext cx="401" cy="201"/>
                <a:chOff x="4221" y="1289"/>
                <a:chExt cx="883" cy="395"/>
              </a:xfrm>
            </p:grpSpPr>
            <p:cxnSp>
              <p:nvCxnSpPr>
                <p:cNvPr id="7036" name="Google Shape;7036;p79"/>
                <p:cNvCxnSpPr/>
                <p:nvPr/>
              </p:nvCxnSpPr>
              <p:spPr>
                <a:xfrm>
                  <a:off x="4221" y="1598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37" name="Google Shape;7037;p79"/>
                <p:cNvCxnSpPr/>
                <p:nvPr/>
              </p:nvCxnSpPr>
              <p:spPr>
                <a:xfrm rot="-4438044">
                  <a:off x="4469" y="1179"/>
                  <a:ext cx="173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38" name="Google Shape;7038;p79"/>
                <p:cNvCxnSpPr/>
                <p:nvPr/>
              </p:nvCxnSpPr>
              <p:spPr>
                <a:xfrm rot="6361956">
                  <a:off x="4603" y="1390"/>
                  <a:ext cx="173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39" name="Google Shape;7039;p79"/>
                <p:cNvCxnSpPr/>
                <p:nvPr/>
              </p:nvCxnSpPr>
              <p:spPr>
                <a:xfrm rot="-4438044">
                  <a:off x="4753" y="1282"/>
                  <a:ext cx="173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040" name="Google Shape;7040;p79"/>
              <p:cNvGrpSpPr/>
              <p:nvPr/>
            </p:nvGrpSpPr>
            <p:grpSpPr>
              <a:xfrm rot="5700496">
                <a:off x="4053" y="1133"/>
                <a:ext cx="399" cy="204"/>
                <a:chOff x="4210" y="1286"/>
                <a:chExt cx="879" cy="403"/>
              </a:xfrm>
            </p:grpSpPr>
            <p:cxnSp>
              <p:nvCxnSpPr>
                <p:cNvPr id="7041" name="Google Shape;7041;p79"/>
                <p:cNvCxnSpPr/>
                <p:nvPr/>
              </p:nvCxnSpPr>
              <p:spPr>
                <a:xfrm>
                  <a:off x="4210" y="1599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42" name="Google Shape;7042;p79"/>
                <p:cNvCxnSpPr/>
                <p:nvPr/>
              </p:nvCxnSpPr>
              <p:spPr>
                <a:xfrm rot="-4438044">
                  <a:off x="4460" y="1189"/>
                  <a:ext cx="179" cy="506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43" name="Google Shape;7043;p79"/>
                <p:cNvCxnSpPr/>
                <p:nvPr/>
              </p:nvCxnSpPr>
              <p:spPr>
                <a:xfrm rot="6361956">
                  <a:off x="4572" y="1425"/>
                  <a:ext cx="209" cy="21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44" name="Google Shape;7044;p79"/>
                <p:cNvCxnSpPr/>
                <p:nvPr/>
              </p:nvCxnSpPr>
              <p:spPr>
                <a:xfrm rot="-4438044">
                  <a:off x="4732" y="1280"/>
                  <a:ext cx="179" cy="506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045" name="Google Shape;7045;p79"/>
              <p:cNvGrpSpPr/>
              <p:nvPr/>
            </p:nvGrpSpPr>
            <p:grpSpPr>
              <a:xfrm rot="10800000">
                <a:off x="3759" y="1360"/>
                <a:ext cx="416" cy="201"/>
                <a:chOff x="4255" y="1317"/>
                <a:chExt cx="916" cy="395"/>
              </a:xfrm>
            </p:grpSpPr>
            <p:cxnSp>
              <p:nvCxnSpPr>
                <p:cNvPr id="7046" name="Google Shape;7046;p79"/>
                <p:cNvCxnSpPr/>
                <p:nvPr/>
              </p:nvCxnSpPr>
              <p:spPr>
                <a:xfrm>
                  <a:off x="4255" y="1626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47" name="Google Shape;7047;p79"/>
                <p:cNvCxnSpPr/>
                <p:nvPr/>
              </p:nvCxnSpPr>
              <p:spPr>
                <a:xfrm rot="-4438044">
                  <a:off x="4503" y="1207"/>
                  <a:ext cx="173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48" name="Google Shape;7048;p79"/>
                <p:cNvCxnSpPr/>
                <p:nvPr/>
              </p:nvCxnSpPr>
              <p:spPr>
                <a:xfrm rot="6361956">
                  <a:off x="4636" y="1417"/>
                  <a:ext cx="173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49" name="Google Shape;7049;p79"/>
                <p:cNvCxnSpPr/>
                <p:nvPr/>
              </p:nvCxnSpPr>
              <p:spPr>
                <a:xfrm rot="-4438044">
                  <a:off x="4820" y="1310"/>
                  <a:ext cx="173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7050" name="Google Shape;7050;p79"/>
            <p:cNvGrpSpPr/>
            <p:nvPr/>
          </p:nvGrpSpPr>
          <p:grpSpPr>
            <a:xfrm>
              <a:off x="819" y="937"/>
              <a:ext cx="60" cy="115"/>
              <a:chOff x="3758" y="1027"/>
              <a:chExt cx="910" cy="1253"/>
            </a:xfrm>
          </p:grpSpPr>
          <p:cxnSp>
            <p:nvCxnSpPr>
              <p:cNvPr id="7051" name="Google Shape;7051;p79"/>
              <p:cNvCxnSpPr/>
              <p:nvPr/>
            </p:nvCxnSpPr>
            <p:spPr>
              <a:xfrm flipH="1">
                <a:off x="3993" y="1477"/>
                <a:ext cx="228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52" name="Google Shape;7052;p79"/>
              <p:cNvCxnSpPr/>
              <p:nvPr/>
            </p:nvCxnSpPr>
            <p:spPr>
              <a:xfrm>
                <a:off x="4221" y="1477"/>
                <a:ext cx="243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53" name="Google Shape;7053;p79"/>
              <p:cNvCxnSpPr/>
              <p:nvPr/>
            </p:nvCxnSpPr>
            <p:spPr>
              <a:xfrm>
                <a:off x="3993" y="2204"/>
                <a:ext cx="228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54" name="Google Shape;7054;p79"/>
              <p:cNvCxnSpPr/>
              <p:nvPr/>
            </p:nvCxnSpPr>
            <p:spPr>
              <a:xfrm flipH="1">
                <a:off x="4221" y="2204"/>
                <a:ext cx="243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55" name="Google Shape;7055;p79"/>
              <p:cNvCxnSpPr/>
              <p:nvPr/>
            </p:nvCxnSpPr>
            <p:spPr>
              <a:xfrm>
                <a:off x="4221" y="1499"/>
                <a:ext cx="0" cy="7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56" name="Google Shape;7056;p79"/>
              <p:cNvCxnSpPr/>
              <p:nvPr/>
            </p:nvCxnSpPr>
            <p:spPr>
              <a:xfrm flipH="1" rot="10800000">
                <a:off x="3993" y="2128"/>
                <a:ext cx="228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57" name="Google Shape;7057;p79"/>
              <p:cNvCxnSpPr/>
              <p:nvPr/>
            </p:nvCxnSpPr>
            <p:spPr>
              <a:xfrm rot="10800000">
                <a:off x="4221" y="2128"/>
                <a:ext cx="243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58" name="Google Shape;7058;p79"/>
              <p:cNvCxnSpPr/>
              <p:nvPr/>
            </p:nvCxnSpPr>
            <p:spPr>
              <a:xfrm>
                <a:off x="4100" y="1889"/>
                <a:ext cx="121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59" name="Google Shape;7059;p79"/>
              <p:cNvCxnSpPr/>
              <p:nvPr/>
            </p:nvCxnSpPr>
            <p:spPr>
              <a:xfrm flipH="1" rot="10800000">
                <a:off x="4221" y="1889"/>
                <a:ext cx="152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60" name="Google Shape;7060;p79"/>
              <p:cNvCxnSpPr/>
              <p:nvPr/>
            </p:nvCxnSpPr>
            <p:spPr>
              <a:xfrm>
                <a:off x="4054" y="1998"/>
                <a:ext cx="167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61" name="Google Shape;7061;p79"/>
              <p:cNvCxnSpPr/>
              <p:nvPr/>
            </p:nvCxnSpPr>
            <p:spPr>
              <a:xfrm flipH="1" rot="10800000">
                <a:off x="4221" y="2009"/>
                <a:ext cx="182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62" name="Google Shape;7062;p79"/>
              <p:cNvCxnSpPr/>
              <p:nvPr/>
            </p:nvCxnSpPr>
            <p:spPr>
              <a:xfrm flipH="1" rot="10800000">
                <a:off x="4221" y="1781"/>
                <a:ext cx="91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63" name="Google Shape;7063;p79"/>
              <p:cNvCxnSpPr/>
              <p:nvPr/>
            </p:nvCxnSpPr>
            <p:spPr>
              <a:xfrm flipH="1" rot="10800000">
                <a:off x="4221" y="1629"/>
                <a:ext cx="6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64" name="Google Shape;7064;p79"/>
              <p:cNvCxnSpPr/>
              <p:nvPr/>
            </p:nvCxnSpPr>
            <p:spPr>
              <a:xfrm>
                <a:off x="4130" y="1770"/>
                <a:ext cx="106" cy="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65" name="Google Shape;7065;p79"/>
              <p:cNvCxnSpPr/>
              <p:nvPr/>
            </p:nvCxnSpPr>
            <p:spPr>
              <a:xfrm>
                <a:off x="4175" y="1629"/>
                <a:ext cx="61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066" name="Google Shape;7066;p79"/>
              <p:cNvGrpSpPr/>
              <p:nvPr/>
            </p:nvGrpSpPr>
            <p:grpSpPr>
              <a:xfrm>
                <a:off x="4266" y="1377"/>
                <a:ext cx="402" cy="209"/>
                <a:chOff x="4221" y="1284"/>
                <a:chExt cx="885" cy="413"/>
              </a:xfrm>
            </p:grpSpPr>
            <p:cxnSp>
              <p:nvCxnSpPr>
                <p:cNvPr id="7067" name="Google Shape;7067;p79"/>
                <p:cNvCxnSpPr/>
                <p:nvPr/>
              </p:nvCxnSpPr>
              <p:spPr>
                <a:xfrm>
                  <a:off x="4221" y="1611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68" name="Google Shape;7068;p79"/>
                <p:cNvCxnSpPr/>
                <p:nvPr/>
              </p:nvCxnSpPr>
              <p:spPr>
                <a:xfrm rot="-4438044">
                  <a:off x="4459" y="1183"/>
                  <a:ext cx="192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69" name="Google Shape;7069;p79"/>
                <p:cNvCxnSpPr/>
                <p:nvPr/>
              </p:nvCxnSpPr>
              <p:spPr>
                <a:xfrm rot="6361956">
                  <a:off x="4593" y="1393"/>
                  <a:ext cx="192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70" name="Google Shape;7070;p79"/>
                <p:cNvCxnSpPr/>
                <p:nvPr/>
              </p:nvCxnSpPr>
              <p:spPr>
                <a:xfrm rot="-4438044">
                  <a:off x="4743" y="1285"/>
                  <a:ext cx="192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071" name="Google Shape;7071;p79"/>
              <p:cNvGrpSpPr/>
              <p:nvPr/>
            </p:nvGrpSpPr>
            <p:grpSpPr>
              <a:xfrm rot="5700496">
                <a:off x="4055" y="1132"/>
                <a:ext cx="396" cy="203"/>
                <a:chOff x="4210" y="1288"/>
                <a:chExt cx="872" cy="401"/>
              </a:xfrm>
            </p:grpSpPr>
            <p:cxnSp>
              <p:nvCxnSpPr>
                <p:cNvPr id="7072" name="Google Shape;7072;p79"/>
                <p:cNvCxnSpPr/>
                <p:nvPr/>
              </p:nvCxnSpPr>
              <p:spPr>
                <a:xfrm>
                  <a:off x="4210" y="1600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73" name="Google Shape;7073;p79"/>
                <p:cNvCxnSpPr/>
                <p:nvPr/>
              </p:nvCxnSpPr>
              <p:spPr>
                <a:xfrm rot="-4438044">
                  <a:off x="4457" y="1192"/>
                  <a:ext cx="179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74" name="Google Shape;7074;p79"/>
                <p:cNvCxnSpPr/>
                <p:nvPr/>
              </p:nvCxnSpPr>
              <p:spPr>
                <a:xfrm rot="6361956">
                  <a:off x="4568" y="1426"/>
                  <a:ext cx="209" cy="21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75" name="Google Shape;7075;p79"/>
                <p:cNvCxnSpPr/>
                <p:nvPr/>
              </p:nvCxnSpPr>
              <p:spPr>
                <a:xfrm rot="-4438044">
                  <a:off x="4727" y="1282"/>
                  <a:ext cx="179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076" name="Google Shape;7076;p79"/>
              <p:cNvGrpSpPr/>
              <p:nvPr/>
            </p:nvGrpSpPr>
            <p:grpSpPr>
              <a:xfrm rot="10800000">
                <a:off x="3758" y="1357"/>
                <a:ext cx="417" cy="209"/>
                <a:chOff x="4255" y="1305"/>
                <a:chExt cx="918" cy="413"/>
              </a:xfrm>
            </p:grpSpPr>
            <p:cxnSp>
              <p:nvCxnSpPr>
                <p:cNvPr id="7077" name="Google Shape;7077;p79"/>
                <p:cNvCxnSpPr/>
                <p:nvPr/>
              </p:nvCxnSpPr>
              <p:spPr>
                <a:xfrm>
                  <a:off x="4255" y="1610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78" name="Google Shape;7078;p79"/>
                <p:cNvCxnSpPr/>
                <p:nvPr/>
              </p:nvCxnSpPr>
              <p:spPr>
                <a:xfrm rot="-4438044">
                  <a:off x="4493" y="1204"/>
                  <a:ext cx="192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79" name="Google Shape;7079;p79"/>
                <p:cNvCxnSpPr/>
                <p:nvPr/>
              </p:nvCxnSpPr>
              <p:spPr>
                <a:xfrm rot="6361956">
                  <a:off x="4626" y="1414"/>
                  <a:ext cx="192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80" name="Google Shape;7080;p79"/>
                <p:cNvCxnSpPr/>
                <p:nvPr/>
              </p:nvCxnSpPr>
              <p:spPr>
                <a:xfrm rot="-4438044">
                  <a:off x="4810" y="1306"/>
                  <a:ext cx="192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cxnSp>
          <p:nvCxnSpPr>
            <p:cNvPr id="7081" name="Google Shape;7081;p79"/>
            <p:cNvCxnSpPr/>
            <p:nvPr/>
          </p:nvCxnSpPr>
          <p:spPr>
            <a:xfrm rot="10800000">
              <a:off x="602" y="916"/>
              <a:ext cx="256" cy="2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82" name="Google Shape;7082;p79"/>
            <p:cNvCxnSpPr/>
            <p:nvPr/>
          </p:nvCxnSpPr>
          <p:spPr>
            <a:xfrm flipH="1" rot="10800000">
              <a:off x="455" y="914"/>
              <a:ext cx="3" cy="35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83" name="Google Shape;7083;p79"/>
            <p:cNvCxnSpPr/>
            <p:nvPr/>
          </p:nvCxnSpPr>
          <p:spPr>
            <a:xfrm rot="10800000">
              <a:off x="501" y="920"/>
              <a:ext cx="140" cy="4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84" name="Google Shape;7084;p79"/>
            <p:cNvCxnSpPr/>
            <p:nvPr/>
          </p:nvCxnSpPr>
          <p:spPr>
            <a:xfrm rot="10800000">
              <a:off x="647" y="925"/>
              <a:ext cx="218" cy="1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85" name="Google Shape;7085;p79"/>
            <p:cNvGrpSpPr/>
            <p:nvPr/>
          </p:nvGrpSpPr>
          <p:grpSpPr>
            <a:xfrm>
              <a:off x="715" y="1116"/>
              <a:ext cx="252" cy="214"/>
              <a:chOff x="867" y="1530"/>
              <a:chExt cx="252" cy="214"/>
            </a:xfrm>
          </p:grpSpPr>
          <p:sp>
            <p:nvSpPr>
              <p:cNvPr id="7086" name="Google Shape;7086;p79"/>
              <p:cNvSpPr/>
              <p:nvPr/>
            </p:nvSpPr>
            <p:spPr>
              <a:xfrm>
                <a:off x="867" y="1530"/>
                <a:ext cx="252" cy="214"/>
              </a:xfrm>
              <a:prstGeom prst="hexagon">
                <a:avLst>
                  <a:gd fmla="val 29439" name="adj"/>
                  <a:gd fmla="val 115470" name="vf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087" name="Google Shape;7087;p79"/>
              <p:cNvGrpSpPr/>
              <p:nvPr/>
            </p:nvGrpSpPr>
            <p:grpSpPr>
              <a:xfrm>
                <a:off x="964" y="1560"/>
                <a:ext cx="61" cy="115"/>
                <a:chOff x="3759" y="1027"/>
                <a:chExt cx="910" cy="1253"/>
              </a:xfrm>
            </p:grpSpPr>
            <p:cxnSp>
              <p:nvCxnSpPr>
                <p:cNvPr id="7088" name="Google Shape;7088;p79"/>
                <p:cNvCxnSpPr/>
                <p:nvPr/>
              </p:nvCxnSpPr>
              <p:spPr>
                <a:xfrm flipH="1">
                  <a:off x="3990" y="1477"/>
                  <a:ext cx="239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89" name="Google Shape;7089;p79"/>
                <p:cNvCxnSpPr/>
                <p:nvPr/>
              </p:nvCxnSpPr>
              <p:spPr>
                <a:xfrm>
                  <a:off x="4229" y="1477"/>
                  <a:ext cx="239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90" name="Google Shape;7090;p79"/>
                <p:cNvCxnSpPr/>
                <p:nvPr/>
              </p:nvCxnSpPr>
              <p:spPr>
                <a:xfrm>
                  <a:off x="3990" y="2204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91" name="Google Shape;7091;p79"/>
                <p:cNvCxnSpPr/>
                <p:nvPr/>
              </p:nvCxnSpPr>
              <p:spPr>
                <a:xfrm flipH="1">
                  <a:off x="4229" y="2204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92" name="Google Shape;7092;p79"/>
                <p:cNvCxnSpPr/>
                <p:nvPr/>
              </p:nvCxnSpPr>
              <p:spPr>
                <a:xfrm>
                  <a:off x="4229" y="1499"/>
                  <a:ext cx="0" cy="78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93" name="Google Shape;7093;p79"/>
                <p:cNvCxnSpPr/>
                <p:nvPr/>
              </p:nvCxnSpPr>
              <p:spPr>
                <a:xfrm flipH="1" rot="10800000">
                  <a:off x="3990" y="2128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94" name="Google Shape;7094;p79"/>
                <p:cNvCxnSpPr/>
                <p:nvPr/>
              </p:nvCxnSpPr>
              <p:spPr>
                <a:xfrm rot="10800000">
                  <a:off x="4229" y="2128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95" name="Google Shape;7095;p79"/>
                <p:cNvCxnSpPr/>
                <p:nvPr/>
              </p:nvCxnSpPr>
              <p:spPr>
                <a:xfrm>
                  <a:off x="4094" y="1889"/>
                  <a:ext cx="134" cy="6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96" name="Google Shape;7096;p79"/>
                <p:cNvCxnSpPr/>
                <p:nvPr/>
              </p:nvCxnSpPr>
              <p:spPr>
                <a:xfrm flipH="1" rot="10800000">
                  <a:off x="4229" y="1889"/>
                  <a:ext cx="134" cy="6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97" name="Google Shape;7097;p79"/>
                <p:cNvCxnSpPr/>
                <p:nvPr/>
              </p:nvCxnSpPr>
              <p:spPr>
                <a:xfrm>
                  <a:off x="4050" y="1998"/>
                  <a:ext cx="17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98" name="Google Shape;7098;p79"/>
                <p:cNvCxnSpPr/>
                <p:nvPr/>
              </p:nvCxnSpPr>
              <p:spPr>
                <a:xfrm flipH="1" rot="10800000">
                  <a:off x="4229" y="2009"/>
                  <a:ext cx="17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99" name="Google Shape;7099;p79"/>
                <p:cNvCxnSpPr/>
                <p:nvPr/>
              </p:nvCxnSpPr>
              <p:spPr>
                <a:xfrm flipH="1" rot="10800000">
                  <a:off x="4229" y="1781"/>
                  <a:ext cx="89" cy="3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00" name="Google Shape;7100;p79"/>
                <p:cNvCxnSpPr/>
                <p:nvPr/>
              </p:nvCxnSpPr>
              <p:spPr>
                <a:xfrm flipH="1" rot="10800000">
                  <a:off x="4229" y="1629"/>
                  <a:ext cx="60" cy="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01" name="Google Shape;7101;p79"/>
                <p:cNvCxnSpPr/>
                <p:nvPr/>
              </p:nvCxnSpPr>
              <p:spPr>
                <a:xfrm>
                  <a:off x="4124" y="1770"/>
                  <a:ext cx="104" cy="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02" name="Google Shape;7102;p79"/>
                <p:cNvCxnSpPr/>
                <p:nvPr/>
              </p:nvCxnSpPr>
              <p:spPr>
                <a:xfrm>
                  <a:off x="4169" y="1629"/>
                  <a:ext cx="75" cy="3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7103" name="Google Shape;7103;p79"/>
                <p:cNvGrpSpPr/>
                <p:nvPr/>
              </p:nvGrpSpPr>
              <p:grpSpPr>
                <a:xfrm>
                  <a:off x="4273" y="1377"/>
                  <a:ext cx="396" cy="208"/>
                  <a:chOff x="4236" y="1286"/>
                  <a:chExt cx="871" cy="409"/>
                </a:xfrm>
              </p:grpSpPr>
              <p:cxnSp>
                <p:nvCxnSpPr>
                  <p:cNvPr id="7104" name="Google Shape;7104;p79"/>
                  <p:cNvCxnSpPr/>
                  <p:nvPr/>
                </p:nvCxnSpPr>
                <p:spPr>
                  <a:xfrm>
                    <a:off x="4236" y="1611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105" name="Google Shape;7105;p79"/>
                  <p:cNvCxnSpPr/>
                  <p:nvPr/>
                </p:nvCxnSpPr>
                <p:spPr>
                  <a:xfrm rot="-4438044">
                    <a:off x="4468" y="1188"/>
                    <a:ext cx="192" cy="52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106" name="Google Shape;7106;p79"/>
                  <p:cNvCxnSpPr/>
                  <p:nvPr/>
                </p:nvCxnSpPr>
                <p:spPr>
                  <a:xfrm rot="6361956">
                    <a:off x="4600" y="1394"/>
                    <a:ext cx="192" cy="197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107" name="Google Shape;7107;p79"/>
                  <p:cNvCxnSpPr/>
                  <p:nvPr/>
                </p:nvCxnSpPr>
                <p:spPr>
                  <a:xfrm rot="-4438044">
                    <a:off x="4748" y="1289"/>
                    <a:ext cx="192" cy="49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7108" name="Google Shape;7108;p79"/>
                <p:cNvGrpSpPr/>
                <p:nvPr/>
              </p:nvGrpSpPr>
              <p:grpSpPr>
                <a:xfrm rot="5700496">
                  <a:off x="4062" y="1133"/>
                  <a:ext cx="396" cy="201"/>
                  <a:chOff x="4209" y="1276"/>
                  <a:chExt cx="872" cy="397"/>
                </a:xfrm>
              </p:grpSpPr>
              <p:cxnSp>
                <p:nvCxnSpPr>
                  <p:cNvPr id="7109" name="Google Shape;7109;p79"/>
                  <p:cNvCxnSpPr/>
                  <p:nvPr/>
                </p:nvCxnSpPr>
                <p:spPr>
                  <a:xfrm>
                    <a:off x="4209" y="1584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110" name="Google Shape;7110;p79"/>
                  <p:cNvCxnSpPr/>
                  <p:nvPr/>
                </p:nvCxnSpPr>
                <p:spPr>
                  <a:xfrm rot="-4438044">
                    <a:off x="4457" y="1179"/>
                    <a:ext cx="176" cy="50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111" name="Google Shape;7111;p79"/>
                  <p:cNvCxnSpPr/>
                  <p:nvPr/>
                </p:nvCxnSpPr>
                <p:spPr>
                  <a:xfrm rot="6361956">
                    <a:off x="4569" y="1412"/>
                    <a:ext cx="206" cy="21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112" name="Google Shape;7112;p79"/>
                  <p:cNvCxnSpPr/>
                  <p:nvPr/>
                </p:nvCxnSpPr>
                <p:spPr>
                  <a:xfrm rot="-4438044">
                    <a:off x="4727" y="1268"/>
                    <a:ext cx="176" cy="50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7113" name="Google Shape;7113;p79"/>
                <p:cNvGrpSpPr/>
                <p:nvPr/>
              </p:nvGrpSpPr>
              <p:grpSpPr>
                <a:xfrm rot="10800000">
                  <a:off x="3759" y="1357"/>
                  <a:ext cx="410" cy="209"/>
                  <a:chOff x="4269" y="1307"/>
                  <a:chExt cx="903" cy="411"/>
                </a:xfrm>
              </p:grpSpPr>
              <p:cxnSp>
                <p:nvCxnSpPr>
                  <p:cNvPr id="7114" name="Google Shape;7114;p79"/>
                  <p:cNvCxnSpPr/>
                  <p:nvPr/>
                </p:nvCxnSpPr>
                <p:spPr>
                  <a:xfrm>
                    <a:off x="4269" y="1610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115" name="Google Shape;7115;p79"/>
                  <p:cNvCxnSpPr/>
                  <p:nvPr/>
                </p:nvCxnSpPr>
                <p:spPr>
                  <a:xfrm rot="-4438044">
                    <a:off x="4501" y="1209"/>
                    <a:ext cx="192" cy="52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116" name="Google Shape;7116;p79"/>
                  <p:cNvCxnSpPr/>
                  <p:nvPr/>
                </p:nvCxnSpPr>
                <p:spPr>
                  <a:xfrm rot="6361956">
                    <a:off x="4633" y="1416"/>
                    <a:ext cx="192" cy="197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117" name="Google Shape;7117;p79"/>
                  <p:cNvCxnSpPr/>
                  <p:nvPr/>
                </p:nvCxnSpPr>
                <p:spPr>
                  <a:xfrm rot="-4438044">
                    <a:off x="4813" y="1311"/>
                    <a:ext cx="192" cy="493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  <p:cxnSp>
          <p:nvCxnSpPr>
            <p:cNvPr id="7118" name="Google Shape;7118;p79"/>
            <p:cNvCxnSpPr/>
            <p:nvPr/>
          </p:nvCxnSpPr>
          <p:spPr>
            <a:xfrm rot="10800000">
              <a:off x="554" y="928"/>
              <a:ext cx="92" cy="22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119" name="Google Shape;7119;p79"/>
            <p:cNvGrpSpPr/>
            <p:nvPr/>
          </p:nvGrpSpPr>
          <p:grpSpPr>
            <a:xfrm>
              <a:off x="191" y="711"/>
              <a:ext cx="616" cy="208"/>
              <a:chOff x="717" y="1160"/>
              <a:chExt cx="616" cy="208"/>
            </a:xfrm>
          </p:grpSpPr>
          <p:sp>
            <p:nvSpPr>
              <p:cNvPr id="7120" name="Google Shape;7120;p79"/>
              <p:cNvSpPr/>
              <p:nvPr/>
            </p:nvSpPr>
            <p:spPr>
              <a:xfrm>
                <a:off x="832" y="1160"/>
                <a:ext cx="384" cy="208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1" name="Google Shape;7121;p79"/>
              <p:cNvSpPr txBox="1"/>
              <p:nvPr/>
            </p:nvSpPr>
            <p:spPr>
              <a:xfrm>
                <a:off x="717" y="1171"/>
                <a:ext cx="616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MSC</a:t>
                </a:r>
                <a:endParaRPr/>
              </a:p>
            </p:txBody>
          </p:sp>
        </p:grpSp>
        <p:sp>
          <p:nvSpPr>
            <p:cNvPr id="7122" name="Google Shape;7122;p79"/>
            <p:cNvSpPr/>
            <p:nvPr/>
          </p:nvSpPr>
          <p:spPr>
            <a:xfrm>
              <a:off x="146" y="1007"/>
              <a:ext cx="252" cy="214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23" name="Google Shape;7123;p79"/>
            <p:cNvGrpSpPr/>
            <p:nvPr/>
          </p:nvGrpSpPr>
          <p:grpSpPr>
            <a:xfrm>
              <a:off x="235" y="1050"/>
              <a:ext cx="60" cy="114"/>
              <a:chOff x="3759" y="1027"/>
              <a:chExt cx="908" cy="1253"/>
            </a:xfrm>
          </p:grpSpPr>
          <p:cxnSp>
            <p:nvCxnSpPr>
              <p:cNvPr id="7124" name="Google Shape;7124;p79"/>
              <p:cNvCxnSpPr/>
              <p:nvPr/>
            </p:nvCxnSpPr>
            <p:spPr>
              <a:xfrm flipH="1">
                <a:off x="3993" y="1481"/>
                <a:ext cx="228" cy="7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25" name="Google Shape;7125;p79"/>
              <p:cNvCxnSpPr/>
              <p:nvPr/>
            </p:nvCxnSpPr>
            <p:spPr>
              <a:xfrm>
                <a:off x="4221" y="1481"/>
                <a:ext cx="243" cy="7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26" name="Google Shape;7126;p79"/>
              <p:cNvCxnSpPr/>
              <p:nvPr/>
            </p:nvCxnSpPr>
            <p:spPr>
              <a:xfrm>
                <a:off x="3993" y="2203"/>
                <a:ext cx="228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27" name="Google Shape;7127;p79"/>
              <p:cNvCxnSpPr/>
              <p:nvPr/>
            </p:nvCxnSpPr>
            <p:spPr>
              <a:xfrm flipH="1">
                <a:off x="4221" y="2203"/>
                <a:ext cx="243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28" name="Google Shape;7128;p79"/>
              <p:cNvCxnSpPr/>
              <p:nvPr/>
            </p:nvCxnSpPr>
            <p:spPr>
              <a:xfrm>
                <a:off x="4221" y="1492"/>
                <a:ext cx="0" cy="7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29" name="Google Shape;7129;p79"/>
              <p:cNvCxnSpPr/>
              <p:nvPr/>
            </p:nvCxnSpPr>
            <p:spPr>
              <a:xfrm flipH="1" rot="10800000">
                <a:off x="3993" y="2127"/>
                <a:ext cx="228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0" name="Google Shape;7130;p79"/>
              <p:cNvCxnSpPr/>
              <p:nvPr/>
            </p:nvCxnSpPr>
            <p:spPr>
              <a:xfrm rot="10800000">
                <a:off x="4221" y="2127"/>
                <a:ext cx="243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1" name="Google Shape;7131;p79"/>
              <p:cNvCxnSpPr/>
              <p:nvPr/>
            </p:nvCxnSpPr>
            <p:spPr>
              <a:xfrm>
                <a:off x="4100" y="1886"/>
                <a:ext cx="121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2" name="Google Shape;7132;p79"/>
              <p:cNvCxnSpPr/>
              <p:nvPr/>
            </p:nvCxnSpPr>
            <p:spPr>
              <a:xfrm flipH="1" rot="10800000">
                <a:off x="4221" y="1886"/>
                <a:ext cx="152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3" name="Google Shape;7133;p79"/>
              <p:cNvCxnSpPr/>
              <p:nvPr/>
            </p:nvCxnSpPr>
            <p:spPr>
              <a:xfrm>
                <a:off x="4054" y="1995"/>
                <a:ext cx="167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4" name="Google Shape;7134;p79"/>
              <p:cNvCxnSpPr/>
              <p:nvPr/>
            </p:nvCxnSpPr>
            <p:spPr>
              <a:xfrm flipH="1" rot="10800000">
                <a:off x="4221" y="2017"/>
                <a:ext cx="182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5" name="Google Shape;7135;p79"/>
              <p:cNvCxnSpPr/>
              <p:nvPr/>
            </p:nvCxnSpPr>
            <p:spPr>
              <a:xfrm flipH="1" rot="10800000">
                <a:off x="4221" y="1787"/>
                <a:ext cx="9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6" name="Google Shape;7136;p79"/>
              <p:cNvCxnSpPr/>
              <p:nvPr/>
            </p:nvCxnSpPr>
            <p:spPr>
              <a:xfrm flipH="1" rot="10800000">
                <a:off x="4221" y="1634"/>
                <a:ext cx="6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7" name="Google Shape;7137;p79"/>
              <p:cNvCxnSpPr/>
              <p:nvPr/>
            </p:nvCxnSpPr>
            <p:spPr>
              <a:xfrm>
                <a:off x="4130" y="1776"/>
                <a:ext cx="106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8" name="Google Shape;7138;p79"/>
              <p:cNvCxnSpPr/>
              <p:nvPr/>
            </p:nvCxnSpPr>
            <p:spPr>
              <a:xfrm>
                <a:off x="4175" y="1623"/>
                <a:ext cx="61" cy="4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139" name="Google Shape;7139;p79"/>
              <p:cNvGrpSpPr/>
              <p:nvPr/>
            </p:nvGrpSpPr>
            <p:grpSpPr>
              <a:xfrm>
                <a:off x="4266" y="1379"/>
                <a:ext cx="401" cy="201"/>
                <a:chOff x="4221" y="1289"/>
                <a:chExt cx="883" cy="395"/>
              </a:xfrm>
            </p:grpSpPr>
            <p:cxnSp>
              <p:nvCxnSpPr>
                <p:cNvPr id="7140" name="Google Shape;7140;p79"/>
                <p:cNvCxnSpPr/>
                <p:nvPr/>
              </p:nvCxnSpPr>
              <p:spPr>
                <a:xfrm>
                  <a:off x="4221" y="1598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41" name="Google Shape;7141;p79"/>
                <p:cNvCxnSpPr/>
                <p:nvPr/>
              </p:nvCxnSpPr>
              <p:spPr>
                <a:xfrm rot="-4438044">
                  <a:off x="4469" y="1179"/>
                  <a:ext cx="173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42" name="Google Shape;7142;p79"/>
                <p:cNvCxnSpPr/>
                <p:nvPr/>
              </p:nvCxnSpPr>
              <p:spPr>
                <a:xfrm rot="6361956">
                  <a:off x="4603" y="1390"/>
                  <a:ext cx="173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43" name="Google Shape;7143;p79"/>
                <p:cNvCxnSpPr/>
                <p:nvPr/>
              </p:nvCxnSpPr>
              <p:spPr>
                <a:xfrm rot="-4438044">
                  <a:off x="4753" y="1282"/>
                  <a:ext cx="173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44" name="Google Shape;7144;p79"/>
              <p:cNvGrpSpPr/>
              <p:nvPr/>
            </p:nvGrpSpPr>
            <p:grpSpPr>
              <a:xfrm rot="5700496">
                <a:off x="4053" y="1133"/>
                <a:ext cx="399" cy="204"/>
                <a:chOff x="4210" y="1286"/>
                <a:chExt cx="879" cy="403"/>
              </a:xfrm>
            </p:grpSpPr>
            <p:cxnSp>
              <p:nvCxnSpPr>
                <p:cNvPr id="7145" name="Google Shape;7145;p79"/>
                <p:cNvCxnSpPr/>
                <p:nvPr/>
              </p:nvCxnSpPr>
              <p:spPr>
                <a:xfrm>
                  <a:off x="4210" y="1599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46" name="Google Shape;7146;p79"/>
                <p:cNvCxnSpPr/>
                <p:nvPr/>
              </p:nvCxnSpPr>
              <p:spPr>
                <a:xfrm rot="-4438044">
                  <a:off x="4460" y="1189"/>
                  <a:ext cx="179" cy="506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47" name="Google Shape;7147;p79"/>
                <p:cNvCxnSpPr/>
                <p:nvPr/>
              </p:nvCxnSpPr>
              <p:spPr>
                <a:xfrm rot="6361956">
                  <a:off x="4572" y="1425"/>
                  <a:ext cx="209" cy="21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48" name="Google Shape;7148;p79"/>
                <p:cNvCxnSpPr/>
                <p:nvPr/>
              </p:nvCxnSpPr>
              <p:spPr>
                <a:xfrm rot="-4438044">
                  <a:off x="4732" y="1280"/>
                  <a:ext cx="179" cy="506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49" name="Google Shape;7149;p79"/>
              <p:cNvGrpSpPr/>
              <p:nvPr/>
            </p:nvGrpSpPr>
            <p:grpSpPr>
              <a:xfrm rot="10800000">
                <a:off x="3759" y="1360"/>
                <a:ext cx="416" cy="201"/>
                <a:chOff x="4255" y="1317"/>
                <a:chExt cx="916" cy="395"/>
              </a:xfrm>
            </p:grpSpPr>
            <p:cxnSp>
              <p:nvCxnSpPr>
                <p:cNvPr id="7150" name="Google Shape;7150;p79"/>
                <p:cNvCxnSpPr/>
                <p:nvPr/>
              </p:nvCxnSpPr>
              <p:spPr>
                <a:xfrm>
                  <a:off x="4255" y="1626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51" name="Google Shape;7151;p79"/>
                <p:cNvCxnSpPr/>
                <p:nvPr/>
              </p:nvCxnSpPr>
              <p:spPr>
                <a:xfrm rot="-4438044">
                  <a:off x="4503" y="1207"/>
                  <a:ext cx="173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52" name="Google Shape;7152;p79"/>
                <p:cNvCxnSpPr/>
                <p:nvPr/>
              </p:nvCxnSpPr>
              <p:spPr>
                <a:xfrm rot="6361956">
                  <a:off x="4636" y="1417"/>
                  <a:ext cx="173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53" name="Google Shape;7153;p79"/>
                <p:cNvCxnSpPr/>
                <p:nvPr/>
              </p:nvCxnSpPr>
              <p:spPr>
                <a:xfrm rot="-4438044">
                  <a:off x="4820" y="1310"/>
                  <a:ext cx="173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7154" name="Google Shape;7154;p79"/>
            <p:cNvSpPr/>
            <p:nvPr/>
          </p:nvSpPr>
          <p:spPr>
            <a:xfrm>
              <a:off x="527" y="1220"/>
              <a:ext cx="252" cy="214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55" name="Google Shape;7155;p79"/>
            <p:cNvGrpSpPr/>
            <p:nvPr/>
          </p:nvGrpSpPr>
          <p:grpSpPr>
            <a:xfrm>
              <a:off x="625" y="1269"/>
              <a:ext cx="60" cy="114"/>
              <a:chOff x="3759" y="1027"/>
              <a:chExt cx="908" cy="1253"/>
            </a:xfrm>
          </p:grpSpPr>
          <p:cxnSp>
            <p:nvCxnSpPr>
              <p:cNvPr id="7156" name="Google Shape;7156;p79"/>
              <p:cNvCxnSpPr/>
              <p:nvPr/>
            </p:nvCxnSpPr>
            <p:spPr>
              <a:xfrm flipH="1">
                <a:off x="3993" y="1481"/>
                <a:ext cx="228" cy="7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57" name="Google Shape;7157;p79"/>
              <p:cNvCxnSpPr/>
              <p:nvPr/>
            </p:nvCxnSpPr>
            <p:spPr>
              <a:xfrm>
                <a:off x="4221" y="1481"/>
                <a:ext cx="243" cy="7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58" name="Google Shape;7158;p79"/>
              <p:cNvCxnSpPr/>
              <p:nvPr/>
            </p:nvCxnSpPr>
            <p:spPr>
              <a:xfrm>
                <a:off x="3993" y="2203"/>
                <a:ext cx="228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59" name="Google Shape;7159;p79"/>
              <p:cNvCxnSpPr/>
              <p:nvPr/>
            </p:nvCxnSpPr>
            <p:spPr>
              <a:xfrm flipH="1">
                <a:off x="4221" y="2203"/>
                <a:ext cx="243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0" name="Google Shape;7160;p79"/>
              <p:cNvCxnSpPr/>
              <p:nvPr/>
            </p:nvCxnSpPr>
            <p:spPr>
              <a:xfrm>
                <a:off x="4221" y="1492"/>
                <a:ext cx="0" cy="7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1" name="Google Shape;7161;p79"/>
              <p:cNvCxnSpPr/>
              <p:nvPr/>
            </p:nvCxnSpPr>
            <p:spPr>
              <a:xfrm flipH="1" rot="10800000">
                <a:off x="3993" y="2127"/>
                <a:ext cx="228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2" name="Google Shape;7162;p79"/>
              <p:cNvCxnSpPr/>
              <p:nvPr/>
            </p:nvCxnSpPr>
            <p:spPr>
              <a:xfrm rot="10800000">
                <a:off x="4221" y="2127"/>
                <a:ext cx="243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3" name="Google Shape;7163;p79"/>
              <p:cNvCxnSpPr/>
              <p:nvPr/>
            </p:nvCxnSpPr>
            <p:spPr>
              <a:xfrm>
                <a:off x="4100" y="1886"/>
                <a:ext cx="121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4" name="Google Shape;7164;p79"/>
              <p:cNvCxnSpPr/>
              <p:nvPr/>
            </p:nvCxnSpPr>
            <p:spPr>
              <a:xfrm flipH="1" rot="10800000">
                <a:off x="4221" y="1886"/>
                <a:ext cx="152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5" name="Google Shape;7165;p79"/>
              <p:cNvCxnSpPr/>
              <p:nvPr/>
            </p:nvCxnSpPr>
            <p:spPr>
              <a:xfrm>
                <a:off x="4054" y="1995"/>
                <a:ext cx="167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6" name="Google Shape;7166;p79"/>
              <p:cNvCxnSpPr/>
              <p:nvPr/>
            </p:nvCxnSpPr>
            <p:spPr>
              <a:xfrm flipH="1" rot="10800000">
                <a:off x="4221" y="2017"/>
                <a:ext cx="182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7" name="Google Shape;7167;p79"/>
              <p:cNvCxnSpPr/>
              <p:nvPr/>
            </p:nvCxnSpPr>
            <p:spPr>
              <a:xfrm flipH="1" rot="10800000">
                <a:off x="4221" y="1787"/>
                <a:ext cx="9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8" name="Google Shape;7168;p79"/>
              <p:cNvCxnSpPr/>
              <p:nvPr/>
            </p:nvCxnSpPr>
            <p:spPr>
              <a:xfrm flipH="1" rot="10800000">
                <a:off x="4221" y="1634"/>
                <a:ext cx="6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9" name="Google Shape;7169;p79"/>
              <p:cNvCxnSpPr/>
              <p:nvPr/>
            </p:nvCxnSpPr>
            <p:spPr>
              <a:xfrm>
                <a:off x="4130" y="1776"/>
                <a:ext cx="106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70" name="Google Shape;7170;p79"/>
              <p:cNvCxnSpPr/>
              <p:nvPr/>
            </p:nvCxnSpPr>
            <p:spPr>
              <a:xfrm>
                <a:off x="4175" y="1623"/>
                <a:ext cx="61" cy="4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171" name="Google Shape;7171;p79"/>
              <p:cNvGrpSpPr/>
              <p:nvPr/>
            </p:nvGrpSpPr>
            <p:grpSpPr>
              <a:xfrm>
                <a:off x="4266" y="1379"/>
                <a:ext cx="401" cy="201"/>
                <a:chOff x="4221" y="1289"/>
                <a:chExt cx="883" cy="395"/>
              </a:xfrm>
            </p:grpSpPr>
            <p:cxnSp>
              <p:nvCxnSpPr>
                <p:cNvPr id="7172" name="Google Shape;7172;p79"/>
                <p:cNvCxnSpPr/>
                <p:nvPr/>
              </p:nvCxnSpPr>
              <p:spPr>
                <a:xfrm>
                  <a:off x="4221" y="1598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73" name="Google Shape;7173;p79"/>
                <p:cNvCxnSpPr/>
                <p:nvPr/>
              </p:nvCxnSpPr>
              <p:spPr>
                <a:xfrm rot="-4438044">
                  <a:off x="4469" y="1179"/>
                  <a:ext cx="173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74" name="Google Shape;7174;p79"/>
                <p:cNvCxnSpPr/>
                <p:nvPr/>
              </p:nvCxnSpPr>
              <p:spPr>
                <a:xfrm rot="6361956">
                  <a:off x="4603" y="1390"/>
                  <a:ext cx="173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75" name="Google Shape;7175;p79"/>
                <p:cNvCxnSpPr/>
                <p:nvPr/>
              </p:nvCxnSpPr>
              <p:spPr>
                <a:xfrm rot="-4438044">
                  <a:off x="4753" y="1282"/>
                  <a:ext cx="173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76" name="Google Shape;7176;p79"/>
              <p:cNvGrpSpPr/>
              <p:nvPr/>
            </p:nvGrpSpPr>
            <p:grpSpPr>
              <a:xfrm rot="5700496">
                <a:off x="4053" y="1133"/>
                <a:ext cx="399" cy="204"/>
                <a:chOff x="4210" y="1286"/>
                <a:chExt cx="879" cy="403"/>
              </a:xfrm>
            </p:grpSpPr>
            <p:cxnSp>
              <p:nvCxnSpPr>
                <p:cNvPr id="7177" name="Google Shape;7177;p79"/>
                <p:cNvCxnSpPr/>
                <p:nvPr/>
              </p:nvCxnSpPr>
              <p:spPr>
                <a:xfrm>
                  <a:off x="4210" y="1599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78" name="Google Shape;7178;p79"/>
                <p:cNvCxnSpPr/>
                <p:nvPr/>
              </p:nvCxnSpPr>
              <p:spPr>
                <a:xfrm rot="-4438044">
                  <a:off x="4460" y="1189"/>
                  <a:ext cx="179" cy="506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79" name="Google Shape;7179;p79"/>
                <p:cNvCxnSpPr/>
                <p:nvPr/>
              </p:nvCxnSpPr>
              <p:spPr>
                <a:xfrm rot="6361956">
                  <a:off x="4572" y="1425"/>
                  <a:ext cx="209" cy="21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80" name="Google Shape;7180;p79"/>
                <p:cNvCxnSpPr/>
                <p:nvPr/>
              </p:nvCxnSpPr>
              <p:spPr>
                <a:xfrm rot="-4438044">
                  <a:off x="4732" y="1280"/>
                  <a:ext cx="179" cy="506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81" name="Google Shape;7181;p79"/>
              <p:cNvGrpSpPr/>
              <p:nvPr/>
            </p:nvGrpSpPr>
            <p:grpSpPr>
              <a:xfrm rot="10800000">
                <a:off x="3759" y="1360"/>
                <a:ext cx="416" cy="201"/>
                <a:chOff x="4255" y="1317"/>
                <a:chExt cx="916" cy="395"/>
              </a:xfrm>
            </p:grpSpPr>
            <p:cxnSp>
              <p:nvCxnSpPr>
                <p:cNvPr id="7182" name="Google Shape;7182;p79"/>
                <p:cNvCxnSpPr/>
                <p:nvPr/>
              </p:nvCxnSpPr>
              <p:spPr>
                <a:xfrm>
                  <a:off x="4255" y="1626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83" name="Google Shape;7183;p79"/>
                <p:cNvCxnSpPr/>
                <p:nvPr/>
              </p:nvCxnSpPr>
              <p:spPr>
                <a:xfrm rot="-4438044">
                  <a:off x="4503" y="1207"/>
                  <a:ext cx="173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84" name="Google Shape;7184;p79"/>
                <p:cNvCxnSpPr/>
                <p:nvPr/>
              </p:nvCxnSpPr>
              <p:spPr>
                <a:xfrm rot="6361956">
                  <a:off x="4636" y="1417"/>
                  <a:ext cx="173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85" name="Google Shape;7185;p79"/>
                <p:cNvCxnSpPr/>
                <p:nvPr/>
              </p:nvCxnSpPr>
              <p:spPr>
                <a:xfrm rot="-4438044">
                  <a:off x="4820" y="1310"/>
                  <a:ext cx="173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cxnSp>
          <p:nvCxnSpPr>
            <p:cNvPr id="7186" name="Google Shape;7186;p79"/>
            <p:cNvCxnSpPr/>
            <p:nvPr/>
          </p:nvCxnSpPr>
          <p:spPr>
            <a:xfrm flipH="1" rot="10800000">
              <a:off x="269" y="920"/>
              <a:ext cx="156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187" name="Google Shape;7187;p79"/>
          <p:cNvGrpSpPr/>
          <p:nvPr/>
        </p:nvGrpSpPr>
        <p:grpSpPr>
          <a:xfrm>
            <a:off x="3763963" y="3609975"/>
            <a:ext cx="623887" cy="330200"/>
            <a:chOff x="2647" y="2987"/>
            <a:chExt cx="393" cy="208"/>
          </a:xfrm>
        </p:grpSpPr>
        <p:sp>
          <p:nvSpPr>
            <p:cNvPr id="7188" name="Google Shape;7188;p79"/>
            <p:cNvSpPr/>
            <p:nvPr/>
          </p:nvSpPr>
          <p:spPr>
            <a:xfrm>
              <a:off x="2647" y="2987"/>
              <a:ext cx="384" cy="208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9" name="Google Shape;7189;p79"/>
            <p:cNvSpPr txBox="1"/>
            <p:nvPr/>
          </p:nvSpPr>
          <p:spPr>
            <a:xfrm>
              <a:off x="2649" y="2995"/>
              <a:ext cx="391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MSC</a:t>
              </a:r>
              <a:endParaRPr/>
            </a:p>
          </p:txBody>
        </p:sp>
      </p:grpSp>
      <p:grpSp>
        <p:nvGrpSpPr>
          <p:cNvPr id="7190" name="Google Shape;7190;p79"/>
          <p:cNvGrpSpPr/>
          <p:nvPr/>
        </p:nvGrpSpPr>
        <p:grpSpPr>
          <a:xfrm>
            <a:off x="6122988" y="3700463"/>
            <a:ext cx="1309687" cy="1147762"/>
            <a:chOff x="146" y="711"/>
            <a:chExt cx="825" cy="723"/>
          </a:xfrm>
        </p:grpSpPr>
        <p:sp>
          <p:nvSpPr>
            <p:cNvPr id="7191" name="Google Shape;7191;p79"/>
            <p:cNvSpPr/>
            <p:nvPr/>
          </p:nvSpPr>
          <p:spPr>
            <a:xfrm>
              <a:off x="719" y="904"/>
              <a:ext cx="252" cy="214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2" name="Google Shape;7192;p79"/>
            <p:cNvSpPr/>
            <p:nvPr/>
          </p:nvSpPr>
          <p:spPr>
            <a:xfrm>
              <a:off x="335" y="1115"/>
              <a:ext cx="252" cy="214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93" name="Google Shape;7193;p79"/>
            <p:cNvGrpSpPr/>
            <p:nvPr/>
          </p:nvGrpSpPr>
          <p:grpSpPr>
            <a:xfrm>
              <a:off x="523" y="1006"/>
              <a:ext cx="252" cy="214"/>
              <a:chOff x="867" y="1530"/>
              <a:chExt cx="252" cy="214"/>
            </a:xfrm>
          </p:grpSpPr>
          <p:sp>
            <p:nvSpPr>
              <p:cNvPr id="7194" name="Google Shape;7194;p79"/>
              <p:cNvSpPr/>
              <p:nvPr/>
            </p:nvSpPr>
            <p:spPr>
              <a:xfrm>
                <a:off x="867" y="1530"/>
                <a:ext cx="252" cy="214"/>
              </a:xfrm>
              <a:prstGeom prst="hexagon">
                <a:avLst>
                  <a:gd fmla="val 29439" name="adj"/>
                  <a:gd fmla="val 115470" name="vf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195" name="Google Shape;7195;p79"/>
              <p:cNvGrpSpPr/>
              <p:nvPr/>
            </p:nvGrpSpPr>
            <p:grpSpPr>
              <a:xfrm>
                <a:off x="964" y="1560"/>
                <a:ext cx="61" cy="115"/>
                <a:chOff x="3759" y="1027"/>
                <a:chExt cx="910" cy="1253"/>
              </a:xfrm>
            </p:grpSpPr>
            <p:cxnSp>
              <p:nvCxnSpPr>
                <p:cNvPr id="7196" name="Google Shape;7196;p79"/>
                <p:cNvCxnSpPr/>
                <p:nvPr/>
              </p:nvCxnSpPr>
              <p:spPr>
                <a:xfrm flipH="1">
                  <a:off x="3990" y="1477"/>
                  <a:ext cx="239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97" name="Google Shape;7197;p79"/>
                <p:cNvCxnSpPr/>
                <p:nvPr/>
              </p:nvCxnSpPr>
              <p:spPr>
                <a:xfrm>
                  <a:off x="4229" y="1477"/>
                  <a:ext cx="239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98" name="Google Shape;7198;p79"/>
                <p:cNvCxnSpPr/>
                <p:nvPr/>
              </p:nvCxnSpPr>
              <p:spPr>
                <a:xfrm>
                  <a:off x="3990" y="2204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99" name="Google Shape;7199;p79"/>
                <p:cNvCxnSpPr/>
                <p:nvPr/>
              </p:nvCxnSpPr>
              <p:spPr>
                <a:xfrm flipH="1">
                  <a:off x="4229" y="2204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00" name="Google Shape;7200;p79"/>
                <p:cNvCxnSpPr/>
                <p:nvPr/>
              </p:nvCxnSpPr>
              <p:spPr>
                <a:xfrm>
                  <a:off x="4229" y="1499"/>
                  <a:ext cx="0" cy="78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01" name="Google Shape;7201;p79"/>
                <p:cNvCxnSpPr/>
                <p:nvPr/>
              </p:nvCxnSpPr>
              <p:spPr>
                <a:xfrm flipH="1" rot="10800000">
                  <a:off x="3990" y="2128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02" name="Google Shape;7202;p79"/>
                <p:cNvCxnSpPr/>
                <p:nvPr/>
              </p:nvCxnSpPr>
              <p:spPr>
                <a:xfrm rot="10800000">
                  <a:off x="4229" y="2128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03" name="Google Shape;7203;p79"/>
                <p:cNvCxnSpPr/>
                <p:nvPr/>
              </p:nvCxnSpPr>
              <p:spPr>
                <a:xfrm>
                  <a:off x="4094" y="1889"/>
                  <a:ext cx="134" cy="6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04" name="Google Shape;7204;p79"/>
                <p:cNvCxnSpPr/>
                <p:nvPr/>
              </p:nvCxnSpPr>
              <p:spPr>
                <a:xfrm flipH="1" rot="10800000">
                  <a:off x="4229" y="1889"/>
                  <a:ext cx="134" cy="6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05" name="Google Shape;7205;p79"/>
                <p:cNvCxnSpPr/>
                <p:nvPr/>
              </p:nvCxnSpPr>
              <p:spPr>
                <a:xfrm>
                  <a:off x="4050" y="1998"/>
                  <a:ext cx="17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06" name="Google Shape;7206;p79"/>
                <p:cNvCxnSpPr/>
                <p:nvPr/>
              </p:nvCxnSpPr>
              <p:spPr>
                <a:xfrm flipH="1" rot="10800000">
                  <a:off x="4229" y="2009"/>
                  <a:ext cx="17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07" name="Google Shape;7207;p79"/>
                <p:cNvCxnSpPr/>
                <p:nvPr/>
              </p:nvCxnSpPr>
              <p:spPr>
                <a:xfrm flipH="1" rot="10800000">
                  <a:off x="4229" y="1781"/>
                  <a:ext cx="89" cy="3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08" name="Google Shape;7208;p79"/>
                <p:cNvCxnSpPr/>
                <p:nvPr/>
              </p:nvCxnSpPr>
              <p:spPr>
                <a:xfrm flipH="1" rot="10800000">
                  <a:off x="4229" y="1629"/>
                  <a:ext cx="60" cy="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09" name="Google Shape;7209;p79"/>
                <p:cNvCxnSpPr/>
                <p:nvPr/>
              </p:nvCxnSpPr>
              <p:spPr>
                <a:xfrm>
                  <a:off x="4124" y="1770"/>
                  <a:ext cx="104" cy="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10" name="Google Shape;7210;p79"/>
                <p:cNvCxnSpPr/>
                <p:nvPr/>
              </p:nvCxnSpPr>
              <p:spPr>
                <a:xfrm>
                  <a:off x="4169" y="1629"/>
                  <a:ext cx="75" cy="3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7211" name="Google Shape;7211;p79"/>
                <p:cNvGrpSpPr/>
                <p:nvPr/>
              </p:nvGrpSpPr>
              <p:grpSpPr>
                <a:xfrm>
                  <a:off x="4273" y="1377"/>
                  <a:ext cx="396" cy="208"/>
                  <a:chOff x="4236" y="1286"/>
                  <a:chExt cx="871" cy="409"/>
                </a:xfrm>
              </p:grpSpPr>
              <p:cxnSp>
                <p:nvCxnSpPr>
                  <p:cNvPr id="7212" name="Google Shape;7212;p79"/>
                  <p:cNvCxnSpPr/>
                  <p:nvPr/>
                </p:nvCxnSpPr>
                <p:spPr>
                  <a:xfrm>
                    <a:off x="4236" y="1611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213" name="Google Shape;7213;p79"/>
                  <p:cNvCxnSpPr/>
                  <p:nvPr/>
                </p:nvCxnSpPr>
                <p:spPr>
                  <a:xfrm rot="-4438044">
                    <a:off x="4468" y="1188"/>
                    <a:ext cx="192" cy="52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214" name="Google Shape;7214;p79"/>
                  <p:cNvCxnSpPr/>
                  <p:nvPr/>
                </p:nvCxnSpPr>
                <p:spPr>
                  <a:xfrm rot="6361956">
                    <a:off x="4600" y="1394"/>
                    <a:ext cx="192" cy="197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215" name="Google Shape;7215;p79"/>
                  <p:cNvCxnSpPr/>
                  <p:nvPr/>
                </p:nvCxnSpPr>
                <p:spPr>
                  <a:xfrm rot="-4438044">
                    <a:off x="4748" y="1289"/>
                    <a:ext cx="192" cy="49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7216" name="Google Shape;7216;p79"/>
                <p:cNvGrpSpPr/>
                <p:nvPr/>
              </p:nvGrpSpPr>
              <p:grpSpPr>
                <a:xfrm rot="5700496">
                  <a:off x="4062" y="1133"/>
                  <a:ext cx="396" cy="201"/>
                  <a:chOff x="4209" y="1276"/>
                  <a:chExt cx="872" cy="397"/>
                </a:xfrm>
              </p:grpSpPr>
              <p:cxnSp>
                <p:nvCxnSpPr>
                  <p:cNvPr id="7217" name="Google Shape;7217;p79"/>
                  <p:cNvCxnSpPr/>
                  <p:nvPr/>
                </p:nvCxnSpPr>
                <p:spPr>
                  <a:xfrm>
                    <a:off x="4209" y="1584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218" name="Google Shape;7218;p79"/>
                  <p:cNvCxnSpPr/>
                  <p:nvPr/>
                </p:nvCxnSpPr>
                <p:spPr>
                  <a:xfrm rot="-4438044">
                    <a:off x="4457" y="1179"/>
                    <a:ext cx="176" cy="50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219" name="Google Shape;7219;p79"/>
                  <p:cNvCxnSpPr/>
                  <p:nvPr/>
                </p:nvCxnSpPr>
                <p:spPr>
                  <a:xfrm rot="6361956">
                    <a:off x="4569" y="1412"/>
                    <a:ext cx="206" cy="21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220" name="Google Shape;7220;p79"/>
                  <p:cNvCxnSpPr/>
                  <p:nvPr/>
                </p:nvCxnSpPr>
                <p:spPr>
                  <a:xfrm rot="-4438044">
                    <a:off x="4727" y="1268"/>
                    <a:ext cx="176" cy="50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7221" name="Google Shape;7221;p79"/>
                <p:cNvGrpSpPr/>
                <p:nvPr/>
              </p:nvGrpSpPr>
              <p:grpSpPr>
                <a:xfrm rot="10800000">
                  <a:off x="3759" y="1357"/>
                  <a:ext cx="410" cy="209"/>
                  <a:chOff x="4269" y="1307"/>
                  <a:chExt cx="903" cy="411"/>
                </a:xfrm>
              </p:grpSpPr>
              <p:cxnSp>
                <p:nvCxnSpPr>
                  <p:cNvPr id="7222" name="Google Shape;7222;p79"/>
                  <p:cNvCxnSpPr/>
                  <p:nvPr/>
                </p:nvCxnSpPr>
                <p:spPr>
                  <a:xfrm>
                    <a:off x="4269" y="1610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223" name="Google Shape;7223;p79"/>
                  <p:cNvCxnSpPr/>
                  <p:nvPr/>
                </p:nvCxnSpPr>
                <p:spPr>
                  <a:xfrm rot="-4438044">
                    <a:off x="4501" y="1209"/>
                    <a:ext cx="192" cy="52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224" name="Google Shape;7224;p79"/>
                  <p:cNvCxnSpPr/>
                  <p:nvPr/>
                </p:nvCxnSpPr>
                <p:spPr>
                  <a:xfrm rot="6361956">
                    <a:off x="4633" y="1416"/>
                    <a:ext cx="192" cy="197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225" name="Google Shape;7225;p79"/>
                  <p:cNvCxnSpPr/>
                  <p:nvPr/>
                </p:nvCxnSpPr>
                <p:spPr>
                  <a:xfrm rot="-4438044">
                    <a:off x="4813" y="1311"/>
                    <a:ext cx="192" cy="493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  <p:grpSp>
          <p:nvGrpSpPr>
            <p:cNvPr id="7226" name="Google Shape;7226;p79"/>
            <p:cNvGrpSpPr/>
            <p:nvPr/>
          </p:nvGrpSpPr>
          <p:grpSpPr>
            <a:xfrm>
              <a:off x="427" y="1158"/>
              <a:ext cx="60" cy="114"/>
              <a:chOff x="3759" y="1027"/>
              <a:chExt cx="908" cy="1253"/>
            </a:xfrm>
          </p:grpSpPr>
          <p:cxnSp>
            <p:nvCxnSpPr>
              <p:cNvPr id="7227" name="Google Shape;7227;p79"/>
              <p:cNvCxnSpPr/>
              <p:nvPr/>
            </p:nvCxnSpPr>
            <p:spPr>
              <a:xfrm flipH="1">
                <a:off x="3993" y="1481"/>
                <a:ext cx="228" cy="7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8" name="Google Shape;7228;p79"/>
              <p:cNvCxnSpPr/>
              <p:nvPr/>
            </p:nvCxnSpPr>
            <p:spPr>
              <a:xfrm>
                <a:off x="4221" y="1481"/>
                <a:ext cx="243" cy="7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9" name="Google Shape;7229;p79"/>
              <p:cNvCxnSpPr/>
              <p:nvPr/>
            </p:nvCxnSpPr>
            <p:spPr>
              <a:xfrm>
                <a:off x="3993" y="2203"/>
                <a:ext cx="228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0" name="Google Shape;7230;p79"/>
              <p:cNvCxnSpPr/>
              <p:nvPr/>
            </p:nvCxnSpPr>
            <p:spPr>
              <a:xfrm flipH="1">
                <a:off x="4221" y="2203"/>
                <a:ext cx="243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1" name="Google Shape;7231;p79"/>
              <p:cNvCxnSpPr/>
              <p:nvPr/>
            </p:nvCxnSpPr>
            <p:spPr>
              <a:xfrm>
                <a:off x="4221" y="1492"/>
                <a:ext cx="0" cy="7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2" name="Google Shape;7232;p79"/>
              <p:cNvCxnSpPr/>
              <p:nvPr/>
            </p:nvCxnSpPr>
            <p:spPr>
              <a:xfrm flipH="1" rot="10800000">
                <a:off x="3993" y="2127"/>
                <a:ext cx="228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3" name="Google Shape;7233;p79"/>
              <p:cNvCxnSpPr/>
              <p:nvPr/>
            </p:nvCxnSpPr>
            <p:spPr>
              <a:xfrm rot="10800000">
                <a:off x="4221" y="2127"/>
                <a:ext cx="243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4" name="Google Shape;7234;p79"/>
              <p:cNvCxnSpPr/>
              <p:nvPr/>
            </p:nvCxnSpPr>
            <p:spPr>
              <a:xfrm>
                <a:off x="4100" y="1886"/>
                <a:ext cx="121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5" name="Google Shape;7235;p79"/>
              <p:cNvCxnSpPr/>
              <p:nvPr/>
            </p:nvCxnSpPr>
            <p:spPr>
              <a:xfrm flipH="1" rot="10800000">
                <a:off x="4221" y="1886"/>
                <a:ext cx="152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6" name="Google Shape;7236;p79"/>
              <p:cNvCxnSpPr/>
              <p:nvPr/>
            </p:nvCxnSpPr>
            <p:spPr>
              <a:xfrm>
                <a:off x="4054" y="1995"/>
                <a:ext cx="167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7" name="Google Shape;7237;p79"/>
              <p:cNvCxnSpPr/>
              <p:nvPr/>
            </p:nvCxnSpPr>
            <p:spPr>
              <a:xfrm flipH="1" rot="10800000">
                <a:off x="4221" y="2017"/>
                <a:ext cx="182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8" name="Google Shape;7238;p79"/>
              <p:cNvCxnSpPr/>
              <p:nvPr/>
            </p:nvCxnSpPr>
            <p:spPr>
              <a:xfrm flipH="1" rot="10800000">
                <a:off x="4221" y="1787"/>
                <a:ext cx="9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9" name="Google Shape;7239;p79"/>
              <p:cNvCxnSpPr/>
              <p:nvPr/>
            </p:nvCxnSpPr>
            <p:spPr>
              <a:xfrm flipH="1" rot="10800000">
                <a:off x="4221" y="1634"/>
                <a:ext cx="6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40" name="Google Shape;7240;p79"/>
              <p:cNvCxnSpPr/>
              <p:nvPr/>
            </p:nvCxnSpPr>
            <p:spPr>
              <a:xfrm>
                <a:off x="4130" y="1776"/>
                <a:ext cx="106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41" name="Google Shape;7241;p79"/>
              <p:cNvCxnSpPr/>
              <p:nvPr/>
            </p:nvCxnSpPr>
            <p:spPr>
              <a:xfrm>
                <a:off x="4175" y="1623"/>
                <a:ext cx="61" cy="4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242" name="Google Shape;7242;p79"/>
              <p:cNvGrpSpPr/>
              <p:nvPr/>
            </p:nvGrpSpPr>
            <p:grpSpPr>
              <a:xfrm>
                <a:off x="4266" y="1379"/>
                <a:ext cx="401" cy="201"/>
                <a:chOff x="4221" y="1289"/>
                <a:chExt cx="883" cy="395"/>
              </a:xfrm>
            </p:grpSpPr>
            <p:cxnSp>
              <p:nvCxnSpPr>
                <p:cNvPr id="7243" name="Google Shape;7243;p79"/>
                <p:cNvCxnSpPr/>
                <p:nvPr/>
              </p:nvCxnSpPr>
              <p:spPr>
                <a:xfrm>
                  <a:off x="4221" y="1598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44" name="Google Shape;7244;p79"/>
                <p:cNvCxnSpPr/>
                <p:nvPr/>
              </p:nvCxnSpPr>
              <p:spPr>
                <a:xfrm rot="-4438044">
                  <a:off x="4469" y="1179"/>
                  <a:ext cx="173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45" name="Google Shape;7245;p79"/>
                <p:cNvCxnSpPr/>
                <p:nvPr/>
              </p:nvCxnSpPr>
              <p:spPr>
                <a:xfrm rot="6361956">
                  <a:off x="4603" y="1390"/>
                  <a:ext cx="173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46" name="Google Shape;7246;p79"/>
                <p:cNvCxnSpPr/>
                <p:nvPr/>
              </p:nvCxnSpPr>
              <p:spPr>
                <a:xfrm rot="-4438044">
                  <a:off x="4753" y="1282"/>
                  <a:ext cx="173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47" name="Google Shape;7247;p79"/>
              <p:cNvGrpSpPr/>
              <p:nvPr/>
            </p:nvGrpSpPr>
            <p:grpSpPr>
              <a:xfrm rot="5700496">
                <a:off x="4053" y="1133"/>
                <a:ext cx="399" cy="204"/>
                <a:chOff x="4210" y="1286"/>
                <a:chExt cx="879" cy="403"/>
              </a:xfrm>
            </p:grpSpPr>
            <p:cxnSp>
              <p:nvCxnSpPr>
                <p:cNvPr id="7248" name="Google Shape;7248;p79"/>
                <p:cNvCxnSpPr/>
                <p:nvPr/>
              </p:nvCxnSpPr>
              <p:spPr>
                <a:xfrm>
                  <a:off x="4210" y="1599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49" name="Google Shape;7249;p79"/>
                <p:cNvCxnSpPr/>
                <p:nvPr/>
              </p:nvCxnSpPr>
              <p:spPr>
                <a:xfrm rot="-4438044">
                  <a:off x="4460" y="1189"/>
                  <a:ext cx="179" cy="506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50" name="Google Shape;7250;p79"/>
                <p:cNvCxnSpPr/>
                <p:nvPr/>
              </p:nvCxnSpPr>
              <p:spPr>
                <a:xfrm rot="6361956">
                  <a:off x="4572" y="1425"/>
                  <a:ext cx="209" cy="21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51" name="Google Shape;7251;p79"/>
                <p:cNvCxnSpPr/>
                <p:nvPr/>
              </p:nvCxnSpPr>
              <p:spPr>
                <a:xfrm rot="-4438044">
                  <a:off x="4732" y="1280"/>
                  <a:ext cx="179" cy="506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52" name="Google Shape;7252;p79"/>
              <p:cNvGrpSpPr/>
              <p:nvPr/>
            </p:nvGrpSpPr>
            <p:grpSpPr>
              <a:xfrm rot="10800000">
                <a:off x="3759" y="1360"/>
                <a:ext cx="416" cy="201"/>
                <a:chOff x="4255" y="1317"/>
                <a:chExt cx="916" cy="395"/>
              </a:xfrm>
            </p:grpSpPr>
            <p:cxnSp>
              <p:nvCxnSpPr>
                <p:cNvPr id="7253" name="Google Shape;7253;p79"/>
                <p:cNvCxnSpPr/>
                <p:nvPr/>
              </p:nvCxnSpPr>
              <p:spPr>
                <a:xfrm>
                  <a:off x="4255" y="1626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54" name="Google Shape;7254;p79"/>
                <p:cNvCxnSpPr/>
                <p:nvPr/>
              </p:nvCxnSpPr>
              <p:spPr>
                <a:xfrm rot="-4438044">
                  <a:off x="4503" y="1207"/>
                  <a:ext cx="173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55" name="Google Shape;7255;p79"/>
                <p:cNvCxnSpPr/>
                <p:nvPr/>
              </p:nvCxnSpPr>
              <p:spPr>
                <a:xfrm rot="6361956">
                  <a:off x="4636" y="1417"/>
                  <a:ext cx="173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56" name="Google Shape;7256;p79"/>
                <p:cNvCxnSpPr/>
                <p:nvPr/>
              </p:nvCxnSpPr>
              <p:spPr>
                <a:xfrm rot="-4438044">
                  <a:off x="4820" y="1310"/>
                  <a:ext cx="173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7257" name="Google Shape;7257;p79"/>
            <p:cNvGrpSpPr/>
            <p:nvPr/>
          </p:nvGrpSpPr>
          <p:grpSpPr>
            <a:xfrm>
              <a:off x="819" y="937"/>
              <a:ext cx="60" cy="115"/>
              <a:chOff x="3758" y="1027"/>
              <a:chExt cx="910" cy="1253"/>
            </a:xfrm>
          </p:grpSpPr>
          <p:cxnSp>
            <p:nvCxnSpPr>
              <p:cNvPr id="7258" name="Google Shape;7258;p79"/>
              <p:cNvCxnSpPr/>
              <p:nvPr/>
            </p:nvCxnSpPr>
            <p:spPr>
              <a:xfrm flipH="1">
                <a:off x="3993" y="1477"/>
                <a:ext cx="228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59" name="Google Shape;7259;p79"/>
              <p:cNvCxnSpPr/>
              <p:nvPr/>
            </p:nvCxnSpPr>
            <p:spPr>
              <a:xfrm>
                <a:off x="4221" y="1477"/>
                <a:ext cx="243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0" name="Google Shape;7260;p79"/>
              <p:cNvCxnSpPr/>
              <p:nvPr/>
            </p:nvCxnSpPr>
            <p:spPr>
              <a:xfrm>
                <a:off x="3993" y="2204"/>
                <a:ext cx="228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1" name="Google Shape;7261;p79"/>
              <p:cNvCxnSpPr/>
              <p:nvPr/>
            </p:nvCxnSpPr>
            <p:spPr>
              <a:xfrm flipH="1">
                <a:off x="4221" y="2204"/>
                <a:ext cx="243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2" name="Google Shape;7262;p79"/>
              <p:cNvCxnSpPr/>
              <p:nvPr/>
            </p:nvCxnSpPr>
            <p:spPr>
              <a:xfrm>
                <a:off x="4221" y="1499"/>
                <a:ext cx="0" cy="7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3" name="Google Shape;7263;p79"/>
              <p:cNvCxnSpPr/>
              <p:nvPr/>
            </p:nvCxnSpPr>
            <p:spPr>
              <a:xfrm flipH="1" rot="10800000">
                <a:off x="3993" y="2128"/>
                <a:ext cx="228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4" name="Google Shape;7264;p79"/>
              <p:cNvCxnSpPr/>
              <p:nvPr/>
            </p:nvCxnSpPr>
            <p:spPr>
              <a:xfrm rot="10800000">
                <a:off x="4221" y="2128"/>
                <a:ext cx="243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5" name="Google Shape;7265;p79"/>
              <p:cNvCxnSpPr/>
              <p:nvPr/>
            </p:nvCxnSpPr>
            <p:spPr>
              <a:xfrm>
                <a:off x="4100" y="1889"/>
                <a:ext cx="121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6" name="Google Shape;7266;p79"/>
              <p:cNvCxnSpPr/>
              <p:nvPr/>
            </p:nvCxnSpPr>
            <p:spPr>
              <a:xfrm flipH="1" rot="10800000">
                <a:off x="4221" y="1889"/>
                <a:ext cx="152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7" name="Google Shape;7267;p79"/>
              <p:cNvCxnSpPr/>
              <p:nvPr/>
            </p:nvCxnSpPr>
            <p:spPr>
              <a:xfrm>
                <a:off x="4054" y="1998"/>
                <a:ext cx="167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8" name="Google Shape;7268;p79"/>
              <p:cNvCxnSpPr/>
              <p:nvPr/>
            </p:nvCxnSpPr>
            <p:spPr>
              <a:xfrm flipH="1" rot="10800000">
                <a:off x="4221" y="2009"/>
                <a:ext cx="182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9" name="Google Shape;7269;p79"/>
              <p:cNvCxnSpPr/>
              <p:nvPr/>
            </p:nvCxnSpPr>
            <p:spPr>
              <a:xfrm flipH="1" rot="10800000">
                <a:off x="4221" y="1781"/>
                <a:ext cx="91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70" name="Google Shape;7270;p79"/>
              <p:cNvCxnSpPr/>
              <p:nvPr/>
            </p:nvCxnSpPr>
            <p:spPr>
              <a:xfrm flipH="1" rot="10800000">
                <a:off x="4221" y="1629"/>
                <a:ext cx="6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71" name="Google Shape;7271;p79"/>
              <p:cNvCxnSpPr/>
              <p:nvPr/>
            </p:nvCxnSpPr>
            <p:spPr>
              <a:xfrm>
                <a:off x="4130" y="1770"/>
                <a:ext cx="106" cy="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72" name="Google Shape;7272;p79"/>
              <p:cNvCxnSpPr/>
              <p:nvPr/>
            </p:nvCxnSpPr>
            <p:spPr>
              <a:xfrm>
                <a:off x="4175" y="1629"/>
                <a:ext cx="61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273" name="Google Shape;7273;p79"/>
              <p:cNvGrpSpPr/>
              <p:nvPr/>
            </p:nvGrpSpPr>
            <p:grpSpPr>
              <a:xfrm>
                <a:off x="4266" y="1377"/>
                <a:ext cx="402" cy="209"/>
                <a:chOff x="4221" y="1284"/>
                <a:chExt cx="885" cy="413"/>
              </a:xfrm>
            </p:grpSpPr>
            <p:cxnSp>
              <p:nvCxnSpPr>
                <p:cNvPr id="7274" name="Google Shape;7274;p79"/>
                <p:cNvCxnSpPr/>
                <p:nvPr/>
              </p:nvCxnSpPr>
              <p:spPr>
                <a:xfrm>
                  <a:off x="4221" y="1611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75" name="Google Shape;7275;p79"/>
                <p:cNvCxnSpPr/>
                <p:nvPr/>
              </p:nvCxnSpPr>
              <p:spPr>
                <a:xfrm rot="-4438044">
                  <a:off x="4459" y="1183"/>
                  <a:ext cx="192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76" name="Google Shape;7276;p79"/>
                <p:cNvCxnSpPr/>
                <p:nvPr/>
              </p:nvCxnSpPr>
              <p:spPr>
                <a:xfrm rot="6361956">
                  <a:off x="4593" y="1393"/>
                  <a:ext cx="192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77" name="Google Shape;7277;p79"/>
                <p:cNvCxnSpPr/>
                <p:nvPr/>
              </p:nvCxnSpPr>
              <p:spPr>
                <a:xfrm rot="-4438044">
                  <a:off x="4743" y="1285"/>
                  <a:ext cx="192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78" name="Google Shape;7278;p79"/>
              <p:cNvGrpSpPr/>
              <p:nvPr/>
            </p:nvGrpSpPr>
            <p:grpSpPr>
              <a:xfrm rot="5700496">
                <a:off x="4055" y="1132"/>
                <a:ext cx="396" cy="203"/>
                <a:chOff x="4210" y="1288"/>
                <a:chExt cx="872" cy="401"/>
              </a:xfrm>
            </p:grpSpPr>
            <p:cxnSp>
              <p:nvCxnSpPr>
                <p:cNvPr id="7279" name="Google Shape;7279;p79"/>
                <p:cNvCxnSpPr/>
                <p:nvPr/>
              </p:nvCxnSpPr>
              <p:spPr>
                <a:xfrm>
                  <a:off x="4210" y="1600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80" name="Google Shape;7280;p79"/>
                <p:cNvCxnSpPr/>
                <p:nvPr/>
              </p:nvCxnSpPr>
              <p:spPr>
                <a:xfrm rot="-4438044">
                  <a:off x="4457" y="1192"/>
                  <a:ext cx="179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81" name="Google Shape;7281;p79"/>
                <p:cNvCxnSpPr/>
                <p:nvPr/>
              </p:nvCxnSpPr>
              <p:spPr>
                <a:xfrm rot="6361956">
                  <a:off x="4568" y="1426"/>
                  <a:ext cx="209" cy="21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82" name="Google Shape;7282;p79"/>
                <p:cNvCxnSpPr/>
                <p:nvPr/>
              </p:nvCxnSpPr>
              <p:spPr>
                <a:xfrm rot="-4438044">
                  <a:off x="4727" y="1282"/>
                  <a:ext cx="179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83" name="Google Shape;7283;p79"/>
              <p:cNvGrpSpPr/>
              <p:nvPr/>
            </p:nvGrpSpPr>
            <p:grpSpPr>
              <a:xfrm rot="10800000">
                <a:off x="3758" y="1357"/>
                <a:ext cx="417" cy="209"/>
                <a:chOff x="4255" y="1305"/>
                <a:chExt cx="918" cy="413"/>
              </a:xfrm>
            </p:grpSpPr>
            <p:cxnSp>
              <p:nvCxnSpPr>
                <p:cNvPr id="7284" name="Google Shape;7284;p79"/>
                <p:cNvCxnSpPr/>
                <p:nvPr/>
              </p:nvCxnSpPr>
              <p:spPr>
                <a:xfrm>
                  <a:off x="4255" y="1610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85" name="Google Shape;7285;p79"/>
                <p:cNvCxnSpPr/>
                <p:nvPr/>
              </p:nvCxnSpPr>
              <p:spPr>
                <a:xfrm rot="-4438044">
                  <a:off x="4493" y="1204"/>
                  <a:ext cx="192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86" name="Google Shape;7286;p79"/>
                <p:cNvCxnSpPr/>
                <p:nvPr/>
              </p:nvCxnSpPr>
              <p:spPr>
                <a:xfrm rot="6361956">
                  <a:off x="4626" y="1414"/>
                  <a:ext cx="192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87" name="Google Shape;7287;p79"/>
                <p:cNvCxnSpPr/>
                <p:nvPr/>
              </p:nvCxnSpPr>
              <p:spPr>
                <a:xfrm rot="-4438044">
                  <a:off x="4810" y="1306"/>
                  <a:ext cx="192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cxnSp>
          <p:nvCxnSpPr>
            <p:cNvPr id="7288" name="Google Shape;7288;p79"/>
            <p:cNvCxnSpPr/>
            <p:nvPr/>
          </p:nvCxnSpPr>
          <p:spPr>
            <a:xfrm rot="10800000">
              <a:off x="602" y="916"/>
              <a:ext cx="256" cy="2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89" name="Google Shape;7289;p79"/>
            <p:cNvCxnSpPr/>
            <p:nvPr/>
          </p:nvCxnSpPr>
          <p:spPr>
            <a:xfrm flipH="1" rot="10800000">
              <a:off x="455" y="914"/>
              <a:ext cx="3" cy="35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90" name="Google Shape;7290;p79"/>
            <p:cNvCxnSpPr/>
            <p:nvPr/>
          </p:nvCxnSpPr>
          <p:spPr>
            <a:xfrm rot="10800000">
              <a:off x="501" y="920"/>
              <a:ext cx="140" cy="4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91" name="Google Shape;7291;p79"/>
            <p:cNvCxnSpPr/>
            <p:nvPr/>
          </p:nvCxnSpPr>
          <p:spPr>
            <a:xfrm rot="10800000">
              <a:off x="647" y="925"/>
              <a:ext cx="218" cy="1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292" name="Google Shape;7292;p79"/>
            <p:cNvGrpSpPr/>
            <p:nvPr/>
          </p:nvGrpSpPr>
          <p:grpSpPr>
            <a:xfrm>
              <a:off x="715" y="1116"/>
              <a:ext cx="252" cy="214"/>
              <a:chOff x="867" y="1530"/>
              <a:chExt cx="252" cy="214"/>
            </a:xfrm>
          </p:grpSpPr>
          <p:sp>
            <p:nvSpPr>
              <p:cNvPr id="7293" name="Google Shape;7293;p79"/>
              <p:cNvSpPr/>
              <p:nvPr/>
            </p:nvSpPr>
            <p:spPr>
              <a:xfrm>
                <a:off x="867" y="1530"/>
                <a:ext cx="252" cy="214"/>
              </a:xfrm>
              <a:prstGeom prst="hexagon">
                <a:avLst>
                  <a:gd fmla="val 29439" name="adj"/>
                  <a:gd fmla="val 115470" name="vf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294" name="Google Shape;7294;p79"/>
              <p:cNvGrpSpPr/>
              <p:nvPr/>
            </p:nvGrpSpPr>
            <p:grpSpPr>
              <a:xfrm>
                <a:off x="964" y="1560"/>
                <a:ext cx="61" cy="115"/>
                <a:chOff x="3759" y="1027"/>
                <a:chExt cx="910" cy="1253"/>
              </a:xfrm>
            </p:grpSpPr>
            <p:cxnSp>
              <p:nvCxnSpPr>
                <p:cNvPr id="7295" name="Google Shape;7295;p79"/>
                <p:cNvCxnSpPr/>
                <p:nvPr/>
              </p:nvCxnSpPr>
              <p:spPr>
                <a:xfrm flipH="1">
                  <a:off x="3990" y="1477"/>
                  <a:ext cx="239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96" name="Google Shape;7296;p79"/>
                <p:cNvCxnSpPr/>
                <p:nvPr/>
              </p:nvCxnSpPr>
              <p:spPr>
                <a:xfrm>
                  <a:off x="4229" y="1477"/>
                  <a:ext cx="239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97" name="Google Shape;7297;p79"/>
                <p:cNvCxnSpPr/>
                <p:nvPr/>
              </p:nvCxnSpPr>
              <p:spPr>
                <a:xfrm>
                  <a:off x="3990" y="2204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98" name="Google Shape;7298;p79"/>
                <p:cNvCxnSpPr/>
                <p:nvPr/>
              </p:nvCxnSpPr>
              <p:spPr>
                <a:xfrm flipH="1">
                  <a:off x="4229" y="2204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99" name="Google Shape;7299;p79"/>
                <p:cNvCxnSpPr/>
                <p:nvPr/>
              </p:nvCxnSpPr>
              <p:spPr>
                <a:xfrm>
                  <a:off x="4229" y="1499"/>
                  <a:ext cx="0" cy="78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00" name="Google Shape;7300;p79"/>
                <p:cNvCxnSpPr/>
                <p:nvPr/>
              </p:nvCxnSpPr>
              <p:spPr>
                <a:xfrm flipH="1" rot="10800000">
                  <a:off x="3990" y="2128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01" name="Google Shape;7301;p79"/>
                <p:cNvCxnSpPr/>
                <p:nvPr/>
              </p:nvCxnSpPr>
              <p:spPr>
                <a:xfrm rot="10800000">
                  <a:off x="4229" y="2128"/>
                  <a:ext cx="23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02" name="Google Shape;7302;p79"/>
                <p:cNvCxnSpPr/>
                <p:nvPr/>
              </p:nvCxnSpPr>
              <p:spPr>
                <a:xfrm>
                  <a:off x="4094" y="1889"/>
                  <a:ext cx="134" cy="6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03" name="Google Shape;7303;p79"/>
                <p:cNvCxnSpPr/>
                <p:nvPr/>
              </p:nvCxnSpPr>
              <p:spPr>
                <a:xfrm flipH="1" rot="10800000">
                  <a:off x="4229" y="1889"/>
                  <a:ext cx="134" cy="6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04" name="Google Shape;7304;p79"/>
                <p:cNvCxnSpPr/>
                <p:nvPr/>
              </p:nvCxnSpPr>
              <p:spPr>
                <a:xfrm>
                  <a:off x="4050" y="1998"/>
                  <a:ext cx="17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05" name="Google Shape;7305;p79"/>
                <p:cNvCxnSpPr/>
                <p:nvPr/>
              </p:nvCxnSpPr>
              <p:spPr>
                <a:xfrm flipH="1" rot="10800000">
                  <a:off x="4229" y="2009"/>
                  <a:ext cx="179" cy="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06" name="Google Shape;7306;p79"/>
                <p:cNvCxnSpPr/>
                <p:nvPr/>
              </p:nvCxnSpPr>
              <p:spPr>
                <a:xfrm flipH="1" rot="10800000">
                  <a:off x="4229" y="1781"/>
                  <a:ext cx="89" cy="3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07" name="Google Shape;7307;p79"/>
                <p:cNvCxnSpPr/>
                <p:nvPr/>
              </p:nvCxnSpPr>
              <p:spPr>
                <a:xfrm flipH="1" rot="10800000">
                  <a:off x="4229" y="1629"/>
                  <a:ext cx="60" cy="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08" name="Google Shape;7308;p79"/>
                <p:cNvCxnSpPr/>
                <p:nvPr/>
              </p:nvCxnSpPr>
              <p:spPr>
                <a:xfrm>
                  <a:off x="4124" y="1770"/>
                  <a:ext cx="104" cy="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09" name="Google Shape;7309;p79"/>
                <p:cNvCxnSpPr/>
                <p:nvPr/>
              </p:nvCxnSpPr>
              <p:spPr>
                <a:xfrm>
                  <a:off x="4169" y="1629"/>
                  <a:ext cx="75" cy="3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7310" name="Google Shape;7310;p79"/>
                <p:cNvGrpSpPr/>
                <p:nvPr/>
              </p:nvGrpSpPr>
              <p:grpSpPr>
                <a:xfrm>
                  <a:off x="4273" y="1377"/>
                  <a:ext cx="396" cy="208"/>
                  <a:chOff x="4236" y="1286"/>
                  <a:chExt cx="871" cy="409"/>
                </a:xfrm>
              </p:grpSpPr>
              <p:cxnSp>
                <p:nvCxnSpPr>
                  <p:cNvPr id="7311" name="Google Shape;7311;p79"/>
                  <p:cNvCxnSpPr/>
                  <p:nvPr/>
                </p:nvCxnSpPr>
                <p:spPr>
                  <a:xfrm>
                    <a:off x="4236" y="1611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312" name="Google Shape;7312;p79"/>
                  <p:cNvCxnSpPr/>
                  <p:nvPr/>
                </p:nvCxnSpPr>
                <p:spPr>
                  <a:xfrm rot="-4438044">
                    <a:off x="4468" y="1188"/>
                    <a:ext cx="192" cy="52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313" name="Google Shape;7313;p79"/>
                  <p:cNvCxnSpPr/>
                  <p:nvPr/>
                </p:nvCxnSpPr>
                <p:spPr>
                  <a:xfrm rot="6361956">
                    <a:off x="4600" y="1394"/>
                    <a:ext cx="192" cy="197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314" name="Google Shape;7314;p79"/>
                  <p:cNvCxnSpPr/>
                  <p:nvPr/>
                </p:nvCxnSpPr>
                <p:spPr>
                  <a:xfrm rot="-4438044">
                    <a:off x="4748" y="1289"/>
                    <a:ext cx="192" cy="49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7315" name="Google Shape;7315;p79"/>
                <p:cNvGrpSpPr/>
                <p:nvPr/>
              </p:nvGrpSpPr>
              <p:grpSpPr>
                <a:xfrm rot="5700496">
                  <a:off x="4062" y="1133"/>
                  <a:ext cx="396" cy="201"/>
                  <a:chOff x="4209" y="1276"/>
                  <a:chExt cx="872" cy="397"/>
                </a:xfrm>
              </p:grpSpPr>
              <p:cxnSp>
                <p:nvCxnSpPr>
                  <p:cNvPr id="7316" name="Google Shape;7316;p79"/>
                  <p:cNvCxnSpPr/>
                  <p:nvPr/>
                </p:nvCxnSpPr>
                <p:spPr>
                  <a:xfrm>
                    <a:off x="4209" y="1584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317" name="Google Shape;7317;p79"/>
                  <p:cNvCxnSpPr/>
                  <p:nvPr/>
                </p:nvCxnSpPr>
                <p:spPr>
                  <a:xfrm rot="-4438044">
                    <a:off x="4457" y="1179"/>
                    <a:ext cx="176" cy="50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318" name="Google Shape;7318;p79"/>
                  <p:cNvCxnSpPr/>
                  <p:nvPr/>
                </p:nvCxnSpPr>
                <p:spPr>
                  <a:xfrm rot="6361956">
                    <a:off x="4569" y="1412"/>
                    <a:ext cx="206" cy="21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319" name="Google Shape;7319;p79"/>
                  <p:cNvCxnSpPr/>
                  <p:nvPr/>
                </p:nvCxnSpPr>
                <p:spPr>
                  <a:xfrm rot="-4438044">
                    <a:off x="4727" y="1268"/>
                    <a:ext cx="176" cy="502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7320" name="Google Shape;7320;p79"/>
                <p:cNvGrpSpPr/>
                <p:nvPr/>
              </p:nvGrpSpPr>
              <p:grpSpPr>
                <a:xfrm rot="10800000">
                  <a:off x="3759" y="1357"/>
                  <a:ext cx="410" cy="209"/>
                  <a:chOff x="4269" y="1307"/>
                  <a:chExt cx="903" cy="411"/>
                </a:xfrm>
              </p:grpSpPr>
              <p:cxnSp>
                <p:nvCxnSpPr>
                  <p:cNvPr id="7321" name="Google Shape;7321;p79"/>
                  <p:cNvCxnSpPr/>
                  <p:nvPr/>
                </p:nvCxnSpPr>
                <p:spPr>
                  <a:xfrm>
                    <a:off x="4269" y="1610"/>
                    <a:ext cx="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322" name="Google Shape;7322;p79"/>
                  <p:cNvCxnSpPr/>
                  <p:nvPr/>
                </p:nvCxnSpPr>
                <p:spPr>
                  <a:xfrm rot="-4438044">
                    <a:off x="4501" y="1209"/>
                    <a:ext cx="192" cy="525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323" name="Google Shape;7323;p79"/>
                  <p:cNvCxnSpPr/>
                  <p:nvPr/>
                </p:nvCxnSpPr>
                <p:spPr>
                  <a:xfrm rot="6361956">
                    <a:off x="4633" y="1416"/>
                    <a:ext cx="192" cy="197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324" name="Google Shape;7324;p79"/>
                  <p:cNvCxnSpPr/>
                  <p:nvPr/>
                </p:nvCxnSpPr>
                <p:spPr>
                  <a:xfrm rot="-4438044">
                    <a:off x="4813" y="1311"/>
                    <a:ext cx="192" cy="493"/>
                  </a:xfrm>
                  <a:prstGeom prst="straightConnector1">
                    <a:avLst/>
                  </a:prstGeom>
                  <a:noFill/>
                  <a:ln cap="flat" cmpd="sng" w="317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  <p:cxnSp>
          <p:nvCxnSpPr>
            <p:cNvPr id="7325" name="Google Shape;7325;p79"/>
            <p:cNvCxnSpPr/>
            <p:nvPr/>
          </p:nvCxnSpPr>
          <p:spPr>
            <a:xfrm rot="10800000">
              <a:off x="554" y="928"/>
              <a:ext cx="92" cy="22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326" name="Google Shape;7326;p79"/>
            <p:cNvGrpSpPr/>
            <p:nvPr/>
          </p:nvGrpSpPr>
          <p:grpSpPr>
            <a:xfrm>
              <a:off x="191" y="711"/>
              <a:ext cx="616" cy="208"/>
              <a:chOff x="717" y="1160"/>
              <a:chExt cx="616" cy="208"/>
            </a:xfrm>
          </p:grpSpPr>
          <p:sp>
            <p:nvSpPr>
              <p:cNvPr id="7327" name="Google Shape;7327;p79"/>
              <p:cNvSpPr/>
              <p:nvPr/>
            </p:nvSpPr>
            <p:spPr>
              <a:xfrm>
                <a:off x="832" y="1160"/>
                <a:ext cx="384" cy="208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8" name="Google Shape;7328;p79"/>
              <p:cNvSpPr txBox="1"/>
              <p:nvPr/>
            </p:nvSpPr>
            <p:spPr>
              <a:xfrm>
                <a:off x="717" y="1171"/>
                <a:ext cx="616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MSC</a:t>
                </a:r>
                <a:endParaRPr/>
              </a:p>
            </p:txBody>
          </p:sp>
        </p:grpSp>
        <p:sp>
          <p:nvSpPr>
            <p:cNvPr id="7329" name="Google Shape;7329;p79"/>
            <p:cNvSpPr/>
            <p:nvPr/>
          </p:nvSpPr>
          <p:spPr>
            <a:xfrm>
              <a:off x="146" y="1007"/>
              <a:ext cx="252" cy="214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30" name="Google Shape;7330;p79"/>
            <p:cNvGrpSpPr/>
            <p:nvPr/>
          </p:nvGrpSpPr>
          <p:grpSpPr>
            <a:xfrm>
              <a:off x="235" y="1050"/>
              <a:ext cx="60" cy="114"/>
              <a:chOff x="3759" y="1027"/>
              <a:chExt cx="908" cy="1253"/>
            </a:xfrm>
          </p:grpSpPr>
          <p:cxnSp>
            <p:nvCxnSpPr>
              <p:cNvPr id="7331" name="Google Shape;7331;p79"/>
              <p:cNvCxnSpPr/>
              <p:nvPr/>
            </p:nvCxnSpPr>
            <p:spPr>
              <a:xfrm flipH="1">
                <a:off x="3993" y="1481"/>
                <a:ext cx="228" cy="7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2" name="Google Shape;7332;p79"/>
              <p:cNvCxnSpPr/>
              <p:nvPr/>
            </p:nvCxnSpPr>
            <p:spPr>
              <a:xfrm>
                <a:off x="4221" y="1481"/>
                <a:ext cx="243" cy="7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3" name="Google Shape;7333;p79"/>
              <p:cNvCxnSpPr/>
              <p:nvPr/>
            </p:nvCxnSpPr>
            <p:spPr>
              <a:xfrm>
                <a:off x="3993" y="2203"/>
                <a:ext cx="228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4" name="Google Shape;7334;p79"/>
              <p:cNvCxnSpPr/>
              <p:nvPr/>
            </p:nvCxnSpPr>
            <p:spPr>
              <a:xfrm flipH="1">
                <a:off x="4221" y="2203"/>
                <a:ext cx="243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5" name="Google Shape;7335;p79"/>
              <p:cNvCxnSpPr/>
              <p:nvPr/>
            </p:nvCxnSpPr>
            <p:spPr>
              <a:xfrm>
                <a:off x="4221" y="1492"/>
                <a:ext cx="0" cy="7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6" name="Google Shape;7336;p79"/>
              <p:cNvCxnSpPr/>
              <p:nvPr/>
            </p:nvCxnSpPr>
            <p:spPr>
              <a:xfrm flipH="1" rot="10800000">
                <a:off x="3993" y="2127"/>
                <a:ext cx="228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7" name="Google Shape;7337;p79"/>
              <p:cNvCxnSpPr/>
              <p:nvPr/>
            </p:nvCxnSpPr>
            <p:spPr>
              <a:xfrm rot="10800000">
                <a:off x="4221" y="2127"/>
                <a:ext cx="243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8" name="Google Shape;7338;p79"/>
              <p:cNvCxnSpPr/>
              <p:nvPr/>
            </p:nvCxnSpPr>
            <p:spPr>
              <a:xfrm>
                <a:off x="4100" y="1886"/>
                <a:ext cx="121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9" name="Google Shape;7339;p79"/>
              <p:cNvCxnSpPr/>
              <p:nvPr/>
            </p:nvCxnSpPr>
            <p:spPr>
              <a:xfrm flipH="1" rot="10800000">
                <a:off x="4221" y="1886"/>
                <a:ext cx="152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0" name="Google Shape;7340;p79"/>
              <p:cNvCxnSpPr/>
              <p:nvPr/>
            </p:nvCxnSpPr>
            <p:spPr>
              <a:xfrm>
                <a:off x="4054" y="1995"/>
                <a:ext cx="167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1" name="Google Shape;7341;p79"/>
              <p:cNvCxnSpPr/>
              <p:nvPr/>
            </p:nvCxnSpPr>
            <p:spPr>
              <a:xfrm flipH="1" rot="10800000">
                <a:off x="4221" y="2017"/>
                <a:ext cx="182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2" name="Google Shape;7342;p79"/>
              <p:cNvCxnSpPr/>
              <p:nvPr/>
            </p:nvCxnSpPr>
            <p:spPr>
              <a:xfrm flipH="1" rot="10800000">
                <a:off x="4221" y="1787"/>
                <a:ext cx="9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3" name="Google Shape;7343;p79"/>
              <p:cNvCxnSpPr/>
              <p:nvPr/>
            </p:nvCxnSpPr>
            <p:spPr>
              <a:xfrm flipH="1" rot="10800000">
                <a:off x="4221" y="1634"/>
                <a:ext cx="6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4" name="Google Shape;7344;p79"/>
              <p:cNvCxnSpPr/>
              <p:nvPr/>
            </p:nvCxnSpPr>
            <p:spPr>
              <a:xfrm>
                <a:off x="4130" y="1776"/>
                <a:ext cx="106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5" name="Google Shape;7345;p79"/>
              <p:cNvCxnSpPr/>
              <p:nvPr/>
            </p:nvCxnSpPr>
            <p:spPr>
              <a:xfrm>
                <a:off x="4175" y="1623"/>
                <a:ext cx="61" cy="4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346" name="Google Shape;7346;p79"/>
              <p:cNvGrpSpPr/>
              <p:nvPr/>
            </p:nvGrpSpPr>
            <p:grpSpPr>
              <a:xfrm>
                <a:off x="4266" y="1379"/>
                <a:ext cx="401" cy="201"/>
                <a:chOff x="4221" y="1289"/>
                <a:chExt cx="883" cy="395"/>
              </a:xfrm>
            </p:grpSpPr>
            <p:cxnSp>
              <p:nvCxnSpPr>
                <p:cNvPr id="7347" name="Google Shape;7347;p79"/>
                <p:cNvCxnSpPr/>
                <p:nvPr/>
              </p:nvCxnSpPr>
              <p:spPr>
                <a:xfrm>
                  <a:off x="4221" y="1598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48" name="Google Shape;7348;p79"/>
                <p:cNvCxnSpPr/>
                <p:nvPr/>
              </p:nvCxnSpPr>
              <p:spPr>
                <a:xfrm rot="-4438044">
                  <a:off x="4469" y="1179"/>
                  <a:ext cx="173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49" name="Google Shape;7349;p79"/>
                <p:cNvCxnSpPr/>
                <p:nvPr/>
              </p:nvCxnSpPr>
              <p:spPr>
                <a:xfrm rot="6361956">
                  <a:off x="4603" y="1390"/>
                  <a:ext cx="173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50" name="Google Shape;7350;p79"/>
                <p:cNvCxnSpPr/>
                <p:nvPr/>
              </p:nvCxnSpPr>
              <p:spPr>
                <a:xfrm rot="-4438044">
                  <a:off x="4753" y="1282"/>
                  <a:ext cx="173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351" name="Google Shape;7351;p79"/>
              <p:cNvGrpSpPr/>
              <p:nvPr/>
            </p:nvGrpSpPr>
            <p:grpSpPr>
              <a:xfrm rot="5700496">
                <a:off x="4053" y="1133"/>
                <a:ext cx="399" cy="204"/>
                <a:chOff x="4210" y="1286"/>
                <a:chExt cx="879" cy="403"/>
              </a:xfrm>
            </p:grpSpPr>
            <p:cxnSp>
              <p:nvCxnSpPr>
                <p:cNvPr id="7352" name="Google Shape;7352;p79"/>
                <p:cNvCxnSpPr/>
                <p:nvPr/>
              </p:nvCxnSpPr>
              <p:spPr>
                <a:xfrm>
                  <a:off x="4210" y="1599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53" name="Google Shape;7353;p79"/>
                <p:cNvCxnSpPr/>
                <p:nvPr/>
              </p:nvCxnSpPr>
              <p:spPr>
                <a:xfrm rot="-4438044">
                  <a:off x="4460" y="1189"/>
                  <a:ext cx="179" cy="506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54" name="Google Shape;7354;p79"/>
                <p:cNvCxnSpPr/>
                <p:nvPr/>
              </p:nvCxnSpPr>
              <p:spPr>
                <a:xfrm rot="6361956">
                  <a:off x="4572" y="1425"/>
                  <a:ext cx="209" cy="21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55" name="Google Shape;7355;p79"/>
                <p:cNvCxnSpPr/>
                <p:nvPr/>
              </p:nvCxnSpPr>
              <p:spPr>
                <a:xfrm rot="-4438044">
                  <a:off x="4732" y="1280"/>
                  <a:ext cx="179" cy="506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356" name="Google Shape;7356;p79"/>
              <p:cNvGrpSpPr/>
              <p:nvPr/>
            </p:nvGrpSpPr>
            <p:grpSpPr>
              <a:xfrm rot="10800000">
                <a:off x="3759" y="1360"/>
                <a:ext cx="416" cy="201"/>
                <a:chOff x="4255" y="1317"/>
                <a:chExt cx="916" cy="395"/>
              </a:xfrm>
            </p:grpSpPr>
            <p:cxnSp>
              <p:nvCxnSpPr>
                <p:cNvPr id="7357" name="Google Shape;7357;p79"/>
                <p:cNvCxnSpPr/>
                <p:nvPr/>
              </p:nvCxnSpPr>
              <p:spPr>
                <a:xfrm>
                  <a:off x="4255" y="1626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58" name="Google Shape;7358;p79"/>
                <p:cNvCxnSpPr/>
                <p:nvPr/>
              </p:nvCxnSpPr>
              <p:spPr>
                <a:xfrm rot="-4438044">
                  <a:off x="4503" y="1207"/>
                  <a:ext cx="173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59" name="Google Shape;7359;p79"/>
                <p:cNvCxnSpPr/>
                <p:nvPr/>
              </p:nvCxnSpPr>
              <p:spPr>
                <a:xfrm rot="6361956">
                  <a:off x="4636" y="1417"/>
                  <a:ext cx="173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60" name="Google Shape;7360;p79"/>
                <p:cNvCxnSpPr/>
                <p:nvPr/>
              </p:nvCxnSpPr>
              <p:spPr>
                <a:xfrm rot="-4438044">
                  <a:off x="4820" y="1310"/>
                  <a:ext cx="173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7361" name="Google Shape;7361;p79"/>
            <p:cNvSpPr/>
            <p:nvPr/>
          </p:nvSpPr>
          <p:spPr>
            <a:xfrm>
              <a:off x="527" y="1220"/>
              <a:ext cx="252" cy="214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62" name="Google Shape;7362;p79"/>
            <p:cNvGrpSpPr/>
            <p:nvPr/>
          </p:nvGrpSpPr>
          <p:grpSpPr>
            <a:xfrm>
              <a:off x="625" y="1269"/>
              <a:ext cx="60" cy="114"/>
              <a:chOff x="3759" y="1027"/>
              <a:chExt cx="908" cy="1253"/>
            </a:xfrm>
          </p:grpSpPr>
          <p:cxnSp>
            <p:nvCxnSpPr>
              <p:cNvPr id="7363" name="Google Shape;7363;p79"/>
              <p:cNvCxnSpPr/>
              <p:nvPr/>
            </p:nvCxnSpPr>
            <p:spPr>
              <a:xfrm flipH="1">
                <a:off x="3993" y="1481"/>
                <a:ext cx="228" cy="7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4" name="Google Shape;7364;p79"/>
              <p:cNvCxnSpPr/>
              <p:nvPr/>
            </p:nvCxnSpPr>
            <p:spPr>
              <a:xfrm>
                <a:off x="4221" y="1481"/>
                <a:ext cx="243" cy="7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5" name="Google Shape;7365;p79"/>
              <p:cNvCxnSpPr/>
              <p:nvPr/>
            </p:nvCxnSpPr>
            <p:spPr>
              <a:xfrm>
                <a:off x="3993" y="2203"/>
                <a:ext cx="228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6" name="Google Shape;7366;p79"/>
              <p:cNvCxnSpPr/>
              <p:nvPr/>
            </p:nvCxnSpPr>
            <p:spPr>
              <a:xfrm flipH="1">
                <a:off x="4221" y="2203"/>
                <a:ext cx="243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7" name="Google Shape;7367;p79"/>
              <p:cNvCxnSpPr/>
              <p:nvPr/>
            </p:nvCxnSpPr>
            <p:spPr>
              <a:xfrm>
                <a:off x="4221" y="1492"/>
                <a:ext cx="0" cy="7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8" name="Google Shape;7368;p79"/>
              <p:cNvCxnSpPr/>
              <p:nvPr/>
            </p:nvCxnSpPr>
            <p:spPr>
              <a:xfrm flipH="1" rot="10800000">
                <a:off x="3993" y="2127"/>
                <a:ext cx="228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9" name="Google Shape;7369;p79"/>
              <p:cNvCxnSpPr/>
              <p:nvPr/>
            </p:nvCxnSpPr>
            <p:spPr>
              <a:xfrm rot="10800000">
                <a:off x="4221" y="2127"/>
                <a:ext cx="243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0" name="Google Shape;7370;p79"/>
              <p:cNvCxnSpPr/>
              <p:nvPr/>
            </p:nvCxnSpPr>
            <p:spPr>
              <a:xfrm>
                <a:off x="4100" y="1886"/>
                <a:ext cx="121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1" name="Google Shape;7371;p79"/>
              <p:cNvCxnSpPr/>
              <p:nvPr/>
            </p:nvCxnSpPr>
            <p:spPr>
              <a:xfrm flipH="1" rot="10800000">
                <a:off x="4221" y="1886"/>
                <a:ext cx="152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2" name="Google Shape;7372;p79"/>
              <p:cNvCxnSpPr/>
              <p:nvPr/>
            </p:nvCxnSpPr>
            <p:spPr>
              <a:xfrm>
                <a:off x="4054" y="1995"/>
                <a:ext cx="167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3" name="Google Shape;7373;p79"/>
              <p:cNvCxnSpPr/>
              <p:nvPr/>
            </p:nvCxnSpPr>
            <p:spPr>
              <a:xfrm flipH="1" rot="10800000">
                <a:off x="4221" y="2017"/>
                <a:ext cx="182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4" name="Google Shape;7374;p79"/>
              <p:cNvCxnSpPr/>
              <p:nvPr/>
            </p:nvCxnSpPr>
            <p:spPr>
              <a:xfrm flipH="1" rot="10800000">
                <a:off x="4221" y="1787"/>
                <a:ext cx="9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5" name="Google Shape;7375;p79"/>
              <p:cNvCxnSpPr/>
              <p:nvPr/>
            </p:nvCxnSpPr>
            <p:spPr>
              <a:xfrm flipH="1" rot="10800000">
                <a:off x="4221" y="1634"/>
                <a:ext cx="6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6" name="Google Shape;7376;p79"/>
              <p:cNvCxnSpPr/>
              <p:nvPr/>
            </p:nvCxnSpPr>
            <p:spPr>
              <a:xfrm>
                <a:off x="4130" y="1776"/>
                <a:ext cx="106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7" name="Google Shape;7377;p79"/>
              <p:cNvCxnSpPr/>
              <p:nvPr/>
            </p:nvCxnSpPr>
            <p:spPr>
              <a:xfrm>
                <a:off x="4175" y="1623"/>
                <a:ext cx="61" cy="4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378" name="Google Shape;7378;p79"/>
              <p:cNvGrpSpPr/>
              <p:nvPr/>
            </p:nvGrpSpPr>
            <p:grpSpPr>
              <a:xfrm>
                <a:off x="4266" y="1379"/>
                <a:ext cx="401" cy="201"/>
                <a:chOff x="4221" y="1289"/>
                <a:chExt cx="883" cy="395"/>
              </a:xfrm>
            </p:grpSpPr>
            <p:cxnSp>
              <p:nvCxnSpPr>
                <p:cNvPr id="7379" name="Google Shape;7379;p79"/>
                <p:cNvCxnSpPr/>
                <p:nvPr/>
              </p:nvCxnSpPr>
              <p:spPr>
                <a:xfrm>
                  <a:off x="4221" y="1598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80" name="Google Shape;7380;p79"/>
                <p:cNvCxnSpPr/>
                <p:nvPr/>
              </p:nvCxnSpPr>
              <p:spPr>
                <a:xfrm rot="-4438044">
                  <a:off x="4469" y="1179"/>
                  <a:ext cx="173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81" name="Google Shape;7381;p79"/>
                <p:cNvCxnSpPr/>
                <p:nvPr/>
              </p:nvCxnSpPr>
              <p:spPr>
                <a:xfrm rot="6361956">
                  <a:off x="4603" y="1390"/>
                  <a:ext cx="173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82" name="Google Shape;7382;p79"/>
                <p:cNvCxnSpPr/>
                <p:nvPr/>
              </p:nvCxnSpPr>
              <p:spPr>
                <a:xfrm rot="-4438044">
                  <a:off x="4753" y="1282"/>
                  <a:ext cx="173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383" name="Google Shape;7383;p79"/>
              <p:cNvGrpSpPr/>
              <p:nvPr/>
            </p:nvGrpSpPr>
            <p:grpSpPr>
              <a:xfrm rot="5700496">
                <a:off x="4053" y="1133"/>
                <a:ext cx="399" cy="204"/>
                <a:chOff x="4210" y="1286"/>
                <a:chExt cx="879" cy="403"/>
              </a:xfrm>
            </p:grpSpPr>
            <p:cxnSp>
              <p:nvCxnSpPr>
                <p:cNvPr id="7384" name="Google Shape;7384;p79"/>
                <p:cNvCxnSpPr/>
                <p:nvPr/>
              </p:nvCxnSpPr>
              <p:spPr>
                <a:xfrm>
                  <a:off x="4210" y="1599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85" name="Google Shape;7385;p79"/>
                <p:cNvCxnSpPr/>
                <p:nvPr/>
              </p:nvCxnSpPr>
              <p:spPr>
                <a:xfrm rot="-4438044">
                  <a:off x="4460" y="1189"/>
                  <a:ext cx="179" cy="506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86" name="Google Shape;7386;p79"/>
                <p:cNvCxnSpPr/>
                <p:nvPr/>
              </p:nvCxnSpPr>
              <p:spPr>
                <a:xfrm rot="6361956">
                  <a:off x="4572" y="1425"/>
                  <a:ext cx="209" cy="21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87" name="Google Shape;7387;p79"/>
                <p:cNvCxnSpPr/>
                <p:nvPr/>
              </p:nvCxnSpPr>
              <p:spPr>
                <a:xfrm rot="-4438044">
                  <a:off x="4732" y="1280"/>
                  <a:ext cx="179" cy="506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388" name="Google Shape;7388;p79"/>
              <p:cNvGrpSpPr/>
              <p:nvPr/>
            </p:nvGrpSpPr>
            <p:grpSpPr>
              <a:xfrm rot="10800000">
                <a:off x="3759" y="1360"/>
                <a:ext cx="416" cy="201"/>
                <a:chOff x="4255" y="1317"/>
                <a:chExt cx="916" cy="395"/>
              </a:xfrm>
            </p:grpSpPr>
            <p:cxnSp>
              <p:nvCxnSpPr>
                <p:cNvPr id="7389" name="Google Shape;7389;p79"/>
                <p:cNvCxnSpPr/>
                <p:nvPr/>
              </p:nvCxnSpPr>
              <p:spPr>
                <a:xfrm>
                  <a:off x="4255" y="1626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90" name="Google Shape;7390;p79"/>
                <p:cNvCxnSpPr/>
                <p:nvPr/>
              </p:nvCxnSpPr>
              <p:spPr>
                <a:xfrm rot="-4438044">
                  <a:off x="4503" y="1207"/>
                  <a:ext cx="173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91" name="Google Shape;7391;p79"/>
                <p:cNvCxnSpPr/>
                <p:nvPr/>
              </p:nvCxnSpPr>
              <p:spPr>
                <a:xfrm rot="6361956">
                  <a:off x="4636" y="1417"/>
                  <a:ext cx="173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92" name="Google Shape;7392;p79"/>
                <p:cNvCxnSpPr/>
                <p:nvPr/>
              </p:nvCxnSpPr>
              <p:spPr>
                <a:xfrm rot="-4438044">
                  <a:off x="4820" y="1310"/>
                  <a:ext cx="173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cxnSp>
          <p:nvCxnSpPr>
            <p:cNvPr id="7393" name="Google Shape;7393;p79"/>
            <p:cNvCxnSpPr/>
            <p:nvPr/>
          </p:nvCxnSpPr>
          <p:spPr>
            <a:xfrm flipH="1" rot="10800000">
              <a:off x="269" y="920"/>
              <a:ext cx="156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394" name="Google Shape;7394;p79"/>
          <p:cNvGrpSpPr/>
          <p:nvPr/>
        </p:nvGrpSpPr>
        <p:grpSpPr>
          <a:xfrm>
            <a:off x="5394325" y="2746375"/>
            <a:ext cx="1749425" cy="841375"/>
            <a:chOff x="1064" y="824"/>
            <a:chExt cx="1102" cy="530"/>
          </a:xfrm>
        </p:grpSpPr>
        <p:sp>
          <p:nvSpPr>
            <p:cNvPr id="7395" name="Google Shape;7395;p79"/>
            <p:cNvSpPr/>
            <p:nvPr/>
          </p:nvSpPr>
          <p:spPr>
            <a:xfrm>
              <a:off x="1534" y="824"/>
              <a:ext cx="252" cy="214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6" name="Google Shape;7396;p79"/>
            <p:cNvSpPr/>
            <p:nvPr/>
          </p:nvSpPr>
          <p:spPr>
            <a:xfrm>
              <a:off x="1726" y="1140"/>
              <a:ext cx="252" cy="214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7" name="Google Shape;7397;p79"/>
            <p:cNvSpPr/>
            <p:nvPr/>
          </p:nvSpPr>
          <p:spPr>
            <a:xfrm>
              <a:off x="1723" y="925"/>
              <a:ext cx="252" cy="214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8" name="Google Shape;7398;p79"/>
            <p:cNvSpPr/>
            <p:nvPr/>
          </p:nvSpPr>
          <p:spPr>
            <a:xfrm>
              <a:off x="1914" y="1034"/>
              <a:ext cx="252" cy="214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99" name="Google Shape;7399;p79"/>
            <p:cNvGrpSpPr/>
            <p:nvPr/>
          </p:nvGrpSpPr>
          <p:grpSpPr>
            <a:xfrm>
              <a:off x="2011" y="1064"/>
              <a:ext cx="61" cy="115"/>
              <a:chOff x="3759" y="1027"/>
              <a:chExt cx="910" cy="1253"/>
            </a:xfrm>
          </p:grpSpPr>
          <p:cxnSp>
            <p:nvCxnSpPr>
              <p:cNvPr id="7400" name="Google Shape;7400;p79"/>
              <p:cNvCxnSpPr/>
              <p:nvPr/>
            </p:nvCxnSpPr>
            <p:spPr>
              <a:xfrm flipH="1">
                <a:off x="3990" y="1477"/>
                <a:ext cx="239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1" name="Google Shape;7401;p79"/>
              <p:cNvCxnSpPr/>
              <p:nvPr/>
            </p:nvCxnSpPr>
            <p:spPr>
              <a:xfrm>
                <a:off x="4229" y="1477"/>
                <a:ext cx="239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2" name="Google Shape;7402;p79"/>
              <p:cNvCxnSpPr/>
              <p:nvPr/>
            </p:nvCxnSpPr>
            <p:spPr>
              <a:xfrm>
                <a:off x="3990" y="2204"/>
                <a:ext cx="23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3" name="Google Shape;7403;p79"/>
              <p:cNvCxnSpPr/>
              <p:nvPr/>
            </p:nvCxnSpPr>
            <p:spPr>
              <a:xfrm flipH="1">
                <a:off x="4229" y="2204"/>
                <a:ext cx="23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4" name="Google Shape;7404;p79"/>
              <p:cNvCxnSpPr/>
              <p:nvPr/>
            </p:nvCxnSpPr>
            <p:spPr>
              <a:xfrm>
                <a:off x="4229" y="1499"/>
                <a:ext cx="0" cy="7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5" name="Google Shape;7405;p79"/>
              <p:cNvCxnSpPr/>
              <p:nvPr/>
            </p:nvCxnSpPr>
            <p:spPr>
              <a:xfrm flipH="1" rot="10800000">
                <a:off x="3990" y="2128"/>
                <a:ext cx="23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6" name="Google Shape;7406;p79"/>
              <p:cNvCxnSpPr/>
              <p:nvPr/>
            </p:nvCxnSpPr>
            <p:spPr>
              <a:xfrm rot="10800000">
                <a:off x="4229" y="2128"/>
                <a:ext cx="23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7" name="Google Shape;7407;p79"/>
              <p:cNvCxnSpPr/>
              <p:nvPr/>
            </p:nvCxnSpPr>
            <p:spPr>
              <a:xfrm>
                <a:off x="4094" y="1889"/>
                <a:ext cx="134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8" name="Google Shape;7408;p79"/>
              <p:cNvCxnSpPr/>
              <p:nvPr/>
            </p:nvCxnSpPr>
            <p:spPr>
              <a:xfrm flipH="1" rot="10800000">
                <a:off x="4229" y="1889"/>
                <a:ext cx="134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9" name="Google Shape;7409;p79"/>
              <p:cNvCxnSpPr/>
              <p:nvPr/>
            </p:nvCxnSpPr>
            <p:spPr>
              <a:xfrm>
                <a:off x="4050" y="1998"/>
                <a:ext cx="17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0" name="Google Shape;7410;p79"/>
              <p:cNvCxnSpPr/>
              <p:nvPr/>
            </p:nvCxnSpPr>
            <p:spPr>
              <a:xfrm flipH="1" rot="10800000">
                <a:off x="4229" y="2009"/>
                <a:ext cx="17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1" name="Google Shape;7411;p79"/>
              <p:cNvCxnSpPr/>
              <p:nvPr/>
            </p:nvCxnSpPr>
            <p:spPr>
              <a:xfrm flipH="1" rot="10800000">
                <a:off x="4229" y="1781"/>
                <a:ext cx="89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2" name="Google Shape;7412;p79"/>
              <p:cNvCxnSpPr/>
              <p:nvPr/>
            </p:nvCxnSpPr>
            <p:spPr>
              <a:xfrm flipH="1" rot="10800000">
                <a:off x="4229" y="1629"/>
                <a:ext cx="60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3" name="Google Shape;7413;p79"/>
              <p:cNvCxnSpPr/>
              <p:nvPr/>
            </p:nvCxnSpPr>
            <p:spPr>
              <a:xfrm>
                <a:off x="4124" y="1770"/>
                <a:ext cx="104" cy="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4" name="Google Shape;7414;p79"/>
              <p:cNvCxnSpPr/>
              <p:nvPr/>
            </p:nvCxnSpPr>
            <p:spPr>
              <a:xfrm>
                <a:off x="4169" y="1629"/>
                <a:ext cx="75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415" name="Google Shape;7415;p79"/>
              <p:cNvGrpSpPr/>
              <p:nvPr/>
            </p:nvGrpSpPr>
            <p:grpSpPr>
              <a:xfrm>
                <a:off x="4273" y="1377"/>
                <a:ext cx="396" cy="208"/>
                <a:chOff x="4236" y="1286"/>
                <a:chExt cx="871" cy="409"/>
              </a:xfrm>
            </p:grpSpPr>
            <p:cxnSp>
              <p:nvCxnSpPr>
                <p:cNvPr id="7416" name="Google Shape;7416;p79"/>
                <p:cNvCxnSpPr/>
                <p:nvPr/>
              </p:nvCxnSpPr>
              <p:spPr>
                <a:xfrm>
                  <a:off x="4236" y="1611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17" name="Google Shape;7417;p79"/>
                <p:cNvCxnSpPr/>
                <p:nvPr/>
              </p:nvCxnSpPr>
              <p:spPr>
                <a:xfrm rot="-4438044">
                  <a:off x="4468" y="1188"/>
                  <a:ext cx="192" cy="52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18" name="Google Shape;7418;p79"/>
                <p:cNvCxnSpPr/>
                <p:nvPr/>
              </p:nvCxnSpPr>
              <p:spPr>
                <a:xfrm rot="6361956">
                  <a:off x="4600" y="1394"/>
                  <a:ext cx="192" cy="19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19" name="Google Shape;7419;p79"/>
                <p:cNvCxnSpPr/>
                <p:nvPr/>
              </p:nvCxnSpPr>
              <p:spPr>
                <a:xfrm rot="-4438044">
                  <a:off x="4748" y="1289"/>
                  <a:ext cx="192" cy="49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420" name="Google Shape;7420;p79"/>
              <p:cNvGrpSpPr/>
              <p:nvPr/>
            </p:nvGrpSpPr>
            <p:grpSpPr>
              <a:xfrm rot="5700496">
                <a:off x="4062" y="1133"/>
                <a:ext cx="396" cy="201"/>
                <a:chOff x="4209" y="1276"/>
                <a:chExt cx="872" cy="397"/>
              </a:xfrm>
            </p:grpSpPr>
            <p:cxnSp>
              <p:nvCxnSpPr>
                <p:cNvPr id="7421" name="Google Shape;7421;p79"/>
                <p:cNvCxnSpPr/>
                <p:nvPr/>
              </p:nvCxnSpPr>
              <p:spPr>
                <a:xfrm>
                  <a:off x="4209" y="1584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22" name="Google Shape;7422;p79"/>
                <p:cNvCxnSpPr/>
                <p:nvPr/>
              </p:nvCxnSpPr>
              <p:spPr>
                <a:xfrm rot="-4438044">
                  <a:off x="4457" y="1179"/>
                  <a:ext cx="176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23" name="Google Shape;7423;p79"/>
                <p:cNvCxnSpPr/>
                <p:nvPr/>
              </p:nvCxnSpPr>
              <p:spPr>
                <a:xfrm rot="6361956">
                  <a:off x="4569" y="1412"/>
                  <a:ext cx="206" cy="21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24" name="Google Shape;7424;p79"/>
                <p:cNvCxnSpPr/>
                <p:nvPr/>
              </p:nvCxnSpPr>
              <p:spPr>
                <a:xfrm rot="-4438044">
                  <a:off x="4727" y="1268"/>
                  <a:ext cx="176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425" name="Google Shape;7425;p79"/>
              <p:cNvGrpSpPr/>
              <p:nvPr/>
            </p:nvGrpSpPr>
            <p:grpSpPr>
              <a:xfrm rot="10800000">
                <a:off x="3759" y="1357"/>
                <a:ext cx="410" cy="209"/>
                <a:chOff x="4269" y="1307"/>
                <a:chExt cx="903" cy="411"/>
              </a:xfrm>
            </p:grpSpPr>
            <p:cxnSp>
              <p:nvCxnSpPr>
                <p:cNvPr id="7426" name="Google Shape;7426;p79"/>
                <p:cNvCxnSpPr/>
                <p:nvPr/>
              </p:nvCxnSpPr>
              <p:spPr>
                <a:xfrm>
                  <a:off x="4269" y="1610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27" name="Google Shape;7427;p79"/>
                <p:cNvCxnSpPr/>
                <p:nvPr/>
              </p:nvCxnSpPr>
              <p:spPr>
                <a:xfrm rot="-4438044">
                  <a:off x="4501" y="1209"/>
                  <a:ext cx="192" cy="52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28" name="Google Shape;7428;p79"/>
                <p:cNvCxnSpPr/>
                <p:nvPr/>
              </p:nvCxnSpPr>
              <p:spPr>
                <a:xfrm rot="6361956">
                  <a:off x="4633" y="1416"/>
                  <a:ext cx="192" cy="19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29" name="Google Shape;7429;p79"/>
                <p:cNvCxnSpPr/>
                <p:nvPr/>
              </p:nvCxnSpPr>
              <p:spPr>
                <a:xfrm rot="-4438044">
                  <a:off x="4813" y="1311"/>
                  <a:ext cx="192" cy="493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7430" name="Google Shape;7430;p79"/>
            <p:cNvGrpSpPr/>
            <p:nvPr/>
          </p:nvGrpSpPr>
          <p:grpSpPr>
            <a:xfrm>
              <a:off x="1817" y="963"/>
              <a:ext cx="61" cy="115"/>
              <a:chOff x="3759" y="1027"/>
              <a:chExt cx="910" cy="1253"/>
            </a:xfrm>
          </p:grpSpPr>
          <p:cxnSp>
            <p:nvCxnSpPr>
              <p:cNvPr id="7431" name="Google Shape;7431;p79"/>
              <p:cNvCxnSpPr/>
              <p:nvPr/>
            </p:nvCxnSpPr>
            <p:spPr>
              <a:xfrm flipH="1">
                <a:off x="3990" y="1477"/>
                <a:ext cx="239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32" name="Google Shape;7432;p79"/>
              <p:cNvCxnSpPr/>
              <p:nvPr/>
            </p:nvCxnSpPr>
            <p:spPr>
              <a:xfrm>
                <a:off x="4229" y="1477"/>
                <a:ext cx="239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33" name="Google Shape;7433;p79"/>
              <p:cNvCxnSpPr/>
              <p:nvPr/>
            </p:nvCxnSpPr>
            <p:spPr>
              <a:xfrm>
                <a:off x="3990" y="2204"/>
                <a:ext cx="23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34" name="Google Shape;7434;p79"/>
              <p:cNvCxnSpPr/>
              <p:nvPr/>
            </p:nvCxnSpPr>
            <p:spPr>
              <a:xfrm flipH="1">
                <a:off x="4229" y="2204"/>
                <a:ext cx="23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35" name="Google Shape;7435;p79"/>
              <p:cNvCxnSpPr/>
              <p:nvPr/>
            </p:nvCxnSpPr>
            <p:spPr>
              <a:xfrm>
                <a:off x="4229" y="1499"/>
                <a:ext cx="0" cy="7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36" name="Google Shape;7436;p79"/>
              <p:cNvCxnSpPr/>
              <p:nvPr/>
            </p:nvCxnSpPr>
            <p:spPr>
              <a:xfrm flipH="1" rot="10800000">
                <a:off x="3990" y="2128"/>
                <a:ext cx="23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37" name="Google Shape;7437;p79"/>
              <p:cNvCxnSpPr/>
              <p:nvPr/>
            </p:nvCxnSpPr>
            <p:spPr>
              <a:xfrm rot="10800000">
                <a:off x="4229" y="2128"/>
                <a:ext cx="23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38" name="Google Shape;7438;p79"/>
              <p:cNvCxnSpPr/>
              <p:nvPr/>
            </p:nvCxnSpPr>
            <p:spPr>
              <a:xfrm>
                <a:off x="4094" y="1889"/>
                <a:ext cx="134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39" name="Google Shape;7439;p79"/>
              <p:cNvCxnSpPr/>
              <p:nvPr/>
            </p:nvCxnSpPr>
            <p:spPr>
              <a:xfrm flipH="1" rot="10800000">
                <a:off x="4229" y="1889"/>
                <a:ext cx="134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40" name="Google Shape;7440;p79"/>
              <p:cNvCxnSpPr/>
              <p:nvPr/>
            </p:nvCxnSpPr>
            <p:spPr>
              <a:xfrm>
                <a:off x="4050" y="1998"/>
                <a:ext cx="17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41" name="Google Shape;7441;p79"/>
              <p:cNvCxnSpPr/>
              <p:nvPr/>
            </p:nvCxnSpPr>
            <p:spPr>
              <a:xfrm flipH="1" rot="10800000">
                <a:off x="4229" y="2009"/>
                <a:ext cx="179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42" name="Google Shape;7442;p79"/>
              <p:cNvCxnSpPr/>
              <p:nvPr/>
            </p:nvCxnSpPr>
            <p:spPr>
              <a:xfrm flipH="1" rot="10800000">
                <a:off x="4229" y="1781"/>
                <a:ext cx="89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43" name="Google Shape;7443;p79"/>
              <p:cNvCxnSpPr/>
              <p:nvPr/>
            </p:nvCxnSpPr>
            <p:spPr>
              <a:xfrm flipH="1" rot="10800000">
                <a:off x="4229" y="1629"/>
                <a:ext cx="60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44" name="Google Shape;7444;p79"/>
              <p:cNvCxnSpPr/>
              <p:nvPr/>
            </p:nvCxnSpPr>
            <p:spPr>
              <a:xfrm>
                <a:off x="4124" y="1770"/>
                <a:ext cx="104" cy="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45" name="Google Shape;7445;p79"/>
              <p:cNvCxnSpPr/>
              <p:nvPr/>
            </p:nvCxnSpPr>
            <p:spPr>
              <a:xfrm>
                <a:off x="4169" y="1629"/>
                <a:ext cx="75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446" name="Google Shape;7446;p79"/>
              <p:cNvGrpSpPr/>
              <p:nvPr/>
            </p:nvGrpSpPr>
            <p:grpSpPr>
              <a:xfrm>
                <a:off x="4273" y="1377"/>
                <a:ext cx="396" cy="208"/>
                <a:chOff x="4236" y="1286"/>
                <a:chExt cx="871" cy="409"/>
              </a:xfrm>
            </p:grpSpPr>
            <p:cxnSp>
              <p:nvCxnSpPr>
                <p:cNvPr id="7447" name="Google Shape;7447;p79"/>
                <p:cNvCxnSpPr/>
                <p:nvPr/>
              </p:nvCxnSpPr>
              <p:spPr>
                <a:xfrm>
                  <a:off x="4236" y="1611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48" name="Google Shape;7448;p79"/>
                <p:cNvCxnSpPr/>
                <p:nvPr/>
              </p:nvCxnSpPr>
              <p:spPr>
                <a:xfrm rot="-4438044">
                  <a:off x="4468" y="1188"/>
                  <a:ext cx="192" cy="52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49" name="Google Shape;7449;p79"/>
                <p:cNvCxnSpPr/>
                <p:nvPr/>
              </p:nvCxnSpPr>
              <p:spPr>
                <a:xfrm rot="6361956">
                  <a:off x="4600" y="1394"/>
                  <a:ext cx="192" cy="19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50" name="Google Shape;7450;p79"/>
                <p:cNvCxnSpPr/>
                <p:nvPr/>
              </p:nvCxnSpPr>
              <p:spPr>
                <a:xfrm rot="-4438044">
                  <a:off x="4748" y="1289"/>
                  <a:ext cx="192" cy="49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451" name="Google Shape;7451;p79"/>
              <p:cNvGrpSpPr/>
              <p:nvPr/>
            </p:nvGrpSpPr>
            <p:grpSpPr>
              <a:xfrm rot="5700496">
                <a:off x="4062" y="1133"/>
                <a:ext cx="396" cy="201"/>
                <a:chOff x="4209" y="1276"/>
                <a:chExt cx="872" cy="397"/>
              </a:xfrm>
            </p:grpSpPr>
            <p:cxnSp>
              <p:nvCxnSpPr>
                <p:cNvPr id="7452" name="Google Shape;7452;p79"/>
                <p:cNvCxnSpPr/>
                <p:nvPr/>
              </p:nvCxnSpPr>
              <p:spPr>
                <a:xfrm>
                  <a:off x="4209" y="1584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53" name="Google Shape;7453;p79"/>
                <p:cNvCxnSpPr/>
                <p:nvPr/>
              </p:nvCxnSpPr>
              <p:spPr>
                <a:xfrm rot="-4438044">
                  <a:off x="4457" y="1179"/>
                  <a:ext cx="176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54" name="Google Shape;7454;p79"/>
                <p:cNvCxnSpPr/>
                <p:nvPr/>
              </p:nvCxnSpPr>
              <p:spPr>
                <a:xfrm rot="6361956">
                  <a:off x="4569" y="1412"/>
                  <a:ext cx="206" cy="21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55" name="Google Shape;7455;p79"/>
                <p:cNvCxnSpPr/>
                <p:nvPr/>
              </p:nvCxnSpPr>
              <p:spPr>
                <a:xfrm rot="-4438044">
                  <a:off x="4727" y="1268"/>
                  <a:ext cx="176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456" name="Google Shape;7456;p79"/>
              <p:cNvGrpSpPr/>
              <p:nvPr/>
            </p:nvGrpSpPr>
            <p:grpSpPr>
              <a:xfrm rot="10800000">
                <a:off x="3759" y="1357"/>
                <a:ext cx="410" cy="209"/>
                <a:chOff x="4269" y="1307"/>
                <a:chExt cx="903" cy="411"/>
              </a:xfrm>
            </p:grpSpPr>
            <p:cxnSp>
              <p:nvCxnSpPr>
                <p:cNvPr id="7457" name="Google Shape;7457;p79"/>
                <p:cNvCxnSpPr/>
                <p:nvPr/>
              </p:nvCxnSpPr>
              <p:spPr>
                <a:xfrm>
                  <a:off x="4269" y="1610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58" name="Google Shape;7458;p79"/>
                <p:cNvCxnSpPr/>
                <p:nvPr/>
              </p:nvCxnSpPr>
              <p:spPr>
                <a:xfrm rot="-4438044">
                  <a:off x="4501" y="1209"/>
                  <a:ext cx="192" cy="52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59" name="Google Shape;7459;p79"/>
                <p:cNvCxnSpPr/>
                <p:nvPr/>
              </p:nvCxnSpPr>
              <p:spPr>
                <a:xfrm rot="6361956">
                  <a:off x="4633" y="1416"/>
                  <a:ext cx="192" cy="19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60" name="Google Shape;7460;p79"/>
                <p:cNvCxnSpPr/>
                <p:nvPr/>
              </p:nvCxnSpPr>
              <p:spPr>
                <a:xfrm rot="-4438044">
                  <a:off x="4813" y="1311"/>
                  <a:ext cx="192" cy="493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7461" name="Google Shape;7461;p79"/>
            <p:cNvGrpSpPr/>
            <p:nvPr/>
          </p:nvGrpSpPr>
          <p:grpSpPr>
            <a:xfrm>
              <a:off x="1827" y="1174"/>
              <a:ext cx="60" cy="114"/>
              <a:chOff x="3759" y="1027"/>
              <a:chExt cx="908" cy="1253"/>
            </a:xfrm>
          </p:grpSpPr>
          <p:cxnSp>
            <p:nvCxnSpPr>
              <p:cNvPr id="7462" name="Google Shape;7462;p79"/>
              <p:cNvCxnSpPr/>
              <p:nvPr/>
            </p:nvCxnSpPr>
            <p:spPr>
              <a:xfrm flipH="1">
                <a:off x="3993" y="1481"/>
                <a:ext cx="228" cy="7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63" name="Google Shape;7463;p79"/>
              <p:cNvCxnSpPr/>
              <p:nvPr/>
            </p:nvCxnSpPr>
            <p:spPr>
              <a:xfrm>
                <a:off x="4221" y="1481"/>
                <a:ext cx="243" cy="7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64" name="Google Shape;7464;p79"/>
              <p:cNvCxnSpPr/>
              <p:nvPr/>
            </p:nvCxnSpPr>
            <p:spPr>
              <a:xfrm>
                <a:off x="3993" y="2203"/>
                <a:ext cx="228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65" name="Google Shape;7465;p79"/>
              <p:cNvCxnSpPr/>
              <p:nvPr/>
            </p:nvCxnSpPr>
            <p:spPr>
              <a:xfrm flipH="1">
                <a:off x="4221" y="2203"/>
                <a:ext cx="243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66" name="Google Shape;7466;p79"/>
              <p:cNvCxnSpPr/>
              <p:nvPr/>
            </p:nvCxnSpPr>
            <p:spPr>
              <a:xfrm>
                <a:off x="4221" y="1492"/>
                <a:ext cx="0" cy="7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67" name="Google Shape;7467;p79"/>
              <p:cNvCxnSpPr/>
              <p:nvPr/>
            </p:nvCxnSpPr>
            <p:spPr>
              <a:xfrm flipH="1" rot="10800000">
                <a:off x="3993" y="2127"/>
                <a:ext cx="228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68" name="Google Shape;7468;p79"/>
              <p:cNvCxnSpPr/>
              <p:nvPr/>
            </p:nvCxnSpPr>
            <p:spPr>
              <a:xfrm rot="10800000">
                <a:off x="4221" y="2127"/>
                <a:ext cx="243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69" name="Google Shape;7469;p79"/>
              <p:cNvCxnSpPr/>
              <p:nvPr/>
            </p:nvCxnSpPr>
            <p:spPr>
              <a:xfrm>
                <a:off x="4100" y="1886"/>
                <a:ext cx="121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70" name="Google Shape;7470;p79"/>
              <p:cNvCxnSpPr/>
              <p:nvPr/>
            </p:nvCxnSpPr>
            <p:spPr>
              <a:xfrm flipH="1" rot="10800000">
                <a:off x="4221" y="1886"/>
                <a:ext cx="152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71" name="Google Shape;7471;p79"/>
              <p:cNvCxnSpPr/>
              <p:nvPr/>
            </p:nvCxnSpPr>
            <p:spPr>
              <a:xfrm>
                <a:off x="4054" y="1995"/>
                <a:ext cx="167" cy="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72" name="Google Shape;7472;p79"/>
              <p:cNvCxnSpPr/>
              <p:nvPr/>
            </p:nvCxnSpPr>
            <p:spPr>
              <a:xfrm flipH="1" rot="10800000">
                <a:off x="4221" y="2017"/>
                <a:ext cx="182" cy="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73" name="Google Shape;7473;p79"/>
              <p:cNvCxnSpPr/>
              <p:nvPr/>
            </p:nvCxnSpPr>
            <p:spPr>
              <a:xfrm flipH="1" rot="10800000">
                <a:off x="4221" y="1787"/>
                <a:ext cx="9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74" name="Google Shape;7474;p79"/>
              <p:cNvCxnSpPr/>
              <p:nvPr/>
            </p:nvCxnSpPr>
            <p:spPr>
              <a:xfrm flipH="1" rot="10800000">
                <a:off x="4221" y="1634"/>
                <a:ext cx="6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75" name="Google Shape;7475;p79"/>
              <p:cNvCxnSpPr/>
              <p:nvPr/>
            </p:nvCxnSpPr>
            <p:spPr>
              <a:xfrm>
                <a:off x="4130" y="1776"/>
                <a:ext cx="106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76" name="Google Shape;7476;p79"/>
              <p:cNvCxnSpPr/>
              <p:nvPr/>
            </p:nvCxnSpPr>
            <p:spPr>
              <a:xfrm>
                <a:off x="4175" y="1623"/>
                <a:ext cx="61" cy="4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477" name="Google Shape;7477;p79"/>
              <p:cNvGrpSpPr/>
              <p:nvPr/>
            </p:nvGrpSpPr>
            <p:grpSpPr>
              <a:xfrm>
                <a:off x="4266" y="1379"/>
                <a:ext cx="401" cy="201"/>
                <a:chOff x="4221" y="1289"/>
                <a:chExt cx="883" cy="395"/>
              </a:xfrm>
            </p:grpSpPr>
            <p:cxnSp>
              <p:nvCxnSpPr>
                <p:cNvPr id="7478" name="Google Shape;7478;p79"/>
                <p:cNvCxnSpPr/>
                <p:nvPr/>
              </p:nvCxnSpPr>
              <p:spPr>
                <a:xfrm>
                  <a:off x="4221" y="1598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79" name="Google Shape;7479;p79"/>
                <p:cNvCxnSpPr/>
                <p:nvPr/>
              </p:nvCxnSpPr>
              <p:spPr>
                <a:xfrm rot="-4438044">
                  <a:off x="4469" y="1179"/>
                  <a:ext cx="173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80" name="Google Shape;7480;p79"/>
                <p:cNvCxnSpPr/>
                <p:nvPr/>
              </p:nvCxnSpPr>
              <p:spPr>
                <a:xfrm rot="6361956">
                  <a:off x="4603" y="1390"/>
                  <a:ext cx="173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81" name="Google Shape;7481;p79"/>
                <p:cNvCxnSpPr/>
                <p:nvPr/>
              </p:nvCxnSpPr>
              <p:spPr>
                <a:xfrm rot="-4438044">
                  <a:off x="4753" y="1282"/>
                  <a:ext cx="173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482" name="Google Shape;7482;p79"/>
              <p:cNvGrpSpPr/>
              <p:nvPr/>
            </p:nvGrpSpPr>
            <p:grpSpPr>
              <a:xfrm rot="5700496">
                <a:off x="4053" y="1133"/>
                <a:ext cx="399" cy="204"/>
                <a:chOff x="4210" y="1286"/>
                <a:chExt cx="879" cy="403"/>
              </a:xfrm>
            </p:grpSpPr>
            <p:cxnSp>
              <p:nvCxnSpPr>
                <p:cNvPr id="7483" name="Google Shape;7483;p79"/>
                <p:cNvCxnSpPr/>
                <p:nvPr/>
              </p:nvCxnSpPr>
              <p:spPr>
                <a:xfrm>
                  <a:off x="4210" y="1599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84" name="Google Shape;7484;p79"/>
                <p:cNvCxnSpPr/>
                <p:nvPr/>
              </p:nvCxnSpPr>
              <p:spPr>
                <a:xfrm rot="-4438044">
                  <a:off x="4460" y="1189"/>
                  <a:ext cx="179" cy="506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85" name="Google Shape;7485;p79"/>
                <p:cNvCxnSpPr/>
                <p:nvPr/>
              </p:nvCxnSpPr>
              <p:spPr>
                <a:xfrm rot="6361956">
                  <a:off x="4572" y="1425"/>
                  <a:ext cx="209" cy="21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86" name="Google Shape;7486;p79"/>
                <p:cNvCxnSpPr/>
                <p:nvPr/>
              </p:nvCxnSpPr>
              <p:spPr>
                <a:xfrm rot="-4438044">
                  <a:off x="4732" y="1280"/>
                  <a:ext cx="179" cy="506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487" name="Google Shape;7487;p79"/>
              <p:cNvGrpSpPr/>
              <p:nvPr/>
            </p:nvGrpSpPr>
            <p:grpSpPr>
              <a:xfrm rot="10800000">
                <a:off x="3759" y="1360"/>
                <a:ext cx="416" cy="201"/>
                <a:chOff x="4255" y="1317"/>
                <a:chExt cx="916" cy="395"/>
              </a:xfrm>
            </p:grpSpPr>
            <p:cxnSp>
              <p:nvCxnSpPr>
                <p:cNvPr id="7488" name="Google Shape;7488;p79"/>
                <p:cNvCxnSpPr/>
                <p:nvPr/>
              </p:nvCxnSpPr>
              <p:spPr>
                <a:xfrm>
                  <a:off x="4255" y="1626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89" name="Google Shape;7489;p79"/>
                <p:cNvCxnSpPr/>
                <p:nvPr/>
              </p:nvCxnSpPr>
              <p:spPr>
                <a:xfrm rot="-4438044">
                  <a:off x="4503" y="1207"/>
                  <a:ext cx="173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90" name="Google Shape;7490;p79"/>
                <p:cNvCxnSpPr/>
                <p:nvPr/>
              </p:nvCxnSpPr>
              <p:spPr>
                <a:xfrm rot="6361956">
                  <a:off x="4636" y="1417"/>
                  <a:ext cx="173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91" name="Google Shape;7491;p79"/>
                <p:cNvCxnSpPr/>
                <p:nvPr/>
              </p:nvCxnSpPr>
              <p:spPr>
                <a:xfrm rot="-4438044">
                  <a:off x="4820" y="1310"/>
                  <a:ext cx="173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7492" name="Google Shape;7492;p79"/>
            <p:cNvGrpSpPr/>
            <p:nvPr/>
          </p:nvGrpSpPr>
          <p:grpSpPr>
            <a:xfrm>
              <a:off x="1634" y="857"/>
              <a:ext cx="60" cy="115"/>
              <a:chOff x="3758" y="1027"/>
              <a:chExt cx="910" cy="1253"/>
            </a:xfrm>
          </p:grpSpPr>
          <p:cxnSp>
            <p:nvCxnSpPr>
              <p:cNvPr id="7493" name="Google Shape;7493;p79"/>
              <p:cNvCxnSpPr/>
              <p:nvPr/>
            </p:nvCxnSpPr>
            <p:spPr>
              <a:xfrm flipH="1">
                <a:off x="3993" y="1477"/>
                <a:ext cx="228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4" name="Google Shape;7494;p79"/>
              <p:cNvCxnSpPr/>
              <p:nvPr/>
            </p:nvCxnSpPr>
            <p:spPr>
              <a:xfrm>
                <a:off x="4221" y="1477"/>
                <a:ext cx="243" cy="7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5" name="Google Shape;7495;p79"/>
              <p:cNvCxnSpPr/>
              <p:nvPr/>
            </p:nvCxnSpPr>
            <p:spPr>
              <a:xfrm>
                <a:off x="3993" y="2204"/>
                <a:ext cx="228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6" name="Google Shape;7496;p79"/>
              <p:cNvCxnSpPr/>
              <p:nvPr/>
            </p:nvCxnSpPr>
            <p:spPr>
              <a:xfrm flipH="1">
                <a:off x="4221" y="2204"/>
                <a:ext cx="243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7" name="Google Shape;7497;p79"/>
              <p:cNvCxnSpPr/>
              <p:nvPr/>
            </p:nvCxnSpPr>
            <p:spPr>
              <a:xfrm>
                <a:off x="4221" y="1499"/>
                <a:ext cx="0" cy="7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8" name="Google Shape;7498;p79"/>
              <p:cNvCxnSpPr/>
              <p:nvPr/>
            </p:nvCxnSpPr>
            <p:spPr>
              <a:xfrm flipH="1" rot="10800000">
                <a:off x="3993" y="2128"/>
                <a:ext cx="228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9" name="Google Shape;7499;p79"/>
              <p:cNvCxnSpPr/>
              <p:nvPr/>
            </p:nvCxnSpPr>
            <p:spPr>
              <a:xfrm rot="10800000">
                <a:off x="4221" y="2128"/>
                <a:ext cx="243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00" name="Google Shape;7500;p79"/>
              <p:cNvCxnSpPr/>
              <p:nvPr/>
            </p:nvCxnSpPr>
            <p:spPr>
              <a:xfrm>
                <a:off x="4100" y="1889"/>
                <a:ext cx="121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01" name="Google Shape;7501;p79"/>
              <p:cNvCxnSpPr/>
              <p:nvPr/>
            </p:nvCxnSpPr>
            <p:spPr>
              <a:xfrm flipH="1" rot="10800000">
                <a:off x="4221" y="1889"/>
                <a:ext cx="152" cy="6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02" name="Google Shape;7502;p79"/>
              <p:cNvCxnSpPr/>
              <p:nvPr/>
            </p:nvCxnSpPr>
            <p:spPr>
              <a:xfrm>
                <a:off x="4054" y="1998"/>
                <a:ext cx="167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03" name="Google Shape;7503;p79"/>
              <p:cNvCxnSpPr/>
              <p:nvPr/>
            </p:nvCxnSpPr>
            <p:spPr>
              <a:xfrm flipH="1" rot="10800000">
                <a:off x="4221" y="2009"/>
                <a:ext cx="182" cy="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04" name="Google Shape;7504;p79"/>
              <p:cNvCxnSpPr/>
              <p:nvPr/>
            </p:nvCxnSpPr>
            <p:spPr>
              <a:xfrm flipH="1" rot="10800000">
                <a:off x="4221" y="1781"/>
                <a:ext cx="91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05" name="Google Shape;7505;p79"/>
              <p:cNvCxnSpPr/>
              <p:nvPr/>
            </p:nvCxnSpPr>
            <p:spPr>
              <a:xfrm flipH="1" rot="10800000">
                <a:off x="4221" y="1629"/>
                <a:ext cx="61" cy="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06" name="Google Shape;7506;p79"/>
              <p:cNvCxnSpPr/>
              <p:nvPr/>
            </p:nvCxnSpPr>
            <p:spPr>
              <a:xfrm>
                <a:off x="4130" y="1770"/>
                <a:ext cx="106" cy="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07" name="Google Shape;7507;p79"/>
              <p:cNvCxnSpPr/>
              <p:nvPr/>
            </p:nvCxnSpPr>
            <p:spPr>
              <a:xfrm>
                <a:off x="4175" y="1629"/>
                <a:ext cx="61" cy="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508" name="Google Shape;7508;p79"/>
              <p:cNvGrpSpPr/>
              <p:nvPr/>
            </p:nvGrpSpPr>
            <p:grpSpPr>
              <a:xfrm>
                <a:off x="4266" y="1377"/>
                <a:ext cx="402" cy="209"/>
                <a:chOff x="4221" y="1284"/>
                <a:chExt cx="885" cy="413"/>
              </a:xfrm>
            </p:grpSpPr>
            <p:cxnSp>
              <p:nvCxnSpPr>
                <p:cNvPr id="7509" name="Google Shape;7509;p79"/>
                <p:cNvCxnSpPr/>
                <p:nvPr/>
              </p:nvCxnSpPr>
              <p:spPr>
                <a:xfrm>
                  <a:off x="4221" y="1611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10" name="Google Shape;7510;p79"/>
                <p:cNvCxnSpPr/>
                <p:nvPr/>
              </p:nvCxnSpPr>
              <p:spPr>
                <a:xfrm rot="-4438044">
                  <a:off x="4459" y="1183"/>
                  <a:ext cx="192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11" name="Google Shape;7511;p79"/>
                <p:cNvCxnSpPr/>
                <p:nvPr/>
              </p:nvCxnSpPr>
              <p:spPr>
                <a:xfrm rot="6361956">
                  <a:off x="4593" y="1393"/>
                  <a:ext cx="192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12" name="Google Shape;7512;p79"/>
                <p:cNvCxnSpPr/>
                <p:nvPr/>
              </p:nvCxnSpPr>
              <p:spPr>
                <a:xfrm rot="-4438044">
                  <a:off x="4743" y="1285"/>
                  <a:ext cx="192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513" name="Google Shape;7513;p79"/>
              <p:cNvGrpSpPr/>
              <p:nvPr/>
            </p:nvGrpSpPr>
            <p:grpSpPr>
              <a:xfrm rot="5700496">
                <a:off x="4055" y="1132"/>
                <a:ext cx="396" cy="203"/>
                <a:chOff x="4210" y="1288"/>
                <a:chExt cx="872" cy="401"/>
              </a:xfrm>
            </p:grpSpPr>
            <p:cxnSp>
              <p:nvCxnSpPr>
                <p:cNvPr id="7514" name="Google Shape;7514;p79"/>
                <p:cNvCxnSpPr/>
                <p:nvPr/>
              </p:nvCxnSpPr>
              <p:spPr>
                <a:xfrm>
                  <a:off x="4210" y="1600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15" name="Google Shape;7515;p79"/>
                <p:cNvCxnSpPr/>
                <p:nvPr/>
              </p:nvCxnSpPr>
              <p:spPr>
                <a:xfrm rot="-4438044">
                  <a:off x="4457" y="1192"/>
                  <a:ext cx="179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16" name="Google Shape;7516;p79"/>
                <p:cNvCxnSpPr/>
                <p:nvPr/>
              </p:nvCxnSpPr>
              <p:spPr>
                <a:xfrm rot="6361956">
                  <a:off x="4568" y="1426"/>
                  <a:ext cx="209" cy="21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17" name="Google Shape;7517;p79"/>
                <p:cNvCxnSpPr/>
                <p:nvPr/>
              </p:nvCxnSpPr>
              <p:spPr>
                <a:xfrm rot="-4438044">
                  <a:off x="4727" y="1282"/>
                  <a:ext cx="179" cy="502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518" name="Google Shape;7518;p79"/>
              <p:cNvGrpSpPr/>
              <p:nvPr/>
            </p:nvGrpSpPr>
            <p:grpSpPr>
              <a:xfrm rot="10800000">
                <a:off x="3758" y="1357"/>
                <a:ext cx="417" cy="209"/>
                <a:chOff x="4255" y="1305"/>
                <a:chExt cx="918" cy="413"/>
              </a:xfrm>
            </p:grpSpPr>
            <p:cxnSp>
              <p:nvCxnSpPr>
                <p:cNvPr id="7519" name="Google Shape;7519;p79"/>
                <p:cNvCxnSpPr/>
                <p:nvPr/>
              </p:nvCxnSpPr>
              <p:spPr>
                <a:xfrm>
                  <a:off x="4255" y="1610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20" name="Google Shape;7520;p79"/>
                <p:cNvCxnSpPr/>
                <p:nvPr/>
              </p:nvCxnSpPr>
              <p:spPr>
                <a:xfrm rot="-4438044">
                  <a:off x="4493" y="1204"/>
                  <a:ext cx="192" cy="535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21" name="Google Shape;7521;p79"/>
                <p:cNvCxnSpPr/>
                <p:nvPr/>
              </p:nvCxnSpPr>
              <p:spPr>
                <a:xfrm rot="6361956">
                  <a:off x="4626" y="1414"/>
                  <a:ext cx="192" cy="20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22" name="Google Shape;7522;p79"/>
                <p:cNvCxnSpPr/>
                <p:nvPr/>
              </p:nvCxnSpPr>
              <p:spPr>
                <a:xfrm rot="-4438044">
                  <a:off x="4810" y="1306"/>
                  <a:ext cx="192" cy="501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cxnSp>
          <p:nvCxnSpPr>
            <p:cNvPr id="7523" name="Google Shape;7523;p79"/>
            <p:cNvCxnSpPr/>
            <p:nvPr/>
          </p:nvCxnSpPr>
          <p:spPr>
            <a:xfrm flipH="1">
              <a:off x="1511" y="1158"/>
              <a:ext cx="546" cy="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24" name="Google Shape;7524;p79"/>
            <p:cNvCxnSpPr/>
            <p:nvPr/>
          </p:nvCxnSpPr>
          <p:spPr>
            <a:xfrm rot="10800000">
              <a:off x="1509" y="1184"/>
              <a:ext cx="361" cy="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25" name="Google Shape;7525;p79"/>
            <p:cNvCxnSpPr/>
            <p:nvPr/>
          </p:nvCxnSpPr>
          <p:spPr>
            <a:xfrm flipH="1">
              <a:off x="1454" y="1070"/>
              <a:ext cx="410" cy="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26" name="Google Shape;7526;p79"/>
            <p:cNvCxnSpPr/>
            <p:nvPr/>
          </p:nvCxnSpPr>
          <p:spPr>
            <a:xfrm flipH="1">
              <a:off x="1502" y="958"/>
              <a:ext cx="178" cy="15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527" name="Google Shape;7527;p79"/>
            <p:cNvGrpSpPr/>
            <p:nvPr/>
          </p:nvGrpSpPr>
          <p:grpSpPr>
            <a:xfrm>
              <a:off x="1064" y="1052"/>
              <a:ext cx="616" cy="208"/>
              <a:chOff x="717" y="1160"/>
              <a:chExt cx="616" cy="208"/>
            </a:xfrm>
          </p:grpSpPr>
          <p:sp>
            <p:nvSpPr>
              <p:cNvPr id="7528" name="Google Shape;7528;p79"/>
              <p:cNvSpPr/>
              <p:nvPr/>
            </p:nvSpPr>
            <p:spPr>
              <a:xfrm>
                <a:off x="832" y="1160"/>
                <a:ext cx="384" cy="208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9" name="Google Shape;7529;p79"/>
              <p:cNvSpPr txBox="1"/>
              <p:nvPr/>
            </p:nvSpPr>
            <p:spPr>
              <a:xfrm>
                <a:off x="717" y="1171"/>
                <a:ext cx="616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MSC</a:t>
                </a:r>
                <a:endParaRPr/>
              </a:p>
            </p:txBody>
          </p:sp>
        </p:grpSp>
      </p:grpSp>
      <p:cxnSp>
        <p:nvCxnSpPr>
          <p:cNvPr id="7530" name="Google Shape;7530;p79"/>
          <p:cNvCxnSpPr/>
          <p:nvPr/>
        </p:nvCxnSpPr>
        <p:spPr>
          <a:xfrm flipH="1" rot="10800000">
            <a:off x="3609975" y="3000375"/>
            <a:ext cx="685800" cy="26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1" name="Google Shape;7531;p79"/>
          <p:cNvCxnSpPr/>
          <p:nvPr/>
        </p:nvCxnSpPr>
        <p:spPr>
          <a:xfrm flipH="1" rot="10800000">
            <a:off x="4076700" y="3152775"/>
            <a:ext cx="371475" cy="438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2" name="Google Shape;7532;p79"/>
          <p:cNvCxnSpPr/>
          <p:nvPr/>
        </p:nvCxnSpPr>
        <p:spPr>
          <a:xfrm rot="10800000">
            <a:off x="4676775" y="3228975"/>
            <a:ext cx="590550" cy="64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3" name="Google Shape;7533;p79"/>
          <p:cNvCxnSpPr/>
          <p:nvPr/>
        </p:nvCxnSpPr>
        <p:spPr>
          <a:xfrm rot="10800000">
            <a:off x="4876800" y="3257550"/>
            <a:ext cx="1485900" cy="6000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4" name="Google Shape;7534;p79"/>
          <p:cNvCxnSpPr/>
          <p:nvPr/>
        </p:nvCxnSpPr>
        <p:spPr>
          <a:xfrm rot="10800000">
            <a:off x="4772025" y="3114675"/>
            <a:ext cx="771525" cy="171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35" name="Google Shape;7535;p79"/>
          <p:cNvSpPr/>
          <p:nvPr/>
        </p:nvSpPr>
        <p:spPr>
          <a:xfrm>
            <a:off x="3711575" y="1854200"/>
            <a:ext cx="1436688" cy="1617663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6" name="Google Shape;7536;p79"/>
          <p:cNvSpPr txBox="1"/>
          <p:nvPr/>
        </p:nvSpPr>
        <p:spPr>
          <a:xfrm>
            <a:off x="3902075" y="2247900"/>
            <a:ext cx="1247775" cy="738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wired public telephone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cxnSp>
        <p:nvCxnSpPr>
          <p:cNvPr id="7537" name="Google Shape;7537;p79"/>
          <p:cNvCxnSpPr/>
          <p:nvPr/>
        </p:nvCxnSpPr>
        <p:spPr>
          <a:xfrm flipH="1" rot="10800000">
            <a:off x="5067300" y="2514600"/>
            <a:ext cx="342900" cy="1238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38" name="Google Shape;7538;p79"/>
          <p:cNvSpPr txBox="1"/>
          <p:nvPr/>
        </p:nvSpPr>
        <p:spPr>
          <a:xfrm>
            <a:off x="2468563" y="5503863"/>
            <a:ext cx="33099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cellular networks,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operated by different providers</a:t>
            </a:r>
            <a:endParaRPr/>
          </a:p>
        </p:txBody>
      </p:sp>
      <p:cxnSp>
        <p:nvCxnSpPr>
          <p:cNvPr id="7539" name="Google Shape;7539;p79"/>
          <p:cNvCxnSpPr/>
          <p:nvPr/>
        </p:nvCxnSpPr>
        <p:spPr>
          <a:xfrm rot="10800000">
            <a:off x="3854450" y="4910138"/>
            <a:ext cx="309563" cy="6048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40" name="Google Shape;7540;p79"/>
          <p:cNvCxnSpPr/>
          <p:nvPr/>
        </p:nvCxnSpPr>
        <p:spPr>
          <a:xfrm flipH="1" rot="10800000">
            <a:off x="4160838" y="5006975"/>
            <a:ext cx="873125" cy="4778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41" name="Google Shape;7541;p79"/>
          <p:cNvSpPr txBox="1"/>
          <p:nvPr/>
        </p:nvSpPr>
        <p:spPr>
          <a:xfrm>
            <a:off x="1328738" y="1733550"/>
            <a:ext cx="100647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recall:</a:t>
            </a:r>
            <a:endParaRPr/>
          </a:p>
        </p:txBody>
      </p:sp>
      <p:pic>
        <p:nvPicPr>
          <p:cNvPr descr="underline_base" id="7542" name="Google Shape;7542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325" y="969963"/>
            <a:ext cx="82280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7543" name="Google Shape;7543;p79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544" name="Google Shape;7544;p79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9" name="Shape 7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0" name="Google Shape;7550;p80"/>
          <p:cNvSpPr txBox="1"/>
          <p:nvPr>
            <p:ph type="title"/>
          </p:nvPr>
        </p:nvSpPr>
        <p:spPr>
          <a:xfrm>
            <a:off x="371475" y="174625"/>
            <a:ext cx="82137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Handling mobility in cellular networks</a:t>
            </a:r>
            <a:endParaRPr/>
          </a:p>
        </p:txBody>
      </p:sp>
      <p:sp>
        <p:nvSpPr>
          <p:cNvPr id="7551" name="Google Shape;7551;p80"/>
          <p:cNvSpPr txBox="1"/>
          <p:nvPr>
            <p:ph idx="1" type="body"/>
          </p:nvPr>
        </p:nvSpPr>
        <p:spPr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i="1"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home network</a:t>
            </a:r>
            <a:r>
              <a:rPr lang="en-US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network of cellular provider you subscribe to (e.g., Sprint PCS, Verizon)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i="1"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home location register (HLR):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database in home network containing permanent cell phone #, profile information (services, preferences, billing), information about current location (could be in another network)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i="1"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visited network:</a:t>
            </a:r>
            <a:r>
              <a:rPr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network in which mobile currently resides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i="1"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visitor location register (VLR):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database with entry for each user currently in network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could be home network</a:t>
            </a:r>
            <a:endParaRPr/>
          </a:p>
        </p:txBody>
      </p:sp>
      <p:pic>
        <p:nvPicPr>
          <p:cNvPr descr="underline_base" id="7552" name="Google Shape;7552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888" y="992188"/>
            <a:ext cx="82280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7553" name="Google Shape;7553;p80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554" name="Google Shape;7554;p80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9" name="Shape 7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0" name="Google Shape;7560;p81"/>
          <p:cNvSpPr/>
          <p:nvPr/>
        </p:nvSpPr>
        <p:spPr>
          <a:xfrm>
            <a:off x="1441450" y="4057650"/>
            <a:ext cx="1057275" cy="914400"/>
          </a:xfrm>
          <a:prstGeom prst="hexagon">
            <a:avLst>
              <a:gd fmla="val 28906" name="adj"/>
              <a:gd fmla="val 115470" name="vf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1" name="Google Shape;7561;p81"/>
          <p:cNvSpPr/>
          <p:nvPr/>
        </p:nvSpPr>
        <p:spPr>
          <a:xfrm>
            <a:off x="2249488" y="5407025"/>
            <a:ext cx="1057275" cy="914400"/>
          </a:xfrm>
          <a:prstGeom prst="hexagon">
            <a:avLst>
              <a:gd fmla="val 28906" name="adj"/>
              <a:gd fmla="val 115470" name="vf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2" name="Google Shape;7562;p81"/>
          <p:cNvSpPr/>
          <p:nvPr/>
        </p:nvSpPr>
        <p:spPr>
          <a:xfrm>
            <a:off x="2235200" y="4489450"/>
            <a:ext cx="1057275" cy="914400"/>
          </a:xfrm>
          <a:prstGeom prst="hexagon">
            <a:avLst>
              <a:gd fmla="val 28906" name="adj"/>
              <a:gd fmla="val 115470" name="vf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3" name="Google Shape;7563;p81"/>
          <p:cNvSpPr/>
          <p:nvPr/>
        </p:nvSpPr>
        <p:spPr>
          <a:xfrm>
            <a:off x="3036888" y="4954588"/>
            <a:ext cx="1057275" cy="914400"/>
          </a:xfrm>
          <a:prstGeom prst="hexagon">
            <a:avLst>
              <a:gd fmla="val 28906" name="adj"/>
              <a:gd fmla="val 115470" name="vf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64" name="Google Shape;7564;p81"/>
          <p:cNvCxnSpPr/>
          <p:nvPr/>
        </p:nvCxnSpPr>
        <p:spPr>
          <a:xfrm flipH="1" rot="10800000">
            <a:off x="3636963" y="4645025"/>
            <a:ext cx="50165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5" name="Google Shape;7565;p81"/>
          <p:cNvCxnSpPr/>
          <p:nvPr/>
        </p:nvCxnSpPr>
        <p:spPr>
          <a:xfrm flipH="1" rot="10800000">
            <a:off x="2851150" y="4645025"/>
            <a:ext cx="850900" cy="1327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6" name="Google Shape;7566;p81"/>
          <p:cNvCxnSpPr/>
          <p:nvPr/>
        </p:nvCxnSpPr>
        <p:spPr>
          <a:xfrm flipH="1" rot="10800000">
            <a:off x="2825750" y="4645025"/>
            <a:ext cx="823913" cy="463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7" name="Google Shape;7567;p81"/>
          <p:cNvCxnSpPr/>
          <p:nvPr/>
        </p:nvCxnSpPr>
        <p:spPr>
          <a:xfrm flipH="1" rot="10800000">
            <a:off x="2052638" y="4452938"/>
            <a:ext cx="1519237" cy="1793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68" name="Google Shape;7568;p81"/>
          <p:cNvSpPr/>
          <p:nvPr/>
        </p:nvSpPr>
        <p:spPr>
          <a:xfrm>
            <a:off x="5029200" y="2590800"/>
            <a:ext cx="2046288" cy="2328863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339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9" name="Google Shape;7569;p81"/>
          <p:cNvSpPr txBox="1"/>
          <p:nvPr/>
        </p:nvSpPr>
        <p:spPr>
          <a:xfrm>
            <a:off x="5973763" y="3668713"/>
            <a:ext cx="1314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switched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telephone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</a:t>
            </a:r>
            <a:endParaRPr/>
          </a:p>
        </p:txBody>
      </p:sp>
      <p:pic>
        <p:nvPicPr>
          <p:cNvPr descr="imgyjavg[1]" id="7570" name="Google Shape;7570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7975" y="4673600"/>
            <a:ext cx="252413" cy="182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yjavg[1]" id="7571" name="Google Shape;7571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8075" y="5753100"/>
            <a:ext cx="252413" cy="182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yjavg[1]" id="7572" name="Google Shape;7572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7275" y="4876800"/>
            <a:ext cx="252413" cy="182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73" name="Google Shape;7573;p81"/>
          <p:cNvGrpSpPr/>
          <p:nvPr/>
        </p:nvGrpSpPr>
        <p:grpSpPr>
          <a:xfrm>
            <a:off x="1404938" y="5129213"/>
            <a:ext cx="1441450" cy="346075"/>
            <a:chOff x="3072" y="739"/>
            <a:chExt cx="652" cy="146"/>
          </a:xfrm>
        </p:grpSpPr>
        <p:pic>
          <p:nvPicPr>
            <p:cNvPr descr="lgv_fqmg[1]" id="7574" name="Google Shape;7574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575" name="Google Shape;7575;p81"/>
            <p:cNvCxnSpPr/>
            <p:nvPr/>
          </p:nvCxnSpPr>
          <p:spPr>
            <a:xfrm rot="10800000">
              <a:off x="3104" y="784"/>
              <a:ext cx="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76" name="Google Shape;7576;p81"/>
            <p:cNvCxnSpPr/>
            <p:nvPr/>
          </p:nvCxnSpPr>
          <p:spPr>
            <a:xfrm rot="10800000">
              <a:off x="3072" y="760"/>
              <a:ext cx="1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7577" name="Google Shape;7577;p81"/>
          <p:cNvCxnSpPr/>
          <p:nvPr/>
        </p:nvCxnSpPr>
        <p:spPr>
          <a:xfrm flipH="1" rot="10800000">
            <a:off x="4541838" y="4083050"/>
            <a:ext cx="508000" cy="25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78" name="Google Shape;7578;p81"/>
          <p:cNvSpPr txBox="1"/>
          <p:nvPr/>
        </p:nvSpPr>
        <p:spPr>
          <a:xfrm>
            <a:off x="1490663" y="5389563"/>
            <a:ext cx="7064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/>
          </a:p>
        </p:txBody>
      </p:sp>
      <p:sp>
        <p:nvSpPr>
          <p:cNvPr id="7579" name="Google Shape;7579;p81"/>
          <p:cNvSpPr/>
          <p:nvPr/>
        </p:nvSpPr>
        <p:spPr>
          <a:xfrm>
            <a:off x="2336800" y="1295400"/>
            <a:ext cx="2236788" cy="1863725"/>
          </a:xfrm>
          <a:custGeom>
            <a:rect b="b" l="l" r="r" t="t"/>
            <a:pathLst>
              <a:path extrusionOk="0" h="1134" w="1209">
                <a:moveTo>
                  <a:pt x="224" y="6"/>
                </a:moveTo>
                <a:cubicBezTo>
                  <a:pt x="112" y="13"/>
                  <a:pt x="66" y="64"/>
                  <a:pt x="33" y="141"/>
                </a:cubicBezTo>
                <a:cubicBezTo>
                  <a:pt x="0" y="219"/>
                  <a:pt x="24" y="370"/>
                  <a:pt x="27" y="471"/>
                </a:cubicBezTo>
                <a:cubicBezTo>
                  <a:pt x="30" y="572"/>
                  <a:pt x="30" y="664"/>
                  <a:pt x="50" y="747"/>
                </a:cubicBezTo>
                <a:cubicBezTo>
                  <a:pt x="70" y="830"/>
                  <a:pt x="79" y="924"/>
                  <a:pt x="149" y="972"/>
                </a:cubicBezTo>
                <a:cubicBezTo>
                  <a:pt x="219" y="1020"/>
                  <a:pt x="339" y="1012"/>
                  <a:pt x="469" y="1036"/>
                </a:cubicBezTo>
                <a:cubicBezTo>
                  <a:pt x="599" y="1060"/>
                  <a:pt x="822" y="1134"/>
                  <a:pt x="931" y="1115"/>
                </a:cubicBezTo>
                <a:cubicBezTo>
                  <a:pt x="1040" y="1096"/>
                  <a:pt x="1079" y="1039"/>
                  <a:pt x="1122" y="920"/>
                </a:cubicBezTo>
                <a:cubicBezTo>
                  <a:pt x="1165" y="801"/>
                  <a:pt x="1188" y="523"/>
                  <a:pt x="1189" y="401"/>
                </a:cubicBezTo>
                <a:cubicBezTo>
                  <a:pt x="1190" y="279"/>
                  <a:pt x="1209" y="240"/>
                  <a:pt x="1128" y="190"/>
                </a:cubicBezTo>
                <a:cubicBezTo>
                  <a:pt x="1046" y="141"/>
                  <a:pt x="850" y="135"/>
                  <a:pt x="701" y="104"/>
                </a:cubicBezTo>
                <a:cubicBezTo>
                  <a:pt x="552" y="72"/>
                  <a:pt x="335" y="0"/>
                  <a:pt x="224" y="6"/>
                </a:cubicBezTo>
                <a:close/>
              </a:path>
            </a:pathLst>
          </a:custGeom>
          <a:solidFill>
            <a:srgbClr val="339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80" name="Google Shape;7580;p81"/>
          <p:cNvGrpSpPr/>
          <p:nvPr/>
        </p:nvGrpSpPr>
        <p:grpSpPr>
          <a:xfrm>
            <a:off x="3190875" y="2030413"/>
            <a:ext cx="1143000" cy="942975"/>
            <a:chOff x="661" y="883"/>
            <a:chExt cx="720" cy="594"/>
          </a:xfrm>
        </p:grpSpPr>
        <p:grpSp>
          <p:nvGrpSpPr>
            <p:cNvPr id="7581" name="Google Shape;7581;p81"/>
            <p:cNvGrpSpPr/>
            <p:nvPr/>
          </p:nvGrpSpPr>
          <p:grpSpPr>
            <a:xfrm>
              <a:off x="718" y="912"/>
              <a:ext cx="621" cy="562"/>
              <a:chOff x="3164" y="2556"/>
              <a:chExt cx="901" cy="338"/>
            </a:xfrm>
          </p:grpSpPr>
          <p:sp>
            <p:nvSpPr>
              <p:cNvPr id="7582" name="Google Shape;7582;p81"/>
              <p:cNvSpPr/>
              <p:nvPr/>
            </p:nvSpPr>
            <p:spPr>
              <a:xfrm>
                <a:off x="3164" y="2556"/>
                <a:ext cx="901" cy="338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3" name="Google Shape;7583;p81"/>
              <p:cNvSpPr txBox="1"/>
              <p:nvPr/>
            </p:nvSpPr>
            <p:spPr>
              <a:xfrm>
                <a:off x="3212" y="2573"/>
                <a:ext cx="168" cy="13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84" name="Google Shape;7584;p81"/>
            <p:cNvSpPr txBox="1"/>
            <p:nvPr/>
          </p:nvSpPr>
          <p:spPr>
            <a:xfrm>
              <a:off x="661" y="883"/>
              <a:ext cx="720" cy="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Mobile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Switching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Center</a:t>
              </a:r>
              <a:endParaRPr/>
            </a:p>
          </p:txBody>
        </p:sp>
      </p:grpSp>
      <p:grpSp>
        <p:nvGrpSpPr>
          <p:cNvPr id="7585" name="Google Shape;7585;p81"/>
          <p:cNvGrpSpPr/>
          <p:nvPr/>
        </p:nvGrpSpPr>
        <p:grpSpPr>
          <a:xfrm>
            <a:off x="2500313" y="1403350"/>
            <a:ext cx="636587" cy="493713"/>
            <a:chOff x="3202" y="3056"/>
            <a:chExt cx="401" cy="311"/>
          </a:xfrm>
        </p:grpSpPr>
        <p:sp>
          <p:nvSpPr>
            <p:cNvPr id="7586" name="Google Shape;7586;p81"/>
            <p:cNvSpPr/>
            <p:nvPr/>
          </p:nvSpPr>
          <p:spPr>
            <a:xfrm>
              <a:off x="3203" y="3295"/>
              <a:ext cx="400" cy="72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87" name="Google Shape;7587;p81"/>
            <p:cNvCxnSpPr/>
            <p:nvPr/>
          </p:nvCxnSpPr>
          <p:spPr>
            <a:xfrm>
              <a:off x="3204" y="3096"/>
              <a:ext cx="0" cy="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588" name="Google Shape;7588;p81"/>
            <p:cNvSpPr/>
            <p:nvPr/>
          </p:nvSpPr>
          <p:spPr>
            <a:xfrm>
              <a:off x="3210" y="3090"/>
              <a:ext cx="393" cy="2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9" name="Google Shape;7589;p81"/>
            <p:cNvSpPr/>
            <p:nvPr/>
          </p:nvSpPr>
          <p:spPr>
            <a:xfrm>
              <a:off x="3202" y="3056"/>
              <a:ext cx="400" cy="72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90" name="Google Shape;7590;p81"/>
            <p:cNvCxnSpPr/>
            <p:nvPr/>
          </p:nvCxnSpPr>
          <p:spPr>
            <a:xfrm>
              <a:off x="3603" y="3099"/>
              <a:ext cx="0" cy="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591" name="Google Shape;7591;p81"/>
            <p:cNvSpPr txBox="1"/>
            <p:nvPr/>
          </p:nvSpPr>
          <p:spPr>
            <a:xfrm>
              <a:off x="3218" y="3137"/>
              <a:ext cx="37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HLR</a:t>
              </a:r>
              <a:endParaRPr/>
            </a:p>
          </p:txBody>
        </p:sp>
      </p:grpSp>
      <p:sp>
        <p:nvSpPr>
          <p:cNvPr id="7592" name="Google Shape;7592;p81"/>
          <p:cNvSpPr txBox="1"/>
          <p:nvPr/>
        </p:nvSpPr>
        <p:spPr>
          <a:xfrm>
            <a:off x="3614738" y="1447800"/>
            <a:ext cx="804862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sp>
        <p:nvSpPr>
          <p:cNvPr id="7593" name="Google Shape;7593;p81"/>
          <p:cNvSpPr txBox="1"/>
          <p:nvPr/>
        </p:nvSpPr>
        <p:spPr>
          <a:xfrm>
            <a:off x="3294063" y="5922963"/>
            <a:ext cx="804862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pic>
        <p:nvPicPr>
          <p:cNvPr descr="e2gmc3yp[1]" id="7594" name="Google Shape;7594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4213" y="2009775"/>
            <a:ext cx="512762" cy="5953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95" name="Google Shape;7595;p81"/>
          <p:cNvCxnSpPr/>
          <p:nvPr/>
        </p:nvCxnSpPr>
        <p:spPr>
          <a:xfrm flipH="1" rot="10800000">
            <a:off x="6827838" y="2546350"/>
            <a:ext cx="393700" cy="40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96" name="Google Shape;7596;p81"/>
          <p:cNvSpPr txBox="1"/>
          <p:nvPr/>
        </p:nvSpPr>
        <p:spPr>
          <a:xfrm>
            <a:off x="6253163" y="1706563"/>
            <a:ext cx="13160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correspondent</a:t>
            </a:r>
            <a:endParaRPr/>
          </a:p>
        </p:txBody>
      </p:sp>
      <p:grpSp>
        <p:nvGrpSpPr>
          <p:cNvPr id="7597" name="Google Shape;7597;p81"/>
          <p:cNvGrpSpPr/>
          <p:nvPr/>
        </p:nvGrpSpPr>
        <p:grpSpPr>
          <a:xfrm>
            <a:off x="3559175" y="3986213"/>
            <a:ext cx="987425" cy="730250"/>
            <a:chOff x="2197" y="1155"/>
            <a:chExt cx="622" cy="460"/>
          </a:xfrm>
        </p:grpSpPr>
        <p:grpSp>
          <p:nvGrpSpPr>
            <p:cNvPr id="7598" name="Google Shape;7598;p81"/>
            <p:cNvGrpSpPr/>
            <p:nvPr/>
          </p:nvGrpSpPr>
          <p:grpSpPr>
            <a:xfrm>
              <a:off x="2198" y="1176"/>
              <a:ext cx="621" cy="426"/>
              <a:chOff x="3164" y="2556"/>
              <a:chExt cx="901" cy="338"/>
            </a:xfrm>
          </p:grpSpPr>
          <p:sp>
            <p:nvSpPr>
              <p:cNvPr id="7599" name="Google Shape;7599;p81"/>
              <p:cNvSpPr/>
              <p:nvPr/>
            </p:nvSpPr>
            <p:spPr>
              <a:xfrm>
                <a:off x="3164" y="2556"/>
                <a:ext cx="901" cy="338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0" name="Google Shape;7600;p81"/>
              <p:cNvSpPr txBox="1"/>
              <p:nvPr/>
            </p:nvSpPr>
            <p:spPr>
              <a:xfrm>
                <a:off x="3212" y="2573"/>
                <a:ext cx="168" cy="18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601" name="Google Shape;7601;p81"/>
            <p:cNvSpPr txBox="1"/>
            <p:nvPr/>
          </p:nvSpPr>
          <p:spPr>
            <a:xfrm>
              <a:off x="2197" y="1155"/>
              <a:ext cx="616" cy="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Mobile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Switching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Center</a:t>
              </a:r>
              <a:endParaRPr/>
            </a:p>
          </p:txBody>
        </p:sp>
      </p:grpSp>
      <p:grpSp>
        <p:nvGrpSpPr>
          <p:cNvPr id="7602" name="Google Shape;7602;p81"/>
          <p:cNvGrpSpPr/>
          <p:nvPr/>
        </p:nvGrpSpPr>
        <p:grpSpPr>
          <a:xfrm>
            <a:off x="3097213" y="3727450"/>
            <a:ext cx="636587" cy="493713"/>
            <a:chOff x="3202" y="3056"/>
            <a:chExt cx="401" cy="311"/>
          </a:xfrm>
        </p:grpSpPr>
        <p:sp>
          <p:nvSpPr>
            <p:cNvPr id="7603" name="Google Shape;7603;p81"/>
            <p:cNvSpPr/>
            <p:nvPr/>
          </p:nvSpPr>
          <p:spPr>
            <a:xfrm>
              <a:off x="3203" y="3295"/>
              <a:ext cx="400" cy="72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04" name="Google Shape;7604;p81"/>
            <p:cNvCxnSpPr/>
            <p:nvPr/>
          </p:nvCxnSpPr>
          <p:spPr>
            <a:xfrm>
              <a:off x="3204" y="3096"/>
              <a:ext cx="0" cy="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05" name="Google Shape;7605;p81"/>
            <p:cNvSpPr/>
            <p:nvPr/>
          </p:nvSpPr>
          <p:spPr>
            <a:xfrm>
              <a:off x="3210" y="3090"/>
              <a:ext cx="393" cy="2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6" name="Google Shape;7606;p81"/>
            <p:cNvSpPr/>
            <p:nvPr/>
          </p:nvSpPr>
          <p:spPr>
            <a:xfrm>
              <a:off x="3202" y="3056"/>
              <a:ext cx="400" cy="72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07" name="Google Shape;7607;p81"/>
            <p:cNvCxnSpPr/>
            <p:nvPr/>
          </p:nvCxnSpPr>
          <p:spPr>
            <a:xfrm>
              <a:off x="3603" y="3099"/>
              <a:ext cx="0" cy="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08" name="Google Shape;7608;p81"/>
            <p:cNvSpPr txBox="1"/>
            <p:nvPr/>
          </p:nvSpPr>
          <p:spPr>
            <a:xfrm>
              <a:off x="3218" y="3137"/>
              <a:ext cx="36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VLR</a:t>
              </a:r>
              <a:endParaRPr/>
            </a:p>
          </p:txBody>
        </p:sp>
      </p:grpSp>
      <p:sp>
        <p:nvSpPr>
          <p:cNvPr id="7609" name="Google Shape;7609;p81"/>
          <p:cNvSpPr/>
          <p:nvPr/>
        </p:nvSpPr>
        <p:spPr>
          <a:xfrm>
            <a:off x="320675" y="952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GSM: indirect routing to mobile</a:t>
            </a:r>
            <a:endParaRPr/>
          </a:p>
        </p:txBody>
      </p:sp>
      <p:grpSp>
        <p:nvGrpSpPr>
          <p:cNvPr id="7610" name="Google Shape;7610;p81"/>
          <p:cNvGrpSpPr/>
          <p:nvPr/>
        </p:nvGrpSpPr>
        <p:grpSpPr>
          <a:xfrm>
            <a:off x="4070350" y="2559050"/>
            <a:ext cx="4800600" cy="1274763"/>
            <a:chOff x="2564" y="1612"/>
            <a:chExt cx="3024" cy="803"/>
          </a:xfrm>
        </p:grpSpPr>
        <p:sp>
          <p:nvSpPr>
            <p:cNvPr id="7611" name="Google Shape;7611;p81"/>
            <p:cNvSpPr/>
            <p:nvPr/>
          </p:nvSpPr>
          <p:spPr>
            <a:xfrm>
              <a:off x="2564" y="1612"/>
              <a:ext cx="1825" cy="571"/>
            </a:xfrm>
            <a:custGeom>
              <a:rect b="b" l="l" r="r" t="t"/>
              <a:pathLst>
                <a:path extrusionOk="0" h="571" w="1825">
                  <a:moveTo>
                    <a:pt x="1825" y="0"/>
                  </a:moveTo>
                  <a:cubicBezTo>
                    <a:pt x="1756" y="80"/>
                    <a:pt x="1562" y="389"/>
                    <a:pt x="1409" y="480"/>
                  </a:cubicBezTo>
                  <a:cubicBezTo>
                    <a:pt x="1256" y="571"/>
                    <a:pt x="1069" y="553"/>
                    <a:pt x="905" y="544"/>
                  </a:cubicBezTo>
                  <a:cubicBezTo>
                    <a:pt x="741" y="535"/>
                    <a:pt x="550" y="481"/>
                    <a:pt x="425" y="424"/>
                  </a:cubicBezTo>
                  <a:cubicBezTo>
                    <a:pt x="300" y="367"/>
                    <a:pt x="220" y="236"/>
                    <a:pt x="153" y="200"/>
                  </a:cubicBezTo>
                  <a:cubicBezTo>
                    <a:pt x="86" y="164"/>
                    <a:pt x="50" y="195"/>
                    <a:pt x="25" y="208"/>
                  </a:cubicBezTo>
                  <a:cubicBezTo>
                    <a:pt x="0" y="221"/>
                    <a:pt x="6" y="265"/>
                    <a:pt x="1" y="280"/>
                  </a:cubicBezTo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12" name="Google Shape;7612;p81"/>
            <p:cNvGrpSpPr/>
            <p:nvPr/>
          </p:nvGrpSpPr>
          <p:grpSpPr>
            <a:xfrm>
              <a:off x="3619" y="2058"/>
              <a:ext cx="202" cy="231"/>
              <a:chOff x="618" y="3500"/>
              <a:chExt cx="202" cy="231"/>
            </a:xfrm>
          </p:grpSpPr>
          <p:sp>
            <p:nvSpPr>
              <p:cNvPr id="7613" name="Google Shape;7613;p81"/>
              <p:cNvSpPr/>
              <p:nvPr/>
            </p:nvSpPr>
            <p:spPr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4" name="Google Shape;7614;p81"/>
              <p:cNvSpPr txBox="1"/>
              <p:nvPr/>
            </p:nvSpPr>
            <p:spPr>
              <a:xfrm>
                <a:off x="628" y="3500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/>
              </a:p>
            </p:txBody>
          </p:sp>
        </p:grpSp>
        <p:sp>
          <p:nvSpPr>
            <p:cNvPr id="7615" name="Google Shape;7615;p81"/>
            <p:cNvSpPr txBox="1"/>
            <p:nvPr/>
          </p:nvSpPr>
          <p:spPr>
            <a:xfrm>
              <a:off x="4408" y="2011"/>
              <a:ext cx="1180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call routed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to home network</a:t>
              </a:r>
              <a:endParaRPr/>
            </a:p>
          </p:txBody>
        </p:sp>
        <p:cxnSp>
          <p:nvCxnSpPr>
            <p:cNvPr id="7616" name="Google Shape;7616;p81"/>
            <p:cNvCxnSpPr/>
            <p:nvPr/>
          </p:nvCxnSpPr>
          <p:spPr>
            <a:xfrm flipH="1" rot="10800000">
              <a:off x="3872" y="2127"/>
              <a:ext cx="568" cy="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617" name="Google Shape;7617;p81"/>
          <p:cNvGrpSpPr/>
          <p:nvPr/>
        </p:nvGrpSpPr>
        <p:grpSpPr>
          <a:xfrm>
            <a:off x="273050" y="1819275"/>
            <a:ext cx="3068638" cy="1400175"/>
            <a:chOff x="172" y="1146"/>
            <a:chExt cx="1933" cy="882"/>
          </a:xfrm>
        </p:grpSpPr>
        <p:grpSp>
          <p:nvGrpSpPr>
            <p:cNvPr id="7618" name="Google Shape;7618;p81"/>
            <p:cNvGrpSpPr/>
            <p:nvPr/>
          </p:nvGrpSpPr>
          <p:grpSpPr>
            <a:xfrm>
              <a:off x="1891" y="1146"/>
              <a:ext cx="214" cy="231"/>
              <a:chOff x="618" y="3500"/>
              <a:chExt cx="214" cy="231"/>
            </a:xfrm>
          </p:grpSpPr>
          <p:sp>
            <p:nvSpPr>
              <p:cNvPr id="7619" name="Google Shape;7619;p81"/>
              <p:cNvSpPr/>
              <p:nvPr/>
            </p:nvSpPr>
            <p:spPr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0" name="Google Shape;7620;p81"/>
              <p:cNvSpPr txBox="1"/>
              <p:nvPr/>
            </p:nvSpPr>
            <p:spPr>
              <a:xfrm>
                <a:off x="628" y="3500"/>
                <a:ext cx="204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2</a:t>
                </a:r>
                <a:endParaRPr/>
              </a:p>
            </p:txBody>
          </p:sp>
        </p:grpSp>
        <p:sp>
          <p:nvSpPr>
            <p:cNvPr id="7621" name="Google Shape;7621;p81"/>
            <p:cNvSpPr txBox="1"/>
            <p:nvPr/>
          </p:nvSpPr>
          <p:spPr>
            <a:xfrm>
              <a:off x="172" y="1508"/>
              <a:ext cx="1588" cy="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MSC consults HLR,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gets roaming number of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mobile in visited network</a:t>
              </a:r>
              <a:endParaRPr/>
            </a:p>
          </p:txBody>
        </p:sp>
        <p:cxnSp>
          <p:nvCxnSpPr>
            <p:cNvPr id="7622" name="Google Shape;7622;p81"/>
            <p:cNvCxnSpPr/>
            <p:nvPr/>
          </p:nvCxnSpPr>
          <p:spPr>
            <a:xfrm flipH="1" rot="10800000">
              <a:off x="1709" y="1373"/>
              <a:ext cx="182" cy="17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623" name="Google Shape;7623;p81"/>
          <p:cNvGrpSpPr/>
          <p:nvPr/>
        </p:nvGrpSpPr>
        <p:grpSpPr>
          <a:xfrm>
            <a:off x="4097338" y="3016250"/>
            <a:ext cx="4338637" cy="2447925"/>
            <a:chOff x="2581" y="1900"/>
            <a:chExt cx="2733" cy="1542"/>
          </a:xfrm>
        </p:grpSpPr>
        <p:sp>
          <p:nvSpPr>
            <p:cNvPr id="7624" name="Google Shape;7624;p81"/>
            <p:cNvSpPr/>
            <p:nvPr/>
          </p:nvSpPr>
          <p:spPr>
            <a:xfrm>
              <a:off x="2581" y="1900"/>
              <a:ext cx="666" cy="721"/>
            </a:xfrm>
            <a:custGeom>
              <a:rect b="b" l="l" r="r" t="t"/>
              <a:pathLst>
                <a:path extrusionOk="0" h="721" w="666">
                  <a:moveTo>
                    <a:pt x="0" y="0"/>
                  </a:moveTo>
                  <a:cubicBezTo>
                    <a:pt x="92" y="56"/>
                    <a:pt x="448" y="243"/>
                    <a:pt x="552" y="336"/>
                  </a:cubicBezTo>
                  <a:cubicBezTo>
                    <a:pt x="656" y="429"/>
                    <a:pt x="666" y="496"/>
                    <a:pt x="624" y="560"/>
                  </a:cubicBezTo>
                  <a:cubicBezTo>
                    <a:pt x="582" y="624"/>
                    <a:pt x="367" y="688"/>
                    <a:pt x="299" y="721"/>
                  </a:cubicBezTo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25" name="Google Shape;7625;p81"/>
            <p:cNvGrpSpPr/>
            <p:nvPr/>
          </p:nvGrpSpPr>
          <p:grpSpPr>
            <a:xfrm>
              <a:off x="3131" y="2274"/>
              <a:ext cx="214" cy="231"/>
              <a:chOff x="618" y="3500"/>
              <a:chExt cx="214" cy="231"/>
            </a:xfrm>
          </p:grpSpPr>
          <p:sp>
            <p:nvSpPr>
              <p:cNvPr id="7626" name="Google Shape;7626;p81"/>
              <p:cNvSpPr/>
              <p:nvPr/>
            </p:nvSpPr>
            <p:spPr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7" name="Google Shape;7627;p81"/>
              <p:cNvSpPr txBox="1"/>
              <p:nvPr/>
            </p:nvSpPr>
            <p:spPr>
              <a:xfrm>
                <a:off x="628" y="3500"/>
                <a:ext cx="204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3</a:t>
                </a:r>
                <a:endParaRPr/>
              </a:p>
            </p:txBody>
          </p:sp>
        </p:grpSp>
        <p:sp>
          <p:nvSpPr>
            <p:cNvPr id="7628" name="Google Shape;7628;p81"/>
            <p:cNvSpPr txBox="1"/>
            <p:nvPr/>
          </p:nvSpPr>
          <p:spPr>
            <a:xfrm>
              <a:off x="3100" y="3038"/>
              <a:ext cx="221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MSC sets up 2</a:t>
              </a:r>
              <a:r>
                <a:rPr baseline="30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leg of call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to MSC in visited network</a:t>
              </a:r>
              <a:endParaRPr/>
            </a:p>
          </p:txBody>
        </p:sp>
        <p:cxnSp>
          <p:nvCxnSpPr>
            <p:cNvPr id="7629" name="Google Shape;7629;p81"/>
            <p:cNvCxnSpPr/>
            <p:nvPr/>
          </p:nvCxnSpPr>
          <p:spPr>
            <a:xfrm>
              <a:off x="3273" y="2516"/>
              <a:ext cx="126" cy="52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630" name="Google Shape;7630;p81"/>
          <p:cNvGrpSpPr/>
          <p:nvPr/>
        </p:nvGrpSpPr>
        <p:grpSpPr>
          <a:xfrm>
            <a:off x="2544763" y="4664075"/>
            <a:ext cx="5710237" cy="1592263"/>
            <a:chOff x="1603" y="2938"/>
            <a:chExt cx="3597" cy="1003"/>
          </a:xfrm>
        </p:grpSpPr>
        <p:grpSp>
          <p:nvGrpSpPr>
            <p:cNvPr id="7631" name="Google Shape;7631;p81"/>
            <p:cNvGrpSpPr/>
            <p:nvPr/>
          </p:nvGrpSpPr>
          <p:grpSpPr>
            <a:xfrm>
              <a:off x="1603" y="2938"/>
              <a:ext cx="557" cy="307"/>
              <a:chOff x="1603" y="2938"/>
              <a:chExt cx="557" cy="307"/>
            </a:xfrm>
          </p:grpSpPr>
          <p:cxnSp>
            <p:nvCxnSpPr>
              <p:cNvPr id="7632" name="Google Shape;7632;p81"/>
              <p:cNvCxnSpPr/>
              <p:nvPr/>
            </p:nvCxnSpPr>
            <p:spPr>
              <a:xfrm flipH="1">
                <a:off x="1603" y="2938"/>
                <a:ext cx="557" cy="30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grpSp>
            <p:nvGrpSpPr>
              <p:cNvPr id="7633" name="Google Shape;7633;p81"/>
              <p:cNvGrpSpPr/>
              <p:nvPr/>
            </p:nvGrpSpPr>
            <p:grpSpPr>
              <a:xfrm>
                <a:off x="1844" y="2946"/>
                <a:ext cx="214" cy="231"/>
                <a:chOff x="618" y="3500"/>
                <a:chExt cx="214" cy="231"/>
              </a:xfrm>
            </p:grpSpPr>
            <p:sp>
              <p:nvSpPr>
                <p:cNvPr id="7634" name="Google Shape;7634;p81"/>
                <p:cNvSpPr/>
                <p:nvPr/>
              </p:nvSpPr>
              <p:spPr>
                <a:xfrm>
                  <a:off x="618" y="3520"/>
                  <a:ext cx="202" cy="201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5" name="Google Shape;7635;p81"/>
                <p:cNvSpPr txBox="1"/>
                <p:nvPr/>
              </p:nvSpPr>
              <p:spPr>
                <a:xfrm>
                  <a:off x="628" y="3500"/>
                  <a:ext cx="204" cy="2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FF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4</a:t>
                  </a:r>
                  <a:endParaRPr/>
                </a:p>
              </p:txBody>
            </p:sp>
          </p:grpSp>
        </p:grpSp>
        <p:sp>
          <p:nvSpPr>
            <p:cNvPr id="7636" name="Google Shape;7636;p81"/>
            <p:cNvSpPr txBox="1"/>
            <p:nvPr/>
          </p:nvSpPr>
          <p:spPr>
            <a:xfrm>
              <a:off x="2900" y="3537"/>
              <a:ext cx="2300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MSC in visited network completes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call through base station to mobile</a:t>
              </a:r>
              <a:endParaRPr/>
            </a:p>
          </p:txBody>
        </p:sp>
        <p:cxnSp>
          <p:nvCxnSpPr>
            <p:cNvPr id="7637" name="Google Shape;7637;p81"/>
            <p:cNvCxnSpPr/>
            <p:nvPr/>
          </p:nvCxnSpPr>
          <p:spPr>
            <a:xfrm rot="10800000">
              <a:off x="2074" y="3091"/>
              <a:ext cx="835" cy="5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underline_base" id="7638" name="Google Shape;7638;p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920750"/>
            <a:ext cx="73136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7639" name="Google Shape;7639;p81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40" name="Google Shape;7640;p81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grpSp>
        <p:nvGrpSpPr>
          <p:cNvPr id="7641" name="Google Shape;7641;p81"/>
          <p:cNvGrpSpPr/>
          <p:nvPr/>
        </p:nvGrpSpPr>
        <p:grpSpPr>
          <a:xfrm>
            <a:off x="1769471" y="4101787"/>
            <a:ext cx="372793" cy="645052"/>
            <a:chOff x="742" y="2409"/>
            <a:chExt cx="576" cy="881"/>
          </a:xfrm>
        </p:grpSpPr>
        <p:grpSp>
          <p:nvGrpSpPr>
            <p:cNvPr id="7642" name="Google Shape;7642;p81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7643" name="Google Shape;7643;p81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44" name="Google Shape;7644;p81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45" name="Google Shape;7645;p81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46" name="Google Shape;7646;p81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47" name="Google Shape;7647;p81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48" name="Google Shape;7648;p81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49" name="Google Shape;7649;p81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50" name="Google Shape;7650;p81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51" name="Google Shape;7651;p81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52" name="Google Shape;7652;p81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53" name="Google Shape;7653;p81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54" name="Google Shape;7654;p81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55" name="Google Shape;7655;p81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56" name="Google Shape;7656;p81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57" name="Google Shape;7657;p81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7658" name="Google Shape;7658;p8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59" name="Google Shape;7659;p81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60" name="Google Shape;7660;p81"/>
          <p:cNvGrpSpPr/>
          <p:nvPr/>
        </p:nvGrpSpPr>
        <p:grpSpPr>
          <a:xfrm>
            <a:off x="2608842" y="5482641"/>
            <a:ext cx="372793" cy="645052"/>
            <a:chOff x="742" y="2409"/>
            <a:chExt cx="576" cy="881"/>
          </a:xfrm>
        </p:grpSpPr>
        <p:grpSp>
          <p:nvGrpSpPr>
            <p:cNvPr id="7661" name="Google Shape;7661;p81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7662" name="Google Shape;7662;p81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63" name="Google Shape;7663;p81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64" name="Google Shape;7664;p81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65" name="Google Shape;7665;p81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66" name="Google Shape;7666;p81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67" name="Google Shape;7667;p81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68" name="Google Shape;7668;p81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69" name="Google Shape;7669;p81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70" name="Google Shape;7670;p81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71" name="Google Shape;7671;p81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72" name="Google Shape;7672;p81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73" name="Google Shape;7673;p81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74" name="Google Shape;7674;p81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75" name="Google Shape;7675;p81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76" name="Google Shape;7676;p81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7677" name="Google Shape;7677;p8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78" name="Google Shape;7678;p81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79" name="Google Shape;7679;p81"/>
          <p:cNvGrpSpPr/>
          <p:nvPr/>
        </p:nvGrpSpPr>
        <p:grpSpPr>
          <a:xfrm>
            <a:off x="3427396" y="5093689"/>
            <a:ext cx="372793" cy="645052"/>
            <a:chOff x="742" y="2409"/>
            <a:chExt cx="576" cy="881"/>
          </a:xfrm>
        </p:grpSpPr>
        <p:grpSp>
          <p:nvGrpSpPr>
            <p:cNvPr id="7680" name="Google Shape;7680;p81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7681" name="Google Shape;7681;p81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2" name="Google Shape;7682;p81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3" name="Google Shape;7683;p81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4" name="Google Shape;7684;p81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5" name="Google Shape;7685;p81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6" name="Google Shape;7686;p81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7" name="Google Shape;7687;p81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8" name="Google Shape;7688;p81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9" name="Google Shape;7689;p81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0" name="Google Shape;7690;p81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1" name="Google Shape;7691;p81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2" name="Google Shape;7692;p81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3" name="Google Shape;7693;p81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4" name="Google Shape;7694;p81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5" name="Google Shape;7695;p81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7696" name="Google Shape;7696;p8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97" name="Google Shape;7697;p81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98" name="Google Shape;7698;p81"/>
          <p:cNvGrpSpPr/>
          <p:nvPr/>
        </p:nvGrpSpPr>
        <p:grpSpPr>
          <a:xfrm>
            <a:off x="2580566" y="4600630"/>
            <a:ext cx="372793" cy="645052"/>
            <a:chOff x="742" y="2409"/>
            <a:chExt cx="576" cy="881"/>
          </a:xfrm>
        </p:grpSpPr>
        <p:grpSp>
          <p:nvGrpSpPr>
            <p:cNvPr id="7699" name="Google Shape;7699;p81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7700" name="Google Shape;7700;p81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1" name="Google Shape;7701;p81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2" name="Google Shape;7702;p81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3" name="Google Shape;7703;p81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4" name="Google Shape;7704;p81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5" name="Google Shape;7705;p81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6" name="Google Shape;7706;p81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7" name="Google Shape;7707;p81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8" name="Google Shape;7708;p81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9" name="Google Shape;7709;p81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10" name="Google Shape;7710;p81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11" name="Google Shape;7711;p81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12" name="Google Shape;7712;p81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13" name="Google Shape;7713;p81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14" name="Google Shape;7714;p81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7715" name="Google Shape;7715;p8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16" name="Google Shape;7716;p81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1" name="Shape 7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22" name="Google Shape;7722;p82"/>
          <p:cNvCxnSpPr/>
          <p:nvPr/>
        </p:nvCxnSpPr>
        <p:spPr>
          <a:xfrm flipH="1" rot="10800000">
            <a:off x="598488" y="3432175"/>
            <a:ext cx="1176337" cy="7762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23" name="Google Shape;7723;p82"/>
          <p:cNvGrpSpPr/>
          <p:nvPr/>
        </p:nvGrpSpPr>
        <p:grpSpPr>
          <a:xfrm>
            <a:off x="1157288" y="4425950"/>
            <a:ext cx="1441450" cy="346075"/>
            <a:chOff x="3072" y="739"/>
            <a:chExt cx="652" cy="146"/>
          </a:xfrm>
        </p:grpSpPr>
        <p:pic>
          <p:nvPicPr>
            <p:cNvPr descr="lgv_fqmg[1]" id="7724" name="Google Shape;7724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725" name="Google Shape;7725;p82"/>
            <p:cNvCxnSpPr/>
            <p:nvPr/>
          </p:nvCxnSpPr>
          <p:spPr>
            <a:xfrm rot="10800000">
              <a:off x="3104" y="784"/>
              <a:ext cx="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26" name="Google Shape;7726;p82"/>
            <p:cNvCxnSpPr/>
            <p:nvPr/>
          </p:nvCxnSpPr>
          <p:spPr>
            <a:xfrm rot="10800000">
              <a:off x="3072" y="760"/>
              <a:ext cx="1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727" name="Google Shape;7727;p82"/>
          <p:cNvGrpSpPr/>
          <p:nvPr/>
        </p:nvGrpSpPr>
        <p:grpSpPr>
          <a:xfrm>
            <a:off x="1622425" y="2736850"/>
            <a:ext cx="987425" cy="730250"/>
            <a:chOff x="2197" y="1155"/>
            <a:chExt cx="622" cy="460"/>
          </a:xfrm>
        </p:grpSpPr>
        <p:grpSp>
          <p:nvGrpSpPr>
            <p:cNvPr id="7728" name="Google Shape;7728;p82"/>
            <p:cNvGrpSpPr/>
            <p:nvPr/>
          </p:nvGrpSpPr>
          <p:grpSpPr>
            <a:xfrm>
              <a:off x="2198" y="1176"/>
              <a:ext cx="621" cy="426"/>
              <a:chOff x="3164" y="2556"/>
              <a:chExt cx="901" cy="338"/>
            </a:xfrm>
          </p:grpSpPr>
          <p:sp>
            <p:nvSpPr>
              <p:cNvPr id="7729" name="Google Shape;7729;p82"/>
              <p:cNvSpPr/>
              <p:nvPr/>
            </p:nvSpPr>
            <p:spPr>
              <a:xfrm>
                <a:off x="3164" y="2556"/>
                <a:ext cx="901" cy="338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0" name="Google Shape;7730;p82"/>
              <p:cNvSpPr txBox="1"/>
              <p:nvPr/>
            </p:nvSpPr>
            <p:spPr>
              <a:xfrm>
                <a:off x="3212" y="2573"/>
                <a:ext cx="168" cy="18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31" name="Google Shape;7731;p82"/>
            <p:cNvSpPr txBox="1"/>
            <p:nvPr/>
          </p:nvSpPr>
          <p:spPr>
            <a:xfrm>
              <a:off x="2197" y="1155"/>
              <a:ext cx="616" cy="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Mobile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Switching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Center</a:t>
              </a:r>
              <a:endParaRPr/>
            </a:p>
          </p:txBody>
        </p:sp>
      </p:grpSp>
      <p:grpSp>
        <p:nvGrpSpPr>
          <p:cNvPr id="7732" name="Google Shape;7732;p82"/>
          <p:cNvGrpSpPr/>
          <p:nvPr/>
        </p:nvGrpSpPr>
        <p:grpSpPr>
          <a:xfrm>
            <a:off x="1135063" y="2528888"/>
            <a:ext cx="636587" cy="493712"/>
            <a:chOff x="3202" y="3056"/>
            <a:chExt cx="401" cy="311"/>
          </a:xfrm>
        </p:grpSpPr>
        <p:sp>
          <p:nvSpPr>
            <p:cNvPr id="7733" name="Google Shape;7733;p82"/>
            <p:cNvSpPr/>
            <p:nvPr/>
          </p:nvSpPr>
          <p:spPr>
            <a:xfrm>
              <a:off x="3203" y="3295"/>
              <a:ext cx="400" cy="72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34" name="Google Shape;7734;p82"/>
            <p:cNvCxnSpPr/>
            <p:nvPr/>
          </p:nvCxnSpPr>
          <p:spPr>
            <a:xfrm>
              <a:off x="3204" y="3096"/>
              <a:ext cx="0" cy="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35" name="Google Shape;7735;p82"/>
            <p:cNvSpPr/>
            <p:nvPr/>
          </p:nvSpPr>
          <p:spPr>
            <a:xfrm>
              <a:off x="3210" y="3090"/>
              <a:ext cx="393" cy="2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6" name="Google Shape;7736;p82"/>
            <p:cNvSpPr/>
            <p:nvPr/>
          </p:nvSpPr>
          <p:spPr>
            <a:xfrm>
              <a:off x="3202" y="3056"/>
              <a:ext cx="400" cy="72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37" name="Google Shape;7737;p82"/>
            <p:cNvCxnSpPr/>
            <p:nvPr/>
          </p:nvCxnSpPr>
          <p:spPr>
            <a:xfrm>
              <a:off x="3603" y="3099"/>
              <a:ext cx="0" cy="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38" name="Google Shape;7738;p82"/>
            <p:cNvSpPr txBox="1"/>
            <p:nvPr/>
          </p:nvSpPr>
          <p:spPr>
            <a:xfrm>
              <a:off x="3218" y="3137"/>
              <a:ext cx="36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VLR</a:t>
              </a:r>
              <a:endParaRPr/>
            </a:p>
          </p:txBody>
        </p:sp>
      </p:grpSp>
      <p:cxnSp>
        <p:nvCxnSpPr>
          <p:cNvPr id="7739" name="Google Shape;7739;p82"/>
          <p:cNvCxnSpPr/>
          <p:nvPr/>
        </p:nvCxnSpPr>
        <p:spPr>
          <a:xfrm rot="10800000">
            <a:off x="2439988" y="3444875"/>
            <a:ext cx="1176337" cy="7762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40" name="Google Shape;7740;p82"/>
          <p:cNvSpPr/>
          <p:nvPr/>
        </p:nvSpPr>
        <p:spPr>
          <a:xfrm>
            <a:off x="788988" y="2135188"/>
            <a:ext cx="1328737" cy="2324100"/>
          </a:xfrm>
          <a:custGeom>
            <a:rect b="b" l="l" r="r" t="t"/>
            <a:pathLst>
              <a:path extrusionOk="0" h="1464" w="837">
                <a:moveTo>
                  <a:pt x="816" y="0"/>
                </a:moveTo>
                <a:cubicBezTo>
                  <a:pt x="813" y="101"/>
                  <a:pt x="809" y="477"/>
                  <a:pt x="808" y="608"/>
                </a:cubicBezTo>
                <a:cubicBezTo>
                  <a:pt x="807" y="739"/>
                  <a:pt x="837" y="733"/>
                  <a:pt x="808" y="784"/>
                </a:cubicBezTo>
                <a:cubicBezTo>
                  <a:pt x="779" y="835"/>
                  <a:pt x="767" y="824"/>
                  <a:pt x="632" y="912"/>
                </a:cubicBezTo>
                <a:cubicBezTo>
                  <a:pt x="497" y="1000"/>
                  <a:pt x="0" y="1220"/>
                  <a:pt x="0" y="1312"/>
                </a:cubicBezTo>
                <a:cubicBezTo>
                  <a:pt x="0" y="1404"/>
                  <a:pt x="500" y="1432"/>
                  <a:pt x="632" y="1464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1" name="Google Shape;7741;p82"/>
          <p:cNvSpPr/>
          <p:nvPr/>
        </p:nvSpPr>
        <p:spPr>
          <a:xfrm>
            <a:off x="2093913" y="3367088"/>
            <a:ext cx="1282700" cy="1079500"/>
          </a:xfrm>
          <a:custGeom>
            <a:rect b="b" l="l" r="r" t="t"/>
            <a:pathLst>
              <a:path extrusionOk="0" h="680" w="808">
                <a:moveTo>
                  <a:pt x="0" y="0"/>
                </a:moveTo>
                <a:cubicBezTo>
                  <a:pt x="29" y="21"/>
                  <a:pt x="41" y="40"/>
                  <a:pt x="176" y="128"/>
                </a:cubicBezTo>
                <a:cubicBezTo>
                  <a:pt x="311" y="216"/>
                  <a:pt x="808" y="436"/>
                  <a:pt x="808" y="528"/>
                </a:cubicBezTo>
                <a:cubicBezTo>
                  <a:pt x="808" y="620"/>
                  <a:pt x="308" y="648"/>
                  <a:pt x="176" y="680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2" name="Google Shape;7742;p82"/>
          <p:cNvSpPr txBox="1"/>
          <p:nvPr/>
        </p:nvSpPr>
        <p:spPr>
          <a:xfrm>
            <a:off x="331788" y="4229100"/>
            <a:ext cx="8270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old BSS</a:t>
            </a:r>
            <a:endParaRPr/>
          </a:p>
        </p:txBody>
      </p:sp>
      <p:sp>
        <p:nvSpPr>
          <p:cNvPr id="7743" name="Google Shape;7743;p82"/>
          <p:cNvSpPr txBox="1"/>
          <p:nvPr/>
        </p:nvSpPr>
        <p:spPr>
          <a:xfrm>
            <a:off x="3024188" y="4360863"/>
            <a:ext cx="9159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BSS</a:t>
            </a:r>
            <a:endParaRPr/>
          </a:p>
        </p:txBody>
      </p:sp>
      <p:sp>
        <p:nvSpPr>
          <p:cNvPr id="7744" name="Google Shape;7744;p82"/>
          <p:cNvSpPr txBox="1"/>
          <p:nvPr/>
        </p:nvSpPr>
        <p:spPr>
          <a:xfrm>
            <a:off x="1217613" y="3759200"/>
            <a:ext cx="72548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/>
          </a:p>
        </p:txBody>
      </p:sp>
      <p:sp>
        <p:nvSpPr>
          <p:cNvPr id="7745" name="Google Shape;7745;p82"/>
          <p:cNvSpPr txBox="1"/>
          <p:nvPr/>
        </p:nvSpPr>
        <p:spPr>
          <a:xfrm>
            <a:off x="2208213" y="3746500"/>
            <a:ext cx="72548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/>
          </a:p>
        </p:txBody>
      </p:sp>
      <p:sp>
        <p:nvSpPr>
          <p:cNvPr id="7746" name="Google Shape;7746;p82"/>
          <p:cNvSpPr/>
          <p:nvPr/>
        </p:nvSpPr>
        <p:spPr>
          <a:xfrm>
            <a:off x="411163" y="1936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GSM: handoff with common MSC</a:t>
            </a:r>
            <a:endParaRPr/>
          </a:p>
        </p:txBody>
      </p:sp>
      <p:sp>
        <p:nvSpPr>
          <p:cNvPr id="7747" name="Google Shape;7747;p82"/>
          <p:cNvSpPr txBox="1"/>
          <p:nvPr>
            <p:ph idx="2" type="body"/>
          </p:nvPr>
        </p:nvSpPr>
        <p:spPr>
          <a:xfrm>
            <a:off x="4495800" y="1600200"/>
            <a:ext cx="4159250" cy="496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i="1"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handoff goal: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route call via new base station (without interruption)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reasons for handoff: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stronger signal to/from new BSS (continuing connectivity, less battery drain)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load balance: free up channel in current BSS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GSM doesn't mandate why to perform handoff (policy), only how (mechanism)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handoff initiated by old BSS</a:t>
            </a:r>
            <a:endParaRPr/>
          </a:p>
          <a:p>
            <a:pPr indent="-171450" lvl="1" marL="742950" rtl="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7748" name="Google Shape;7748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950" y="996950"/>
            <a:ext cx="73136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7749" name="Google Shape;7749;p82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50" name="Google Shape;7750;p82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grpSp>
        <p:nvGrpSpPr>
          <p:cNvPr id="7751" name="Google Shape;7751;p82"/>
          <p:cNvGrpSpPr/>
          <p:nvPr/>
        </p:nvGrpSpPr>
        <p:grpSpPr>
          <a:xfrm>
            <a:off x="145722" y="3456329"/>
            <a:ext cx="749422" cy="853262"/>
            <a:chOff x="742" y="2409"/>
            <a:chExt cx="576" cy="881"/>
          </a:xfrm>
        </p:grpSpPr>
        <p:grpSp>
          <p:nvGrpSpPr>
            <p:cNvPr id="7752" name="Google Shape;7752;p82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7753" name="Google Shape;7753;p82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54" name="Google Shape;7754;p82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55" name="Google Shape;7755;p82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56" name="Google Shape;7756;p82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57" name="Google Shape;7757;p82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58" name="Google Shape;7758;p82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59" name="Google Shape;7759;p82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0" name="Google Shape;7760;p82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1" name="Google Shape;7761;p82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2" name="Google Shape;7762;p82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3" name="Google Shape;7763;p82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4" name="Google Shape;7764;p82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5" name="Google Shape;7765;p82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6" name="Google Shape;7766;p82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7" name="Google Shape;7767;p82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7768" name="Google Shape;7768;p8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69" name="Google Shape;7769;p82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70" name="Google Shape;7770;p82"/>
          <p:cNvGrpSpPr/>
          <p:nvPr/>
        </p:nvGrpSpPr>
        <p:grpSpPr>
          <a:xfrm>
            <a:off x="3420717" y="3587908"/>
            <a:ext cx="749422" cy="853262"/>
            <a:chOff x="742" y="2409"/>
            <a:chExt cx="576" cy="881"/>
          </a:xfrm>
        </p:grpSpPr>
        <p:grpSp>
          <p:nvGrpSpPr>
            <p:cNvPr id="7771" name="Google Shape;7771;p82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7772" name="Google Shape;7772;p82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3" name="Google Shape;7773;p82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4" name="Google Shape;7774;p82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5" name="Google Shape;7775;p82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6" name="Google Shape;7776;p82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7" name="Google Shape;7777;p82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8" name="Google Shape;7778;p82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9" name="Google Shape;7779;p82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0" name="Google Shape;7780;p82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1" name="Google Shape;7781;p82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2" name="Google Shape;7782;p82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3" name="Google Shape;7783;p82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4" name="Google Shape;7784;p82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5" name="Google Shape;7785;p82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6" name="Google Shape;7786;p82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7787" name="Google Shape;7787;p8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88" name="Google Shape;7788;p82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3" name="Shape 7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94" name="Google Shape;7794;p83"/>
          <p:cNvGrpSpPr/>
          <p:nvPr/>
        </p:nvGrpSpPr>
        <p:grpSpPr>
          <a:xfrm>
            <a:off x="145722" y="3456329"/>
            <a:ext cx="749422" cy="853262"/>
            <a:chOff x="742" y="2409"/>
            <a:chExt cx="576" cy="881"/>
          </a:xfrm>
        </p:grpSpPr>
        <p:grpSp>
          <p:nvGrpSpPr>
            <p:cNvPr id="7795" name="Google Shape;7795;p83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7796" name="Google Shape;7796;p83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97" name="Google Shape;7797;p83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98" name="Google Shape;7798;p83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99" name="Google Shape;7799;p83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0" name="Google Shape;7800;p83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1" name="Google Shape;7801;p83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2" name="Google Shape;7802;p83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3" name="Google Shape;7803;p83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4" name="Google Shape;7804;p83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5" name="Google Shape;7805;p83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6" name="Google Shape;7806;p83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7" name="Google Shape;7807;p83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8" name="Google Shape;7808;p83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9" name="Google Shape;7809;p83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10" name="Google Shape;7810;p83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7811" name="Google Shape;7811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12" name="Google Shape;7812;p83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13" name="Google Shape;7813;p83"/>
          <p:cNvGrpSpPr/>
          <p:nvPr/>
        </p:nvGrpSpPr>
        <p:grpSpPr>
          <a:xfrm>
            <a:off x="3420717" y="3587908"/>
            <a:ext cx="749422" cy="853262"/>
            <a:chOff x="742" y="2409"/>
            <a:chExt cx="576" cy="881"/>
          </a:xfrm>
        </p:grpSpPr>
        <p:grpSp>
          <p:nvGrpSpPr>
            <p:cNvPr id="7814" name="Google Shape;7814;p83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7815" name="Google Shape;7815;p83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16" name="Google Shape;7816;p83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17" name="Google Shape;7817;p83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18" name="Google Shape;7818;p83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19" name="Google Shape;7819;p83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20" name="Google Shape;7820;p83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21" name="Google Shape;7821;p83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22" name="Google Shape;7822;p83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23" name="Google Shape;7823;p83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24" name="Google Shape;7824;p83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25" name="Google Shape;7825;p83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26" name="Google Shape;7826;p83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27" name="Google Shape;7827;p83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28" name="Google Shape;7828;p83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29" name="Google Shape;7829;p83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7830" name="Google Shape;7830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31" name="Google Shape;7831;p83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832" name="Google Shape;7832;p83"/>
          <p:cNvCxnSpPr/>
          <p:nvPr/>
        </p:nvCxnSpPr>
        <p:spPr>
          <a:xfrm flipH="1" rot="10800000">
            <a:off x="982663" y="3452813"/>
            <a:ext cx="520700" cy="342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33" name="Google Shape;7833;p83"/>
          <p:cNvCxnSpPr/>
          <p:nvPr/>
        </p:nvCxnSpPr>
        <p:spPr>
          <a:xfrm flipH="1" rot="10800000">
            <a:off x="608013" y="3435350"/>
            <a:ext cx="1176337" cy="7762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834" name="Google Shape;7834;p83"/>
          <p:cNvGrpSpPr/>
          <p:nvPr/>
        </p:nvGrpSpPr>
        <p:grpSpPr>
          <a:xfrm>
            <a:off x="1166813" y="4429125"/>
            <a:ext cx="1441450" cy="346075"/>
            <a:chOff x="3072" y="739"/>
            <a:chExt cx="652" cy="146"/>
          </a:xfrm>
        </p:grpSpPr>
        <p:pic>
          <p:nvPicPr>
            <p:cNvPr descr="lgv_fqmg[1]" id="7835" name="Google Shape;7835;p8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836" name="Google Shape;7836;p83"/>
            <p:cNvCxnSpPr/>
            <p:nvPr/>
          </p:nvCxnSpPr>
          <p:spPr>
            <a:xfrm rot="10800000">
              <a:off x="3104" y="784"/>
              <a:ext cx="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37" name="Google Shape;7837;p83"/>
            <p:cNvCxnSpPr/>
            <p:nvPr/>
          </p:nvCxnSpPr>
          <p:spPr>
            <a:xfrm rot="10800000">
              <a:off x="3072" y="760"/>
              <a:ext cx="1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838" name="Google Shape;7838;p83"/>
          <p:cNvGrpSpPr/>
          <p:nvPr/>
        </p:nvGrpSpPr>
        <p:grpSpPr>
          <a:xfrm>
            <a:off x="1631950" y="2740025"/>
            <a:ext cx="987425" cy="730250"/>
            <a:chOff x="2197" y="1155"/>
            <a:chExt cx="622" cy="460"/>
          </a:xfrm>
        </p:grpSpPr>
        <p:grpSp>
          <p:nvGrpSpPr>
            <p:cNvPr id="7839" name="Google Shape;7839;p83"/>
            <p:cNvGrpSpPr/>
            <p:nvPr/>
          </p:nvGrpSpPr>
          <p:grpSpPr>
            <a:xfrm>
              <a:off x="2198" y="1176"/>
              <a:ext cx="621" cy="426"/>
              <a:chOff x="3164" y="2556"/>
              <a:chExt cx="901" cy="338"/>
            </a:xfrm>
          </p:grpSpPr>
          <p:sp>
            <p:nvSpPr>
              <p:cNvPr id="7840" name="Google Shape;7840;p83"/>
              <p:cNvSpPr/>
              <p:nvPr/>
            </p:nvSpPr>
            <p:spPr>
              <a:xfrm>
                <a:off x="3164" y="2556"/>
                <a:ext cx="901" cy="338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1" name="Google Shape;7841;p83"/>
              <p:cNvSpPr txBox="1"/>
              <p:nvPr/>
            </p:nvSpPr>
            <p:spPr>
              <a:xfrm>
                <a:off x="3212" y="2573"/>
                <a:ext cx="168" cy="18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842" name="Google Shape;7842;p83"/>
            <p:cNvSpPr txBox="1"/>
            <p:nvPr/>
          </p:nvSpPr>
          <p:spPr>
            <a:xfrm>
              <a:off x="2197" y="1155"/>
              <a:ext cx="616" cy="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Mobile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Switching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Center</a:t>
              </a:r>
              <a:endParaRPr/>
            </a:p>
          </p:txBody>
        </p:sp>
      </p:grpSp>
      <p:grpSp>
        <p:nvGrpSpPr>
          <p:cNvPr id="7843" name="Google Shape;7843;p83"/>
          <p:cNvGrpSpPr/>
          <p:nvPr/>
        </p:nvGrpSpPr>
        <p:grpSpPr>
          <a:xfrm>
            <a:off x="1144588" y="2532063"/>
            <a:ext cx="636587" cy="493712"/>
            <a:chOff x="3202" y="3056"/>
            <a:chExt cx="401" cy="311"/>
          </a:xfrm>
        </p:grpSpPr>
        <p:sp>
          <p:nvSpPr>
            <p:cNvPr id="7844" name="Google Shape;7844;p83"/>
            <p:cNvSpPr/>
            <p:nvPr/>
          </p:nvSpPr>
          <p:spPr>
            <a:xfrm>
              <a:off x="3203" y="3295"/>
              <a:ext cx="400" cy="72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45" name="Google Shape;7845;p83"/>
            <p:cNvCxnSpPr/>
            <p:nvPr/>
          </p:nvCxnSpPr>
          <p:spPr>
            <a:xfrm>
              <a:off x="3204" y="3096"/>
              <a:ext cx="0" cy="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46" name="Google Shape;7846;p83"/>
            <p:cNvSpPr/>
            <p:nvPr/>
          </p:nvSpPr>
          <p:spPr>
            <a:xfrm>
              <a:off x="3210" y="3090"/>
              <a:ext cx="393" cy="2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7" name="Google Shape;7847;p83"/>
            <p:cNvSpPr/>
            <p:nvPr/>
          </p:nvSpPr>
          <p:spPr>
            <a:xfrm>
              <a:off x="3202" y="3056"/>
              <a:ext cx="400" cy="72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48" name="Google Shape;7848;p83"/>
            <p:cNvCxnSpPr/>
            <p:nvPr/>
          </p:nvCxnSpPr>
          <p:spPr>
            <a:xfrm>
              <a:off x="3603" y="3099"/>
              <a:ext cx="0" cy="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49" name="Google Shape;7849;p83"/>
            <p:cNvSpPr txBox="1"/>
            <p:nvPr/>
          </p:nvSpPr>
          <p:spPr>
            <a:xfrm>
              <a:off x="3218" y="3137"/>
              <a:ext cx="36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VLR</a:t>
              </a:r>
              <a:endParaRPr/>
            </a:p>
          </p:txBody>
        </p:sp>
      </p:grpSp>
      <p:cxnSp>
        <p:nvCxnSpPr>
          <p:cNvPr id="7850" name="Google Shape;7850;p83"/>
          <p:cNvCxnSpPr/>
          <p:nvPr/>
        </p:nvCxnSpPr>
        <p:spPr>
          <a:xfrm rot="10800000">
            <a:off x="2449513" y="3448050"/>
            <a:ext cx="1176337" cy="7762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51" name="Google Shape;7851;p83"/>
          <p:cNvSpPr txBox="1"/>
          <p:nvPr/>
        </p:nvSpPr>
        <p:spPr>
          <a:xfrm>
            <a:off x="198438" y="4232275"/>
            <a:ext cx="8270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old BSS</a:t>
            </a:r>
            <a:endParaRPr/>
          </a:p>
        </p:txBody>
      </p:sp>
      <p:grpSp>
        <p:nvGrpSpPr>
          <p:cNvPr id="7852" name="Google Shape;7852;p83"/>
          <p:cNvGrpSpPr/>
          <p:nvPr/>
        </p:nvGrpSpPr>
        <p:grpSpPr>
          <a:xfrm>
            <a:off x="1039813" y="3487738"/>
            <a:ext cx="296862" cy="336550"/>
            <a:chOff x="3312" y="2598"/>
            <a:chExt cx="187" cy="212"/>
          </a:xfrm>
        </p:grpSpPr>
        <p:sp>
          <p:nvSpPr>
            <p:cNvPr id="7853" name="Google Shape;7853;p83"/>
            <p:cNvSpPr/>
            <p:nvPr/>
          </p:nvSpPr>
          <p:spPr>
            <a:xfrm>
              <a:off x="3334" y="2622"/>
              <a:ext cx="150" cy="159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4" name="Google Shape;7854;p83"/>
            <p:cNvSpPr txBox="1"/>
            <p:nvPr/>
          </p:nvSpPr>
          <p:spPr>
            <a:xfrm>
              <a:off x="3312" y="2598"/>
              <a:ext cx="1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7855" name="Google Shape;7855;p83"/>
          <p:cNvGrpSpPr/>
          <p:nvPr/>
        </p:nvGrpSpPr>
        <p:grpSpPr>
          <a:xfrm>
            <a:off x="3319463" y="3919538"/>
            <a:ext cx="296862" cy="336550"/>
            <a:chOff x="3312" y="2598"/>
            <a:chExt cx="187" cy="212"/>
          </a:xfrm>
        </p:grpSpPr>
        <p:sp>
          <p:nvSpPr>
            <p:cNvPr id="7856" name="Google Shape;7856;p83"/>
            <p:cNvSpPr/>
            <p:nvPr/>
          </p:nvSpPr>
          <p:spPr>
            <a:xfrm>
              <a:off x="3334" y="2622"/>
              <a:ext cx="150" cy="159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7" name="Google Shape;7857;p83"/>
            <p:cNvSpPr txBox="1"/>
            <p:nvPr/>
          </p:nvSpPr>
          <p:spPr>
            <a:xfrm>
              <a:off x="3312" y="2598"/>
              <a:ext cx="1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cxnSp>
        <p:nvCxnSpPr>
          <p:cNvPr id="7858" name="Google Shape;7858;p83"/>
          <p:cNvCxnSpPr/>
          <p:nvPr/>
        </p:nvCxnSpPr>
        <p:spPr>
          <a:xfrm>
            <a:off x="2500313" y="3357563"/>
            <a:ext cx="920750" cy="584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859" name="Google Shape;7859;p83"/>
          <p:cNvGrpSpPr/>
          <p:nvPr/>
        </p:nvGrpSpPr>
        <p:grpSpPr>
          <a:xfrm>
            <a:off x="2379663" y="3208338"/>
            <a:ext cx="296862" cy="336550"/>
            <a:chOff x="3312" y="2598"/>
            <a:chExt cx="187" cy="212"/>
          </a:xfrm>
        </p:grpSpPr>
        <p:sp>
          <p:nvSpPr>
            <p:cNvPr id="7860" name="Google Shape;7860;p83"/>
            <p:cNvSpPr/>
            <p:nvPr/>
          </p:nvSpPr>
          <p:spPr>
            <a:xfrm>
              <a:off x="3334" y="2622"/>
              <a:ext cx="150" cy="159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1" name="Google Shape;7861;p83"/>
            <p:cNvSpPr txBox="1"/>
            <p:nvPr/>
          </p:nvSpPr>
          <p:spPr>
            <a:xfrm>
              <a:off x="3312" y="2598"/>
              <a:ext cx="1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7862" name="Google Shape;7862;p83"/>
          <p:cNvSpPr/>
          <p:nvPr/>
        </p:nvSpPr>
        <p:spPr>
          <a:xfrm>
            <a:off x="823913" y="3406775"/>
            <a:ext cx="2425700" cy="738188"/>
          </a:xfrm>
          <a:custGeom>
            <a:rect b="b" l="l" r="r" t="t"/>
            <a:pathLst>
              <a:path extrusionOk="0" h="465" w="1528">
                <a:moveTo>
                  <a:pt x="1528" y="425"/>
                </a:moveTo>
                <a:cubicBezTo>
                  <a:pt x="1340" y="279"/>
                  <a:pt x="1153" y="133"/>
                  <a:pt x="1004" y="73"/>
                </a:cubicBezTo>
                <a:cubicBezTo>
                  <a:pt x="855" y="13"/>
                  <a:pt x="799" y="0"/>
                  <a:pt x="632" y="65"/>
                </a:cubicBezTo>
                <a:cubicBezTo>
                  <a:pt x="465" y="130"/>
                  <a:pt x="232" y="297"/>
                  <a:pt x="0" y="465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63" name="Google Shape;7863;p83"/>
          <p:cNvGrpSpPr/>
          <p:nvPr/>
        </p:nvGrpSpPr>
        <p:grpSpPr>
          <a:xfrm>
            <a:off x="1947863" y="3341688"/>
            <a:ext cx="296862" cy="336550"/>
            <a:chOff x="3312" y="2598"/>
            <a:chExt cx="187" cy="212"/>
          </a:xfrm>
        </p:grpSpPr>
        <p:sp>
          <p:nvSpPr>
            <p:cNvPr id="7864" name="Google Shape;7864;p83"/>
            <p:cNvSpPr/>
            <p:nvPr/>
          </p:nvSpPr>
          <p:spPr>
            <a:xfrm>
              <a:off x="3334" y="2622"/>
              <a:ext cx="150" cy="159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5" name="Google Shape;7865;p83"/>
            <p:cNvSpPr txBox="1"/>
            <p:nvPr/>
          </p:nvSpPr>
          <p:spPr>
            <a:xfrm>
              <a:off x="3312" y="2598"/>
              <a:ext cx="1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cxnSp>
        <p:nvCxnSpPr>
          <p:cNvPr id="7866" name="Google Shape;7866;p83"/>
          <p:cNvCxnSpPr/>
          <p:nvPr/>
        </p:nvCxnSpPr>
        <p:spPr>
          <a:xfrm>
            <a:off x="957263" y="4259263"/>
            <a:ext cx="596900" cy="254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867" name="Google Shape;7867;p83"/>
          <p:cNvGrpSpPr/>
          <p:nvPr/>
        </p:nvGrpSpPr>
        <p:grpSpPr>
          <a:xfrm>
            <a:off x="1071563" y="4192588"/>
            <a:ext cx="296862" cy="336550"/>
            <a:chOff x="3312" y="2598"/>
            <a:chExt cx="187" cy="212"/>
          </a:xfrm>
        </p:grpSpPr>
        <p:sp>
          <p:nvSpPr>
            <p:cNvPr id="7868" name="Google Shape;7868;p83"/>
            <p:cNvSpPr/>
            <p:nvPr/>
          </p:nvSpPr>
          <p:spPr>
            <a:xfrm>
              <a:off x="3334" y="2622"/>
              <a:ext cx="150" cy="159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9" name="Google Shape;7869;p83"/>
            <p:cNvSpPr txBox="1"/>
            <p:nvPr/>
          </p:nvSpPr>
          <p:spPr>
            <a:xfrm>
              <a:off x="3312" y="2598"/>
              <a:ext cx="1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7870" name="Google Shape;7870;p83"/>
          <p:cNvSpPr/>
          <p:nvPr/>
        </p:nvSpPr>
        <p:spPr>
          <a:xfrm>
            <a:off x="2525713" y="4100513"/>
            <a:ext cx="844550" cy="520700"/>
          </a:xfrm>
          <a:custGeom>
            <a:rect b="b" l="l" r="r" t="t"/>
            <a:pathLst>
              <a:path extrusionOk="0" h="328" w="532">
                <a:moveTo>
                  <a:pt x="0" y="272"/>
                </a:moveTo>
                <a:cubicBezTo>
                  <a:pt x="82" y="235"/>
                  <a:pt x="452" y="0"/>
                  <a:pt x="492" y="52"/>
                </a:cubicBezTo>
                <a:cubicBezTo>
                  <a:pt x="532" y="104"/>
                  <a:pt x="156" y="270"/>
                  <a:pt x="68" y="328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71" name="Google Shape;7871;p83"/>
          <p:cNvGrpSpPr/>
          <p:nvPr/>
        </p:nvGrpSpPr>
        <p:grpSpPr>
          <a:xfrm>
            <a:off x="2811463" y="4211638"/>
            <a:ext cx="296862" cy="336550"/>
            <a:chOff x="3312" y="2598"/>
            <a:chExt cx="187" cy="212"/>
          </a:xfrm>
        </p:grpSpPr>
        <p:sp>
          <p:nvSpPr>
            <p:cNvPr id="7872" name="Google Shape;7872;p83"/>
            <p:cNvSpPr/>
            <p:nvPr/>
          </p:nvSpPr>
          <p:spPr>
            <a:xfrm>
              <a:off x="3334" y="2622"/>
              <a:ext cx="150" cy="159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3" name="Google Shape;7873;p83"/>
            <p:cNvSpPr txBox="1"/>
            <p:nvPr/>
          </p:nvSpPr>
          <p:spPr>
            <a:xfrm>
              <a:off x="3312" y="2598"/>
              <a:ext cx="1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sp>
        <p:nvSpPr>
          <p:cNvPr id="7874" name="Google Shape;7874;p83"/>
          <p:cNvSpPr/>
          <p:nvPr/>
        </p:nvSpPr>
        <p:spPr>
          <a:xfrm>
            <a:off x="2303463" y="3567113"/>
            <a:ext cx="755650" cy="920750"/>
          </a:xfrm>
          <a:custGeom>
            <a:rect b="b" l="l" r="r" t="t"/>
            <a:pathLst>
              <a:path extrusionOk="0" h="580" w="476">
                <a:moveTo>
                  <a:pt x="68" y="580"/>
                </a:moveTo>
                <a:cubicBezTo>
                  <a:pt x="135" y="537"/>
                  <a:pt x="468" y="380"/>
                  <a:pt x="472" y="324"/>
                </a:cubicBezTo>
                <a:cubicBezTo>
                  <a:pt x="476" y="268"/>
                  <a:pt x="98" y="67"/>
                  <a:pt x="0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75" name="Google Shape;7875;p83"/>
          <p:cNvGrpSpPr/>
          <p:nvPr/>
        </p:nvGrpSpPr>
        <p:grpSpPr>
          <a:xfrm>
            <a:off x="2411413" y="3627438"/>
            <a:ext cx="296862" cy="336550"/>
            <a:chOff x="3312" y="2598"/>
            <a:chExt cx="187" cy="212"/>
          </a:xfrm>
        </p:grpSpPr>
        <p:sp>
          <p:nvSpPr>
            <p:cNvPr id="7876" name="Google Shape;7876;p83"/>
            <p:cNvSpPr/>
            <p:nvPr/>
          </p:nvSpPr>
          <p:spPr>
            <a:xfrm>
              <a:off x="3334" y="2622"/>
              <a:ext cx="150" cy="159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7" name="Google Shape;7877;p83"/>
            <p:cNvSpPr txBox="1"/>
            <p:nvPr/>
          </p:nvSpPr>
          <p:spPr>
            <a:xfrm>
              <a:off x="3312" y="2598"/>
              <a:ext cx="1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</p:grpSp>
      <p:cxnSp>
        <p:nvCxnSpPr>
          <p:cNvPr id="7878" name="Google Shape;7878;p83"/>
          <p:cNvCxnSpPr/>
          <p:nvPr/>
        </p:nvCxnSpPr>
        <p:spPr>
          <a:xfrm flipH="1">
            <a:off x="1058863" y="3598863"/>
            <a:ext cx="812800" cy="53975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879" name="Google Shape;7879;p83"/>
          <p:cNvGrpSpPr/>
          <p:nvPr/>
        </p:nvGrpSpPr>
        <p:grpSpPr>
          <a:xfrm>
            <a:off x="1370013" y="3741738"/>
            <a:ext cx="296862" cy="336550"/>
            <a:chOff x="3312" y="2598"/>
            <a:chExt cx="187" cy="212"/>
          </a:xfrm>
        </p:grpSpPr>
        <p:sp>
          <p:nvSpPr>
            <p:cNvPr id="7880" name="Google Shape;7880;p83"/>
            <p:cNvSpPr/>
            <p:nvPr/>
          </p:nvSpPr>
          <p:spPr>
            <a:xfrm>
              <a:off x="3334" y="2622"/>
              <a:ext cx="150" cy="159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1" name="Google Shape;7881;p83"/>
            <p:cNvSpPr txBox="1"/>
            <p:nvPr/>
          </p:nvSpPr>
          <p:spPr>
            <a:xfrm>
              <a:off x="3312" y="2598"/>
              <a:ext cx="1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</p:grpSp>
      <p:sp>
        <p:nvSpPr>
          <p:cNvPr id="7882" name="Google Shape;7882;p83"/>
          <p:cNvSpPr txBox="1"/>
          <p:nvPr/>
        </p:nvSpPr>
        <p:spPr>
          <a:xfrm>
            <a:off x="3024188" y="4360863"/>
            <a:ext cx="9159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BSS</a:t>
            </a:r>
            <a:endParaRPr/>
          </a:p>
        </p:txBody>
      </p:sp>
      <p:sp>
        <p:nvSpPr>
          <p:cNvPr id="7883" name="Google Shape;7883;p83"/>
          <p:cNvSpPr/>
          <p:nvPr/>
        </p:nvSpPr>
        <p:spPr>
          <a:xfrm>
            <a:off x="4140200" y="1360488"/>
            <a:ext cx="5003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0988" lvl="0" marL="280988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old BSS informs MSC of impending handoff, provides list of 1</a:t>
            </a:r>
            <a:r>
              <a:rPr baseline="3000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new BSSs </a:t>
            </a:r>
            <a:endParaRPr/>
          </a:p>
          <a:p>
            <a:pPr indent="-280988" lvl="0" marL="280988" marR="0" rtl="0" algn="l"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5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MSC sets up path (allocates resources) to new BSS</a:t>
            </a:r>
            <a:endParaRPr/>
          </a:p>
          <a:p>
            <a:pPr indent="-280988" lvl="0" marL="280988" marR="0" rtl="0" algn="l"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5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new BSS allocates radio channel for use by mobile</a:t>
            </a:r>
            <a:endParaRPr/>
          </a:p>
          <a:p>
            <a:pPr indent="-280988" lvl="0" marL="280988" marR="0" rtl="0" algn="l"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5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new BSS signals MSC, old BSS: ready </a:t>
            </a:r>
            <a:endParaRPr/>
          </a:p>
          <a:p>
            <a:pPr indent="-280988" lvl="0" marL="280988" marR="0" rtl="0" algn="l"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5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old BSS tells mobile: perform handoff to new BSS</a:t>
            </a:r>
            <a:endParaRPr/>
          </a:p>
          <a:p>
            <a:pPr indent="-280988" lvl="0" marL="280988" marR="0" rtl="0" algn="l"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5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mobile, new BSS signal to activate new channel</a:t>
            </a:r>
            <a:endParaRPr/>
          </a:p>
          <a:p>
            <a:pPr indent="-280988" lvl="0" marL="280988" marR="0" rtl="0" algn="l"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5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mobile signals via new BSS to MSC: handoff complete.  MSC reroutes call</a:t>
            </a:r>
            <a:endParaRPr/>
          </a:p>
          <a:p>
            <a:pPr indent="-280988" lvl="0" marL="280988" marR="0" rtl="0" algn="l"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5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MSC-old-BSS resources released</a:t>
            </a:r>
            <a:endParaRPr/>
          </a:p>
          <a:p>
            <a:pPr indent="-280988" lvl="0" marL="280988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889000" marR="0" rtl="0" algn="l"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84" name="Google Shape;7884;p83"/>
          <p:cNvCxnSpPr/>
          <p:nvPr/>
        </p:nvCxnSpPr>
        <p:spPr>
          <a:xfrm>
            <a:off x="2101850" y="2019300"/>
            <a:ext cx="0" cy="750888"/>
          </a:xfrm>
          <a:prstGeom prst="straightConnector1">
            <a:avLst/>
          </a:prstGeom>
          <a:noFill/>
          <a:ln cap="flat" cmpd="sng" w="38100">
            <a:solidFill>
              <a:srgbClr val="FF33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85" name="Google Shape;7885;p83"/>
          <p:cNvSpPr/>
          <p:nvPr/>
        </p:nvSpPr>
        <p:spPr>
          <a:xfrm>
            <a:off x="411163" y="1936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GSM: handoff with common MSC</a:t>
            </a:r>
            <a:endParaRPr/>
          </a:p>
        </p:txBody>
      </p:sp>
      <p:pic>
        <p:nvPicPr>
          <p:cNvPr descr="underline_base" id="7886" name="Google Shape;7886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950" y="996950"/>
            <a:ext cx="73136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7887" name="Google Shape;7887;p83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88" name="Google Shape;7888;p83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3" name="Shape 7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94" name="Google Shape;7894;p84"/>
          <p:cNvGrpSpPr/>
          <p:nvPr/>
        </p:nvGrpSpPr>
        <p:grpSpPr>
          <a:xfrm>
            <a:off x="422275" y="2239963"/>
            <a:ext cx="1408113" cy="1109662"/>
            <a:chOff x="125" y="951"/>
            <a:chExt cx="887" cy="699"/>
          </a:xfrm>
        </p:grpSpPr>
        <p:sp>
          <p:nvSpPr>
            <p:cNvPr id="7895" name="Google Shape;7895;p84"/>
            <p:cNvSpPr/>
            <p:nvPr/>
          </p:nvSpPr>
          <p:spPr>
            <a:xfrm>
              <a:off x="147" y="1148"/>
              <a:ext cx="817" cy="502"/>
            </a:xfrm>
            <a:custGeom>
              <a:rect b="b" l="l" r="r" t="t"/>
              <a:pathLst>
                <a:path extrusionOk="0" h="1134" w="1209">
                  <a:moveTo>
                    <a:pt x="224" y="6"/>
                  </a:moveTo>
                  <a:cubicBezTo>
                    <a:pt x="112" y="13"/>
                    <a:pt x="66" y="64"/>
                    <a:pt x="33" y="141"/>
                  </a:cubicBezTo>
                  <a:cubicBezTo>
                    <a:pt x="0" y="219"/>
                    <a:pt x="24" y="370"/>
                    <a:pt x="27" y="471"/>
                  </a:cubicBezTo>
                  <a:cubicBezTo>
                    <a:pt x="30" y="572"/>
                    <a:pt x="30" y="664"/>
                    <a:pt x="50" y="747"/>
                  </a:cubicBezTo>
                  <a:cubicBezTo>
                    <a:pt x="70" y="830"/>
                    <a:pt x="79" y="924"/>
                    <a:pt x="149" y="972"/>
                  </a:cubicBezTo>
                  <a:cubicBezTo>
                    <a:pt x="219" y="1020"/>
                    <a:pt x="339" y="1012"/>
                    <a:pt x="469" y="1036"/>
                  </a:cubicBezTo>
                  <a:cubicBezTo>
                    <a:pt x="599" y="1060"/>
                    <a:pt x="822" y="1134"/>
                    <a:pt x="931" y="1115"/>
                  </a:cubicBezTo>
                  <a:cubicBezTo>
                    <a:pt x="1040" y="1096"/>
                    <a:pt x="1079" y="1039"/>
                    <a:pt x="1122" y="920"/>
                  </a:cubicBezTo>
                  <a:cubicBezTo>
                    <a:pt x="1165" y="801"/>
                    <a:pt x="1188" y="523"/>
                    <a:pt x="1189" y="401"/>
                  </a:cubicBezTo>
                  <a:cubicBezTo>
                    <a:pt x="1190" y="279"/>
                    <a:pt x="1209" y="240"/>
                    <a:pt x="1128" y="190"/>
                  </a:cubicBezTo>
                  <a:cubicBezTo>
                    <a:pt x="1046" y="141"/>
                    <a:pt x="850" y="135"/>
                    <a:pt x="701" y="104"/>
                  </a:cubicBezTo>
                  <a:cubicBezTo>
                    <a:pt x="552" y="72"/>
                    <a:pt x="335" y="0"/>
                    <a:pt x="224" y="6"/>
                  </a:cubicBezTo>
                  <a:close/>
                </a:path>
              </a:pathLst>
            </a:custGeom>
            <a:solidFill>
              <a:srgbClr val="3399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6" name="Google Shape;7896;p84"/>
            <p:cNvSpPr txBox="1"/>
            <p:nvPr/>
          </p:nvSpPr>
          <p:spPr>
            <a:xfrm>
              <a:off x="142" y="951"/>
              <a:ext cx="870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network</a:t>
              </a:r>
              <a:endParaRPr/>
            </a:p>
          </p:txBody>
        </p:sp>
        <p:grpSp>
          <p:nvGrpSpPr>
            <p:cNvPr id="7897" name="Google Shape;7897;p84"/>
            <p:cNvGrpSpPr/>
            <p:nvPr/>
          </p:nvGrpSpPr>
          <p:grpSpPr>
            <a:xfrm>
              <a:off x="125" y="1203"/>
              <a:ext cx="616" cy="326"/>
              <a:chOff x="581" y="459"/>
              <a:chExt cx="616" cy="326"/>
            </a:xfrm>
          </p:grpSpPr>
          <p:sp>
            <p:nvSpPr>
              <p:cNvPr id="7898" name="Google Shape;7898;p84"/>
              <p:cNvSpPr/>
              <p:nvPr/>
            </p:nvSpPr>
            <p:spPr>
              <a:xfrm>
                <a:off x="696" y="464"/>
                <a:ext cx="384" cy="312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9" name="Google Shape;7899;p84"/>
              <p:cNvSpPr txBox="1"/>
              <p:nvPr/>
            </p:nvSpPr>
            <p:spPr>
              <a:xfrm>
                <a:off x="581" y="459"/>
                <a:ext cx="616" cy="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Home MSC</a:t>
                </a:r>
                <a:endParaRPr/>
              </a:p>
            </p:txBody>
          </p:sp>
        </p:grpSp>
      </p:grpSp>
      <p:sp>
        <p:nvSpPr>
          <p:cNvPr id="7900" name="Google Shape;7900;p84"/>
          <p:cNvSpPr/>
          <p:nvPr/>
        </p:nvSpPr>
        <p:spPr>
          <a:xfrm>
            <a:off x="1816100" y="2933700"/>
            <a:ext cx="1436688" cy="1617663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339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1" name="Google Shape;7901;p84"/>
          <p:cNvSpPr txBox="1"/>
          <p:nvPr/>
        </p:nvSpPr>
        <p:spPr>
          <a:xfrm>
            <a:off x="2316163" y="3529013"/>
            <a:ext cx="717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PSTN</a:t>
            </a:r>
            <a:endParaRPr/>
          </a:p>
        </p:txBody>
      </p:sp>
      <p:grpSp>
        <p:nvGrpSpPr>
          <p:cNvPr id="7902" name="Google Shape;7902;p84"/>
          <p:cNvGrpSpPr/>
          <p:nvPr/>
        </p:nvGrpSpPr>
        <p:grpSpPr>
          <a:xfrm>
            <a:off x="1709738" y="5129213"/>
            <a:ext cx="1441450" cy="346075"/>
            <a:chOff x="3072" y="739"/>
            <a:chExt cx="652" cy="146"/>
          </a:xfrm>
        </p:grpSpPr>
        <p:pic>
          <p:nvPicPr>
            <p:cNvPr descr="lgv_fqmg[1]" id="7903" name="Google Shape;7903;p8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904" name="Google Shape;7904;p84"/>
            <p:cNvCxnSpPr/>
            <p:nvPr/>
          </p:nvCxnSpPr>
          <p:spPr>
            <a:xfrm rot="10800000">
              <a:off x="3104" y="784"/>
              <a:ext cx="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05" name="Google Shape;7905;p84"/>
            <p:cNvCxnSpPr/>
            <p:nvPr/>
          </p:nvCxnSpPr>
          <p:spPr>
            <a:xfrm rot="10800000">
              <a:off x="3072" y="760"/>
              <a:ext cx="1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e2gmc3yp[1]" id="7906" name="Google Shape;7906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3913" y="2749550"/>
            <a:ext cx="411162" cy="477838"/>
          </a:xfrm>
          <a:prstGeom prst="rect">
            <a:avLst/>
          </a:prstGeom>
          <a:noFill/>
          <a:ln>
            <a:noFill/>
          </a:ln>
        </p:spPr>
      </p:pic>
      <p:sp>
        <p:nvSpPr>
          <p:cNvPr id="7907" name="Google Shape;7907;p84"/>
          <p:cNvSpPr txBox="1"/>
          <p:nvPr/>
        </p:nvSpPr>
        <p:spPr>
          <a:xfrm>
            <a:off x="2633663" y="2455863"/>
            <a:ext cx="13160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correspondent</a:t>
            </a:r>
            <a:endParaRPr/>
          </a:p>
        </p:txBody>
      </p:sp>
      <p:sp>
        <p:nvSpPr>
          <p:cNvPr id="7908" name="Google Shape;7908;p84"/>
          <p:cNvSpPr/>
          <p:nvPr/>
        </p:nvSpPr>
        <p:spPr>
          <a:xfrm>
            <a:off x="1214438" y="2978150"/>
            <a:ext cx="2222500" cy="446088"/>
          </a:xfrm>
          <a:custGeom>
            <a:rect b="b" l="l" r="r" t="t"/>
            <a:pathLst>
              <a:path extrusionOk="0" h="281" w="1400">
                <a:moveTo>
                  <a:pt x="1400" y="104"/>
                </a:moveTo>
                <a:cubicBezTo>
                  <a:pt x="1381" y="121"/>
                  <a:pt x="1397" y="180"/>
                  <a:pt x="1296" y="208"/>
                </a:cubicBezTo>
                <a:cubicBezTo>
                  <a:pt x="1195" y="236"/>
                  <a:pt x="956" y="281"/>
                  <a:pt x="792" y="272"/>
                </a:cubicBezTo>
                <a:cubicBezTo>
                  <a:pt x="628" y="263"/>
                  <a:pt x="444" y="197"/>
                  <a:pt x="312" y="152"/>
                </a:cubicBezTo>
                <a:cubicBezTo>
                  <a:pt x="180" y="107"/>
                  <a:pt x="65" y="32"/>
                  <a:pt x="0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9" name="Google Shape;7909;p84"/>
          <p:cNvSpPr/>
          <p:nvPr/>
        </p:nvSpPr>
        <p:spPr>
          <a:xfrm>
            <a:off x="1062038" y="3003550"/>
            <a:ext cx="1087437" cy="882650"/>
          </a:xfrm>
          <a:custGeom>
            <a:rect b="b" l="l" r="r" t="t"/>
            <a:pathLst>
              <a:path extrusionOk="0" h="556" w="685">
                <a:moveTo>
                  <a:pt x="0" y="0"/>
                </a:moveTo>
                <a:cubicBezTo>
                  <a:pt x="96" y="55"/>
                  <a:pt x="467" y="249"/>
                  <a:pt x="576" y="328"/>
                </a:cubicBezTo>
                <a:cubicBezTo>
                  <a:pt x="685" y="407"/>
                  <a:pt x="677" y="434"/>
                  <a:pt x="656" y="472"/>
                </a:cubicBezTo>
                <a:cubicBezTo>
                  <a:pt x="635" y="510"/>
                  <a:pt x="491" y="539"/>
                  <a:pt x="447" y="556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10" name="Google Shape;7910;p84"/>
          <p:cNvGrpSpPr/>
          <p:nvPr/>
        </p:nvGrpSpPr>
        <p:grpSpPr>
          <a:xfrm>
            <a:off x="993775" y="3702050"/>
            <a:ext cx="977900" cy="330200"/>
            <a:chOff x="717" y="1160"/>
            <a:chExt cx="616" cy="208"/>
          </a:xfrm>
        </p:grpSpPr>
        <p:sp>
          <p:nvSpPr>
            <p:cNvPr id="7911" name="Google Shape;7911;p84"/>
            <p:cNvSpPr/>
            <p:nvPr/>
          </p:nvSpPr>
          <p:spPr>
            <a:xfrm>
              <a:off x="832" y="1160"/>
              <a:ext cx="384" cy="208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2" name="Google Shape;7912;p84"/>
            <p:cNvSpPr txBox="1"/>
            <p:nvPr/>
          </p:nvSpPr>
          <p:spPr>
            <a:xfrm>
              <a:off x="717" y="1171"/>
              <a:ext cx="61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MSC</a:t>
              </a:r>
              <a:endParaRPr/>
            </a:p>
          </p:txBody>
        </p:sp>
      </p:grpSp>
      <p:sp>
        <p:nvSpPr>
          <p:cNvPr id="7913" name="Google Shape;7913;p84"/>
          <p:cNvSpPr txBox="1"/>
          <p:nvPr/>
        </p:nvSpPr>
        <p:spPr>
          <a:xfrm>
            <a:off x="487363" y="3433763"/>
            <a:ext cx="1381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anchor MSC</a:t>
            </a:r>
            <a:endParaRPr/>
          </a:p>
        </p:txBody>
      </p:sp>
      <p:grpSp>
        <p:nvGrpSpPr>
          <p:cNvPr id="7914" name="Google Shape;7914;p84"/>
          <p:cNvGrpSpPr/>
          <p:nvPr/>
        </p:nvGrpSpPr>
        <p:grpSpPr>
          <a:xfrm>
            <a:off x="3176594" y="4129088"/>
            <a:ext cx="977900" cy="333375"/>
            <a:chOff x="730" y="1158"/>
            <a:chExt cx="616" cy="210"/>
          </a:xfrm>
        </p:grpSpPr>
        <p:sp>
          <p:nvSpPr>
            <p:cNvPr id="7915" name="Google Shape;7915;p84"/>
            <p:cNvSpPr/>
            <p:nvPr/>
          </p:nvSpPr>
          <p:spPr>
            <a:xfrm>
              <a:off x="832" y="1160"/>
              <a:ext cx="384" cy="208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6" name="Google Shape;7916;p84"/>
            <p:cNvSpPr txBox="1"/>
            <p:nvPr/>
          </p:nvSpPr>
          <p:spPr>
            <a:xfrm>
              <a:off x="730" y="1158"/>
              <a:ext cx="61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MSC</a:t>
              </a:r>
              <a:endParaRPr/>
            </a:p>
          </p:txBody>
        </p:sp>
      </p:grpSp>
      <p:sp>
        <p:nvSpPr>
          <p:cNvPr id="7917" name="Google Shape;7917;p84"/>
          <p:cNvSpPr/>
          <p:nvPr/>
        </p:nvSpPr>
        <p:spPr>
          <a:xfrm>
            <a:off x="1798638" y="3884613"/>
            <a:ext cx="609600" cy="1373187"/>
          </a:xfrm>
          <a:custGeom>
            <a:rect b="b" l="l" r="r" t="t"/>
            <a:pathLst>
              <a:path extrusionOk="0" h="865" w="384">
                <a:moveTo>
                  <a:pt x="0" y="53"/>
                </a:moveTo>
                <a:cubicBezTo>
                  <a:pt x="104" y="26"/>
                  <a:pt x="209" y="0"/>
                  <a:pt x="272" y="21"/>
                </a:cubicBezTo>
                <a:cubicBezTo>
                  <a:pt x="335" y="42"/>
                  <a:pt x="368" y="94"/>
                  <a:pt x="376" y="181"/>
                </a:cubicBezTo>
                <a:cubicBezTo>
                  <a:pt x="384" y="268"/>
                  <a:pt x="338" y="454"/>
                  <a:pt x="320" y="541"/>
                </a:cubicBezTo>
                <a:cubicBezTo>
                  <a:pt x="302" y="628"/>
                  <a:pt x="275" y="652"/>
                  <a:pt x="268" y="706"/>
                </a:cubicBezTo>
                <a:cubicBezTo>
                  <a:pt x="261" y="760"/>
                  <a:pt x="275" y="832"/>
                  <a:pt x="277" y="865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18" name="Google Shape;7918;p84"/>
          <p:cNvGrpSpPr/>
          <p:nvPr/>
        </p:nvGrpSpPr>
        <p:grpSpPr>
          <a:xfrm>
            <a:off x="1944688" y="4203700"/>
            <a:ext cx="623887" cy="330200"/>
            <a:chOff x="2647" y="2987"/>
            <a:chExt cx="393" cy="208"/>
          </a:xfrm>
        </p:grpSpPr>
        <p:sp>
          <p:nvSpPr>
            <p:cNvPr id="7919" name="Google Shape;7919;p84"/>
            <p:cNvSpPr/>
            <p:nvPr/>
          </p:nvSpPr>
          <p:spPr>
            <a:xfrm>
              <a:off x="2647" y="2987"/>
              <a:ext cx="384" cy="208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0" name="Google Shape;7920;p84"/>
            <p:cNvSpPr txBox="1"/>
            <p:nvPr/>
          </p:nvSpPr>
          <p:spPr>
            <a:xfrm>
              <a:off x="2649" y="2995"/>
              <a:ext cx="391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MSC</a:t>
              </a:r>
              <a:endParaRPr/>
            </a:p>
          </p:txBody>
        </p:sp>
      </p:grpSp>
      <p:sp>
        <p:nvSpPr>
          <p:cNvPr id="7921" name="Google Shape;7921;p84"/>
          <p:cNvSpPr txBox="1"/>
          <p:nvPr/>
        </p:nvSpPr>
        <p:spPr>
          <a:xfrm>
            <a:off x="1792288" y="5641975"/>
            <a:ext cx="2000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before handoff</a:t>
            </a:r>
            <a:endParaRPr/>
          </a:p>
        </p:txBody>
      </p:sp>
      <p:sp>
        <p:nvSpPr>
          <p:cNvPr id="7922" name="Google Shape;7922;p84"/>
          <p:cNvSpPr/>
          <p:nvPr/>
        </p:nvSpPr>
        <p:spPr>
          <a:xfrm>
            <a:off x="476250" y="968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GSM: handoff between MSCs</a:t>
            </a:r>
            <a:endParaRPr/>
          </a:p>
        </p:txBody>
      </p:sp>
      <p:sp>
        <p:nvSpPr>
          <p:cNvPr id="7923" name="Google Shape;7923;p84"/>
          <p:cNvSpPr txBox="1"/>
          <p:nvPr>
            <p:ph idx="2" type="body"/>
          </p:nvPr>
        </p:nvSpPr>
        <p:spPr>
          <a:xfrm>
            <a:off x="4668094" y="1596181"/>
            <a:ext cx="407828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i="1"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anchor MSC:</a:t>
            </a:r>
            <a:r>
              <a:rPr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first MSC visited during call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call remains routed through anchor MSC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new MSCs add on to end of MSC chain as mobile moves to new MSC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optional path minimization step to shorten multi-MSC chain</a:t>
            </a:r>
            <a:endParaRPr/>
          </a:p>
        </p:txBody>
      </p:sp>
      <p:pic>
        <p:nvPicPr>
          <p:cNvPr descr="underline_base" id="7924" name="Google Shape;7924;p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5150" y="941388"/>
            <a:ext cx="68564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7925" name="Google Shape;7925;p84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26" name="Google Shape;7926;p84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grpSp>
        <p:nvGrpSpPr>
          <p:cNvPr id="7927" name="Google Shape;7927;p84"/>
          <p:cNvGrpSpPr/>
          <p:nvPr/>
        </p:nvGrpSpPr>
        <p:grpSpPr>
          <a:xfrm>
            <a:off x="387350" y="3778250"/>
            <a:ext cx="1020763" cy="841375"/>
            <a:chOff x="387350" y="3778250"/>
            <a:chExt cx="1020763" cy="841375"/>
          </a:xfrm>
        </p:grpSpPr>
        <p:sp>
          <p:nvSpPr>
            <p:cNvPr id="7928" name="Google Shape;7928;p84"/>
            <p:cNvSpPr/>
            <p:nvPr/>
          </p:nvSpPr>
          <p:spPr>
            <a:xfrm>
              <a:off x="387350" y="3778250"/>
              <a:ext cx="400424" cy="339546"/>
            </a:xfrm>
            <a:prstGeom prst="hexagon">
              <a:avLst>
                <a:gd fmla="val 28952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9" name="Google Shape;7929;p84"/>
            <p:cNvSpPr/>
            <p:nvPr/>
          </p:nvSpPr>
          <p:spPr>
            <a:xfrm>
              <a:off x="692435" y="4280079"/>
              <a:ext cx="400424" cy="339546"/>
            </a:xfrm>
            <a:prstGeom prst="hexagon">
              <a:avLst>
                <a:gd fmla="val 28952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0" name="Google Shape;7930;p84"/>
            <p:cNvSpPr/>
            <p:nvPr/>
          </p:nvSpPr>
          <p:spPr>
            <a:xfrm>
              <a:off x="687350" y="3938036"/>
              <a:ext cx="400424" cy="339546"/>
            </a:xfrm>
            <a:prstGeom prst="hexagon">
              <a:avLst>
                <a:gd fmla="val 28952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1" name="Google Shape;7931;p84"/>
            <p:cNvSpPr/>
            <p:nvPr/>
          </p:nvSpPr>
          <p:spPr>
            <a:xfrm>
              <a:off x="991164" y="4111554"/>
              <a:ext cx="400424" cy="339546"/>
            </a:xfrm>
            <a:prstGeom prst="hexagon">
              <a:avLst>
                <a:gd fmla="val 28860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32" name="Google Shape;7932;p84"/>
            <p:cNvCxnSpPr/>
            <p:nvPr/>
          </p:nvCxnSpPr>
          <p:spPr>
            <a:xfrm flipH="1" rot="10800000">
              <a:off x="1217435" y="3996708"/>
              <a:ext cx="190678" cy="3108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3" name="Google Shape;7933;p84"/>
            <p:cNvCxnSpPr/>
            <p:nvPr/>
          </p:nvCxnSpPr>
          <p:spPr>
            <a:xfrm flipH="1" rot="10800000">
              <a:off x="921248" y="3996708"/>
              <a:ext cx="322881" cy="49184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4" name="Google Shape;7934;p84"/>
            <p:cNvCxnSpPr/>
            <p:nvPr/>
          </p:nvCxnSpPr>
          <p:spPr>
            <a:xfrm flipH="1" rot="10800000">
              <a:off x="911079" y="3996708"/>
              <a:ext cx="311441" cy="1710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5" name="Google Shape;7935;p84"/>
            <p:cNvCxnSpPr/>
            <p:nvPr/>
          </p:nvCxnSpPr>
          <p:spPr>
            <a:xfrm flipH="1" rot="10800000">
              <a:off x="618706" y="3925553"/>
              <a:ext cx="574576" cy="649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936" name="Google Shape;7936;p84"/>
            <p:cNvGrpSpPr/>
            <p:nvPr/>
          </p:nvGrpSpPr>
          <p:grpSpPr>
            <a:xfrm>
              <a:off x="506382" y="3814076"/>
              <a:ext cx="164774" cy="233104"/>
              <a:chOff x="160756" y="4051199"/>
              <a:chExt cx="409927" cy="614913"/>
            </a:xfrm>
          </p:grpSpPr>
          <p:grpSp>
            <p:nvGrpSpPr>
              <p:cNvPr id="7937" name="Google Shape;7937;p84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7938" name="Google Shape;7938;p84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39" name="Google Shape;7939;p84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40" name="Google Shape;7940;p84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41" name="Google Shape;7941;p84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42" name="Google Shape;7942;p84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43" name="Google Shape;7943;p84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44" name="Google Shape;7944;p84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45" name="Google Shape;7945;p84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46" name="Google Shape;7946;p84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47" name="Google Shape;7947;p84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48" name="Google Shape;7948;p84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49" name="Google Shape;7949;p84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50" name="Google Shape;7950;p84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51" name="Google Shape;7951;p84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52" name="Google Shape;7952;p84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7953" name="Google Shape;7953;p8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954" name="Google Shape;7954;p84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55" name="Google Shape;7955;p84"/>
            <p:cNvGrpSpPr/>
            <p:nvPr/>
          </p:nvGrpSpPr>
          <p:grpSpPr>
            <a:xfrm>
              <a:off x="791406" y="3962456"/>
              <a:ext cx="164774" cy="233104"/>
              <a:chOff x="160756" y="4051199"/>
              <a:chExt cx="409927" cy="614913"/>
            </a:xfrm>
          </p:grpSpPr>
          <p:grpSp>
            <p:nvGrpSpPr>
              <p:cNvPr id="7956" name="Google Shape;7956;p84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7957" name="Google Shape;7957;p84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58" name="Google Shape;7958;p84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59" name="Google Shape;7959;p84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60" name="Google Shape;7960;p84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61" name="Google Shape;7961;p84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62" name="Google Shape;7962;p84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63" name="Google Shape;7963;p84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64" name="Google Shape;7964;p84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65" name="Google Shape;7965;p84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66" name="Google Shape;7966;p84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67" name="Google Shape;7967;p84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68" name="Google Shape;7968;p84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69" name="Google Shape;7969;p84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70" name="Google Shape;7970;p84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71" name="Google Shape;7971;p84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7972" name="Google Shape;7972;p8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973" name="Google Shape;7973;p84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74" name="Google Shape;7974;p84"/>
            <p:cNvGrpSpPr/>
            <p:nvPr/>
          </p:nvGrpSpPr>
          <p:grpSpPr>
            <a:xfrm>
              <a:off x="1104562" y="4155046"/>
              <a:ext cx="164774" cy="233104"/>
              <a:chOff x="160756" y="4051199"/>
              <a:chExt cx="409927" cy="614913"/>
            </a:xfrm>
          </p:grpSpPr>
          <p:grpSp>
            <p:nvGrpSpPr>
              <p:cNvPr id="7975" name="Google Shape;7975;p84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7976" name="Google Shape;7976;p84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77" name="Google Shape;7977;p84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78" name="Google Shape;7978;p84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79" name="Google Shape;7979;p84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80" name="Google Shape;7980;p84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81" name="Google Shape;7981;p84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82" name="Google Shape;7982;p84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83" name="Google Shape;7983;p84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84" name="Google Shape;7984;p84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85" name="Google Shape;7985;p84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86" name="Google Shape;7986;p84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87" name="Google Shape;7987;p84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88" name="Google Shape;7988;p84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89" name="Google Shape;7989;p84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90" name="Google Shape;7990;p84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7991" name="Google Shape;7991;p8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992" name="Google Shape;7992;p84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93" name="Google Shape;7993;p84"/>
            <p:cNvGrpSpPr/>
            <p:nvPr/>
          </p:nvGrpSpPr>
          <p:grpSpPr>
            <a:xfrm>
              <a:off x="798807" y="4319503"/>
              <a:ext cx="164774" cy="233104"/>
              <a:chOff x="160756" y="4051199"/>
              <a:chExt cx="409927" cy="614913"/>
            </a:xfrm>
          </p:grpSpPr>
          <p:grpSp>
            <p:nvGrpSpPr>
              <p:cNvPr id="7994" name="Google Shape;7994;p84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7995" name="Google Shape;7995;p84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96" name="Google Shape;7996;p84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97" name="Google Shape;7997;p84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98" name="Google Shape;7998;p84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99" name="Google Shape;7999;p84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00" name="Google Shape;8000;p84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01" name="Google Shape;8001;p84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02" name="Google Shape;8002;p84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03" name="Google Shape;8003;p84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04" name="Google Shape;8004;p84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05" name="Google Shape;8005;p84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06" name="Google Shape;8006;p84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07" name="Google Shape;8007;p84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08" name="Google Shape;8008;p84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09" name="Google Shape;8009;p84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010" name="Google Shape;8010;p8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11" name="Google Shape;8011;p84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12" name="Google Shape;8012;p84"/>
          <p:cNvGrpSpPr/>
          <p:nvPr/>
        </p:nvGrpSpPr>
        <p:grpSpPr>
          <a:xfrm>
            <a:off x="1612900" y="4424363"/>
            <a:ext cx="711200" cy="931862"/>
            <a:chOff x="1612900" y="4424363"/>
            <a:chExt cx="711200" cy="931862"/>
          </a:xfrm>
        </p:grpSpPr>
        <p:sp>
          <p:nvSpPr>
            <p:cNvPr id="8013" name="Google Shape;8013;p84"/>
            <p:cNvSpPr/>
            <p:nvPr/>
          </p:nvSpPr>
          <p:spPr>
            <a:xfrm>
              <a:off x="1619250" y="4514850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4" name="Google Shape;8014;p84"/>
            <p:cNvSpPr/>
            <p:nvPr/>
          </p:nvSpPr>
          <p:spPr>
            <a:xfrm>
              <a:off x="1924050" y="5016500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5" name="Google Shape;8015;p84"/>
            <p:cNvSpPr/>
            <p:nvPr/>
          </p:nvSpPr>
          <p:spPr>
            <a:xfrm>
              <a:off x="1919288" y="4675188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16" name="Google Shape;8016;p84"/>
            <p:cNvCxnSpPr/>
            <p:nvPr/>
          </p:nvCxnSpPr>
          <p:spPr>
            <a:xfrm flipH="1" rot="10800000">
              <a:off x="1839913" y="4438650"/>
              <a:ext cx="374650" cy="504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7" name="Google Shape;8017;p84"/>
            <p:cNvCxnSpPr/>
            <p:nvPr/>
          </p:nvCxnSpPr>
          <p:spPr>
            <a:xfrm flipH="1" rot="10800000">
              <a:off x="2152650" y="4445000"/>
              <a:ext cx="119063" cy="781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8" name="Google Shape;8018;p84"/>
            <p:cNvCxnSpPr/>
            <p:nvPr/>
          </p:nvCxnSpPr>
          <p:spPr>
            <a:xfrm flipH="1" rot="10800000">
              <a:off x="2143125" y="4425950"/>
              <a:ext cx="92075" cy="4794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9" name="Google Shape;8019;p84"/>
            <p:cNvCxnSpPr/>
            <p:nvPr/>
          </p:nvCxnSpPr>
          <p:spPr>
            <a:xfrm flipH="1" rot="10800000">
              <a:off x="1851025" y="4424363"/>
              <a:ext cx="358775" cy="3032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20" name="Google Shape;8020;p84"/>
            <p:cNvSpPr/>
            <p:nvPr/>
          </p:nvSpPr>
          <p:spPr>
            <a:xfrm>
              <a:off x="1612900" y="4851400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21" name="Google Shape;8021;p84"/>
            <p:cNvGrpSpPr/>
            <p:nvPr/>
          </p:nvGrpSpPr>
          <p:grpSpPr>
            <a:xfrm>
              <a:off x="1730874" y="4544246"/>
              <a:ext cx="164774" cy="233104"/>
              <a:chOff x="160756" y="4051199"/>
              <a:chExt cx="409927" cy="614913"/>
            </a:xfrm>
          </p:grpSpPr>
          <p:grpSp>
            <p:nvGrpSpPr>
              <p:cNvPr id="8022" name="Google Shape;8022;p84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023" name="Google Shape;8023;p84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24" name="Google Shape;8024;p84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25" name="Google Shape;8025;p84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26" name="Google Shape;8026;p84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27" name="Google Shape;8027;p84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28" name="Google Shape;8028;p84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29" name="Google Shape;8029;p84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30" name="Google Shape;8030;p84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31" name="Google Shape;8031;p84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32" name="Google Shape;8032;p84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33" name="Google Shape;8033;p84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34" name="Google Shape;8034;p84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35" name="Google Shape;8035;p84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36" name="Google Shape;8036;p84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37" name="Google Shape;8037;p84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038" name="Google Shape;8038;p8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39" name="Google Shape;8039;p84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40" name="Google Shape;8040;p84"/>
            <p:cNvGrpSpPr/>
            <p:nvPr/>
          </p:nvGrpSpPr>
          <p:grpSpPr>
            <a:xfrm>
              <a:off x="1738593" y="4857408"/>
              <a:ext cx="164774" cy="233104"/>
              <a:chOff x="160756" y="4051199"/>
              <a:chExt cx="409927" cy="614913"/>
            </a:xfrm>
          </p:grpSpPr>
          <p:grpSp>
            <p:nvGrpSpPr>
              <p:cNvPr id="8041" name="Google Shape;8041;p84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042" name="Google Shape;8042;p84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43" name="Google Shape;8043;p84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44" name="Google Shape;8044;p84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45" name="Google Shape;8045;p84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46" name="Google Shape;8046;p84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47" name="Google Shape;8047;p84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48" name="Google Shape;8048;p84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49" name="Google Shape;8049;p84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50" name="Google Shape;8050;p84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51" name="Google Shape;8051;p84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52" name="Google Shape;8052;p84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53" name="Google Shape;8053;p84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54" name="Google Shape;8054;p84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55" name="Google Shape;8055;p84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56" name="Google Shape;8056;p84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057" name="Google Shape;8057;p8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58" name="Google Shape;8058;p84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59" name="Google Shape;8059;p84"/>
            <p:cNvGrpSpPr/>
            <p:nvPr/>
          </p:nvGrpSpPr>
          <p:grpSpPr>
            <a:xfrm>
              <a:off x="2031654" y="4728475"/>
              <a:ext cx="164774" cy="233104"/>
              <a:chOff x="160756" y="4051199"/>
              <a:chExt cx="409927" cy="614913"/>
            </a:xfrm>
          </p:grpSpPr>
          <p:grpSp>
            <p:nvGrpSpPr>
              <p:cNvPr id="8060" name="Google Shape;8060;p84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061" name="Google Shape;8061;p84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62" name="Google Shape;8062;p84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63" name="Google Shape;8063;p84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64" name="Google Shape;8064;p84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65" name="Google Shape;8065;p84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66" name="Google Shape;8066;p84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67" name="Google Shape;8067;p84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68" name="Google Shape;8068;p84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69" name="Google Shape;8069;p84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70" name="Google Shape;8070;p84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71" name="Google Shape;8071;p84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72" name="Google Shape;8072;p84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73" name="Google Shape;8073;p84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74" name="Google Shape;8074;p84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75" name="Google Shape;8075;p84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076" name="Google Shape;8076;p8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77" name="Google Shape;8077;p84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78" name="Google Shape;8078;p84"/>
            <p:cNvGrpSpPr/>
            <p:nvPr/>
          </p:nvGrpSpPr>
          <p:grpSpPr>
            <a:xfrm>
              <a:off x="2035354" y="5037618"/>
              <a:ext cx="164774" cy="233104"/>
              <a:chOff x="160756" y="4051199"/>
              <a:chExt cx="409927" cy="614913"/>
            </a:xfrm>
          </p:grpSpPr>
          <p:grpSp>
            <p:nvGrpSpPr>
              <p:cNvPr id="8079" name="Google Shape;8079;p84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080" name="Google Shape;8080;p84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81" name="Google Shape;8081;p84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82" name="Google Shape;8082;p84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83" name="Google Shape;8083;p84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84" name="Google Shape;8084;p84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85" name="Google Shape;8085;p84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86" name="Google Shape;8086;p84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87" name="Google Shape;8087;p84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88" name="Google Shape;8088;p84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89" name="Google Shape;8089;p84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90" name="Google Shape;8090;p84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91" name="Google Shape;8091;p84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92" name="Google Shape;8092;p84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93" name="Google Shape;8093;p84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94" name="Google Shape;8094;p84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095" name="Google Shape;8095;p8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96" name="Google Shape;8096;p84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97" name="Google Shape;8097;p84"/>
          <p:cNvGrpSpPr/>
          <p:nvPr/>
        </p:nvGrpSpPr>
        <p:grpSpPr>
          <a:xfrm>
            <a:off x="3084513" y="4438650"/>
            <a:ext cx="1309687" cy="841375"/>
            <a:chOff x="3084513" y="4438650"/>
            <a:chExt cx="1309687" cy="841375"/>
          </a:xfrm>
        </p:grpSpPr>
        <p:sp>
          <p:nvSpPr>
            <p:cNvPr id="8098" name="Google Shape;8098;p84"/>
            <p:cNvSpPr/>
            <p:nvPr/>
          </p:nvSpPr>
          <p:spPr>
            <a:xfrm>
              <a:off x="3994150" y="4438650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9" name="Google Shape;8099;p84"/>
            <p:cNvSpPr/>
            <p:nvPr/>
          </p:nvSpPr>
          <p:spPr>
            <a:xfrm>
              <a:off x="3384550" y="4773613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0" name="Google Shape;8100;p84"/>
            <p:cNvSpPr/>
            <p:nvPr/>
          </p:nvSpPr>
          <p:spPr>
            <a:xfrm>
              <a:off x="3683000" y="4600575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01" name="Google Shape;8101;p84"/>
            <p:cNvCxnSpPr/>
            <p:nvPr/>
          </p:nvCxnSpPr>
          <p:spPr>
            <a:xfrm rot="10800000">
              <a:off x="3808413" y="4457700"/>
              <a:ext cx="406400" cy="409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02" name="Google Shape;8102;p84"/>
            <p:cNvCxnSpPr/>
            <p:nvPr/>
          </p:nvCxnSpPr>
          <p:spPr>
            <a:xfrm flipH="1" rot="10800000">
              <a:off x="3575050" y="4454525"/>
              <a:ext cx="4762" cy="5572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03" name="Google Shape;8103;p84"/>
            <p:cNvCxnSpPr/>
            <p:nvPr/>
          </p:nvCxnSpPr>
          <p:spPr>
            <a:xfrm rot="10800000">
              <a:off x="3648075" y="4464050"/>
              <a:ext cx="222250" cy="7127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04" name="Google Shape;8104;p84"/>
            <p:cNvCxnSpPr/>
            <p:nvPr/>
          </p:nvCxnSpPr>
          <p:spPr>
            <a:xfrm rot="10800000">
              <a:off x="3879850" y="4471988"/>
              <a:ext cx="346075" cy="1793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05" name="Google Shape;8105;p84"/>
            <p:cNvSpPr/>
            <p:nvPr/>
          </p:nvSpPr>
          <p:spPr>
            <a:xfrm>
              <a:off x="3987800" y="4775200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06" name="Google Shape;8106;p84"/>
            <p:cNvCxnSpPr/>
            <p:nvPr/>
          </p:nvCxnSpPr>
          <p:spPr>
            <a:xfrm rot="10800000">
              <a:off x="3732213" y="4476750"/>
              <a:ext cx="146050" cy="3524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07" name="Google Shape;8107;p84"/>
            <p:cNvSpPr/>
            <p:nvPr/>
          </p:nvSpPr>
          <p:spPr>
            <a:xfrm>
              <a:off x="3084513" y="4602163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8" name="Google Shape;8108;p84"/>
            <p:cNvSpPr/>
            <p:nvPr/>
          </p:nvSpPr>
          <p:spPr>
            <a:xfrm>
              <a:off x="3689350" y="4940300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09" name="Google Shape;8109;p84"/>
            <p:cNvCxnSpPr/>
            <p:nvPr/>
          </p:nvCxnSpPr>
          <p:spPr>
            <a:xfrm flipH="1" rot="10800000">
              <a:off x="3279775" y="4464050"/>
              <a:ext cx="24765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110" name="Google Shape;8110;p84"/>
            <p:cNvGrpSpPr/>
            <p:nvPr/>
          </p:nvGrpSpPr>
          <p:grpSpPr>
            <a:xfrm>
              <a:off x="3188460" y="4647446"/>
              <a:ext cx="164774" cy="233104"/>
              <a:chOff x="160756" y="4051199"/>
              <a:chExt cx="409927" cy="614913"/>
            </a:xfrm>
          </p:grpSpPr>
          <p:grpSp>
            <p:nvGrpSpPr>
              <p:cNvPr id="8111" name="Google Shape;8111;p84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112" name="Google Shape;8112;p84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13" name="Google Shape;8113;p84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14" name="Google Shape;8114;p84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15" name="Google Shape;8115;p84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16" name="Google Shape;8116;p84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17" name="Google Shape;8117;p84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18" name="Google Shape;8118;p84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19" name="Google Shape;8119;p84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20" name="Google Shape;8120;p84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21" name="Google Shape;8121;p84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22" name="Google Shape;8122;p84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23" name="Google Shape;8123;p84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24" name="Google Shape;8124;p84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25" name="Google Shape;8125;p84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26" name="Google Shape;8126;p84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127" name="Google Shape;8127;p8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28" name="Google Shape;8128;p84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29" name="Google Shape;8129;p84"/>
            <p:cNvGrpSpPr/>
            <p:nvPr/>
          </p:nvGrpSpPr>
          <p:grpSpPr>
            <a:xfrm>
              <a:off x="3497597" y="4823961"/>
              <a:ext cx="164774" cy="233104"/>
              <a:chOff x="160756" y="4051199"/>
              <a:chExt cx="409927" cy="614913"/>
            </a:xfrm>
          </p:grpSpPr>
          <p:grpSp>
            <p:nvGrpSpPr>
              <p:cNvPr id="8130" name="Google Shape;8130;p84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131" name="Google Shape;8131;p84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32" name="Google Shape;8132;p84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33" name="Google Shape;8133;p84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34" name="Google Shape;8134;p84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35" name="Google Shape;8135;p84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36" name="Google Shape;8136;p84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37" name="Google Shape;8137;p84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38" name="Google Shape;8138;p84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39" name="Google Shape;8139;p84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40" name="Google Shape;8140;p84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41" name="Google Shape;8141;p84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42" name="Google Shape;8142;p84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43" name="Google Shape;8143;p84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44" name="Google Shape;8144;p84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45" name="Google Shape;8145;p84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146" name="Google Shape;8146;p8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47" name="Google Shape;8147;p84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48" name="Google Shape;8148;p84"/>
            <p:cNvGrpSpPr/>
            <p:nvPr/>
          </p:nvGrpSpPr>
          <p:grpSpPr>
            <a:xfrm>
              <a:off x="3806734" y="4956267"/>
              <a:ext cx="164774" cy="233104"/>
              <a:chOff x="160756" y="4051199"/>
              <a:chExt cx="409927" cy="614913"/>
            </a:xfrm>
          </p:grpSpPr>
          <p:grpSp>
            <p:nvGrpSpPr>
              <p:cNvPr id="8149" name="Google Shape;8149;p84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150" name="Google Shape;8150;p84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51" name="Google Shape;8151;p84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52" name="Google Shape;8152;p84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53" name="Google Shape;8153;p84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54" name="Google Shape;8154;p84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55" name="Google Shape;8155;p84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56" name="Google Shape;8156;p84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57" name="Google Shape;8157;p84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58" name="Google Shape;8158;p84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59" name="Google Shape;8159;p84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60" name="Google Shape;8160;p84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61" name="Google Shape;8161;p84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62" name="Google Shape;8162;p84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63" name="Google Shape;8163;p84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64" name="Google Shape;8164;p84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165" name="Google Shape;8165;p8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66" name="Google Shape;8166;p84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67" name="Google Shape;8167;p84"/>
            <p:cNvGrpSpPr/>
            <p:nvPr/>
          </p:nvGrpSpPr>
          <p:grpSpPr>
            <a:xfrm>
              <a:off x="4107833" y="4819297"/>
              <a:ext cx="164774" cy="233104"/>
              <a:chOff x="160756" y="4051199"/>
              <a:chExt cx="409927" cy="614913"/>
            </a:xfrm>
          </p:grpSpPr>
          <p:grpSp>
            <p:nvGrpSpPr>
              <p:cNvPr id="8168" name="Google Shape;8168;p84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169" name="Google Shape;8169;p84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70" name="Google Shape;8170;p84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71" name="Google Shape;8171;p84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72" name="Google Shape;8172;p84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73" name="Google Shape;8173;p84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74" name="Google Shape;8174;p84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75" name="Google Shape;8175;p84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76" name="Google Shape;8176;p84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77" name="Google Shape;8177;p84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78" name="Google Shape;8178;p84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79" name="Google Shape;8179;p84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80" name="Google Shape;8180;p84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81" name="Google Shape;8181;p84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82" name="Google Shape;8182;p84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83" name="Google Shape;8183;p84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184" name="Google Shape;8184;p8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85" name="Google Shape;8185;p84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86" name="Google Shape;8186;p84"/>
            <p:cNvGrpSpPr/>
            <p:nvPr/>
          </p:nvGrpSpPr>
          <p:grpSpPr>
            <a:xfrm>
              <a:off x="4111534" y="4481375"/>
              <a:ext cx="164774" cy="233104"/>
              <a:chOff x="160756" y="4051199"/>
              <a:chExt cx="409927" cy="614913"/>
            </a:xfrm>
          </p:grpSpPr>
          <p:grpSp>
            <p:nvGrpSpPr>
              <p:cNvPr id="8187" name="Google Shape;8187;p84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188" name="Google Shape;8188;p84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89" name="Google Shape;8189;p84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90" name="Google Shape;8190;p84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91" name="Google Shape;8191;p84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92" name="Google Shape;8192;p84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93" name="Google Shape;8193;p84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94" name="Google Shape;8194;p84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95" name="Google Shape;8195;p84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96" name="Google Shape;8196;p84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97" name="Google Shape;8197;p84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98" name="Google Shape;8198;p84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99" name="Google Shape;8199;p84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00" name="Google Shape;8200;p84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01" name="Google Shape;8201;p84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02" name="Google Shape;8202;p84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203" name="Google Shape;8203;p8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04" name="Google Shape;8204;p84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05" name="Google Shape;8205;p84"/>
            <p:cNvGrpSpPr/>
            <p:nvPr/>
          </p:nvGrpSpPr>
          <p:grpSpPr>
            <a:xfrm>
              <a:off x="3789704" y="4633776"/>
              <a:ext cx="164774" cy="233104"/>
              <a:chOff x="160756" y="4051199"/>
              <a:chExt cx="409927" cy="614913"/>
            </a:xfrm>
          </p:grpSpPr>
          <p:grpSp>
            <p:nvGrpSpPr>
              <p:cNvPr id="8206" name="Google Shape;8206;p84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207" name="Google Shape;8207;p84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08" name="Google Shape;8208;p84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09" name="Google Shape;8209;p84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10" name="Google Shape;8210;p84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11" name="Google Shape;8211;p84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12" name="Google Shape;8212;p84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13" name="Google Shape;8213;p84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14" name="Google Shape;8214;p84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15" name="Google Shape;8215;p84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16" name="Google Shape;8216;p84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17" name="Google Shape;8217;p84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18" name="Google Shape;8218;p84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19" name="Google Shape;8219;p84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20" name="Google Shape;8220;p84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21" name="Google Shape;8221;p84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222" name="Google Shape;8222;p8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23" name="Google Shape;8223;p84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8" name="Shape 8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29" name="Google Shape;8229;p85"/>
          <p:cNvGrpSpPr/>
          <p:nvPr/>
        </p:nvGrpSpPr>
        <p:grpSpPr>
          <a:xfrm>
            <a:off x="1612900" y="4424363"/>
            <a:ext cx="711200" cy="931862"/>
            <a:chOff x="1612900" y="4424363"/>
            <a:chExt cx="711200" cy="931862"/>
          </a:xfrm>
        </p:grpSpPr>
        <p:sp>
          <p:nvSpPr>
            <p:cNvPr id="8230" name="Google Shape;8230;p85"/>
            <p:cNvSpPr/>
            <p:nvPr/>
          </p:nvSpPr>
          <p:spPr>
            <a:xfrm>
              <a:off x="1619250" y="4514850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1" name="Google Shape;8231;p85"/>
            <p:cNvSpPr/>
            <p:nvPr/>
          </p:nvSpPr>
          <p:spPr>
            <a:xfrm>
              <a:off x="1924050" y="5016500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2" name="Google Shape;8232;p85"/>
            <p:cNvSpPr/>
            <p:nvPr/>
          </p:nvSpPr>
          <p:spPr>
            <a:xfrm>
              <a:off x="1919288" y="4675188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33" name="Google Shape;8233;p85"/>
            <p:cNvCxnSpPr/>
            <p:nvPr/>
          </p:nvCxnSpPr>
          <p:spPr>
            <a:xfrm flipH="1" rot="10800000">
              <a:off x="1839913" y="4438650"/>
              <a:ext cx="374650" cy="504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34" name="Google Shape;8234;p85"/>
            <p:cNvCxnSpPr/>
            <p:nvPr/>
          </p:nvCxnSpPr>
          <p:spPr>
            <a:xfrm flipH="1" rot="10800000">
              <a:off x="2152650" y="4445000"/>
              <a:ext cx="119063" cy="781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35" name="Google Shape;8235;p85"/>
            <p:cNvCxnSpPr/>
            <p:nvPr/>
          </p:nvCxnSpPr>
          <p:spPr>
            <a:xfrm flipH="1" rot="10800000">
              <a:off x="2143125" y="4425950"/>
              <a:ext cx="92075" cy="4794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36" name="Google Shape;8236;p85"/>
            <p:cNvCxnSpPr/>
            <p:nvPr/>
          </p:nvCxnSpPr>
          <p:spPr>
            <a:xfrm flipH="1" rot="10800000">
              <a:off x="1851025" y="4424363"/>
              <a:ext cx="358775" cy="3032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37" name="Google Shape;8237;p85"/>
            <p:cNvSpPr/>
            <p:nvPr/>
          </p:nvSpPr>
          <p:spPr>
            <a:xfrm>
              <a:off x="1612900" y="4851400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38" name="Google Shape;8238;p85"/>
            <p:cNvGrpSpPr/>
            <p:nvPr/>
          </p:nvGrpSpPr>
          <p:grpSpPr>
            <a:xfrm>
              <a:off x="1730874" y="4544246"/>
              <a:ext cx="164774" cy="233104"/>
              <a:chOff x="160756" y="4051199"/>
              <a:chExt cx="409927" cy="614913"/>
            </a:xfrm>
          </p:grpSpPr>
          <p:grpSp>
            <p:nvGrpSpPr>
              <p:cNvPr id="8239" name="Google Shape;8239;p85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240" name="Google Shape;8240;p8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41" name="Google Shape;8241;p8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42" name="Google Shape;8242;p8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43" name="Google Shape;8243;p8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44" name="Google Shape;8244;p8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45" name="Google Shape;8245;p8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46" name="Google Shape;8246;p8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47" name="Google Shape;8247;p8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48" name="Google Shape;8248;p8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49" name="Google Shape;8249;p8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50" name="Google Shape;8250;p8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51" name="Google Shape;8251;p8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52" name="Google Shape;8252;p8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53" name="Google Shape;8253;p8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54" name="Google Shape;8254;p8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255" name="Google Shape;8255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56" name="Google Shape;8256;p85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57" name="Google Shape;8257;p85"/>
            <p:cNvGrpSpPr/>
            <p:nvPr/>
          </p:nvGrpSpPr>
          <p:grpSpPr>
            <a:xfrm>
              <a:off x="1738593" y="4857408"/>
              <a:ext cx="164774" cy="233104"/>
              <a:chOff x="160756" y="4051199"/>
              <a:chExt cx="409927" cy="614913"/>
            </a:xfrm>
          </p:grpSpPr>
          <p:grpSp>
            <p:nvGrpSpPr>
              <p:cNvPr id="8258" name="Google Shape;8258;p85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259" name="Google Shape;8259;p8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60" name="Google Shape;8260;p8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61" name="Google Shape;8261;p8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62" name="Google Shape;8262;p8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63" name="Google Shape;8263;p8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64" name="Google Shape;8264;p8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65" name="Google Shape;8265;p8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66" name="Google Shape;8266;p8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67" name="Google Shape;8267;p8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68" name="Google Shape;8268;p8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69" name="Google Shape;8269;p8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70" name="Google Shape;8270;p8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71" name="Google Shape;8271;p8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72" name="Google Shape;8272;p8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73" name="Google Shape;8273;p8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274" name="Google Shape;8274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75" name="Google Shape;8275;p85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76" name="Google Shape;8276;p85"/>
            <p:cNvGrpSpPr/>
            <p:nvPr/>
          </p:nvGrpSpPr>
          <p:grpSpPr>
            <a:xfrm>
              <a:off x="2031654" y="4728475"/>
              <a:ext cx="164774" cy="233104"/>
              <a:chOff x="160756" y="4051199"/>
              <a:chExt cx="409927" cy="614913"/>
            </a:xfrm>
          </p:grpSpPr>
          <p:grpSp>
            <p:nvGrpSpPr>
              <p:cNvPr id="8277" name="Google Shape;8277;p85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278" name="Google Shape;8278;p8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79" name="Google Shape;8279;p8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80" name="Google Shape;8280;p8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81" name="Google Shape;8281;p8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82" name="Google Shape;8282;p8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83" name="Google Shape;8283;p8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84" name="Google Shape;8284;p8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85" name="Google Shape;8285;p8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86" name="Google Shape;8286;p8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87" name="Google Shape;8287;p8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88" name="Google Shape;8288;p8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89" name="Google Shape;8289;p8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90" name="Google Shape;8290;p8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91" name="Google Shape;8291;p8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92" name="Google Shape;8292;p8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293" name="Google Shape;8293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94" name="Google Shape;8294;p85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95" name="Google Shape;8295;p85"/>
            <p:cNvGrpSpPr/>
            <p:nvPr/>
          </p:nvGrpSpPr>
          <p:grpSpPr>
            <a:xfrm>
              <a:off x="2035354" y="5037618"/>
              <a:ext cx="164774" cy="233104"/>
              <a:chOff x="160756" y="4051199"/>
              <a:chExt cx="409927" cy="614913"/>
            </a:xfrm>
          </p:grpSpPr>
          <p:grpSp>
            <p:nvGrpSpPr>
              <p:cNvPr id="8296" name="Google Shape;8296;p85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297" name="Google Shape;8297;p8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98" name="Google Shape;8298;p8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99" name="Google Shape;8299;p8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00" name="Google Shape;8300;p8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01" name="Google Shape;8301;p8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02" name="Google Shape;8302;p8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03" name="Google Shape;8303;p8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04" name="Google Shape;8304;p8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05" name="Google Shape;8305;p8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06" name="Google Shape;8306;p8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07" name="Google Shape;8307;p8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08" name="Google Shape;8308;p8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09" name="Google Shape;8309;p8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10" name="Google Shape;8310;p8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11" name="Google Shape;8311;p8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312" name="Google Shape;8312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13" name="Google Shape;8313;p85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314" name="Google Shape;8314;p85"/>
          <p:cNvGrpSpPr/>
          <p:nvPr/>
        </p:nvGrpSpPr>
        <p:grpSpPr>
          <a:xfrm>
            <a:off x="387350" y="3778250"/>
            <a:ext cx="1020763" cy="841375"/>
            <a:chOff x="387350" y="3778250"/>
            <a:chExt cx="1020763" cy="841375"/>
          </a:xfrm>
        </p:grpSpPr>
        <p:sp>
          <p:nvSpPr>
            <p:cNvPr id="8315" name="Google Shape;8315;p85"/>
            <p:cNvSpPr/>
            <p:nvPr/>
          </p:nvSpPr>
          <p:spPr>
            <a:xfrm>
              <a:off x="387350" y="3778250"/>
              <a:ext cx="400424" cy="339546"/>
            </a:xfrm>
            <a:prstGeom prst="hexagon">
              <a:avLst>
                <a:gd fmla="val 28952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6" name="Google Shape;8316;p85"/>
            <p:cNvSpPr/>
            <p:nvPr/>
          </p:nvSpPr>
          <p:spPr>
            <a:xfrm>
              <a:off x="692435" y="4280079"/>
              <a:ext cx="400424" cy="339546"/>
            </a:xfrm>
            <a:prstGeom prst="hexagon">
              <a:avLst>
                <a:gd fmla="val 28952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7" name="Google Shape;8317;p85"/>
            <p:cNvSpPr/>
            <p:nvPr/>
          </p:nvSpPr>
          <p:spPr>
            <a:xfrm>
              <a:off x="687350" y="3938036"/>
              <a:ext cx="400424" cy="339546"/>
            </a:xfrm>
            <a:prstGeom prst="hexagon">
              <a:avLst>
                <a:gd fmla="val 28952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8" name="Google Shape;8318;p85"/>
            <p:cNvSpPr/>
            <p:nvPr/>
          </p:nvSpPr>
          <p:spPr>
            <a:xfrm>
              <a:off x="991164" y="4111554"/>
              <a:ext cx="400424" cy="339546"/>
            </a:xfrm>
            <a:prstGeom prst="hexagon">
              <a:avLst>
                <a:gd fmla="val 28860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319" name="Google Shape;8319;p85"/>
            <p:cNvCxnSpPr/>
            <p:nvPr/>
          </p:nvCxnSpPr>
          <p:spPr>
            <a:xfrm flipH="1" rot="10800000">
              <a:off x="1217435" y="3996708"/>
              <a:ext cx="190678" cy="3108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20" name="Google Shape;8320;p85"/>
            <p:cNvCxnSpPr/>
            <p:nvPr/>
          </p:nvCxnSpPr>
          <p:spPr>
            <a:xfrm flipH="1" rot="10800000">
              <a:off x="921248" y="3996708"/>
              <a:ext cx="322881" cy="49184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21" name="Google Shape;8321;p85"/>
            <p:cNvCxnSpPr/>
            <p:nvPr/>
          </p:nvCxnSpPr>
          <p:spPr>
            <a:xfrm flipH="1" rot="10800000">
              <a:off x="911079" y="3996708"/>
              <a:ext cx="311441" cy="1710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22" name="Google Shape;8322;p85"/>
            <p:cNvCxnSpPr/>
            <p:nvPr/>
          </p:nvCxnSpPr>
          <p:spPr>
            <a:xfrm flipH="1" rot="10800000">
              <a:off x="618706" y="3925553"/>
              <a:ext cx="574576" cy="649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323" name="Google Shape;8323;p85"/>
            <p:cNvGrpSpPr/>
            <p:nvPr/>
          </p:nvGrpSpPr>
          <p:grpSpPr>
            <a:xfrm>
              <a:off x="506382" y="3814076"/>
              <a:ext cx="164774" cy="233104"/>
              <a:chOff x="160756" y="4051199"/>
              <a:chExt cx="409927" cy="614913"/>
            </a:xfrm>
          </p:grpSpPr>
          <p:grpSp>
            <p:nvGrpSpPr>
              <p:cNvPr id="8324" name="Google Shape;8324;p85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325" name="Google Shape;8325;p8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26" name="Google Shape;8326;p8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27" name="Google Shape;8327;p8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28" name="Google Shape;8328;p8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29" name="Google Shape;8329;p8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30" name="Google Shape;8330;p8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31" name="Google Shape;8331;p8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32" name="Google Shape;8332;p8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33" name="Google Shape;8333;p8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34" name="Google Shape;8334;p8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35" name="Google Shape;8335;p8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36" name="Google Shape;8336;p8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37" name="Google Shape;8337;p8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38" name="Google Shape;8338;p8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39" name="Google Shape;8339;p8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340" name="Google Shape;8340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41" name="Google Shape;8341;p85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42" name="Google Shape;8342;p85"/>
            <p:cNvGrpSpPr/>
            <p:nvPr/>
          </p:nvGrpSpPr>
          <p:grpSpPr>
            <a:xfrm>
              <a:off x="791406" y="3962456"/>
              <a:ext cx="164774" cy="233104"/>
              <a:chOff x="160756" y="4051199"/>
              <a:chExt cx="409927" cy="614913"/>
            </a:xfrm>
          </p:grpSpPr>
          <p:grpSp>
            <p:nvGrpSpPr>
              <p:cNvPr id="8343" name="Google Shape;8343;p85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344" name="Google Shape;8344;p8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45" name="Google Shape;8345;p8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46" name="Google Shape;8346;p8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47" name="Google Shape;8347;p8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48" name="Google Shape;8348;p8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49" name="Google Shape;8349;p8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50" name="Google Shape;8350;p8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51" name="Google Shape;8351;p8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52" name="Google Shape;8352;p8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53" name="Google Shape;8353;p8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54" name="Google Shape;8354;p8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55" name="Google Shape;8355;p8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56" name="Google Shape;8356;p8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57" name="Google Shape;8357;p8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58" name="Google Shape;8358;p8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359" name="Google Shape;8359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60" name="Google Shape;8360;p85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61" name="Google Shape;8361;p85"/>
            <p:cNvGrpSpPr/>
            <p:nvPr/>
          </p:nvGrpSpPr>
          <p:grpSpPr>
            <a:xfrm>
              <a:off x="1104562" y="4155046"/>
              <a:ext cx="164774" cy="233104"/>
              <a:chOff x="160756" y="4051199"/>
              <a:chExt cx="409927" cy="614913"/>
            </a:xfrm>
          </p:grpSpPr>
          <p:grpSp>
            <p:nvGrpSpPr>
              <p:cNvPr id="8362" name="Google Shape;8362;p85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363" name="Google Shape;8363;p8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64" name="Google Shape;8364;p8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65" name="Google Shape;8365;p8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66" name="Google Shape;8366;p8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67" name="Google Shape;8367;p8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68" name="Google Shape;8368;p8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69" name="Google Shape;8369;p8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70" name="Google Shape;8370;p8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71" name="Google Shape;8371;p8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72" name="Google Shape;8372;p8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73" name="Google Shape;8373;p8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74" name="Google Shape;8374;p8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75" name="Google Shape;8375;p8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76" name="Google Shape;8376;p8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77" name="Google Shape;8377;p8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378" name="Google Shape;8378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79" name="Google Shape;8379;p85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80" name="Google Shape;8380;p85"/>
            <p:cNvGrpSpPr/>
            <p:nvPr/>
          </p:nvGrpSpPr>
          <p:grpSpPr>
            <a:xfrm>
              <a:off x="798807" y="4319503"/>
              <a:ext cx="164774" cy="233104"/>
              <a:chOff x="160756" y="4051199"/>
              <a:chExt cx="409927" cy="614913"/>
            </a:xfrm>
          </p:grpSpPr>
          <p:grpSp>
            <p:nvGrpSpPr>
              <p:cNvPr id="8381" name="Google Shape;8381;p85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382" name="Google Shape;8382;p8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83" name="Google Shape;8383;p8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84" name="Google Shape;8384;p8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85" name="Google Shape;8385;p8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86" name="Google Shape;8386;p8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87" name="Google Shape;8387;p8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88" name="Google Shape;8388;p8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89" name="Google Shape;8389;p8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90" name="Google Shape;8390;p8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91" name="Google Shape;8391;p8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92" name="Google Shape;8392;p8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93" name="Google Shape;8393;p8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94" name="Google Shape;8394;p8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95" name="Google Shape;8395;p8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96" name="Google Shape;8396;p8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397" name="Google Shape;8397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98" name="Google Shape;8398;p85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399" name="Google Shape;8399;p85"/>
          <p:cNvGrpSpPr/>
          <p:nvPr/>
        </p:nvGrpSpPr>
        <p:grpSpPr>
          <a:xfrm>
            <a:off x="422275" y="2239963"/>
            <a:ext cx="1408113" cy="1109662"/>
            <a:chOff x="125" y="951"/>
            <a:chExt cx="887" cy="699"/>
          </a:xfrm>
        </p:grpSpPr>
        <p:sp>
          <p:nvSpPr>
            <p:cNvPr id="8400" name="Google Shape;8400;p85"/>
            <p:cNvSpPr/>
            <p:nvPr/>
          </p:nvSpPr>
          <p:spPr>
            <a:xfrm>
              <a:off x="147" y="1148"/>
              <a:ext cx="817" cy="502"/>
            </a:xfrm>
            <a:custGeom>
              <a:rect b="b" l="l" r="r" t="t"/>
              <a:pathLst>
                <a:path extrusionOk="0" h="1134" w="1209">
                  <a:moveTo>
                    <a:pt x="224" y="6"/>
                  </a:moveTo>
                  <a:cubicBezTo>
                    <a:pt x="112" y="13"/>
                    <a:pt x="66" y="64"/>
                    <a:pt x="33" y="141"/>
                  </a:cubicBezTo>
                  <a:cubicBezTo>
                    <a:pt x="0" y="219"/>
                    <a:pt x="24" y="370"/>
                    <a:pt x="27" y="471"/>
                  </a:cubicBezTo>
                  <a:cubicBezTo>
                    <a:pt x="30" y="572"/>
                    <a:pt x="30" y="664"/>
                    <a:pt x="50" y="747"/>
                  </a:cubicBezTo>
                  <a:cubicBezTo>
                    <a:pt x="70" y="830"/>
                    <a:pt x="79" y="924"/>
                    <a:pt x="149" y="972"/>
                  </a:cubicBezTo>
                  <a:cubicBezTo>
                    <a:pt x="219" y="1020"/>
                    <a:pt x="339" y="1012"/>
                    <a:pt x="469" y="1036"/>
                  </a:cubicBezTo>
                  <a:cubicBezTo>
                    <a:pt x="599" y="1060"/>
                    <a:pt x="822" y="1134"/>
                    <a:pt x="931" y="1115"/>
                  </a:cubicBezTo>
                  <a:cubicBezTo>
                    <a:pt x="1040" y="1096"/>
                    <a:pt x="1079" y="1039"/>
                    <a:pt x="1122" y="920"/>
                  </a:cubicBezTo>
                  <a:cubicBezTo>
                    <a:pt x="1165" y="801"/>
                    <a:pt x="1188" y="523"/>
                    <a:pt x="1189" y="401"/>
                  </a:cubicBezTo>
                  <a:cubicBezTo>
                    <a:pt x="1190" y="279"/>
                    <a:pt x="1209" y="240"/>
                    <a:pt x="1128" y="190"/>
                  </a:cubicBezTo>
                  <a:cubicBezTo>
                    <a:pt x="1046" y="141"/>
                    <a:pt x="850" y="135"/>
                    <a:pt x="701" y="104"/>
                  </a:cubicBezTo>
                  <a:cubicBezTo>
                    <a:pt x="552" y="72"/>
                    <a:pt x="335" y="0"/>
                    <a:pt x="224" y="6"/>
                  </a:cubicBezTo>
                  <a:close/>
                </a:path>
              </a:pathLst>
            </a:custGeom>
            <a:solidFill>
              <a:srgbClr val="3399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1" name="Google Shape;8401;p85"/>
            <p:cNvSpPr txBox="1"/>
            <p:nvPr/>
          </p:nvSpPr>
          <p:spPr>
            <a:xfrm>
              <a:off x="142" y="951"/>
              <a:ext cx="870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network</a:t>
              </a:r>
              <a:endParaRPr/>
            </a:p>
          </p:txBody>
        </p:sp>
        <p:grpSp>
          <p:nvGrpSpPr>
            <p:cNvPr id="8402" name="Google Shape;8402;p85"/>
            <p:cNvGrpSpPr/>
            <p:nvPr/>
          </p:nvGrpSpPr>
          <p:grpSpPr>
            <a:xfrm>
              <a:off x="125" y="1203"/>
              <a:ext cx="616" cy="326"/>
              <a:chOff x="581" y="459"/>
              <a:chExt cx="616" cy="326"/>
            </a:xfrm>
          </p:grpSpPr>
          <p:sp>
            <p:nvSpPr>
              <p:cNvPr id="8403" name="Google Shape;8403;p85"/>
              <p:cNvSpPr/>
              <p:nvPr/>
            </p:nvSpPr>
            <p:spPr>
              <a:xfrm>
                <a:off x="696" y="464"/>
                <a:ext cx="384" cy="312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4" name="Google Shape;8404;p85"/>
              <p:cNvSpPr txBox="1"/>
              <p:nvPr/>
            </p:nvSpPr>
            <p:spPr>
              <a:xfrm>
                <a:off x="581" y="459"/>
                <a:ext cx="616" cy="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Home MSC</a:t>
                </a:r>
                <a:endParaRPr/>
              </a:p>
            </p:txBody>
          </p:sp>
        </p:grpSp>
      </p:grpSp>
      <p:sp>
        <p:nvSpPr>
          <p:cNvPr id="8405" name="Google Shape;8405;p85"/>
          <p:cNvSpPr/>
          <p:nvPr/>
        </p:nvSpPr>
        <p:spPr>
          <a:xfrm>
            <a:off x="1816100" y="2933700"/>
            <a:ext cx="1436688" cy="1617663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339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6" name="Google Shape;8406;p85"/>
          <p:cNvSpPr txBox="1"/>
          <p:nvPr/>
        </p:nvSpPr>
        <p:spPr>
          <a:xfrm>
            <a:off x="2316163" y="3529013"/>
            <a:ext cx="717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PSTN</a:t>
            </a:r>
            <a:endParaRPr/>
          </a:p>
        </p:txBody>
      </p:sp>
      <p:pic>
        <p:nvPicPr>
          <p:cNvPr descr="e2gmc3yp[1]" id="8407" name="Google Shape;8407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3913" y="2749550"/>
            <a:ext cx="411162" cy="477838"/>
          </a:xfrm>
          <a:prstGeom prst="rect">
            <a:avLst/>
          </a:prstGeom>
          <a:noFill/>
          <a:ln>
            <a:noFill/>
          </a:ln>
        </p:spPr>
      </p:pic>
      <p:sp>
        <p:nvSpPr>
          <p:cNvPr id="8408" name="Google Shape;8408;p85"/>
          <p:cNvSpPr txBox="1"/>
          <p:nvPr/>
        </p:nvSpPr>
        <p:spPr>
          <a:xfrm>
            <a:off x="2633663" y="2455863"/>
            <a:ext cx="13160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correspondent</a:t>
            </a:r>
            <a:endParaRPr/>
          </a:p>
        </p:txBody>
      </p:sp>
      <p:sp>
        <p:nvSpPr>
          <p:cNvPr id="8409" name="Google Shape;8409;p85"/>
          <p:cNvSpPr/>
          <p:nvPr/>
        </p:nvSpPr>
        <p:spPr>
          <a:xfrm>
            <a:off x="1214438" y="2978150"/>
            <a:ext cx="2222500" cy="446088"/>
          </a:xfrm>
          <a:custGeom>
            <a:rect b="b" l="l" r="r" t="t"/>
            <a:pathLst>
              <a:path extrusionOk="0" h="281" w="1400">
                <a:moveTo>
                  <a:pt x="1400" y="104"/>
                </a:moveTo>
                <a:cubicBezTo>
                  <a:pt x="1381" y="121"/>
                  <a:pt x="1397" y="180"/>
                  <a:pt x="1296" y="208"/>
                </a:cubicBezTo>
                <a:cubicBezTo>
                  <a:pt x="1195" y="236"/>
                  <a:pt x="956" y="281"/>
                  <a:pt x="792" y="272"/>
                </a:cubicBezTo>
                <a:cubicBezTo>
                  <a:pt x="628" y="263"/>
                  <a:pt x="444" y="197"/>
                  <a:pt x="312" y="152"/>
                </a:cubicBezTo>
                <a:cubicBezTo>
                  <a:pt x="180" y="107"/>
                  <a:pt x="65" y="32"/>
                  <a:pt x="0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0" name="Google Shape;8410;p85"/>
          <p:cNvSpPr/>
          <p:nvPr/>
        </p:nvSpPr>
        <p:spPr>
          <a:xfrm>
            <a:off x="1062038" y="3003550"/>
            <a:ext cx="1087437" cy="882650"/>
          </a:xfrm>
          <a:custGeom>
            <a:rect b="b" l="l" r="r" t="t"/>
            <a:pathLst>
              <a:path extrusionOk="0" h="556" w="685">
                <a:moveTo>
                  <a:pt x="0" y="0"/>
                </a:moveTo>
                <a:cubicBezTo>
                  <a:pt x="96" y="55"/>
                  <a:pt x="467" y="249"/>
                  <a:pt x="576" y="328"/>
                </a:cubicBezTo>
                <a:cubicBezTo>
                  <a:pt x="685" y="407"/>
                  <a:pt x="677" y="434"/>
                  <a:pt x="656" y="472"/>
                </a:cubicBezTo>
                <a:cubicBezTo>
                  <a:pt x="635" y="510"/>
                  <a:pt x="491" y="539"/>
                  <a:pt x="447" y="556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11" name="Google Shape;8411;p85"/>
          <p:cNvGrpSpPr/>
          <p:nvPr/>
        </p:nvGrpSpPr>
        <p:grpSpPr>
          <a:xfrm>
            <a:off x="993775" y="3702050"/>
            <a:ext cx="977900" cy="330200"/>
            <a:chOff x="717" y="1160"/>
            <a:chExt cx="616" cy="208"/>
          </a:xfrm>
        </p:grpSpPr>
        <p:sp>
          <p:nvSpPr>
            <p:cNvPr id="8412" name="Google Shape;8412;p85"/>
            <p:cNvSpPr/>
            <p:nvPr/>
          </p:nvSpPr>
          <p:spPr>
            <a:xfrm>
              <a:off x="832" y="1160"/>
              <a:ext cx="384" cy="208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3" name="Google Shape;8413;p85"/>
            <p:cNvSpPr txBox="1"/>
            <p:nvPr/>
          </p:nvSpPr>
          <p:spPr>
            <a:xfrm>
              <a:off x="717" y="1171"/>
              <a:ext cx="61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MSC</a:t>
              </a:r>
              <a:endParaRPr/>
            </a:p>
          </p:txBody>
        </p:sp>
      </p:grpSp>
      <p:sp>
        <p:nvSpPr>
          <p:cNvPr id="8414" name="Google Shape;8414;p85"/>
          <p:cNvSpPr txBox="1"/>
          <p:nvPr/>
        </p:nvSpPr>
        <p:spPr>
          <a:xfrm>
            <a:off x="487363" y="3433763"/>
            <a:ext cx="1381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anchor MSC</a:t>
            </a:r>
            <a:endParaRPr/>
          </a:p>
        </p:txBody>
      </p:sp>
      <p:grpSp>
        <p:nvGrpSpPr>
          <p:cNvPr id="8415" name="Google Shape;8415;p85"/>
          <p:cNvGrpSpPr/>
          <p:nvPr/>
        </p:nvGrpSpPr>
        <p:grpSpPr>
          <a:xfrm>
            <a:off x="1944688" y="4203700"/>
            <a:ext cx="623887" cy="330200"/>
            <a:chOff x="2647" y="2987"/>
            <a:chExt cx="393" cy="208"/>
          </a:xfrm>
        </p:grpSpPr>
        <p:sp>
          <p:nvSpPr>
            <p:cNvPr id="8416" name="Google Shape;8416;p85"/>
            <p:cNvSpPr/>
            <p:nvPr/>
          </p:nvSpPr>
          <p:spPr>
            <a:xfrm>
              <a:off x="2647" y="2987"/>
              <a:ext cx="384" cy="208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7" name="Google Shape;8417;p85"/>
            <p:cNvSpPr txBox="1"/>
            <p:nvPr/>
          </p:nvSpPr>
          <p:spPr>
            <a:xfrm>
              <a:off x="2649" y="2995"/>
              <a:ext cx="391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MSC</a:t>
              </a:r>
              <a:endParaRPr/>
            </a:p>
          </p:txBody>
        </p:sp>
      </p:grpSp>
      <p:grpSp>
        <p:nvGrpSpPr>
          <p:cNvPr id="8418" name="Google Shape;8418;p85"/>
          <p:cNvGrpSpPr/>
          <p:nvPr/>
        </p:nvGrpSpPr>
        <p:grpSpPr>
          <a:xfrm>
            <a:off x="2497138" y="5040313"/>
            <a:ext cx="1441450" cy="346075"/>
            <a:chOff x="3072" y="739"/>
            <a:chExt cx="652" cy="146"/>
          </a:xfrm>
        </p:grpSpPr>
        <p:pic>
          <p:nvPicPr>
            <p:cNvPr descr="lgv_fqmg[1]" id="8419" name="Google Shape;8419;p8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420" name="Google Shape;8420;p85"/>
            <p:cNvCxnSpPr/>
            <p:nvPr/>
          </p:nvCxnSpPr>
          <p:spPr>
            <a:xfrm rot="10800000">
              <a:off x="3104" y="784"/>
              <a:ext cx="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21" name="Google Shape;8421;p85"/>
            <p:cNvCxnSpPr/>
            <p:nvPr/>
          </p:nvCxnSpPr>
          <p:spPr>
            <a:xfrm rot="10800000">
              <a:off x="3072" y="760"/>
              <a:ext cx="1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422" name="Google Shape;8422;p85"/>
          <p:cNvSpPr/>
          <p:nvPr/>
        </p:nvSpPr>
        <p:spPr>
          <a:xfrm>
            <a:off x="1806575" y="3932238"/>
            <a:ext cx="1868488" cy="1003300"/>
          </a:xfrm>
          <a:custGeom>
            <a:rect b="b" l="l" r="r" t="t"/>
            <a:pathLst>
              <a:path extrusionOk="0" h="632" w="1177">
                <a:moveTo>
                  <a:pt x="0" y="0"/>
                </a:moveTo>
                <a:cubicBezTo>
                  <a:pt x="167" y="25"/>
                  <a:pt x="823" y="47"/>
                  <a:pt x="1000" y="152"/>
                </a:cubicBezTo>
                <a:cubicBezTo>
                  <a:pt x="1177" y="257"/>
                  <a:pt x="1051" y="532"/>
                  <a:pt x="1064" y="632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3" name="Google Shape;8423;p85"/>
          <p:cNvSpPr txBox="1"/>
          <p:nvPr/>
        </p:nvSpPr>
        <p:spPr>
          <a:xfrm>
            <a:off x="1792288" y="5641975"/>
            <a:ext cx="1809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after handoff</a:t>
            </a:r>
            <a:endParaRPr/>
          </a:p>
        </p:txBody>
      </p:sp>
      <p:sp>
        <p:nvSpPr>
          <p:cNvPr id="8424" name="Google Shape;8424;p85"/>
          <p:cNvSpPr/>
          <p:nvPr/>
        </p:nvSpPr>
        <p:spPr>
          <a:xfrm>
            <a:off x="4664075" y="1600200"/>
            <a:ext cx="407828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anchor MSC:</a:t>
            </a:r>
            <a:r>
              <a:rPr lang="en-US" sz="24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first MSC visited during call</a:t>
            </a:r>
            <a:endParaRPr/>
          </a:p>
          <a:p>
            <a:pPr indent="-230187" lvl="1" marL="687388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call remains routed through anchor MSC</a:t>
            </a:r>
            <a:endParaRPr/>
          </a:p>
          <a:p>
            <a:pPr indent="-228600" lvl="0" marL="228600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new MSCs add on to end of MSC chain as mobile moves to new MSC</a:t>
            </a:r>
            <a:endParaRPr/>
          </a:p>
          <a:p>
            <a:pPr indent="-228600" lvl="0" marL="228600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optional path minimization step to shorten multi-MSC chain</a:t>
            </a:r>
            <a:endParaRPr/>
          </a:p>
        </p:txBody>
      </p:sp>
      <p:sp>
        <p:nvSpPr>
          <p:cNvPr id="8425" name="Google Shape;8425;p85"/>
          <p:cNvSpPr/>
          <p:nvPr/>
        </p:nvSpPr>
        <p:spPr>
          <a:xfrm>
            <a:off x="476250" y="968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GSM: handoff between MSCs</a:t>
            </a:r>
            <a:endParaRPr/>
          </a:p>
        </p:txBody>
      </p:sp>
      <p:pic>
        <p:nvPicPr>
          <p:cNvPr descr="underline_base" id="8426" name="Google Shape;8426;p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5150" y="941388"/>
            <a:ext cx="68564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8427" name="Google Shape;8427;p85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28" name="Google Shape;8428;p85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grpSp>
        <p:nvGrpSpPr>
          <p:cNvPr id="8429" name="Google Shape;8429;p85"/>
          <p:cNvGrpSpPr/>
          <p:nvPr/>
        </p:nvGrpSpPr>
        <p:grpSpPr>
          <a:xfrm>
            <a:off x="3084513" y="4438650"/>
            <a:ext cx="1309687" cy="841375"/>
            <a:chOff x="3084513" y="4438650"/>
            <a:chExt cx="1309687" cy="841375"/>
          </a:xfrm>
        </p:grpSpPr>
        <p:sp>
          <p:nvSpPr>
            <p:cNvPr id="8430" name="Google Shape;8430;p85"/>
            <p:cNvSpPr/>
            <p:nvPr/>
          </p:nvSpPr>
          <p:spPr>
            <a:xfrm>
              <a:off x="3994150" y="4438650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1" name="Google Shape;8431;p85"/>
            <p:cNvSpPr/>
            <p:nvPr/>
          </p:nvSpPr>
          <p:spPr>
            <a:xfrm>
              <a:off x="3384550" y="4773613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2" name="Google Shape;8432;p85"/>
            <p:cNvSpPr/>
            <p:nvPr/>
          </p:nvSpPr>
          <p:spPr>
            <a:xfrm>
              <a:off x="3683000" y="4600575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33" name="Google Shape;8433;p85"/>
            <p:cNvCxnSpPr/>
            <p:nvPr/>
          </p:nvCxnSpPr>
          <p:spPr>
            <a:xfrm rot="10800000">
              <a:off x="3808413" y="4457700"/>
              <a:ext cx="406400" cy="409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34" name="Google Shape;8434;p85"/>
            <p:cNvCxnSpPr/>
            <p:nvPr/>
          </p:nvCxnSpPr>
          <p:spPr>
            <a:xfrm flipH="1" rot="10800000">
              <a:off x="3575050" y="4454525"/>
              <a:ext cx="4762" cy="5572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35" name="Google Shape;8435;p85"/>
            <p:cNvCxnSpPr/>
            <p:nvPr/>
          </p:nvCxnSpPr>
          <p:spPr>
            <a:xfrm rot="10800000">
              <a:off x="3648075" y="4464050"/>
              <a:ext cx="222250" cy="7127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36" name="Google Shape;8436;p85"/>
            <p:cNvCxnSpPr/>
            <p:nvPr/>
          </p:nvCxnSpPr>
          <p:spPr>
            <a:xfrm rot="10800000">
              <a:off x="3879850" y="4471988"/>
              <a:ext cx="346075" cy="1793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437" name="Google Shape;8437;p85"/>
            <p:cNvSpPr/>
            <p:nvPr/>
          </p:nvSpPr>
          <p:spPr>
            <a:xfrm>
              <a:off x="3987800" y="4775200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38" name="Google Shape;8438;p85"/>
            <p:cNvCxnSpPr/>
            <p:nvPr/>
          </p:nvCxnSpPr>
          <p:spPr>
            <a:xfrm rot="10800000">
              <a:off x="3732213" y="4476750"/>
              <a:ext cx="146050" cy="3524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439" name="Google Shape;8439;p85"/>
            <p:cNvSpPr/>
            <p:nvPr/>
          </p:nvSpPr>
          <p:spPr>
            <a:xfrm>
              <a:off x="3084513" y="4602163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0" name="Google Shape;8440;p85"/>
            <p:cNvSpPr/>
            <p:nvPr/>
          </p:nvSpPr>
          <p:spPr>
            <a:xfrm>
              <a:off x="3689350" y="4940300"/>
              <a:ext cx="400050" cy="339725"/>
            </a:xfrm>
            <a:prstGeom prst="hexagon">
              <a:avLst>
                <a:gd fmla="val 29439" name="adj"/>
                <a:gd fmla="val 115470" name="vf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41" name="Google Shape;8441;p85"/>
            <p:cNvCxnSpPr/>
            <p:nvPr/>
          </p:nvCxnSpPr>
          <p:spPr>
            <a:xfrm flipH="1" rot="10800000">
              <a:off x="3279775" y="4464050"/>
              <a:ext cx="24765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442" name="Google Shape;8442;p85"/>
            <p:cNvGrpSpPr/>
            <p:nvPr/>
          </p:nvGrpSpPr>
          <p:grpSpPr>
            <a:xfrm>
              <a:off x="3188460" y="4647446"/>
              <a:ext cx="164774" cy="233104"/>
              <a:chOff x="160756" y="4051199"/>
              <a:chExt cx="409927" cy="614913"/>
            </a:xfrm>
          </p:grpSpPr>
          <p:grpSp>
            <p:nvGrpSpPr>
              <p:cNvPr id="8443" name="Google Shape;8443;p85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444" name="Google Shape;8444;p8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45" name="Google Shape;8445;p8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46" name="Google Shape;8446;p8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47" name="Google Shape;8447;p8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48" name="Google Shape;8448;p8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49" name="Google Shape;8449;p8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50" name="Google Shape;8450;p8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51" name="Google Shape;8451;p8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52" name="Google Shape;8452;p8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53" name="Google Shape;8453;p8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54" name="Google Shape;8454;p8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55" name="Google Shape;8455;p8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56" name="Google Shape;8456;p8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57" name="Google Shape;8457;p8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58" name="Google Shape;8458;p8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459" name="Google Shape;8459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460" name="Google Shape;8460;p85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61" name="Google Shape;8461;p85"/>
            <p:cNvGrpSpPr/>
            <p:nvPr/>
          </p:nvGrpSpPr>
          <p:grpSpPr>
            <a:xfrm>
              <a:off x="3497597" y="4823961"/>
              <a:ext cx="164774" cy="233104"/>
              <a:chOff x="160756" y="4051199"/>
              <a:chExt cx="409927" cy="614913"/>
            </a:xfrm>
          </p:grpSpPr>
          <p:grpSp>
            <p:nvGrpSpPr>
              <p:cNvPr id="8462" name="Google Shape;8462;p85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463" name="Google Shape;8463;p8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64" name="Google Shape;8464;p8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65" name="Google Shape;8465;p8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66" name="Google Shape;8466;p8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67" name="Google Shape;8467;p8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68" name="Google Shape;8468;p8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69" name="Google Shape;8469;p8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70" name="Google Shape;8470;p8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71" name="Google Shape;8471;p8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72" name="Google Shape;8472;p8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73" name="Google Shape;8473;p8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74" name="Google Shape;8474;p8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75" name="Google Shape;8475;p8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76" name="Google Shape;8476;p8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77" name="Google Shape;8477;p8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478" name="Google Shape;8478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479" name="Google Shape;8479;p85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80" name="Google Shape;8480;p85"/>
            <p:cNvGrpSpPr/>
            <p:nvPr/>
          </p:nvGrpSpPr>
          <p:grpSpPr>
            <a:xfrm>
              <a:off x="3806734" y="4956267"/>
              <a:ext cx="164774" cy="233104"/>
              <a:chOff x="160756" y="4051199"/>
              <a:chExt cx="409927" cy="614913"/>
            </a:xfrm>
          </p:grpSpPr>
          <p:grpSp>
            <p:nvGrpSpPr>
              <p:cNvPr id="8481" name="Google Shape;8481;p85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482" name="Google Shape;8482;p8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83" name="Google Shape;8483;p8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84" name="Google Shape;8484;p8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85" name="Google Shape;8485;p8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86" name="Google Shape;8486;p8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87" name="Google Shape;8487;p8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88" name="Google Shape;8488;p8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89" name="Google Shape;8489;p8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90" name="Google Shape;8490;p8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91" name="Google Shape;8491;p8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92" name="Google Shape;8492;p8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93" name="Google Shape;8493;p8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94" name="Google Shape;8494;p8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95" name="Google Shape;8495;p8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96" name="Google Shape;8496;p8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497" name="Google Shape;8497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498" name="Google Shape;8498;p85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99" name="Google Shape;8499;p85"/>
            <p:cNvGrpSpPr/>
            <p:nvPr/>
          </p:nvGrpSpPr>
          <p:grpSpPr>
            <a:xfrm>
              <a:off x="4107833" y="4819297"/>
              <a:ext cx="164774" cy="233104"/>
              <a:chOff x="160756" y="4051199"/>
              <a:chExt cx="409927" cy="614913"/>
            </a:xfrm>
          </p:grpSpPr>
          <p:grpSp>
            <p:nvGrpSpPr>
              <p:cNvPr id="8500" name="Google Shape;8500;p85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501" name="Google Shape;8501;p8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02" name="Google Shape;8502;p8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03" name="Google Shape;8503;p8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04" name="Google Shape;8504;p8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05" name="Google Shape;8505;p8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06" name="Google Shape;8506;p8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07" name="Google Shape;8507;p8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08" name="Google Shape;8508;p8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09" name="Google Shape;8509;p8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10" name="Google Shape;8510;p8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11" name="Google Shape;8511;p8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12" name="Google Shape;8512;p8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13" name="Google Shape;8513;p8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14" name="Google Shape;8514;p8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15" name="Google Shape;8515;p8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516" name="Google Shape;8516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517" name="Google Shape;8517;p85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18" name="Google Shape;8518;p85"/>
            <p:cNvGrpSpPr/>
            <p:nvPr/>
          </p:nvGrpSpPr>
          <p:grpSpPr>
            <a:xfrm>
              <a:off x="4111534" y="4481375"/>
              <a:ext cx="164774" cy="233104"/>
              <a:chOff x="160756" y="4051199"/>
              <a:chExt cx="409927" cy="614913"/>
            </a:xfrm>
          </p:grpSpPr>
          <p:grpSp>
            <p:nvGrpSpPr>
              <p:cNvPr id="8519" name="Google Shape;8519;p85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520" name="Google Shape;8520;p8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21" name="Google Shape;8521;p8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22" name="Google Shape;8522;p8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23" name="Google Shape;8523;p8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24" name="Google Shape;8524;p8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25" name="Google Shape;8525;p8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26" name="Google Shape;8526;p8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27" name="Google Shape;8527;p8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28" name="Google Shape;8528;p8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29" name="Google Shape;8529;p8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30" name="Google Shape;8530;p8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31" name="Google Shape;8531;p8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32" name="Google Shape;8532;p8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33" name="Google Shape;8533;p8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34" name="Google Shape;8534;p8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535" name="Google Shape;8535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536" name="Google Shape;8536;p85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37" name="Google Shape;8537;p85"/>
            <p:cNvGrpSpPr/>
            <p:nvPr/>
          </p:nvGrpSpPr>
          <p:grpSpPr>
            <a:xfrm>
              <a:off x="3789704" y="4633776"/>
              <a:ext cx="164774" cy="233104"/>
              <a:chOff x="160756" y="4051199"/>
              <a:chExt cx="409927" cy="614913"/>
            </a:xfrm>
          </p:grpSpPr>
          <p:grpSp>
            <p:nvGrpSpPr>
              <p:cNvPr id="8538" name="Google Shape;8538;p85"/>
              <p:cNvGrpSpPr/>
              <p:nvPr/>
            </p:nvGrpSpPr>
            <p:grpSpPr>
              <a:xfrm>
                <a:off x="224807" y="4214524"/>
                <a:ext cx="267591" cy="451588"/>
                <a:chOff x="3130" y="3288"/>
                <a:chExt cx="410" cy="742"/>
              </a:xfrm>
            </p:grpSpPr>
            <p:cxnSp>
              <p:nvCxnSpPr>
                <p:cNvPr id="8539" name="Google Shape;8539;p8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40" name="Google Shape;8540;p8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41" name="Google Shape;8541;p8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42" name="Google Shape;8542;p8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43" name="Google Shape;8543;p8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44" name="Google Shape;8544;p8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45" name="Google Shape;8545;p8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46" name="Google Shape;8546;p8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47" name="Google Shape;8547;p8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48" name="Google Shape;8548;p8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49" name="Google Shape;8549;p8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50" name="Google Shape;8550;p8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51" name="Google Shape;8551;p8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52" name="Google Shape;8552;p8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53" name="Google Shape;8553;p8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8554" name="Google Shape;8554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0756" y="4051199"/>
                <a:ext cx="409927" cy="32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555" name="Google Shape;8555;p85"/>
              <p:cNvSpPr/>
              <p:nvPr/>
            </p:nvSpPr>
            <p:spPr>
              <a:xfrm>
                <a:off x="334406" y="4182418"/>
                <a:ext cx="46971" cy="4816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556" name="Google Shape;8556;p85"/>
          <p:cNvGrpSpPr/>
          <p:nvPr/>
        </p:nvGrpSpPr>
        <p:grpSpPr>
          <a:xfrm>
            <a:off x="3176594" y="4129088"/>
            <a:ext cx="977900" cy="333375"/>
            <a:chOff x="730" y="1158"/>
            <a:chExt cx="616" cy="210"/>
          </a:xfrm>
        </p:grpSpPr>
        <p:sp>
          <p:nvSpPr>
            <p:cNvPr id="8557" name="Google Shape;8557;p85"/>
            <p:cNvSpPr/>
            <p:nvPr/>
          </p:nvSpPr>
          <p:spPr>
            <a:xfrm>
              <a:off x="832" y="1160"/>
              <a:ext cx="384" cy="208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8" name="Google Shape;8558;p85"/>
            <p:cNvSpPr txBox="1"/>
            <p:nvPr/>
          </p:nvSpPr>
          <p:spPr>
            <a:xfrm>
              <a:off x="730" y="1158"/>
              <a:ext cx="61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MSC</a:t>
              </a:r>
              <a:endParaRPr/>
            </a:p>
          </p:txBody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3" name="Shape 8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4" name="Google Shape;8564;p86"/>
          <p:cNvSpPr/>
          <p:nvPr/>
        </p:nvSpPr>
        <p:spPr>
          <a:xfrm>
            <a:off x="3158281" y="2265920"/>
            <a:ext cx="2389851" cy="1714500"/>
          </a:xfrm>
          <a:custGeom>
            <a:rect b="b" l="l" r="r" t="t"/>
            <a:pathLst>
              <a:path extrusionOk="0" h="2518288" w="2479694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88834" y="2032388"/>
                  <a:pt x="2380797" y="1831817"/>
                </a:cubicBezTo>
                <a:cubicBezTo>
                  <a:pt x="2472760" y="1631246"/>
                  <a:pt x="2494165" y="1439396"/>
                  <a:pt x="2471174" y="1246753"/>
                </a:cubicBezTo>
                <a:cubicBezTo>
                  <a:pt x="2448183" y="1054110"/>
                  <a:pt x="2310239" y="821828"/>
                  <a:pt x="2242852" y="675959"/>
                </a:cubicBezTo>
                <a:cubicBezTo>
                  <a:pt x="2175465" y="530090"/>
                  <a:pt x="2134240" y="469839"/>
                  <a:pt x="2066853" y="371536"/>
                </a:cubicBezTo>
                <a:cubicBezTo>
                  <a:pt x="1999466" y="273233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65" name="Google Shape;8565;p86"/>
          <p:cNvGrpSpPr/>
          <p:nvPr/>
        </p:nvGrpSpPr>
        <p:grpSpPr>
          <a:xfrm>
            <a:off x="3461381" y="2848721"/>
            <a:ext cx="443761" cy="246083"/>
            <a:chOff x="7493876" y="2774731"/>
            <a:chExt cx="1481958" cy="894622"/>
          </a:xfrm>
        </p:grpSpPr>
        <p:sp>
          <p:nvSpPr>
            <p:cNvPr id="8566" name="Google Shape;8566;p8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567" name="Google Shape;8567;p8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568" name="Google Shape;8568;p8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569" name="Google Shape;8569;p8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0" name="Google Shape;8570;p8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1" name="Google Shape;8571;p8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2" name="Google Shape;8572;p8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573" name="Google Shape;8573;p86"/>
          <p:cNvGrpSpPr/>
          <p:nvPr/>
        </p:nvGrpSpPr>
        <p:grpSpPr>
          <a:xfrm>
            <a:off x="4410033" y="2327048"/>
            <a:ext cx="402473" cy="597090"/>
            <a:chOff x="1917296" y="2215220"/>
            <a:chExt cx="396914" cy="599769"/>
          </a:xfrm>
        </p:grpSpPr>
        <p:sp>
          <p:nvSpPr>
            <p:cNvPr id="8574" name="Google Shape;8574;p86"/>
            <p:cNvSpPr/>
            <p:nvPr/>
          </p:nvSpPr>
          <p:spPr>
            <a:xfrm>
              <a:off x="1917296" y="2232448"/>
              <a:ext cx="208258" cy="190808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5" name="Google Shape;8575;p86"/>
            <p:cNvSpPr/>
            <p:nvPr/>
          </p:nvSpPr>
          <p:spPr>
            <a:xfrm>
              <a:off x="1987567" y="2298472"/>
              <a:ext cx="68354" cy="60742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6" name="Google Shape;8576;p86"/>
            <p:cNvSpPr/>
            <p:nvPr/>
          </p:nvSpPr>
          <p:spPr>
            <a:xfrm>
              <a:off x="1972235" y="2285267"/>
              <a:ext cx="98379" cy="8649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7" name="Google Shape;8577;p86"/>
            <p:cNvSpPr/>
            <p:nvPr/>
          </p:nvSpPr>
          <p:spPr>
            <a:xfrm>
              <a:off x="1957542" y="2269421"/>
              <a:ext cx="129682" cy="118182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8" name="Google Shape;8578;p86"/>
            <p:cNvSpPr/>
            <p:nvPr/>
          </p:nvSpPr>
          <p:spPr>
            <a:xfrm>
              <a:off x="1935822" y="2252915"/>
              <a:ext cx="169289" cy="150534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9" name="Google Shape;8579;p86"/>
            <p:cNvSpPr/>
            <p:nvPr/>
          </p:nvSpPr>
          <p:spPr>
            <a:xfrm flipH="1" rot="10800000">
              <a:off x="1953373" y="2215220"/>
              <a:ext cx="130959" cy="94414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80" name="Google Shape;8580;p86"/>
            <p:cNvGrpSpPr/>
            <p:nvPr/>
          </p:nvGrpSpPr>
          <p:grpSpPr>
            <a:xfrm>
              <a:off x="1940337" y="2335105"/>
              <a:ext cx="167800" cy="347228"/>
              <a:chOff x="3130" y="3288"/>
              <a:chExt cx="410" cy="742"/>
            </a:xfrm>
          </p:grpSpPr>
          <p:cxnSp>
            <p:nvCxnSpPr>
              <p:cNvPr id="8581" name="Google Shape;8581;p86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82" name="Google Shape;8582;p86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83" name="Google Shape;8583;p86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84" name="Google Shape;8584;p86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85" name="Google Shape;8585;p86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86" name="Google Shape;8586;p86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87" name="Google Shape;8587;p86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88" name="Google Shape;8588;p86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89" name="Google Shape;8589;p86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90" name="Google Shape;8590;p86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91" name="Google Shape;8591;p86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92" name="Google Shape;8592;p86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93" name="Google Shape;8593;p86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94" name="Google Shape;8594;p86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95" name="Google Shape;8595;p86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596" name="Google Shape;8596;p86"/>
            <p:cNvGrpSpPr/>
            <p:nvPr/>
          </p:nvGrpSpPr>
          <p:grpSpPr>
            <a:xfrm>
              <a:off x="1971547" y="2612017"/>
              <a:ext cx="342663" cy="202972"/>
              <a:chOff x="1503784" y="3006600"/>
              <a:chExt cx="1771786" cy="957087"/>
            </a:xfrm>
          </p:grpSpPr>
          <p:grpSp>
            <p:nvGrpSpPr>
              <p:cNvPr id="8597" name="Google Shape;8597;p86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8598" name="Google Shape;8598;p86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8599" name="Google Shape;8599;p86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8600" name="Google Shape;8600;p86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8601" name="Google Shape;8601;p86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8602" name="Google Shape;8602;p8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3" name="Google Shape;8603;p8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8604" name="Google Shape;8604;p86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8605" name="Google Shape;8605;p8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6" name="Google Shape;8606;p8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07" name="Google Shape;8607;p86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08" name="Google Shape;8608;p86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09" name="Google Shape;8609;p86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0" name="Google Shape;8610;p86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1" name="Google Shape;8611;p86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2" name="Google Shape;8612;p86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13" name="Google Shape;8613;p86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8614" name="Google Shape;8614;p86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5" name="Google Shape;8615;p86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6" name="Google Shape;8616;p86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7" name="Google Shape;8617;p86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18" name="Google Shape;8618;p86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9" name="Google Shape;8619;p86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8620" name="Google Shape;8620;p86"/>
          <p:cNvGrpSpPr/>
          <p:nvPr/>
        </p:nvGrpSpPr>
        <p:grpSpPr>
          <a:xfrm>
            <a:off x="4716192" y="3018026"/>
            <a:ext cx="459626" cy="588932"/>
            <a:chOff x="8389651" y="3581399"/>
            <a:chExt cx="612835" cy="785242"/>
          </a:xfrm>
        </p:grpSpPr>
        <p:grpSp>
          <p:nvGrpSpPr>
            <p:cNvPr id="8621" name="Google Shape;8621;p86"/>
            <p:cNvGrpSpPr/>
            <p:nvPr/>
          </p:nvGrpSpPr>
          <p:grpSpPr>
            <a:xfrm>
              <a:off x="8389651" y="3581399"/>
              <a:ext cx="281567" cy="620037"/>
              <a:chOff x="8465853" y="3570513"/>
              <a:chExt cx="281567" cy="620037"/>
            </a:xfrm>
          </p:grpSpPr>
          <p:sp>
            <p:nvSpPr>
              <p:cNvPr id="8622" name="Google Shape;8622;p86"/>
              <p:cNvSpPr/>
              <p:nvPr/>
            </p:nvSpPr>
            <p:spPr>
              <a:xfrm>
                <a:off x="8465853" y="3593382"/>
                <a:ext cx="281567" cy="253273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3" name="Google Shape;8623;p86"/>
              <p:cNvSpPr/>
              <p:nvPr/>
            </p:nvSpPr>
            <p:spPr>
              <a:xfrm>
                <a:off x="8560860" y="3681021"/>
                <a:ext cx="92415" cy="806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4" name="Google Shape;8624;p86"/>
              <p:cNvSpPr/>
              <p:nvPr/>
            </p:nvSpPr>
            <p:spPr>
              <a:xfrm>
                <a:off x="8540131" y="3663495"/>
                <a:ext cx="133009" cy="114806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5" name="Google Shape;8625;p86"/>
              <p:cNvSpPr/>
              <p:nvPr/>
            </p:nvSpPr>
            <p:spPr>
              <a:xfrm>
                <a:off x="8520266" y="3642460"/>
                <a:ext cx="175331" cy="15687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6" name="Google Shape;8626;p86"/>
              <p:cNvSpPr/>
              <p:nvPr/>
            </p:nvSpPr>
            <p:spPr>
              <a:xfrm>
                <a:off x="8490902" y="3620551"/>
                <a:ext cx="228880" cy="199814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7" name="Google Shape;8627;p86"/>
              <p:cNvSpPr/>
              <p:nvPr/>
            </p:nvSpPr>
            <p:spPr>
              <a:xfrm flipH="1" rot="10800000">
                <a:off x="8514631" y="3570513"/>
                <a:ext cx="177058" cy="12532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AE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628" name="Google Shape;8628;p86"/>
              <p:cNvGrpSpPr/>
              <p:nvPr/>
            </p:nvGrpSpPr>
            <p:grpSpPr>
              <a:xfrm>
                <a:off x="8497007" y="3729647"/>
                <a:ext cx="226867" cy="460903"/>
                <a:chOff x="3130" y="3288"/>
                <a:chExt cx="410" cy="742"/>
              </a:xfrm>
            </p:grpSpPr>
            <p:cxnSp>
              <p:nvCxnSpPr>
                <p:cNvPr id="8629" name="Google Shape;8629;p86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30" name="Google Shape;8630;p86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31" name="Google Shape;8631;p86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32" name="Google Shape;8632;p86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33" name="Google Shape;8633;p86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34" name="Google Shape;8634;p86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35" name="Google Shape;8635;p86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36" name="Google Shape;8636;p86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37" name="Google Shape;8637;p86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38" name="Google Shape;8638;p86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39" name="Google Shape;8639;p86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40" name="Google Shape;8640;p86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41" name="Google Shape;8641;p86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42" name="Google Shape;8642;p86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43" name="Google Shape;8643;p86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8644" name="Google Shape;8644;p86"/>
            <p:cNvGrpSpPr/>
            <p:nvPr/>
          </p:nvGrpSpPr>
          <p:grpSpPr>
            <a:xfrm>
              <a:off x="8539202" y="4097220"/>
              <a:ext cx="463284" cy="269421"/>
              <a:chOff x="1503784" y="3006600"/>
              <a:chExt cx="1771786" cy="957087"/>
            </a:xfrm>
          </p:grpSpPr>
          <p:grpSp>
            <p:nvGrpSpPr>
              <p:cNvPr id="8645" name="Google Shape;8645;p86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8646" name="Google Shape;8646;p86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8647" name="Google Shape;8647;p86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35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8648" name="Google Shape;8648;p86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8649" name="Google Shape;8649;p86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8650" name="Google Shape;8650;p8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51" name="Google Shape;8651;p8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8652" name="Google Shape;8652;p86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8653" name="Google Shape;8653;p8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54" name="Google Shape;8654;p8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55" name="Google Shape;8655;p86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6" name="Google Shape;8656;p86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7" name="Google Shape;8657;p86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8" name="Google Shape;8658;p86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9" name="Google Shape;8659;p86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60" name="Google Shape;8660;p86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61" name="Google Shape;8661;p86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8662" name="Google Shape;8662;p86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63" name="Google Shape;8663;p86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64" name="Google Shape;8664;p86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65" name="Google Shape;8665;p86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66" name="Google Shape;8666;p86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67" name="Google Shape;8667;p86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8668" name="Google Shape;8668;p86"/>
          <p:cNvGrpSpPr/>
          <p:nvPr/>
        </p:nvGrpSpPr>
        <p:grpSpPr>
          <a:xfrm>
            <a:off x="3478992" y="2144670"/>
            <a:ext cx="814806" cy="576104"/>
            <a:chOff x="2216745" y="2926409"/>
            <a:chExt cx="1086408" cy="768139"/>
          </a:xfrm>
        </p:grpSpPr>
        <p:sp>
          <p:nvSpPr>
            <p:cNvPr id="8669" name="Google Shape;8669;p86"/>
            <p:cNvSpPr txBox="1"/>
            <p:nvPr/>
          </p:nvSpPr>
          <p:spPr>
            <a:xfrm>
              <a:off x="2216745" y="2926409"/>
              <a:ext cx="934545" cy="640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Mobility manager </a:t>
              </a:r>
              <a:endParaRPr/>
            </a:p>
          </p:txBody>
        </p:sp>
        <p:pic>
          <p:nvPicPr>
            <p:cNvPr descr="A screen shot of a computer&#10;&#10;Description automatically generated" id="8670" name="Google Shape;8670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55342" y="3037620"/>
              <a:ext cx="347811" cy="6569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71" name="Google Shape;8671;p86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Mobility in 4G networks: major mobility tasks</a:t>
            </a:r>
            <a:endParaRPr/>
          </a:p>
        </p:txBody>
      </p:sp>
      <p:sp>
        <p:nvSpPr>
          <p:cNvPr id="8672" name="Google Shape;8672;p86"/>
          <p:cNvSpPr txBox="1"/>
          <p:nvPr>
            <p:ph idx="12" type="sldNum"/>
          </p:nvPr>
        </p:nvSpPr>
        <p:spPr>
          <a:xfrm>
            <a:off x="6381216" y="64825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Wireless and Mobile Networks: 7- </a:t>
            </a:r>
            <a:fld id="{00000000-1234-1234-1234-123412341234}" type="slidenum">
              <a:rPr lang="en-US" sz="1100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100">
              <a:solidFill>
                <a:srgbClr val="7F7F7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73" name="Google Shape;8673;p86"/>
          <p:cNvSpPr txBox="1"/>
          <p:nvPr/>
        </p:nvSpPr>
        <p:spPr>
          <a:xfrm>
            <a:off x="4018555" y="3710210"/>
            <a:ext cx="114963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Visited network</a:t>
            </a:r>
            <a:endParaRPr/>
          </a:p>
        </p:txBody>
      </p:sp>
      <p:sp>
        <p:nvSpPr>
          <p:cNvPr id="8674" name="Google Shape;8674;p86"/>
          <p:cNvSpPr/>
          <p:nvPr/>
        </p:nvSpPr>
        <p:spPr>
          <a:xfrm>
            <a:off x="704326" y="2256652"/>
            <a:ext cx="1492078" cy="1084307"/>
          </a:xfrm>
          <a:custGeom>
            <a:rect b="b" l="l" r="r" t="t"/>
            <a:pathLst>
              <a:path extrusionOk="0" h="2518288" w="2536501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78560" y="2007728"/>
                  <a:pt x="2380797" y="1831817"/>
                </a:cubicBezTo>
                <a:cubicBezTo>
                  <a:pt x="2483034" y="1655906"/>
                  <a:pt x="2520878" y="1585297"/>
                  <a:pt x="2532819" y="1394709"/>
                </a:cubicBezTo>
                <a:cubicBezTo>
                  <a:pt x="2544760" y="1204121"/>
                  <a:pt x="2530105" y="858818"/>
                  <a:pt x="2452444" y="688289"/>
                </a:cubicBezTo>
                <a:cubicBezTo>
                  <a:pt x="2374783" y="517760"/>
                  <a:pt x="2169172" y="471894"/>
                  <a:pt x="2066853" y="371536"/>
                </a:cubicBezTo>
                <a:cubicBezTo>
                  <a:pt x="1964534" y="271178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5" name="Google Shape;8675;p86"/>
          <p:cNvSpPr/>
          <p:nvPr/>
        </p:nvSpPr>
        <p:spPr>
          <a:xfrm flipH="1" rot="10800000">
            <a:off x="1658878" y="4175866"/>
            <a:ext cx="1618559" cy="558359"/>
          </a:xfrm>
          <a:custGeom>
            <a:rect b="b" l="l" r="r" t="t"/>
            <a:pathLst>
              <a:path extrusionOk="0" h="1007767" w="1763990">
                <a:moveTo>
                  <a:pt x="793763" y="21490"/>
                </a:moveTo>
                <a:cubicBezTo>
                  <a:pt x="682098" y="36490"/>
                  <a:pt x="453769" y="45657"/>
                  <a:pt x="343771" y="101492"/>
                </a:cubicBezTo>
                <a:cubicBezTo>
                  <a:pt x="233773" y="157327"/>
                  <a:pt x="190441" y="270663"/>
                  <a:pt x="133775" y="356499"/>
                </a:cubicBezTo>
                <a:cubicBezTo>
                  <a:pt x="77109" y="442335"/>
                  <a:pt x="-20389" y="517337"/>
                  <a:pt x="3777" y="616506"/>
                </a:cubicBezTo>
                <a:cubicBezTo>
                  <a:pt x="27943" y="715675"/>
                  <a:pt x="134608" y="886513"/>
                  <a:pt x="278772" y="951515"/>
                </a:cubicBezTo>
                <a:cubicBezTo>
                  <a:pt x="422936" y="1016517"/>
                  <a:pt x="710432" y="1008184"/>
                  <a:pt x="868762" y="1006517"/>
                </a:cubicBezTo>
                <a:cubicBezTo>
                  <a:pt x="1027092" y="1004850"/>
                  <a:pt x="1092091" y="956516"/>
                  <a:pt x="1228755" y="941515"/>
                </a:cubicBezTo>
                <a:cubicBezTo>
                  <a:pt x="1365419" y="926515"/>
                  <a:pt x="1602915" y="980683"/>
                  <a:pt x="1688747" y="916514"/>
                </a:cubicBezTo>
                <a:cubicBezTo>
                  <a:pt x="1774579" y="852346"/>
                  <a:pt x="1777912" y="683174"/>
                  <a:pt x="1743746" y="556504"/>
                </a:cubicBezTo>
                <a:cubicBezTo>
                  <a:pt x="1709580" y="429834"/>
                  <a:pt x="1605415" y="247329"/>
                  <a:pt x="1483750" y="156493"/>
                </a:cubicBezTo>
                <a:cubicBezTo>
                  <a:pt x="1362086" y="65657"/>
                  <a:pt x="1130423" y="35656"/>
                  <a:pt x="1013759" y="11489"/>
                </a:cubicBezTo>
                <a:cubicBezTo>
                  <a:pt x="897095" y="-12678"/>
                  <a:pt x="905428" y="6490"/>
                  <a:pt x="793763" y="21490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6" name="Google Shape;8676;p86"/>
          <p:cNvSpPr txBox="1"/>
          <p:nvPr/>
        </p:nvSpPr>
        <p:spPr>
          <a:xfrm>
            <a:off x="1513971" y="3100800"/>
            <a:ext cx="525533" cy="35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P-GW</a:t>
            </a:r>
            <a:endParaRPr/>
          </a:p>
        </p:txBody>
      </p:sp>
      <p:sp>
        <p:nvSpPr>
          <p:cNvPr id="8677" name="Google Shape;8677;p86"/>
          <p:cNvSpPr txBox="1"/>
          <p:nvPr/>
        </p:nvSpPr>
        <p:spPr>
          <a:xfrm>
            <a:off x="2469365" y="4272661"/>
            <a:ext cx="826931" cy="35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Streaming server</a:t>
            </a:r>
            <a:endParaRPr/>
          </a:p>
        </p:txBody>
      </p:sp>
      <p:grpSp>
        <p:nvGrpSpPr>
          <p:cNvPr id="8678" name="Google Shape;8678;p86"/>
          <p:cNvGrpSpPr/>
          <p:nvPr/>
        </p:nvGrpSpPr>
        <p:grpSpPr>
          <a:xfrm>
            <a:off x="2006030" y="3194551"/>
            <a:ext cx="1078547" cy="755825"/>
            <a:chOff x="2611175" y="5012905"/>
            <a:chExt cx="1763990" cy="1007767"/>
          </a:xfrm>
        </p:grpSpPr>
        <p:sp>
          <p:nvSpPr>
            <p:cNvPr id="8679" name="Google Shape;8679;p86"/>
            <p:cNvSpPr/>
            <p:nvPr/>
          </p:nvSpPr>
          <p:spPr>
            <a:xfrm>
              <a:off x="3161857" y="5183726"/>
              <a:ext cx="733868" cy="333063"/>
            </a:xfrm>
            <a:prstGeom prst="rect">
              <a:avLst/>
            </a:prstGeom>
            <a:solidFill>
              <a:srgbClr val="E0EA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680" name="Google Shape;8680;p86"/>
            <p:cNvCxnSpPr/>
            <p:nvPr/>
          </p:nvCxnSpPr>
          <p:spPr>
            <a:xfrm>
              <a:off x="3462434" y="5820469"/>
              <a:ext cx="0" cy="189913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81" name="Google Shape;8681;p86"/>
            <p:cNvSpPr/>
            <p:nvPr/>
          </p:nvSpPr>
          <p:spPr>
            <a:xfrm>
              <a:off x="2611175" y="5012905"/>
              <a:ext cx="1763990" cy="1007767"/>
            </a:xfrm>
            <a:custGeom>
              <a:rect b="b" l="l" r="r" t="t"/>
              <a:pathLst>
                <a:path extrusionOk="0" h="1007767" w="1763990">
                  <a:moveTo>
                    <a:pt x="793763" y="21490"/>
                  </a:moveTo>
                  <a:cubicBezTo>
                    <a:pt x="682098" y="36490"/>
                    <a:pt x="453769" y="45657"/>
                    <a:pt x="343771" y="101492"/>
                  </a:cubicBezTo>
                  <a:cubicBezTo>
                    <a:pt x="233773" y="157327"/>
                    <a:pt x="190441" y="270663"/>
                    <a:pt x="133775" y="356499"/>
                  </a:cubicBezTo>
                  <a:cubicBezTo>
                    <a:pt x="77109" y="442335"/>
                    <a:pt x="-20389" y="517337"/>
                    <a:pt x="3777" y="616506"/>
                  </a:cubicBezTo>
                  <a:cubicBezTo>
                    <a:pt x="27943" y="715675"/>
                    <a:pt x="134608" y="886513"/>
                    <a:pt x="278772" y="951515"/>
                  </a:cubicBezTo>
                  <a:cubicBezTo>
                    <a:pt x="422936" y="1016517"/>
                    <a:pt x="710432" y="1008184"/>
                    <a:pt x="868762" y="1006517"/>
                  </a:cubicBezTo>
                  <a:cubicBezTo>
                    <a:pt x="1027092" y="1004850"/>
                    <a:pt x="1092091" y="956516"/>
                    <a:pt x="1228755" y="941515"/>
                  </a:cubicBezTo>
                  <a:cubicBezTo>
                    <a:pt x="1365419" y="926515"/>
                    <a:pt x="1602915" y="980683"/>
                    <a:pt x="1688747" y="916514"/>
                  </a:cubicBezTo>
                  <a:cubicBezTo>
                    <a:pt x="1774579" y="852346"/>
                    <a:pt x="1777912" y="683174"/>
                    <a:pt x="1743746" y="556504"/>
                  </a:cubicBezTo>
                  <a:cubicBezTo>
                    <a:pt x="1709580" y="429834"/>
                    <a:pt x="1605415" y="247329"/>
                    <a:pt x="1483750" y="156493"/>
                  </a:cubicBezTo>
                  <a:cubicBezTo>
                    <a:pt x="1362086" y="65657"/>
                    <a:pt x="1130423" y="35656"/>
                    <a:pt x="1013759" y="11489"/>
                  </a:cubicBezTo>
                  <a:cubicBezTo>
                    <a:pt x="897095" y="-12678"/>
                    <a:pt x="905428" y="6490"/>
                    <a:pt x="793763" y="21490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82" name="Google Shape;8682;p86"/>
          <p:cNvSpPr txBox="1"/>
          <p:nvPr/>
        </p:nvSpPr>
        <p:spPr>
          <a:xfrm>
            <a:off x="775475" y="2901535"/>
            <a:ext cx="725863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sp>
        <p:nvSpPr>
          <p:cNvPr id="8683" name="Google Shape;8683;p86"/>
          <p:cNvSpPr txBox="1"/>
          <p:nvPr/>
        </p:nvSpPr>
        <p:spPr>
          <a:xfrm>
            <a:off x="2023254" y="3461926"/>
            <a:ext cx="11496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</p:txBody>
      </p:sp>
      <p:sp>
        <p:nvSpPr>
          <p:cNvPr id="8684" name="Google Shape;8684;p86"/>
          <p:cNvSpPr txBox="1"/>
          <p:nvPr/>
        </p:nvSpPr>
        <p:spPr>
          <a:xfrm>
            <a:off x="4229330" y="2881867"/>
            <a:ext cx="756938" cy="21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station</a:t>
            </a:r>
            <a:endParaRPr/>
          </a:p>
        </p:txBody>
      </p:sp>
      <p:sp>
        <p:nvSpPr>
          <p:cNvPr id="8685" name="Google Shape;8685;p86"/>
          <p:cNvSpPr txBox="1"/>
          <p:nvPr/>
        </p:nvSpPr>
        <p:spPr>
          <a:xfrm>
            <a:off x="3741798" y="2598104"/>
            <a:ext cx="700909" cy="193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MME</a:t>
            </a:r>
            <a:endParaRPr/>
          </a:p>
        </p:txBody>
      </p:sp>
      <p:grpSp>
        <p:nvGrpSpPr>
          <p:cNvPr id="8686" name="Google Shape;8686;p86"/>
          <p:cNvGrpSpPr/>
          <p:nvPr/>
        </p:nvGrpSpPr>
        <p:grpSpPr>
          <a:xfrm>
            <a:off x="4638380" y="2449038"/>
            <a:ext cx="501401" cy="276999"/>
            <a:chOff x="5504898" y="2800672"/>
            <a:chExt cx="668534" cy="369332"/>
          </a:xfrm>
        </p:grpSpPr>
        <p:cxnSp>
          <p:nvCxnSpPr>
            <p:cNvPr id="8687" name="Google Shape;8687;p86"/>
            <p:cNvCxnSpPr/>
            <p:nvPr/>
          </p:nvCxnSpPr>
          <p:spPr>
            <a:xfrm flipH="1" rot="10800000">
              <a:off x="5504898" y="2991028"/>
              <a:ext cx="668534" cy="1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8688" name="Google Shape;8688;p86"/>
            <p:cNvGrpSpPr/>
            <p:nvPr/>
          </p:nvGrpSpPr>
          <p:grpSpPr>
            <a:xfrm>
              <a:off x="5692943" y="2800672"/>
              <a:ext cx="291138" cy="369332"/>
              <a:chOff x="2641317" y="2175013"/>
              <a:chExt cx="291138" cy="369332"/>
            </a:xfrm>
          </p:grpSpPr>
          <p:sp>
            <p:nvSpPr>
              <p:cNvPr id="8689" name="Google Shape;8689;p86"/>
              <p:cNvSpPr/>
              <p:nvPr/>
            </p:nvSpPr>
            <p:spPr>
              <a:xfrm>
                <a:off x="2641317" y="2224712"/>
                <a:ext cx="291138" cy="258162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0" name="Google Shape;8690;p86"/>
              <p:cNvSpPr txBox="1"/>
              <p:nvPr/>
            </p:nvSpPr>
            <p:spPr>
              <a:xfrm>
                <a:off x="2642700" y="2175013"/>
                <a:ext cx="23985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grpSp>
        <p:nvGrpSpPr>
          <p:cNvPr id="8691" name="Google Shape;8691;p86"/>
          <p:cNvGrpSpPr/>
          <p:nvPr/>
        </p:nvGrpSpPr>
        <p:grpSpPr>
          <a:xfrm>
            <a:off x="1711990" y="2459937"/>
            <a:ext cx="3466541" cy="277000"/>
            <a:chOff x="2282654" y="2136912"/>
            <a:chExt cx="4622054" cy="369332"/>
          </a:xfrm>
        </p:grpSpPr>
        <p:sp>
          <p:nvSpPr>
            <p:cNvPr id="8692" name="Google Shape;8692;p86"/>
            <p:cNvSpPr/>
            <p:nvPr/>
          </p:nvSpPr>
          <p:spPr>
            <a:xfrm>
              <a:off x="2282654" y="2327165"/>
              <a:ext cx="4622054" cy="171833"/>
            </a:xfrm>
            <a:custGeom>
              <a:rect b="b" l="l" r="r" t="t"/>
              <a:pathLst>
                <a:path extrusionOk="0" h="171833" w="3671766">
                  <a:moveTo>
                    <a:pt x="0" y="14640"/>
                  </a:moveTo>
                  <a:lnTo>
                    <a:pt x="2723069" y="0"/>
                  </a:lnTo>
                  <a:lnTo>
                    <a:pt x="2887706" y="171833"/>
                  </a:lnTo>
                  <a:lnTo>
                    <a:pt x="3671766" y="171271"/>
                  </a:ln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693" name="Google Shape;8693;p86"/>
            <p:cNvGrpSpPr/>
            <p:nvPr/>
          </p:nvGrpSpPr>
          <p:grpSpPr>
            <a:xfrm>
              <a:off x="5408976" y="2136912"/>
              <a:ext cx="291138" cy="369332"/>
              <a:chOff x="2641317" y="2166921"/>
              <a:chExt cx="291138" cy="369332"/>
            </a:xfrm>
          </p:grpSpPr>
          <p:sp>
            <p:nvSpPr>
              <p:cNvPr id="8694" name="Google Shape;8694;p86"/>
              <p:cNvSpPr/>
              <p:nvPr/>
            </p:nvSpPr>
            <p:spPr>
              <a:xfrm>
                <a:off x="2641317" y="2208528"/>
                <a:ext cx="291138" cy="258162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5" name="Google Shape;8695;p86"/>
              <p:cNvSpPr txBox="1"/>
              <p:nvPr/>
            </p:nvSpPr>
            <p:spPr>
              <a:xfrm>
                <a:off x="2642700" y="2166921"/>
                <a:ext cx="23985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</p:grpSp>
      <p:grpSp>
        <p:nvGrpSpPr>
          <p:cNvPr id="8696" name="Google Shape;8696;p86"/>
          <p:cNvGrpSpPr/>
          <p:nvPr/>
        </p:nvGrpSpPr>
        <p:grpSpPr>
          <a:xfrm>
            <a:off x="1967318" y="2815141"/>
            <a:ext cx="2141707" cy="280955"/>
            <a:chOff x="2623090" y="2610520"/>
            <a:chExt cx="2855609" cy="374606"/>
          </a:xfrm>
        </p:grpSpPr>
        <p:sp>
          <p:nvSpPr>
            <p:cNvPr id="8697" name="Google Shape;8697;p86"/>
            <p:cNvSpPr/>
            <p:nvPr/>
          </p:nvSpPr>
          <p:spPr>
            <a:xfrm flipH="1" rot="10800000">
              <a:off x="2623090" y="2610520"/>
              <a:ext cx="2855609" cy="197639"/>
            </a:xfrm>
            <a:custGeom>
              <a:rect b="b" l="l" r="r" t="t"/>
              <a:pathLst>
                <a:path extrusionOk="0" h="197639" w="2931692">
                  <a:moveTo>
                    <a:pt x="0" y="14640"/>
                  </a:moveTo>
                  <a:lnTo>
                    <a:pt x="2723069" y="0"/>
                  </a:lnTo>
                  <a:lnTo>
                    <a:pt x="2931692" y="197639"/>
                  </a:ln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698" name="Google Shape;8698;p86"/>
            <p:cNvGrpSpPr/>
            <p:nvPr/>
          </p:nvGrpSpPr>
          <p:grpSpPr>
            <a:xfrm>
              <a:off x="3572298" y="2615794"/>
              <a:ext cx="291138" cy="369332"/>
              <a:chOff x="2637271" y="2166921"/>
              <a:chExt cx="291138" cy="369332"/>
            </a:xfrm>
          </p:grpSpPr>
          <p:sp>
            <p:nvSpPr>
              <p:cNvPr id="8699" name="Google Shape;8699;p86"/>
              <p:cNvSpPr/>
              <p:nvPr/>
            </p:nvSpPr>
            <p:spPr>
              <a:xfrm>
                <a:off x="2637271" y="2212574"/>
                <a:ext cx="291138" cy="258162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0" name="Google Shape;8700;p86"/>
              <p:cNvSpPr txBox="1"/>
              <p:nvPr/>
            </p:nvSpPr>
            <p:spPr>
              <a:xfrm>
                <a:off x="2642700" y="2166921"/>
                <a:ext cx="23985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</p:grpSp>
      <p:grpSp>
        <p:nvGrpSpPr>
          <p:cNvPr id="8701" name="Google Shape;8701;p86"/>
          <p:cNvGrpSpPr/>
          <p:nvPr/>
        </p:nvGrpSpPr>
        <p:grpSpPr>
          <a:xfrm>
            <a:off x="4829633" y="2884456"/>
            <a:ext cx="428940" cy="530285"/>
            <a:chOff x="6439511" y="2702941"/>
            <a:chExt cx="571921" cy="707046"/>
          </a:xfrm>
        </p:grpSpPr>
        <p:sp>
          <p:nvSpPr>
            <p:cNvPr id="8702" name="Google Shape;8702;p86"/>
            <p:cNvSpPr/>
            <p:nvPr/>
          </p:nvSpPr>
          <p:spPr>
            <a:xfrm rot="-5400000">
              <a:off x="6379747" y="2778302"/>
              <a:ext cx="707046" cy="556323"/>
            </a:xfrm>
            <a:custGeom>
              <a:rect b="b" l="l" r="r" t="t"/>
              <a:pathLst>
                <a:path extrusionOk="0" h="556323" w="1966943">
                  <a:moveTo>
                    <a:pt x="1387237" y="556323"/>
                  </a:moveTo>
                  <a:lnTo>
                    <a:pt x="-1" y="194032"/>
                  </a:lnTo>
                  <a:lnTo>
                    <a:pt x="1941588" y="0"/>
                  </a:lnTo>
                  <a:lnTo>
                    <a:pt x="1966943" y="439199"/>
                  </a:ln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03" name="Google Shape;8703;p86"/>
            <p:cNvGrpSpPr/>
            <p:nvPr/>
          </p:nvGrpSpPr>
          <p:grpSpPr>
            <a:xfrm>
              <a:off x="6439511" y="2994586"/>
              <a:ext cx="291138" cy="369332"/>
              <a:chOff x="7860550" y="3254078"/>
              <a:chExt cx="291138" cy="369332"/>
            </a:xfrm>
          </p:grpSpPr>
          <p:sp>
            <p:nvSpPr>
              <p:cNvPr id="8704" name="Google Shape;8704;p86"/>
              <p:cNvSpPr/>
              <p:nvPr/>
            </p:nvSpPr>
            <p:spPr>
              <a:xfrm>
                <a:off x="7860550" y="3299731"/>
                <a:ext cx="291138" cy="258162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5" name="Google Shape;8705;p86"/>
              <p:cNvSpPr txBox="1"/>
              <p:nvPr/>
            </p:nvSpPr>
            <p:spPr>
              <a:xfrm>
                <a:off x="7865979" y="3254078"/>
                <a:ext cx="23985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</p:grpSp>
      <p:grpSp>
        <p:nvGrpSpPr>
          <p:cNvPr id="8706" name="Google Shape;8706;p86"/>
          <p:cNvGrpSpPr/>
          <p:nvPr/>
        </p:nvGrpSpPr>
        <p:grpSpPr>
          <a:xfrm>
            <a:off x="1486610" y="2856710"/>
            <a:ext cx="572591" cy="493702"/>
            <a:chOff x="7270567" y="5238206"/>
            <a:chExt cx="763454" cy="752521"/>
          </a:xfrm>
        </p:grpSpPr>
        <p:grpSp>
          <p:nvGrpSpPr>
            <p:cNvPr id="8707" name="Google Shape;8707;p86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8708" name="Google Shape;8708;p8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8709" name="Google Shape;8709;p8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8710" name="Google Shape;8710;p8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8711" name="Google Shape;8711;p8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12" name="Google Shape;8712;p8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13" name="Google Shape;8713;p8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14" name="Google Shape;8714;p8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47FFD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8715" name="Google Shape;8715;p86"/>
            <p:cNvSpPr txBox="1"/>
            <p:nvPr/>
          </p:nvSpPr>
          <p:spPr>
            <a:xfrm>
              <a:off x="7270567" y="5568514"/>
              <a:ext cx="763454" cy="422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16" name="Google Shape;8716;p86"/>
          <p:cNvGrpSpPr/>
          <p:nvPr/>
        </p:nvGrpSpPr>
        <p:grpSpPr>
          <a:xfrm>
            <a:off x="857413" y="2321525"/>
            <a:ext cx="923708" cy="567988"/>
            <a:chOff x="2218681" y="2599509"/>
            <a:chExt cx="1381036" cy="778587"/>
          </a:xfrm>
        </p:grpSpPr>
        <p:sp>
          <p:nvSpPr>
            <p:cNvPr id="8717" name="Google Shape;8717;p86"/>
            <p:cNvSpPr txBox="1"/>
            <p:nvPr/>
          </p:nvSpPr>
          <p:spPr>
            <a:xfrm>
              <a:off x="2218681" y="2715547"/>
              <a:ext cx="1182028" cy="662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Subscriber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sz="59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18" name="Google Shape;8718;p86"/>
            <p:cNvGrpSpPr/>
            <p:nvPr/>
          </p:nvGrpSpPr>
          <p:grpSpPr>
            <a:xfrm>
              <a:off x="3056709" y="2599509"/>
              <a:ext cx="543008" cy="736694"/>
              <a:chOff x="9181074" y="2063579"/>
              <a:chExt cx="1008323" cy="1351004"/>
            </a:xfrm>
          </p:grpSpPr>
          <p:grpSp>
            <p:nvGrpSpPr>
              <p:cNvPr id="8719" name="Google Shape;8719;p86"/>
              <p:cNvGrpSpPr/>
              <p:nvPr/>
            </p:nvGrpSpPr>
            <p:grpSpPr>
              <a:xfrm>
                <a:off x="9309047" y="2092807"/>
                <a:ext cx="439787" cy="517111"/>
                <a:chOff x="4501086" y="2717689"/>
                <a:chExt cx="347435" cy="424729"/>
              </a:xfrm>
            </p:grpSpPr>
            <p:sp>
              <p:nvSpPr>
                <p:cNvPr id="8720" name="Google Shape;8720;p86"/>
                <p:cNvSpPr/>
                <p:nvPr/>
              </p:nvSpPr>
              <p:spPr>
                <a:xfrm>
                  <a:off x="4501086" y="2764691"/>
                  <a:ext cx="345572" cy="328307"/>
                </a:xfrm>
                <a:prstGeom prst="rect">
                  <a:avLst/>
                </a:prstGeom>
                <a:gradFill>
                  <a:gsLst>
                    <a:gs pos="0">
                      <a:srgbClr val="CDD3D7"/>
                    </a:gs>
                    <a:gs pos="1000">
                      <a:srgbClr val="CDD3D7"/>
                    </a:gs>
                    <a:gs pos="100000">
                      <a:srgbClr val="E7ECF0"/>
                    </a:gs>
                  </a:gsLst>
                  <a:lin ang="16200000" scaled="0"/>
                </a:gradFill>
                <a:ln cap="flat" cmpd="sng" w="9525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13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21" name="Google Shape;8721;p86"/>
                <p:cNvSpPr/>
                <p:nvPr/>
              </p:nvSpPr>
              <p:spPr>
                <a:xfrm>
                  <a:off x="4501086" y="2717689"/>
                  <a:ext cx="345572" cy="98840"/>
                </a:xfrm>
                <a:prstGeom prst="ellipse">
                  <a:avLst/>
                </a:prstGeom>
                <a:solidFill>
                  <a:srgbClr val="E2E7EA"/>
                </a:solidFill>
                <a:ln cap="flat" cmpd="sng" w="9525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13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22" name="Google Shape;8722;p86"/>
                <p:cNvSpPr/>
                <p:nvPr/>
              </p:nvSpPr>
              <p:spPr>
                <a:xfrm>
                  <a:off x="4502949" y="3043578"/>
                  <a:ext cx="345572" cy="98840"/>
                </a:xfrm>
                <a:prstGeom prst="ellipse">
                  <a:avLst/>
                </a:prstGeom>
                <a:solidFill>
                  <a:srgbClr val="CDD3D7"/>
                </a:solidFill>
                <a:ln cap="flat" cmpd="sng" w="9525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13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23" name="Google Shape;8723;p86"/>
                <p:cNvSpPr/>
                <p:nvPr/>
              </p:nvSpPr>
              <p:spPr>
                <a:xfrm>
                  <a:off x="4504261" y="3036961"/>
                  <a:ext cx="339222" cy="52862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13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724" name="Google Shape;8724;p86"/>
              <p:cNvSpPr/>
              <p:nvPr/>
            </p:nvSpPr>
            <p:spPr>
              <a:xfrm>
                <a:off x="9181074" y="2063579"/>
                <a:ext cx="630195" cy="568410"/>
              </a:xfrm>
              <a:prstGeom prst="can">
                <a:avLst>
                  <a:gd fmla="val 25000" name="adj"/>
                </a:avLst>
              </a:prstGeom>
              <a:gradFill>
                <a:gsLst>
                  <a:gs pos="0">
                    <a:srgbClr val="C4CDD3"/>
                  </a:gs>
                  <a:gs pos="38000">
                    <a:srgbClr val="F2F2F2"/>
                  </a:gs>
                  <a:gs pos="100000">
                    <a:srgbClr val="BFBFBF"/>
                  </a:gs>
                </a:gsLst>
                <a:lin ang="0" scaled="0"/>
              </a:gradFill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A screen shot of a computer&#10;&#10;Description automatically generated" id="8725" name="Google Shape;8725;p8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543539" y="2209860"/>
                <a:ext cx="645858" cy="12047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726" name="Google Shape;8726;p86"/>
          <p:cNvGrpSpPr/>
          <p:nvPr/>
        </p:nvGrpSpPr>
        <p:grpSpPr>
          <a:xfrm>
            <a:off x="4954877" y="2330794"/>
            <a:ext cx="716866" cy="630193"/>
            <a:chOff x="2751" y="1851"/>
            <a:chExt cx="462" cy="478"/>
          </a:xfrm>
        </p:grpSpPr>
        <p:pic>
          <p:nvPicPr>
            <p:cNvPr descr="iphone_stylized_small" id="8727" name="Google Shape;8727;p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8728" name="Google Shape;8728;p8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29" name="Google Shape;8729;p86"/>
          <p:cNvSpPr txBox="1"/>
          <p:nvPr/>
        </p:nvSpPr>
        <p:spPr>
          <a:xfrm>
            <a:off x="3469860" y="3090410"/>
            <a:ext cx="525533" cy="35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S-GW</a:t>
            </a:r>
            <a:endParaRPr/>
          </a:p>
        </p:txBody>
      </p:sp>
      <p:sp>
        <p:nvSpPr>
          <p:cNvPr id="8730" name="Google Shape;8730;p86"/>
          <p:cNvSpPr txBox="1"/>
          <p:nvPr/>
        </p:nvSpPr>
        <p:spPr>
          <a:xfrm>
            <a:off x="3464265" y="3691484"/>
            <a:ext cx="525533" cy="35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P-GW</a:t>
            </a:r>
            <a:endParaRPr/>
          </a:p>
        </p:txBody>
      </p:sp>
      <p:pic>
        <p:nvPicPr>
          <p:cNvPr descr="A screen shot of a computer&#10;&#10;Description automatically generated" id="8731" name="Google Shape;8731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5192" y="4195891"/>
            <a:ext cx="260858" cy="4926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32" name="Google Shape;8732;p86"/>
          <p:cNvGrpSpPr/>
          <p:nvPr/>
        </p:nvGrpSpPr>
        <p:grpSpPr>
          <a:xfrm>
            <a:off x="3465378" y="3442601"/>
            <a:ext cx="443761" cy="246083"/>
            <a:chOff x="7493876" y="2774731"/>
            <a:chExt cx="1481958" cy="894622"/>
          </a:xfrm>
        </p:grpSpPr>
        <p:sp>
          <p:nvSpPr>
            <p:cNvPr id="8733" name="Google Shape;8733;p8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734" name="Google Shape;8734;p8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735" name="Google Shape;8735;p8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736" name="Google Shape;8736;p8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7" name="Google Shape;8737;p8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8" name="Google Shape;8738;p8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9" name="Google Shape;8739;p8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7FFD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740" name="Google Shape;8740;p86"/>
          <p:cNvGrpSpPr/>
          <p:nvPr/>
        </p:nvGrpSpPr>
        <p:grpSpPr>
          <a:xfrm>
            <a:off x="5668437" y="1802065"/>
            <a:ext cx="3422893" cy="1869743"/>
            <a:chOff x="7768186" y="2075943"/>
            <a:chExt cx="4563857" cy="2492991"/>
          </a:xfrm>
        </p:grpSpPr>
        <p:sp>
          <p:nvSpPr>
            <p:cNvPr id="8741" name="Google Shape;8741;p86"/>
            <p:cNvSpPr txBox="1"/>
            <p:nvPr/>
          </p:nvSpPr>
          <p:spPr>
            <a:xfrm>
              <a:off x="8117951" y="2075943"/>
              <a:ext cx="4214092" cy="2492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base station association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/>
            </a:p>
            <a:p>
              <a:pPr indent="-165497" lvl="0" marL="257175" marR="0" rtl="0" algn="l"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1650"/>
                <a:buFont typeface="Noto Sans Symbols"/>
                <a:buChar char="▪"/>
              </a:pPr>
              <a:r>
                <a:rPr lang="en-US" sz="16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covered earlier</a:t>
              </a:r>
              <a:endParaRPr/>
            </a:p>
            <a:p>
              <a:pPr indent="-165497" lvl="0" marL="257175" marR="0" rtl="0" algn="l"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1650"/>
                <a:buFont typeface="Noto Sans Symbols"/>
                <a:buChar char="▪"/>
              </a:pPr>
              <a:r>
                <a:rPr lang="en-US" sz="16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mobile  provides IMSI </a:t>
              </a:r>
              <a:r>
                <a:rPr lang="en-U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– identifying itself, home network</a:t>
              </a:r>
              <a:endParaRPr/>
            </a:p>
            <a:p>
              <a:pPr indent="-60721" lvl="0" marL="257175" marR="0" rtl="0" algn="l"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1650"/>
                <a:buFont typeface="Noto Sans Symbols"/>
                <a:buNone/>
              </a:pPr>
              <a:r>
                <a:t/>
              </a:r>
              <a:endParaRPr sz="1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0721" lvl="0" marL="257175" marR="0" rtl="0" algn="l"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1650"/>
                <a:buFont typeface="Noto Sans Symbols"/>
                <a:buNone/>
              </a:pPr>
              <a:r>
                <a:t/>
              </a:r>
              <a:endParaRPr sz="1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0721" lvl="0" marL="257175" marR="0" rtl="0" algn="l"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1650"/>
                <a:buFont typeface="Noto Sans Symbols"/>
                <a:buNone/>
              </a:pPr>
              <a:r>
                <a:t/>
              </a:r>
              <a:endParaRPr sz="1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42" name="Google Shape;8742;p86"/>
            <p:cNvGrpSpPr/>
            <p:nvPr/>
          </p:nvGrpSpPr>
          <p:grpSpPr>
            <a:xfrm>
              <a:off x="7768186" y="2117241"/>
              <a:ext cx="332771" cy="430887"/>
              <a:chOff x="2630642" y="2290491"/>
              <a:chExt cx="347383" cy="430887"/>
            </a:xfrm>
          </p:grpSpPr>
          <p:sp>
            <p:nvSpPr>
              <p:cNvPr id="8743" name="Google Shape;8743;p86"/>
              <p:cNvSpPr/>
              <p:nvPr/>
            </p:nvSpPr>
            <p:spPr>
              <a:xfrm>
                <a:off x="2630642" y="2342494"/>
                <a:ext cx="347383" cy="308036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4" name="Google Shape;8744;p86"/>
              <p:cNvSpPr txBox="1"/>
              <p:nvPr/>
            </p:nvSpPr>
            <p:spPr>
              <a:xfrm>
                <a:off x="2642700" y="2290491"/>
                <a:ext cx="239857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grpSp>
        <p:nvGrpSpPr>
          <p:cNvPr id="8745" name="Google Shape;8745;p86"/>
          <p:cNvGrpSpPr/>
          <p:nvPr/>
        </p:nvGrpSpPr>
        <p:grpSpPr>
          <a:xfrm>
            <a:off x="6286390" y="3016999"/>
            <a:ext cx="3113582" cy="1837426"/>
            <a:chOff x="7760472" y="2817345"/>
            <a:chExt cx="4151442" cy="2449902"/>
          </a:xfrm>
        </p:grpSpPr>
        <p:sp>
          <p:nvSpPr>
            <p:cNvPr id="8746" name="Google Shape;8746;p86"/>
            <p:cNvSpPr txBox="1"/>
            <p:nvPr/>
          </p:nvSpPr>
          <p:spPr>
            <a:xfrm>
              <a:off x="8145159" y="2817345"/>
              <a:ext cx="3766755" cy="2449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control-plane configuration:</a:t>
              </a:r>
              <a:endParaRPr/>
            </a:p>
            <a:p>
              <a:pPr indent="-165497" lvl="0" marL="257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1650"/>
                <a:buFont typeface="Noto Sans Symbols"/>
                <a:buChar char="▪"/>
              </a:pPr>
              <a:r>
                <a:rPr lang="en-US" sz="16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MME, home HSS establish control-plane state -  mobile is in visited network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47" name="Google Shape;8747;p86"/>
            <p:cNvGrpSpPr/>
            <p:nvPr/>
          </p:nvGrpSpPr>
          <p:grpSpPr>
            <a:xfrm>
              <a:off x="7760472" y="2862763"/>
              <a:ext cx="332771" cy="430887"/>
              <a:chOff x="2630642" y="2166921"/>
              <a:chExt cx="347383" cy="430887"/>
            </a:xfrm>
          </p:grpSpPr>
          <p:sp>
            <p:nvSpPr>
              <p:cNvPr id="8748" name="Google Shape;8748;p86"/>
              <p:cNvSpPr/>
              <p:nvPr/>
            </p:nvSpPr>
            <p:spPr>
              <a:xfrm>
                <a:off x="2630642" y="2218924"/>
                <a:ext cx="347383" cy="308036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9" name="Google Shape;8749;p86"/>
              <p:cNvSpPr txBox="1"/>
              <p:nvPr/>
            </p:nvSpPr>
            <p:spPr>
              <a:xfrm>
                <a:off x="2642700" y="2166921"/>
                <a:ext cx="239857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</p:grpSp>
      <p:grpSp>
        <p:nvGrpSpPr>
          <p:cNvPr id="8750" name="Google Shape;8750;p86"/>
          <p:cNvGrpSpPr/>
          <p:nvPr/>
        </p:nvGrpSpPr>
        <p:grpSpPr>
          <a:xfrm>
            <a:off x="3942768" y="4426908"/>
            <a:ext cx="4954737" cy="1560427"/>
            <a:chOff x="5416808" y="4588479"/>
            <a:chExt cx="6606316" cy="2080570"/>
          </a:xfrm>
        </p:grpSpPr>
        <p:sp>
          <p:nvSpPr>
            <p:cNvPr id="8751" name="Google Shape;8751;p86"/>
            <p:cNvSpPr txBox="1"/>
            <p:nvPr/>
          </p:nvSpPr>
          <p:spPr>
            <a:xfrm>
              <a:off x="5774724" y="4588479"/>
              <a:ext cx="6248400" cy="2080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data-plane configuration:</a:t>
              </a:r>
              <a:endParaRPr/>
            </a:p>
            <a:p>
              <a:pPr indent="-167879" lvl="0" marL="25836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1650"/>
                <a:buFont typeface="Noto Sans Symbols"/>
                <a:buChar char="▪"/>
              </a:pPr>
              <a:r>
                <a:rPr lang="en-US" sz="16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MME configures forwarding tunnels for mobile</a:t>
              </a:r>
              <a:endParaRPr/>
            </a:p>
            <a:p>
              <a:pPr indent="-167879" lvl="0" marL="25836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1650"/>
                <a:buFont typeface="Noto Sans Symbols"/>
                <a:buChar char="▪"/>
              </a:pPr>
              <a:r>
                <a:rPr lang="en-US" sz="16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visited, home network establish tunnels from home P-GW to mobile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52" name="Google Shape;8752;p86"/>
            <p:cNvGrpSpPr/>
            <p:nvPr/>
          </p:nvGrpSpPr>
          <p:grpSpPr>
            <a:xfrm>
              <a:off x="5416808" y="4609187"/>
              <a:ext cx="332771" cy="430887"/>
              <a:chOff x="2630642" y="2166921"/>
              <a:chExt cx="347383" cy="430887"/>
            </a:xfrm>
          </p:grpSpPr>
          <p:sp>
            <p:nvSpPr>
              <p:cNvPr id="8753" name="Google Shape;8753;p86"/>
              <p:cNvSpPr/>
              <p:nvPr/>
            </p:nvSpPr>
            <p:spPr>
              <a:xfrm>
                <a:off x="2630642" y="2218924"/>
                <a:ext cx="347383" cy="308036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4" name="Google Shape;8754;p86"/>
              <p:cNvSpPr txBox="1"/>
              <p:nvPr/>
            </p:nvSpPr>
            <p:spPr>
              <a:xfrm>
                <a:off x="2642700" y="2166921"/>
                <a:ext cx="239857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</p:grpSp>
      <p:grpSp>
        <p:nvGrpSpPr>
          <p:cNvPr id="8755" name="Google Shape;8755;p86"/>
          <p:cNvGrpSpPr/>
          <p:nvPr/>
        </p:nvGrpSpPr>
        <p:grpSpPr>
          <a:xfrm>
            <a:off x="1178849" y="5321189"/>
            <a:ext cx="6499937" cy="877163"/>
            <a:chOff x="2157940" y="5655274"/>
            <a:chExt cx="8666582" cy="1169551"/>
          </a:xfrm>
        </p:grpSpPr>
        <p:sp>
          <p:nvSpPr>
            <p:cNvPr id="8756" name="Google Shape;8756;p86"/>
            <p:cNvSpPr txBox="1"/>
            <p:nvPr/>
          </p:nvSpPr>
          <p:spPr>
            <a:xfrm>
              <a:off x="2491947" y="5655274"/>
              <a:ext cx="8332575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mobile handover:</a:t>
              </a:r>
              <a:endParaRPr/>
            </a:p>
            <a:p>
              <a:pPr indent="-165497" lvl="0" marL="257175" marR="0" rtl="0" algn="l"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1650"/>
                <a:buFont typeface="Noto Sans Symbols"/>
                <a:buChar char="▪"/>
              </a:pPr>
              <a:r>
                <a:rPr lang="en-US" sz="16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mobile device changes its point of attachment to visited network</a:t>
              </a:r>
              <a:endParaRPr/>
            </a:p>
          </p:txBody>
        </p:sp>
        <p:grpSp>
          <p:nvGrpSpPr>
            <p:cNvPr id="8757" name="Google Shape;8757;p86"/>
            <p:cNvGrpSpPr/>
            <p:nvPr/>
          </p:nvGrpSpPr>
          <p:grpSpPr>
            <a:xfrm>
              <a:off x="2157940" y="5675984"/>
              <a:ext cx="333577" cy="430887"/>
              <a:chOff x="2629801" y="2166921"/>
              <a:chExt cx="348224" cy="430887"/>
            </a:xfrm>
          </p:grpSpPr>
          <p:sp>
            <p:nvSpPr>
              <p:cNvPr id="8758" name="Google Shape;8758;p86"/>
              <p:cNvSpPr/>
              <p:nvPr/>
            </p:nvSpPr>
            <p:spPr>
              <a:xfrm>
                <a:off x="2630642" y="2218924"/>
                <a:ext cx="347383" cy="308036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9" name="Google Shape;8759;p86"/>
              <p:cNvSpPr txBox="1"/>
              <p:nvPr/>
            </p:nvSpPr>
            <p:spPr>
              <a:xfrm>
                <a:off x="2629801" y="2166921"/>
                <a:ext cx="239858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</p:grpSp>
      <p:pic>
        <p:nvPicPr>
          <p:cNvPr descr="Puzzle" id="8760" name="Google Shape;8760;p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2653558">
            <a:off x="8439953" y="46308"/>
            <a:ext cx="603250" cy="6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61" name="Google Shape;8761;p86"/>
          <p:cNvSpPr/>
          <p:nvPr/>
        </p:nvSpPr>
        <p:spPr>
          <a:xfrm>
            <a:off x="7355380" y="503867"/>
            <a:ext cx="1789569" cy="5989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Slide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5" name="Shape 8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66" name="Google Shape;8766;p87"/>
          <p:cNvGrpSpPr/>
          <p:nvPr/>
        </p:nvGrpSpPr>
        <p:grpSpPr>
          <a:xfrm>
            <a:off x="4843006" y="4851835"/>
            <a:ext cx="603702" cy="728336"/>
            <a:chOff x="742" y="2409"/>
            <a:chExt cx="576" cy="881"/>
          </a:xfrm>
        </p:grpSpPr>
        <p:grpSp>
          <p:nvGrpSpPr>
            <p:cNvPr id="8767" name="Google Shape;8767;p87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8768" name="Google Shape;8768;p8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69" name="Google Shape;8769;p8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0" name="Google Shape;8770;p8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1" name="Google Shape;8771;p8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2" name="Google Shape;8772;p8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3" name="Google Shape;8773;p8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4" name="Google Shape;8774;p8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5" name="Google Shape;8775;p8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6" name="Google Shape;8776;p8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7" name="Google Shape;8777;p8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8" name="Google Shape;8778;p8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9" name="Google Shape;8779;p8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0" name="Google Shape;8780;p8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1" name="Google Shape;8781;p8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2" name="Google Shape;8782;p8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8783" name="Google Shape;8783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84" name="Google Shape;8784;p87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85" name="Google Shape;8785;p87"/>
          <p:cNvSpPr/>
          <p:nvPr/>
        </p:nvSpPr>
        <p:spPr>
          <a:xfrm>
            <a:off x="331788" y="230188"/>
            <a:ext cx="47269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Handling Mobility in LTE</a:t>
            </a:r>
            <a:endParaRPr/>
          </a:p>
        </p:txBody>
      </p:sp>
      <p:pic>
        <p:nvPicPr>
          <p:cNvPr descr="underline_base" id="8786" name="Google Shape;8786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463" y="813106"/>
            <a:ext cx="5148885" cy="229048"/>
          </a:xfrm>
          <a:prstGeom prst="rect">
            <a:avLst/>
          </a:prstGeom>
          <a:noFill/>
          <a:ln>
            <a:noFill/>
          </a:ln>
        </p:spPr>
      </p:pic>
      <p:sp>
        <p:nvSpPr>
          <p:cNvPr id="8787" name="Google Shape;8787;p87"/>
          <p:cNvSpPr/>
          <p:nvPr/>
        </p:nvSpPr>
        <p:spPr>
          <a:xfrm>
            <a:off x="4240399" y="2607159"/>
            <a:ext cx="3031782" cy="12520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8" name="Google Shape;8788;p87"/>
          <p:cNvSpPr txBox="1"/>
          <p:nvPr>
            <p:ph idx="1" type="body"/>
          </p:nvPr>
        </p:nvSpPr>
        <p:spPr>
          <a:xfrm>
            <a:off x="635036" y="1406443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Paging: idle UE may move from cell to cell: network does not know where the idle UE is resident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paging message from MME broadcast by all eNodeB to locate UE</a:t>
            </a:r>
            <a:endParaRPr sz="2000"/>
          </a:p>
        </p:txBody>
      </p:sp>
      <p:sp>
        <p:nvSpPr>
          <p:cNvPr id="8789" name="Google Shape;8789;p87"/>
          <p:cNvSpPr txBox="1"/>
          <p:nvPr/>
        </p:nvSpPr>
        <p:spPr>
          <a:xfrm>
            <a:off x="635036" y="2976894"/>
            <a:ext cx="3605363" cy="2493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handoff: similar to 3G: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preparation phase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execution phase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completion phase</a:t>
            </a:r>
            <a:endParaRPr/>
          </a:p>
        </p:txBody>
      </p:sp>
      <p:cxnSp>
        <p:nvCxnSpPr>
          <p:cNvPr id="8790" name="Google Shape;8790;p87"/>
          <p:cNvCxnSpPr/>
          <p:nvPr/>
        </p:nvCxnSpPr>
        <p:spPr>
          <a:xfrm flipH="1" rot="10800000">
            <a:off x="5131546" y="4089631"/>
            <a:ext cx="1344612" cy="14597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791" name="Google Shape;8791;p87"/>
          <p:cNvGrpSpPr/>
          <p:nvPr/>
        </p:nvGrpSpPr>
        <p:grpSpPr>
          <a:xfrm>
            <a:off x="5690346" y="5766845"/>
            <a:ext cx="1441450" cy="346075"/>
            <a:chOff x="3072" y="739"/>
            <a:chExt cx="652" cy="146"/>
          </a:xfrm>
        </p:grpSpPr>
        <p:pic>
          <p:nvPicPr>
            <p:cNvPr descr="lgv_fqmg[1]" id="8792" name="Google Shape;8792;p8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3237" y="739"/>
              <a:ext cx="487" cy="14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793" name="Google Shape;8793;p87"/>
            <p:cNvCxnSpPr/>
            <p:nvPr/>
          </p:nvCxnSpPr>
          <p:spPr>
            <a:xfrm rot="10800000">
              <a:off x="3104" y="784"/>
              <a:ext cx="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94" name="Google Shape;8794;p87"/>
            <p:cNvCxnSpPr/>
            <p:nvPr/>
          </p:nvCxnSpPr>
          <p:spPr>
            <a:xfrm rot="10800000">
              <a:off x="3072" y="760"/>
              <a:ext cx="1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795" name="Google Shape;8795;p87"/>
          <p:cNvGrpSpPr/>
          <p:nvPr/>
        </p:nvGrpSpPr>
        <p:grpSpPr>
          <a:xfrm>
            <a:off x="6155483" y="3230141"/>
            <a:ext cx="987425" cy="676275"/>
            <a:chOff x="2197" y="1176"/>
            <a:chExt cx="622" cy="426"/>
          </a:xfrm>
        </p:grpSpPr>
        <p:grpSp>
          <p:nvGrpSpPr>
            <p:cNvPr id="8796" name="Google Shape;8796;p87"/>
            <p:cNvGrpSpPr/>
            <p:nvPr/>
          </p:nvGrpSpPr>
          <p:grpSpPr>
            <a:xfrm>
              <a:off x="2198" y="1176"/>
              <a:ext cx="621" cy="426"/>
              <a:chOff x="3164" y="2556"/>
              <a:chExt cx="901" cy="338"/>
            </a:xfrm>
          </p:grpSpPr>
          <p:sp>
            <p:nvSpPr>
              <p:cNvPr id="8797" name="Google Shape;8797;p87"/>
              <p:cNvSpPr/>
              <p:nvPr/>
            </p:nvSpPr>
            <p:spPr>
              <a:xfrm>
                <a:off x="3164" y="2556"/>
                <a:ext cx="901" cy="338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8" name="Google Shape;8798;p87"/>
              <p:cNvSpPr txBox="1"/>
              <p:nvPr/>
            </p:nvSpPr>
            <p:spPr>
              <a:xfrm>
                <a:off x="3212" y="2573"/>
                <a:ext cx="168" cy="18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99" name="Google Shape;8799;p87"/>
            <p:cNvSpPr txBox="1"/>
            <p:nvPr/>
          </p:nvSpPr>
          <p:spPr>
            <a:xfrm>
              <a:off x="2197" y="1295"/>
              <a:ext cx="616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P-GW</a:t>
              </a:r>
              <a:endParaRPr/>
            </a:p>
          </p:txBody>
        </p:sp>
      </p:grpSp>
      <p:cxnSp>
        <p:nvCxnSpPr>
          <p:cNvPr id="8800" name="Google Shape;8800;p87"/>
          <p:cNvCxnSpPr/>
          <p:nvPr/>
        </p:nvCxnSpPr>
        <p:spPr>
          <a:xfrm rot="10800000">
            <a:off x="6741271" y="4089631"/>
            <a:ext cx="1408112" cy="14724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1" name="Google Shape;8801;p87"/>
          <p:cNvSpPr/>
          <p:nvPr/>
        </p:nvSpPr>
        <p:spPr>
          <a:xfrm>
            <a:off x="5301561" y="3435109"/>
            <a:ext cx="1328011" cy="2324100"/>
          </a:xfrm>
          <a:custGeom>
            <a:rect b="b" l="l" r="r" t="t"/>
            <a:pathLst>
              <a:path extrusionOk="0" h="10000" w="10170">
                <a:moveTo>
                  <a:pt x="9920" y="0"/>
                </a:moveTo>
                <a:cubicBezTo>
                  <a:pt x="9883" y="690"/>
                  <a:pt x="10563" y="2042"/>
                  <a:pt x="9824" y="3007"/>
                </a:cubicBezTo>
                <a:cubicBezTo>
                  <a:pt x="9085" y="3972"/>
                  <a:pt x="7124" y="4797"/>
                  <a:pt x="5487" y="5789"/>
                </a:cubicBezTo>
                <a:cubicBezTo>
                  <a:pt x="3850" y="6781"/>
                  <a:pt x="0" y="8333"/>
                  <a:pt x="0" y="8962"/>
                </a:cubicBezTo>
                <a:cubicBezTo>
                  <a:pt x="0" y="9590"/>
                  <a:pt x="6078" y="9781"/>
                  <a:pt x="7684" y="10000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2" name="Google Shape;8802;p87"/>
          <p:cNvSpPr/>
          <p:nvPr/>
        </p:nvSpPr>
        <p:spPr>
          <a:xfrm>
            <a:off x="6606447" y="3909045"/>
            <a:ext cx="1303223" cy="1878438"/>
          </a:xfrm>
          <a:custGeom>
            <a:rect b="b" l="l" r="r" t="t"/>
            <a:pathLst>
              <a:path extrusionOk="0" h="17401" w="10160">
                <a:moveTo>
                  <a:pt x="0" y="0"/>
                </a:moveTo>
                <a:cubicBezTo>
                  <a:pt x="359" y="309"/>
                  <a:pt x="3200" y="5427"/>
                  <a:pt x="4893" y="7955"/>
                </a:cubicBezTo>
                <a:cubicBezTo>
                  <a:pt x="6586" y="10483"/>
                  <a:pt x="10160" y="13813"/>
                  <a:pt x="10160" y="15166"/>
                </a:cubicBezTo>
                <a:cubicBezTo>
                  <a:pt x="10160" y="16519"/>
                  <a:pt x="3972" y="16930"/>
                  <a:pt x="2338" y="17401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3" name="Google Shape;8803;p87"/>
          <p:cNvSpPr txBox="1"/>
          <p:nvPr/>
        </p:nvSpPr>
        <p:spPr>
          <a:xfrm>
            <a:off x="4588047" y="5300354"/>
            <a:ext cx="8334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eNodeB</a:t>
            </a:r>
            <a:endParaRPr/>
          </a:p>
        </p:txBody>
      </p:sp>
      <p:sp>
        <p:nvSpPr>
          <p:cNvPr id="8804" name="Google Shape;8804;p87"/>
          <p:cNvSpPr txBox="1"/>
          <p:nvPr/>
        </p:nvSpPr>
        <p:spPr>
          <a:xfrm>
            <a:off x="5750671" y="5100095"/>
            <a:ext cx="72548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/>
          </a:p>
        </p:txBody>
      </p:sp>
      <p:sp>
        <p:nvSpPr>
          <p:cNvPr id="8805" name="Google Shape;8805;p87"/>
          <p:cNvSpPr txBox="1"/>
          <p:nvPr/>
        </p:nvSpPr>
        <p:spPr>
          <a:xfrm>
            <a:off x="6741271" y="5087395"/>
            <a:ext cx="72548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/>
          </a:p>
        </p:txBody>
      </p:sp>
      <p:sp>
        <p:nvSpPr>
          <p:cNvPr id="8806" name="Google Shape;8806;p87"/>
          <p:cNvSpPr txBox="1"/>
          <p:nvPr/>
        </p:nvSpPr>
        <p:spPr>
          <a:xfrm>
            <a:off x="7890842" y="5314415"/>
            <a:ext cx="8334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eNodeB</a:t>
            </a:r>
            <a:endParaRPr/>
          </a:p>
        </p:txBody>
      </p:sp>
      <p:grpSp>
        <p:nvGrpSpPr>
          <p:cNvPr id="8807" name="Google Shape;8807;p87"/>
          <p:cNvGrpSpPr/>
          <p:nvPr/>
        </p:nvGrpSpPr>
        <p:grpSpPr>
          <a:xfrm>
            <a:off x="4819662" y="3463574"/>
            <a:ext cx="723538" cy="1021443"/>
            <a:chOff x="4804140" y="4417639"/>
            <a:chExt cx="723538" cy="1564088"/>
          </a:xfrm>
        </p:grpSpPr>
        <p:grpSp>
          <p:nvGrpSpPr>
            <p:cNvPr id="8808" name="Google Shape;8808;p87"/>
            <p:cNvGrpSpPr/>
            <p:nvPr/>
          </p:nvGrpSpPr>
          <p:grpSpPr>
            <a:xfrm>
              <a:off x="4867640" y="5188066"/>
              <a:ext cx="550863" cy="793661"/>
              <a:chOff x="611" y="3693"/>
              <a:chExt cx="449" cy="287"/>
            </a:xfrm>
          </p:grpSpPr>
          <p:sp>
            <p:nvSpPr>
              <p:cNvPr id="8809" name="Google Shape;8809;p87"/>
              <p:cNvSpPr/>
              <p:nvPr/>
            </p:nvSpPr>
            <p:spPr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8810" name="Google Shape;8810;p87"/>
              <p:cNvSpPr/>
              <p:nvPr/>
            </p:nvSpPr>
            <p:spPr>
              <a:xfrm>
                <a:off x="975" y="3704"/>
                <a:ext cx="62" cy="74"/>
              </a:xfrm>
              <a:custGeom>
                <a:rect b="b" l="l" r="r" t="t"/>
                <a:pathLst>
                  <a:path extrusionOk="0" h="74" w="62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8811" name="Google Shape;8811;p87"/>
              <p:cNvSpPr/>
              <p:nvPr/>
            </p:nvSpPr>
            <p:spPr>
              <a:xfrm>
                <a:off x="972" y="3764"/>
                <a:ext cx="63" cy="216"/>
              </a:xfrm>
              <a:custGeom>
                <a:rect b="b" l="l" r="r" t="t"/>
                <a:pathLst>
                  <a:path extrusionOk="0" h="225" w="63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8812" name="Google Shape;8812;p87"/>
              <p:cNvSpPr/>
              <p:nvPr/>
            </p:nvSpPr>
            <p:spPr>
              <a:xfrm>
                <a:off x="1013" y="3693"/>
                <a:ext cx="47" cy="78"/>
              </a:xfrm>
              <a:custGeom>
                <a:rect b="b" l="l" r="r" t="t"/>
                <a:pathLst>
                  <a:path extrusionOk="0" h="78" w="47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8813" name="Google Shape;8813;p87"/>
              <p:cNvSpPr/>
              <p:nvPr/>
            </p:nvSpPr>
            <p:spPr>
              <a:xfrm>
                <a:off x="987" y="3728"/>
                <a:ext cx="44" cy="51"/>
              </a:xfrm>
              <a:custGeom>
                <a:rect b="b" l="l" r="r" t="t"/>
                <a:pathLst>
                  <a:path extrusionOk="0" h="51" w="44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8814" name="Google Shape;8814;p87"/>
              <p:cNvSpPr/>
              <p:nvPr/>
            </p:nvSpPr>
            <p:spPr>
              <a:xfrm>
                <a:off x="611" y="3695"/>
                <a:ext cx="417" cy="95"/>
              </a:xfrm>
              <a:custGeom>
                <a:rect b="b" l="l" r="r" t="t"/>
                <a:pathLst>
                  <a:path extrusionOk="0" h="95" w="417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sp>
          <p:nvSpPr>
            <p:cNvPr id="8815" name="Google Shape;8815;p87"/>
            <p:cNvSpPr txBox="1"/>
            <p:nvPr/>
          </p:nvSpPr>
          <p:spPr>
            <a:xfrm>
              <a:off x="4804140" y="4417639"/>
              <a:ext cx="723538" cy="801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MME</a:t>
              </a:r>
              <a:endParaRPr/>
            </a:p>
          </p:txBody>
        </p:sp>
      </p:grpSp>
      <p:grpSp>
        <p:nvGrpSpPr>
          <p:cNvPr id="8816" name="Google Shape;8816;p87"/>
          <p:cNvGrpSpPr/>
          <p:nvPr/>
        </p:nvGrpSpPr>
        <p:grpSpPr>
          <a:xfrm>
            <a:off x="7723167" y="3417886"/>
            <a:ext cx="646331" cy="1021443"/>
            <a:chOff x="4842744" y="4417639"/>
            <a:chExt cx="646331" cy="1564088"/>
          </a:xfrm>
        </p:grpSpPr>
        <p:grpSp>
          <p:nvGrpSpPr>
            <p:cNvPr id="8817" name="Google Shape;8817;p87"/>
            <p:cNvGrpSpPr/>
            <p:nvPr/>
          </p:nvGrpSpPr>
          <p:grpSpPr>
            <a:xfrm>
              <a:off x="4867640" y="5188066"/>
              <a:ext cx="550863" cy="793661"/>
              <a:chOff x="611" y="3693"/>
              <a:chExt cx="449" cy="287"/>
            </a:xfrm>
          </p:grpSpPr>
          <p:sp>
            <p:nvSpPr>
              <p:cNvPr id="8818" name="Google Shape;8818;p87"/>
              <p:cNvSpPr/>
              <p:nvPr/>
            </p:nvSpPr>
            <p:spPr>
              <a:xfrm>
                <a:off x="636" y="3774"/>
                <a:ext cx="336" cy="20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8819" name="Google Shape;8819;p87"/>
              <p:cNvSpPr/>
              <p:nvPr/>
            </p:nvSpPr>
            <p:spPr>
              <a:xfrm>
                <a:off x="975" y="3704"/>
                <a:ext cx="62" cy="74"/>
              </a:xfrm>
              <a:custGeom>
                <a:rect b="b" l="l" r="r" t="t"/>
                <a:pathLst>
                  <a:path extrusionOk="0" h="74" w="62">
                    <a:moveTo>
                      <a:pt x="36" y="0"/>
                    </a:moveTo>
                    <a:lnTo>
                      <a:pt x="62" y="57"/>
                    </a:lnTo>
                    <a:lnTo>
                      <a:pt x="0" y="7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8820" name="Google Shape;8820;p87"/>
              <p:cNvSpPr/>
              <p:nvPr/>
            </p:nvSpPr>
            <p:spPr>
              <a:xfrm>
                <a:off x="972" y="3764"/>
                <a:ext cx="63" cy="216"/>
              </a:xfrm>
              <a:custGeom>
                <a:rect b="b" l="l" r="r" t="t"/>
                <a:pathLst>
                  <a:path extrusionOk="0" h="225" w="63">
                    <a:moveTo>
                      <a:pt x="2" y="16"/>
                    </a:moveTo>
                    <a:lnTo>
                      <a:pt x="0" y="225"/>
                    </a:lnTo>
                    <a:lnTo>
                      <a:pt x="62" y="202"/>
                    </a:lnTo>
                    <a:lnTo>
                      <a:pt x="63" y="0"/>
                    </a:lnTo>
                    <a:lnTo>
                      <a:pt x="2" y="16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8821" name="Google Shape;8821;p87"/>
              <p:cNvSpPr/>
              <p:nvPr/>
            </p:nvSpPr>
            <p:spPr>
              <a:xfrm>
                <a:off x="1013" y="3693"/>
                <a:ext cx="47" cy="78"/>
              </a:xfrm>
              <a:custGeom>
                <a:rect b="b" l="l" r="r" t="t"/>
                <a:pathLst>
                  <a:path extrusionOk="0" h="78" w="47">
                    <a:moveTo>
                      <a:pt x="12" y="0"/>
                    </a:moveTo>
                    <a:lnTo>
                      <a:pt x="47" y="78"/>
                    </a:lnTo>
                    <a:lnTo>
                      <a:pt x="15" y="77"/>
                    </a:lnTo>
                    <a:lnTo>
                      <a:pt x="0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8822" name="Google Shape;8822;p87"/>
              <p:cNvSpPr/>
              <p:nvPr/>
            </p:nvSpPr>
            <p:spPr>
              <a:xfrm>
                <a:off x="987" y="3728"/>
                <a:ext cx="44" cy="51"/>
              </a:xfrm>
              <a:custGeom>
                <a:rect b="b" l="l" r="r" t="t"/>
                <a:pathLst>
                  <a:path extrusionOk="0" h="51" w="44">
                    <a:moveTo>
                      <a:pt x="23" y="0"/>
                    </a:moveTo>
                    <a:lnTo>
                      <a:pt x="0" y="51"/>
                    </a:lnTo>
                    <a:lnTo>
                      <a:pt x="44" y="45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8823" name="Google Shape;8823;p87"/>
              <p:cNvSpPr/>
              <p:nvPr/>
            </p:nvSpPr>
            <p:spPr>
              <a:xfrm>
                <a:off x="611" y="3695"/>
                <a:ext cx="417" cy="95"/>
              </a:xfrm>
              <a:custGeom>
                <a:rect b="b" l="l" r="r" t="t"/>
                <a:pathLst>
                  <a:path extrusionOk="0" h="95" w="417">
                    <a:moveTo>
                      <a:pt x="0" y="95"/>
                    </a:moveTo>
                    <a:lnTo>
                      <a:pt x="66" y="1"/>
                    </a:lnTo>
                    <a:lnTo>
                      <a:pt x="417" y="0"/>
                    </a:lnTo>
                    <a:lnTo>
                      <a:pt x="370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sp>
          <p:nvSpPr>
            <p:cNvPr id="8824" name="Google Shape;8824;p87"/>
            <p:cNvSpPr txBox="1"/>
            <p:nvPr/>
          </p:nvSpPr>
          <p:spPr>
            <a:xfrm>
              <a:off x="4842744" y="4417639"/>
              <a:ext cx="646331" cy="801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target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MME</a:t>
              </a:r>
              <a:endParaRPr/>
            </a:p>
          </p:txBody>
        </p:sp>
      </p:grpSp>
      <p:cxnSp>
        <p:nvCxnSpPr>
          <p:cNvPr id="8825" name="Google Shape;8825;p87"/>
          <p:cNvCxnSpPr/>
          <p:nvPr/>
        </p:nvCxnSpPr>
        <p:spPr>
          <a:xfrm>
            <a:off x="5241054" y="4338776"/>
            <a:ext cx="15715" cy="730068"/>
          </a:xfrm>
          <a:prstGeom prst="straightConnector1">
            <a:avLst/>
          </a:prstGeom>
          <a:solidFill>
            <a:schemeClr val="accent1"/>
          </a:solidFill>
          <a:ln cap="flat" cmpd="sng" w="2540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826" name="Google Shape;8826;p87"/>
          <p:cNvCxnSpPr/>
          <p:nvPr/>
        </p:nvCxnSpPr>
        <p:spPr>
          <a:xfrm>
            <a:off x="7927887" y="4338776"/>
            <a:ext cx="15715" cy="730068"/>
          </a:xfrm>
          <a:prstGeom prst="straightConnector1">
            <a:avLst/>
          </a:prstGeom>
          <a:solidFill>
            <a:schemeClr val="accent1"/>
          </a:solidFill>
          <a:ln cap="flat" cmpd="sng" w="2540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827" name="Google Shape;8827;p87"/>
          <p:cNvCxnSpPr>
            <a:stCxn id="8811" idx="2"/>
          </p:cNvCxnSpPr>
          <p:nvPr/>
        </p:nvCxnSpPr>
        <p:spPr>
          <a:xfrm flipH="1" rot="10800000">
            <a:off x="5402127" y="4338858"/>
            <a:ext cx="2507400" cy="30000"/>
          </a:xfrm>
          <a:prstGeom prst="straightConnector1">
            <a:avLst/>
          </a:prstGeom>
          <a:solidFill>
            <a:schemeClr val="accent1"/>
          </a:solidFill>
          <a:ln cap="flat" cmpd="sng" w="2540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28" name="Google Shape;8828;p87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29" name="Google Shape;8829;p87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  <p:grpSp>
        <p:nvGrpSpPr>
          <p:cNvPr id="8830" name="Google Shape;8830;p87"/>
          <p:cNvGrpSpPr/>
          <p:nvPr/>
        </p:nvGrpSpPr>
        <p:grpSpPr>
          <a:xfrm>
            <a:off x="7731183" y="4865227"/>
            <a:ext cx="603702" cy="728336"/>
            <a:chOff x="742" y="2409"/>
            <a:chExt cx="576" cy="881"/>
          </a:xfrm>
        </p:grpSpPr>
        <p:grpSp>
          <p:nvGrpSpPr>
            <p:cNvPr id="8831" name="Google Shape;8831;p87"/>
            <p:cNvGrpSpPr/>
            <p:nvPr/>
          </p:nvGrpSpPr>
          <p:grpSpPr>
            <a:xfrm>
              <a:off x="832" y="2643"/>
              <a:ext cx="376" cy="647"/>
              <a:chOff x="3130" y="3288"/>
              <a:chExt cx="410" cy="742"/>
            </a:xfrm>
          </p:grpSpPr>
          <p:cxnSp>
            <p:nvCxnSpPr>
              <p:cNvPr id="8832" name="Google Shape;8832;p8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33" name="Google Shape;8833;p8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34" name="Google Shape;8834;p8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35" name="Google Shape;8835;p8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36" name="Google Shape;8836;p8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37" name="Google Shape;8837;p8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38" name="Google Shape;8838;p8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39" name="Google Shape;8839;p8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0" name="Google Shape;8840;p8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1" name="Google Shape;8841;p8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2" name="Google Shape;8842;p8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3" name="Google Shape;8843;p8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4" name="Google Shape;8844;p8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5" name="Google Shape;8845;p8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6" name="Google Shape;8846;p8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8847" name="Google Shape;8847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48" name="Google Shape;8848;p87"/>
            <p:cNvSpPr/>
            <p:nvPr/>
          </p:nvSpPr>
          <p:spPr>
            <a:xfrm>
              <a:off x="986" y="2597"/>
              <a:ext cx="66" cy="69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3" name="Shape 8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4" name="Google Shape;8854;p88"/>
          <p:cNvSpPr txBox="1"/>
          <p:nvPr>
            <p:ph type="title"/>
          </p:nvPr>
        </p:nvSpPr>
        <p:spPr>
          <a:xfrm>
            <a:off x="479425" y="1095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Mobility: cellular versus Mobile IP</a:t>
            </a:r>
            <a:endParaRPr/>
          </a:p>
        </p:txBody>
      </p:sp>
      <p:graphicFrame>
        <p:nvGraphicFramePr>
          <p:cNvPr id="8855" name="Google Shape;8855;p88"/>
          <p:cNvGraphicFramePr/>
          <p:nvPr/>
        </p:nvGraphicFramePr>
        <p:xfrm>
          <a:off x="671513" y="129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{FEC1368E-C749-4388-84A4-6E42AB398109}</a:tableStyleId>
              </a:tblPr>
              <a:tblGrid>
                <a:gridCol w="2224075"/>
                <a:gridCol w="182575"/>
                <a:gridCol w="3871900"/>
                <a:gridCol w="349250"/>
                <a:gridCol w="1577975"/>
              </a:tblGrid>
              <a:tr h="304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cellular element 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8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Comment on cellular element 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8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IP element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80"/>
                    </a:solidFill>
                  </a:tcPr>
                </a:tc>
                <a:tc hMerge="1"/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 system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 to which mobile user’s permanent phone number belongs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 network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Gateway Mobile Switching Center, or “home MSC”. Home Location Register (HLR)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 MSC: point of contact to obtain routable address of mobile user. HLR: database in home system containing  permanent phone number, profile information, current location of mobile user, subscription information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 agent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Visited System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 other than home system where mobile user is currently residing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Visited network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Visited Mobile services Switching Center.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Visitor Location Record (VLR)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Visited MSC: responsible for setting up calls to/from mobile nodes in cells associated with MSC. VLR: temporary database entry in visited system, containing subscription information  for each visiting mobile user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Foreign agent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Station Roaming Number (MSRN), or “roaming number”</a:t>
                      </a:r>
                      <a:endParaRPr b="1" i="0" sz="1600" u="none" cap="none" strike="noStrike">
                        <a:solidFill>
                          <a:srgbClr val="0000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Routable address for telephone call segment between home MSC and  visited MSC, visible to neither the mobile nor the correspondent.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Care-of-address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underline_base" id="8856" name="Google Shape;885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925" y="931863"/>
            <a:ext cx="73136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57" name="Google Shape;8857;p88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58" name="Google Shape;8858;p88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3" name="Shape 8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4" name="Google Shape;8864;p89"/>
          <p:cNvSpPr txBox="1"/>
          <p:nvPr>
            <p:ph type="title"/>
          </p:nvPr>
        </p:nvSpPr>
        <p:spPr>
          <a:xfrm>
            <a:off x="187325" y="163513"/>
            <a:ext cx="886936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Wireless, mobility: impact on higher layer protocols</a:t>
            </a:r>
            <a:endParaRPr/>
          </a:p>
        </p:txBody>
      </p:sp>
      <p:sp>
        <p:nvSpPr>
          <p:cNvPr id="8865" name="Google Shape;8865;p89"/>
          <p:cNvSpPr txBox="1"/>
          <p:nvPr>
            <p:ph idx="1" type="body"/>
          </p:nvPr>
        </p:nvSpPr>
        <p:spPr>
          <a:xfrm>
            <a:off x="396875" y="1422400"/>
            <a:ext cx="833278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logically, impact </a:t>
            </a:r>
            <a:r>
              <a:rPr i="1" lang="en-US">
                <a:latin typeface="Gill Sans"/>
                <a:ea typeface="Gill Sans"/>
                <a:cs typeface="Gill Sans"/>
                <a:sym typeface="Gill Sans"/>
              </a:rPr>
              <a:t>should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be minimal …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best effort service model remains unchanged 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TCP and UDP can (and do) run over wireless, mobile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… but performance-wise: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packet loss/delay due to bit-errors (discarded packets, delays for link-layer retransmissions), and handoff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TCP interprets loss as congestion, will decrease congestion window un-necessarily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delay impairments for real-time traffic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limited bandwidth of wireless links</a:t>
            </a:r>
            <a:endParaRPr/>
          </a:p>
        </p:txBody>
      </p:sp>
      <p:pic>
        <p:nvPicPr>
          <p:cNvPr descr="underline_base" id="8866" name="Google Shape;8866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063" y="938213"/>
            <a:ext cx="8582025" cy="179387"/>
          </a:xfrm>
          <a:prstGeom prst="rect">
            <a:avLst/>
          </a:prstGeom>
          <a:noFill/>
          <a:ln>
            <a:noFill/>
          </a:ln>
        </p:spPr>
      </p:pic>
      <p:sp>
        <p:nvSpPr>
          <p:cNvPr id="8867" name="Google Shape;8867;p89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68" name="Google Shape;8868;p89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3" name="Shape 8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4" name="Google Shape;8874;p90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Chapter 7 summary</a:t>
            </a:r>
            <a:endParaRPr/>
          </a:p>
        </p:txBody>
      </p:sp>
      <p:sp>
        <p:nvSpPr>
          <p:cNvPr id="8875" name="Google Shape;8875;p90"/>
          <p:cNvSpPr txBox="1"/>
          <p:nvPr>
            <p:ph idx="1" type="body"/>
          </p:nvPr>
        </p:nvSpPr>
        <p:spPr>
          <a:xfrm>
            <a:off x="5334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i="1"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Wireless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wireless links: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capacity, distance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channel impairments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CDMA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IEEE 802.11 (“Wi-Fi”)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CSMA/CA reflects wireless channel characteristics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cellular access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architecture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standards (e.g., 3G, LTE, 4G and 5G)</a:t>
            </a:r>
            <a:endParaRPr/>
          </a:p>
        </p:txBody>
      </p:sp>
      <p:sp>
        <p:nvSpPr>
          <p:cNvPr id="8876" name="Google Shape;8876;p90"/>
          <p:cNvSpPr txBox="1"/>
          <p:nvPr>
            <p:ph idx="2" type="body"/>
          </p:nvPr>
        </p:nvSpPr>
        <p:spPr>
          <a:xfrm>
            <a:off x="4495800" y="1600200"/>
            <a:ext cx="405447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i="1" lang="en-US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Mobility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principles: addressing, routing to mobile users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home, visited networks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direct, indirect routing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care-of-addresses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case studies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mobile IP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mobility in GSM, LTE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impact on higher-layer protocols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8877" name="Google Shape;8877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020763"/>
            <a:ext cx="45704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78" name="Google Shape;8878;p90"/>
          <p:cNvSpPr txBox="1"/>
          <p:nvPr>
            <p:ph idx="12" type="sldNum"/>
          </p:nvPr>
        </p:nvSpPr>
        <p:spPr>
          <a:xfrm>
            <a:off x="8456154" y="6522365"/>
            <a:ext cx="687846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79" name="Google Shape;8879;p90"/>
          <p:cNvSpPr txBox="1"/>
          <p:nvPr>
            <p:ph idx="11" type="ftr"/>
          </p:nvPr>
        </p:nvSpPr>
        <p:spPr>
          <a:xfrm>
            <a:off x="5854542" y="6508279"/>
            <a:ext cx="2698427" cy="2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Wireless and Mobile Networks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1999-10-08T19:08:27Z</dcterms:created>
  <dc:creator>Jim Kurose and Keith Ross</dc:creator>
</cp:coreProperties>
</file>