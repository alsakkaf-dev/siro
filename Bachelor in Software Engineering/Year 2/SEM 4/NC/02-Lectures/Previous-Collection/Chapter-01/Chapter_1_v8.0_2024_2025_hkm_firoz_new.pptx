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oleObject" PartName="/ppt/embeddings/oleObject13.bin"/>
  <Override ContentType="application/vnd.openxmlformats-officedocument.oleObject" PartName="/ppt/embeddings/oleObject9.bin"/>
  <Override ContentType="application/vnd.openxmlformats-officedocument.oleObject" PartName="/ppt/embeddings/oleObject6.bin"/>
  <Override ContentType="application/vnd.openxmlformats-officedocument.oleObject" PartName="/ppt/embeddings/oleObject15.bin"/>
  <Override ContentType="application/vnd.openxmlformats-officedocument.oleObject" PartName="/ppt/embeddings/oleObject18.bin"/>
  <Override ContentType="application/vnd.openxmlformats-officedocument.oleObject" PartName="/ppt/embeddings/oleObject4.bin"/>
  <Override ContentType="application/vnd.openxmlformats-officedocument.oleObject" PartName="/ppt/embeddings/oleObject1.bin"/>
  <Override ContentType="application/vnd.openxmlformats-officedocument.oleObject" PartName="/ppt/embeddings/oleObject11.bin"/>
  <Override ContentType="application/vnd.openxmlformats-officedocument.oleObject" PartName="/ppt/embeddings/oleObject8.bin"/>
  <Override ContentType="application/vnd.openxmlformats-officedocument.oleObject" PartName="/ppt/embeddings/oleObject22.bin"/>
  <Override ContentType="application/vnd.openxmlformats-officedocument.oleObject" PartName="/ppt/embeddings/oleObject19.bin"/>
  <Override ContentType="application/vnd.openxmlformats-officedocument.oleObject" PartName="/ppt/embeddings/oleObject20.bin"/>
  <Override ContentType="application/vnd.openxmlformats-officedocument.oleObject" PartName="/ppt/embeddings/oleObject14.bin"/>
  <Override ContentType="application/vnd.openxmlformats-officedocument.oleObject" PartName="/ppt/embeddings/oleObject12.bin"/>
  <Override ContentType="application/vnd.openxmlformats-officedocument.oleObject" PartName="/ppt/embeddings/oleObject3.bin"/>
  <Override ContentType="application/vnd.openxmlformats-officedocument.oleObject" PartName="/ppt/embeddings/oleObject5.bin"/>
  <Override ContentType="application/vnd.openxmlformats-officedocument.oleObject" PartName="/ppt/embeddings/oleObject17.bin"/>
  <Override ContentType="application/vnd.openxmlformats-officedocument.oleObject" PartName="/ppt/embeddings/oleObject7.bin"/>
  <Override ContentType="application/vnd.openxmlformats-officedocument.oleObject" PartName="/ppt/embeddings/oleObject16.bin"/>
  <Override ContentType="application/vnd.openxmlformats-officedocument.oleObject" PartName="/ppt/embeddings/oleObject2.bin"/>
  <Override ContentType="application/vnd.openxmlformats-officedocument.oleObject" PartName="/ppt/embeddings/oleObject10.bin"/>
  <Override ContentType="application/vnd.openxmlformats-officedocument.oleObject" PartName="/ppt/embeddings/oleObject21.bin"/>
  <Override ContentType="application/vnd.openxmlformats-officedocument.oleObject" PartName="/ppt/embeddings/oleObject23.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Lst>
  <p:sldSz cy="6858000" cx="12192000"/>
  <p:notesSz cx="6858000" cy="9144000"/>
  <p:embeddedFontLst>
    <p:embeddedFont>
      <p:font typeface="Tahoma"/>
      <p:regular r:id="rId135"/>
      <p:bold r:id="rId136"/>
    </p:embeddedFont>
    <p:embeddedFont>
      <p:font typeface="Gill Sans"/>
      <p:regular r:id="rId137"/>
      <p:bold r:id="rId1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56">
          <p15:clr>
            <a:srgbClr val="A4A3A4"/>
          </p15:clr>
        </p15:guide>
        <p15:guide id="2" pos="552">
          <p15:clr>
            <a:srgbClr val="A4A3A4"/>
          </p15:clr>
        </p15:guide>
      </p15:sldGuideLst>
    </p:ext>
    <p:ext uri="GoogleSlidesCustomDataVersion2">
      <go:slidesCustomData xmlns:go="http://customooxmlschemas.google.com/" r:id="rId139" roundtripDataSignature="AMtx7mjzEroL5OqL1xSJPA7cV30Lm3ol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498F7B-B81F-4FEE-8389-EA0A0DB8F16F}">
  <a:tblStyle styleId="{26498F7B-B81F-4FEE-8389-EA0A0DB8F16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56" orient="horz"/>
        <p:guide pos="55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customschemas.google.com/relationships/presentationmetadata" Target="metadata"/><Relationship Id="rId138" Type="http://schemas.openxmlformats.org/officeDocument/2006/relationships/font" Target="fonts/GillSans-bold.fntdata"/><Relationship Id="rId137" Type="http://schemas.openxmlformats.org/officeDocument/2006/relationships/font" Target="fonts/GillSans-regular.fntdata"/><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font" Target="fonts/Tahoma-bold.fntdata"/><Relationship Id="rId135" Type="http://schemas.openxmlformats.org/officeDocument/2006/relationships/font" Target="fonts/Tahoma-regular.fntdata"/><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7.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9.png"/><Relationship Id="rId2" Type="http://schemas.openxmlformats.org/officeDocument/2006/relationships/image" Target="../media/image177.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6.png"/><Relationship Id="rId2" Type="http://schemas.openxmlformats.org/officeDocument/2006/relationships/image" Target="../media/image186.png"/><Relationship Id="rId3" Type="http://schemas.openxmlformats.org/officeDocument/2006/relationships/image" Target="../media/image186.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0.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86.png"/><Relationship Id="rId3" Type="http://schemas.openxmlformats.org/officeDocument/2006/relationships/image" Target="../media/image186.png"/><Relationship Id="rId4" Type="http://schemas.openxmlformats.org/officeDocument/2006/relationships/image" Target="../media/image186.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2.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86.png"/><Relationship Id="rId3" Type="http://schemas.openxmlformats.org/officeDocument/2006/relationships/image" Target="../media/image186.png"/><Relationship Id="rId4" Type="http://schemas.openxmlformats.org/officeDocument/2006/relationships/image" Target="../media/image186.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0.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1.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97.png"/><Relationship Id="rId2" Type="http://schemas.openxmlformats.org/officeDocument/2006/relationships/image" Target="../media/image190.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9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Version History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7.2 (January 2020)</a:t>
            </a:r>
            <a:endParaRPr/>
          </a:p>
          <a:p>
            <a:pPr indent="-171450" lvl="0" marL="171450" rtl="0" algn="l">
              <a:spcBef>
                <a:spcPts val="0"/>
              </a:spcBef>
              <a:spcAft>
                <a:spcPts val="0"/>
              </a:spcAft>
              <a:buClr>
                <a:schemeClr val="dk1"/>
              </a:buClr>
              <a:buSzPts val="1200"/>
              <a:buFont typeface="Arial"/>
              <a:buChar char="•"/>
            </a:pPr>
            <a:r>
              <a:rPr lang="en-US"/>
              <a:t>All slides reformatted for 16:9 aspect ratio</a:t>
            </a:r>
            <a:endParaRPr/>
          </a:p>
          <a:p>
            <a:pPr indent="-171450" lvl="0" marL="171450" rtl="0" algn="l">
              <a:spcBef>
                <a:spcPts val="0"/>
              </a:spcBef>
              <a:spcAft>
                <a:spcPts val="0"/>
              </a:spcAft>
              <a:buClr>
                <a:schemeClr val="dk1"/>
              </a:buClr>
              <a:buSzPts val="1200"/>
              <a:buFont typeface="Arial"/>
              <a:buChar char="•"/>
            </a:pPr>
            <a:r>
              <a:rPr lang="en-US"/>
              <a:t>Use of Calibri font, rather that Gill Sans MT</a:t>
            </a:r>
            <a:endParaRPr/>
          </a:p>
          <a:p>
            <a:pPr indent="-171450" lvl="0" marL="171450" rtl="0" algn="l">
              <a:spcBef>
                <a:spcPts val="0"/>
              </a:spcBef>
              <a:spcAft>
                <a:spcPts val="0"/>
              </a:spcAft>
              <a:buClr>
                <a:schemeClr val="dk1"/>
              </a:buClr>
              <a:buSzPts val="1200"/>
              <a:buFont typeface="Arial"/>
              <a:buChar char="•"/>
            </a:pPr>
            <a:r>
              <a:rPr lang="en-US"/>
              <a:t>Updated slide content for 2020 link technologies and applications</a:t>
            </a:r>
            <a:endParaRPr/>
          </a:p>
          <a:p>
            <a:pPr indent="-171450" lvl="0" marL="171450" rtl="0" algn="l">
              <a:spcBef>
                <a:spcPts val="0"/>
              </a:spcBef>
              <a:spcAft>
                <a:spcPts val="0"/>
              </a:spcAft>
              <a:buClr>
                <a:schemeClr val="dk1"/>
              </a:buClr>
              <a:buSzPts val="1200"/>
              <a:buFont typeface="Arial"/>
              <a:buChar char="•"/>
            </a:pPr>
            <a:r>
              <a:rPr lang="en-US"/>
              <a:t>Add more animation throughout</a:t>
            </a:r>
            <a:endParaRPr/>
          </a:p>
          <a:p>
            <a:pPr indent="-171450" lvl="0" marL="171450" rtl="0" algn="l">
              <a:spcBef>
                <a:spcPts val="0"/>
              </a:spcBef>
              <a:spcAft>
                <a:spcPts val="0"/>
              </a:spcAft>
              <a:buClr>
                <a:schemeClr val="dk1"/>
              </a:buClr>
              <a:buSzPts val="1200"/>
              <a:buFont typeface="Arial"/>
              <a:buChar char="•"/>
            </a:pPr>
            <a:r>
              <a:rPr lang="en-US"/>
              <a:t>New Master slide </a:t>
            </a:r>
            <a:endParaRPr/>
          </a:p>
          <a:p>
            <a:pPr indent="0" lvl="0" marL="0" rtl="0" algn="l">
              <a:spcBef>
                <a:spcPts val="0"/>
              </a:spcBef>
              <a:spcAft>
                <a:spcPts val="0"/>
              </a:spcAft>
              <a:buClr>
                <a:schemeClr val="dk1"/>
              </a:buClr>
              <a:buSzPts val="1200"/>
              <a:buFont typeface="Arial"/>
              <a:buNone/>
            </a:pPr>
            <a:r>
              <a:rPr lang="en-US"/>
              <a:t>Feb. 2020</a:t>
            </a:r>
            <a:endParaRPr/>
          </a:p>
          <a:p>
            <a:pPr indent="-171450" lvl="0" marL="171450" rtl="0" algn="l">
              <a:spcBef>
                <a:spcPts val="0"/>
              </a:spcBef>
              <a:spcAft>
                <a:spcPts val="0"/>
              </a:spcAft>
              <a:buClr>
                <a:schemeClr val="dk1"/>
              </a:buClr>
              <a:buSzPts val="1200"/>
              <a:buFont typeface="Arial"/>
              <a:buChar char="•"/>
            </a:pPr>
            <a:r>
              <a:rPr lang="en-US"/>
              <a:t>a few updates suggest by Catherine Rosenberg (thanks!)</a:t>
            </a:r>
            <a:endParaRPr/>
          </a:p>
          <a:p>
            <a:pPr indent="-171450" lvl="0" marL="171450" rtl="0" algn="l">
              <a:spcBef>
                <a:spcPts val="0"/>
              </a:spcBef>
              <a:spcAft>
                <a:spcPts val="0"/>
              </a:spcAft>
              <a:buClr>
                <a:schemeClr val="dk1"/>
              </a:buClr>
              <a:buSzPts val="1200"/>
              <a:buFont typeface="Arial"/>
              <a:buChar char="•"/>
            </a:pPr>
            <a:r>
              <a:rPr lang="en-US"/>
              <a:t>titles in a lighter font</a:t>
            </a:r>
            <a:endParaRPr/>
          </a:p>
          <a:p>
            <a:pPr indent="-95250" lvl="0" marL="171450" rtl="0" algn="l">
              <a:spcBef>
                <a:spcPts val="0"/>
              </a:spcBef>
              <a:spcAft>
                <a:spcPts val="0"/>
              </a:spcAft>
              <a:buClr>
                <a:schemeClr val="dk1"/>
              </a:buClr>
              <a:buSzPts val="1200"/>
              <a:buFont typeface="Arial"/>
              <a:buNone/>
            </a:pPr>
            <a:r>
              <a:t/>
            </a:r>
            <a:endParaRPr/>
          </a:p>
        </p:txBody>
      </p:sp>
      <p:sp>
        <p:nvSpPr>
          <p:cNvPr id="45" name="Google Shape;4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7" name="Google Shape;1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1" name="Google Shape;161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spcBef>
                <a:spcPts val="0"/>
              </a:spcBef>
              <a:spcAft>
                <a:spcPts val="0"/>
              </a:spcAft>
              <a:buClr>
                <a:schemeClr val="dk1"/>
              </a:buClr>
              <a:buSzPts val="1200"/>
              <a:buFont typeface="Calibri"/>
              <a:buChar char="•"/>
            </a:pPr>
            <a:r>
              <a:rPr lang="en-US"/>
              <a:t>These applications include email, Web surfing, social networks, instant messaging, Voiceover-IP (VoIP), video streaming, distributed games, peer-to-peer (P2P) file sharing, television over the Internet, remote login, and much, much more. </a:t>
            </a:r>
            <a:endParaRPr/>
          </a:p>
          <a:p>
            <a:pPr indent="-76200" lvl="0" marL="0" rtl="0" algn="l">
              <a:spcBef>
                <a:spcPts val="0"/>
              </a:spcBef>
              <a:spcAft>
                <a:spcPts val="0"/>
              </a:spcAft>
              <a:buClr>
                <a:schemeClr val="dk1"/>
              </a:buClr>
              <a:buSzPts val="1200"/>
              <a:buFont typeface="Calibri"/>
              <a:buChar char="•"/>
            </a:pPr>
            <a:r>
              <a:rPr lang="en-US"/>
              <a:t>The applications are said to be </a:t>
            </a:r>
            <a:r>
              <a:rPr b="1" lang="en-US"/>
              <a:t>distributed applications, since they involve multiple </a:t>
            </a:r>
            <a:r>
              <a:rPr lang="en-US"/>
              <a:t>end systems that exchange data with each other</a:t>
            </a:r>
            <a:endParaRPr/>
          </a:p>
          <a:p>
            <a:pPr indent="0" lvl="0" marL="0" rtl="0" algn="l">
              <a:spcBef>
                <a:spcPts val="0"/>
              </a:spcBef>
              <a:spcAft>
                <a:spcPts val="0"/>
              </a:spcAft>
              <a:buNone/>
            </a:pPr>
            <a:r>
              <a:t/>
            </a:r>
            <a:endParaRPr/>
          </a:p>
        </p:txBody>
      </p:sp>
      <p:sp>
        <p:nvSpPr>
          <p:cNvPr id="1612" name="Google Shape;161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1" name="Google Shape;162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9" name="Google Shape;16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0" name="Google Shape;167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important points</a:t>
            </a:r>
            <a:endParaRPr/>
          </a:p>
          <a:p>
            <a:pPr indent="-171450" lvl="0" marL="171450" rtl="0" algn="l">
              <a:spcBef>
                <a:spcPts val="0"/>
              </a:spcBef>
              <a:spcAft>
                <a:spcPts val="0"/>
              </a:spcAft>
              <a:buClr>
                <a:schemeClr val="dk1"/>
              </a:buClr>
              <a:buSzPts val="1200"/>
              <a:buFont typeface="Arial"/>
              <a:buChar char="•"/>
            </a:pPr>
            <a:r>
              <a:rPr b="1" lang="en-US"/>
              <a:t>distributed</a:t>
            </a:r>
            <a:r>
              <a:rPr lang="en-US"/>
              <a:t> entities, exchanging messages (governed by protocols)</a:t>
            </a:r>
            <a:endParaRPr/>
          </a:p>
          <a:p>
            <a:pPr indent="-171450" lvl="0" marL="171450" rtl="0" algn="l">
              <a:spcBef>
                <a:spcPts val="0"/>
              </a:spcBef>
              <a:spcAft>
                <a:spcPts val="0"/>
              </a:spcAft>
              <a:buClr>
                <a:schemeClr val="dk1"/>
              </a:buClr>
              <a:buSzPts val="1200"/>
              <a:buFont typeface="Arial"/>
              <a:buChar char="•"/>
            </a:pPr>
            <a:r>
              <a:rPr lang="en-US"/>
              <a:t>Time going down</a:t>
            </a:r>
            <a:endParaRPr/>
          </a:p>
          <a:p>
            <a:pPr indent="-171450" lvl="0" marL="171450" rtl="0" algn="l">
              <a:spcBef>
                <a:spcPts val="0"/>
              </a:spcBef>
              <a:spcAft>
                <a:spcPts val="0"/>
              </a:spcAft>
              <a:buClr>
                <a:schemeClr val="dk1"/>
              </a:buClr>
              <a:buSzPts val="1200"/>
              <a:buFont typeface="Arial"/>
              <a:buChar char="•"/>
            </a:pPr>
            <a:r>
              <a:rPr lang="en-US"/>
              <a:t>go over definition of protocol (showing format, order of messages sent and received, and actions taken)</a:t>
            </a:r>
            <a:endParaRPr/>
          </a:p>
          <a:p>
            <a:pPr indent="0" lvl="0" marL="0" rtl="0" algn="l">
              <a:spcBef>
                <a:spcPts val="0"/>
              </a:spcBef>
              <a:spcAft>
                <a:spcPts val="0"/>
              </a:spcAft>
              <a:buClr>
                <a:schemeClr val="dk1"/>
              </a:buClr>
              <a:buSzPts val="1200"/>
              <a:buFont typeface="Arial"/>
              <a:buNone/>
            </a:pPr>
            <a:r>
              <a:rPr lang="en-US"/>
              <a:t>We’ll see these kinds of diagrams a lot</a:t>
            </a:r>
            <a:endParaRPr/>
          </a:p>
          <a:p>
            <a:pPr indent="-95250" lvl="0" marL="171450" rtl="0" algn="l">
              <a:spcBef>
                <a:spcPts val="0"/>
              </a:spcBef>
              <a:spcAft>
                <a:spcPts val="0"/>
              </a:spcAft>
              <a:buClr>
                <a:schemeClr val="dk1"/>
              </a:buClr>
              <a:buSzPts val="1200"/>
              <a:buFont typeface="Arial"/>
              <a:buNone/>
            </a:pPr>
            <a:r>
              <a:t/>
            </a:r>
            <a:endParaRPr/>
          </a:p>
        </p:txBody>
      </p:sp>
      <p:sp>
        <p:nvSpPr>
          <p:cNvPr id="1671" name="Google Shape;167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1" name="Shape 1751"/>
        <p:cNvGrpSpPr/>
        <p:nvPr/>
      </p:nvGrpSpPr>
      <p:grpSpPr>
        <a:xfrm>
          <a:off x="0" y="0"/>
          <a:ext cx="0" cy="0"/>
          <a:chOff x="0" y="0"/>
          <a:chExt cx="0" cy="0"/>
        </a:xfrm>
      </p:grpSpPr>
      <p:sp>
        <p:nvSpPr>
          <p:cNvPr id="1752" name="Google Shape;175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3" name="Google Shape;175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Introductions </a:t>
            </a:r>
            <a:endParaRPr/>
          </a:p>
          <a:p>
            <a:pPr indent="-57150" lvl="0" marL="0" rtl="0" algn="l">
              <a:spcBef>
                <a:spcPts val="0"/>
              </a:spcBef>
              <a:spcAft>
                <a:spcPts val="0"/>
              </a:spcAft>
              <a:buClr>
                <a:schemeClr val="dk1"/>
              </a:buClr>
              <a:buSzPts val="900"/>
              <a:buFont typeface="Noto Sans Symbols"/>
              <a:buChar char="🡪"/>
            </a:pPr>
            <a:r>
              <a:rPr lang="en-US"/>
              <a:t>specific message sent</a:t>
            </a:r>
            <a:endParaRPr/>
          </a:p>
          <a:p>
            <a:pPr indent="0" lvl="0" marL="0" rtl="0" algn="l">
              <a:spcBef>
                <a:spcPts val="0"/>
              </a:spcBef>
              <a:spcAft>
                <a:spcPts val="0"/>
              </a:spcAft>
              <a:buNone/>
            </a:pPr>
            <a:r>
              <a:rPr lang="en-US"/>
              <a:t>🡪specific actions taken when message received, or other events</a:t>
            </a:r>
            <a:endParaRPr/>
          </a:p>
          <a:p>
            <a:pPr indent="0" lvl="0" marL="0" rtl="0" algn="l">
              <a:spcBef>
                <a:spcPts val="0"/>
              </a:spcBef>
              <a:spcAft>
                <a:spcPts val="0"/>
              </a:spcAft>
              <a:buNone/>
            </a:pPr>
            <a:r>
              <a:t/>
            </a:r>
            <a:endParaRPr/>
          </a:p>
        </p:txBody>
      </p:sp>
      <p:sp>
        <p:nvSpPr>
          <p:cNvPr id="1754" name="Google Shape;175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1" name="Shape 1761"/>
        <p:cNvGrpSpPr/>
        <p:nvPr/>
      </p:nvGrpSpPr>
      <p:grpSpPr>
        <a:xfrm>
          <a:off x="0" y="0"/>
          <a:ext cx="0" cy="0"/>
          <a:chOff x="0" y="0"/>
          <a:chExt cx="0" cy="0"/>
        </a:xfrm>
      </p:grpSpPr>
      <p:sp>
        <p:nvSpPr>
          <p:cNvPr id="1762" name="Google Shape;176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3" name="Google Shape;176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4" name="Google Shape;176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0" name="Shape 1770"/>
        <p:cNvGrpSpPr/>
        <p:nvPr/>
      </p:nvGrpSpPr>
      <p:grpSpPr>
        <a:xfrm>
          <a:off x="0" y="0"/>
          <a:ext cx="0" cy="0"/>
          <a:chOff x="0" y="0"/>
          <a:chExt cx="0" cy="0"/>
        </a:xfrm>
      </p:grpSpPr>
      <p:sp>
        <p:nvSpPr>
          <p:cNvPr id="1771" name="Google Shape;177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2" name="Google Shape;177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3" name="Google Shape;177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4" name="Shape 2244"/>
        <p:cNvGrpSpPr/>
        <p:nvPr/>
      </p:nvGrpSpPr>
      <p:grpSpPr>
        <a:xfrm>
          <a:off x="0" y="0"/>
          <a:ext cx="0" cy="0"/>
          <a:chOff x="0" y="0"/>
          <a:chExt cx="0" cy="0"/>
        </a:xfrm>
      </p:grpSpPr>
      <p:sp>
        <p:nvSpPr>
          <p:cNvPr id="2245" name="Google Shape;224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6" name="Google Shape;224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7" name="Google Shape;224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5" name="Shape 2705"/>
        <p:cNvGrpSpPr/>
        <p:nvPr/>
      </p:nvGrpSpPr>
      <p:grpSpPr>
        <a:xfrm>
          <a:off x="0" y="0"/>
          <a:ext cx="0" cy="0"/>
          <a:chOff x="0" y="0"/>
          <a:chExt cx="0" cy="0"/>
        </a:xfrm>
      </p:grpSpPr>
      <p:sp>
        <p:nvSpPr>
          <p:cNvPr id="2706" name="Google Shape;270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7" name="Google Shape;270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8" name="Google Shape;270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3" name="Shape 3153"/>
        <p:cNvGrpSpPr/>
        <p:nvPr/>
      </p:nvGrpSpPr>
      <p:grpSpPr>
        <a:xfrm>
          <a:off x="0" y="0"/>
          <a:ext cx="0" cy="0"/>
          <a:chOff x="0" y="0"/>
          <a:chExt cx="0" cy="0"/>
        </a:xfrm>
      </p:grpSpPr>
      <p:sp>
        <p:nvSpPr>
          <p:cNvPr id="3154" name="Google Shape;315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5" name="Google Shape;315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6" name="Shape 3166"/>
        <p:cNvGrpSpPr/>
        <p:nvPr/>
      </p:nvGrpSpPr>
      <p:grpSpPr>
        <a:xfrm>
          <a:off x="0" y="0"/>
          <a:ext cx="0" cy="0"/>
          <a:chOff x="0" y="0"/>
          <a:chExt cx="0" cy="0"/>
        </a:xfrm>
      </p:grpSpPr>
      <p:sp>
        <p:nvSpPr>
          <p:cNvPr id="3167" name="Google Shape;316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8" name="Google Shape;316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5" name="Shape 3175"/>
        <p:cNvGrpSpPr/>
        <p:nvPr/>
      </p:nvGrpSpPr>
      <p:grpSpPr>
        <a:xfrm>
          <a:off x="0" y="0"/>
          <a:ext cx="0" cy="0"/>
          <a:chOff x="0" y="0"/>
          <a:chExt cx="0" cy="0"/>
        </a:xfrm>
      </p:grpSpPr>
      <p:sp>
        <p:nvSpPr>
          <p:cNvPr id="3176" name="Google Shape;317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7" name="Google Shape;317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5" name="Shape 3185"/>
        <p:cNvGrpSpPr/>
        <p:nvPr/>
      </p:nvGrpSpPr>
      <p:grpSpPr>
        <a:xfrm>
          <a:off x="0" y="0"/>
          <a:ext cx="0" cy="0"/>
          <a:chOff x="0" y="0"/>
          <a:chExt cx="0" cy="0"/>
        </a:xfrm>
      </p:grpSpPr>
      <p:sp>
        <p:nvSpPr>
          <p:cNvPr id="3186" name="Google Shape;318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7" name="Google Shape;318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8" name="Google Shape;318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6" name="Shape 3646"/>
        <p:cNvGrpSpPr/>
        <p:nvPr/>
      </p:nvGrpSpPr>
      <p:grpSpPr>
        <a:xfrm>
          <a:off x="0" y="0"/>
          <a:ext cx="0" cy="0"/>
          <a:chOff x="0" y="0"/>
          <a:chExt cx="0" cy="0"/>
        </a:xfrm>
      </p:grpSpPr>
      <p:sp>
        <p:nvSpPr>
          <p:cNvPr id="3647" name="Google Shape;364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8" name="Google Shape;364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9" name="Google Shape;364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5" name="Shape 3745"/>
        <p:cNvGrpSpPr/>
        <p:nvPr/>
      </p:nvGrpSpPr>
      <p:grpSpPr>
        <a:xfrm>
          <a:off x="0" y="0"/>
          <a:ext cx="0" cy="0"/>
          <a:chOff x="0" y="0"/>
          <a:chExt cx="0" cy="0"/>
        </a:xfrm>
      </p:grpSpPr>
      <p:sp>
        <p:nvSpPr>
          <p:cNvPr id="3746" name="Google Shape;374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7" name="Google Shape;37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3" name="Shape 3753"/>
        <p:cNvGrpSpPr/>
        <p:nvPr/>
      </p:nvGrpSpPr>
      <p:grpSpPr>
        <a:xfrm>
          <a:off x="0" y="0"/>
          <a:ext cx="0" cy="0"/>
          <a:chOff x="0" y="0"/>
          <a:chExt cx="0" cy="0"/>
        </a:xfrm>
      </p:grpSpPr>
      <p:sp>
        <p:nvSpPr>
          <p:cNvPr id="3754" name="Google Shape;375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5" name="Google Shape;375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6" name="Google Shape;3756;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2" name="Shape 3932"/>
        <p:cNvGrpSpPr/>
        <p:nvPr/>
      </p:nvGrpSpPr>
      <p:grpSpPr>
        <a:xfrm>
          <a:off x="0" y="0"/>
          <a:ext cx="0" cy="0"/>
          <a:chOff x="0" y="0"/>
          <a:chExt cx="0" cy="0"/>
        </a:xfrm>
      </p:grpSpPr>
      <p:sp>
        <p:nvSpPr>
          <p:cNvPr id="3933" name="Google Shape;393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4" name="Google Shape;393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5" name="Google Shape;393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6" name="Shape 4106"/>
        <p:cNvGrpSpPr/>
        <p:nvPr/>
      </p:nvGrpSpPr>
      <p:grpSpPr>
        <a:xfrm>
          <a:off x="0" y="0"/>
          <a:ext cx="0" cy="0"/>
          <a:chOff x="0" y="0"/>
          <a:chExt cx="0" cy="0"/>
        </a:xfrm>
      </p:grpSpPr>
      <p:sp>
        <p:nvSpPr>
          <p:cNvPr id="4107" name="Google Shape;410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8" name="Google Shape;410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6" name="Shape 4156"/>
        <p:cNvGrpSpPr/>
        <p:nvPr/>
      </p:nvGrpSpPr>
      <p:grpSpPr>
        <a:xfrm>
          <a:off x="0" y="0"/>
          <a:ext cx="0" cy="0"/>
          <a:chOff x="0" y="0"/>
          <a:chExt cx="0" cy="0"/>
        </a:xfrm>
      </p:grpSpPr>
      <p:sp>
        <p:nvSpPr>
          <p:cNvPr id="4157" name="Google Shape;415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8" name="Google Shape;415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9" name="Google Shape;415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3" name="Shape 4243"/>
        <p:cNvGrpSpPr/>
        <p:nvPr/>
      </p:nvGrpSpPr>
      <p:grpSpPr>
        <a:xfrm>
          <a:off x="0" y="0"/>
          <a:ext cx="0" cy="0"/>
          <a:chOff x="0" y="0"/>
          <a:chExt cx="0" cy="0"/>
        </a:xfrm>
      </p:grpSpPr>
      <p:sp>
        <p:nvSpPr>
          <p:cNvPr id="4244" name="Google Shape;424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5" name="Google Shape;424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6" name="Google Shape;424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8" name="Shape 4448"/>
        <p:cNvGrpSpPr/>
        <p:nvPr/>
      </p:nvGrpSpPr>
      <p:grpSpPr>
        <a:xfrm>
          <a:off x="0" y="0"/>
          <a:ext cx="0" cy="0"/>
          <a:chOff x="0" y="0"/>
          <a:chExt cx="0" cy="0"/>
        </a:xfrm>
      </p:grpSpPr>
      <p:sp>
        <p:nvSpPr>
          <p:cNvPr id="4449" name="Google Shape;4449;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0" name="Google Shape;445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6" name="Shape 4456"/>
        <p:cNvGrpSpPr/>
        <p:nvPr/>
      </p:nvGrpSpPr>
      <p:grpSpPr>
        <a:xfrm>
          <a:off x="0" y="0"/>
          <a:ext cx="0" cy="0"/>
          <a:chOff x="0" y="0"/>
          <a:chExt cx="0" cy="0"/>
        </a:xfrm>
      </p:grpSpPr>
      <p:sp>
        <p:nvSpPr>
          <p:cNvPr id="4457" name="Google Shape;445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8" name="Google Shape;445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9" name="Google Shape;445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0" name="Shape 4570"/>
        <p:cNvGrpSpPr/>
        <p:nvPr/>
      </p:nvGrpSpPr>
      <p:grpSpPr>
        <a:xfrm>
          <a:off x="0" y="0"/>
          <a:ext cx="0" cy="0"/>
          <a:chOff x="0" y="0"/>
          <a:chExt cx="0" cy="0"/>
        </a:xfrm>
      </p:grpSpPr>
      <p:sp>
        <p:nvSpPr>
          <p:cNvPr id="4571" name="Google Shape;457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2" name="Google Shape;457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3" name="Google Shape;457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00"/>
                </a:solidFill>
                <a:latin typeface="Calibri"/>
                <a:ea typeface="Calibri"/>
                <a:cs typeface="Calibri"/>
                <a:sym typeface="Calibri"/>
              </a:rPr>
              <a:t>‹#›</a:t>
            </a:fld>
            <a:endParaRPr sz="1200">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9" name="Shape 5019"/>
        <p:cNvGrpSpPr/>
        <p:nvPr/>
      </p:nvGrpSpPr>
      <p:grpSpPr>
        <a:xfrm>
          <a:off x="0" y="0"/>
          <a:ext cx="0" cy="0"/>
          <a:chOff x="0" y="0"/>
          <a:chExt cx="0" cy="0"/>
        </a:xfrm>
      </p:grpSpPr>
      <p:sp>
        <p:nvSpPr>
          <p:cNvPr id="5020" name="Google Shape;502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1" name="Google Shape;502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2" name="Google Shape;502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5" name="Shape 5065"/>
        <p:cNvGrpSpPr/>
        <p:nvPr/>
      </p:nvGrpSpPr>
      <p:grpSpPr>
        <a:xfrm>
          <a:off x="0" y="0"/>
          <a:ext cx="0" cy="0"/>
          <a:chOff x="0" y="0"/>
          <a:chExt cx="0" cy="0"/>
        </a:xfrm>
      </p:grpSpPr>
      <p:sp>
        <p:nvSpPr>
          <p:cNvPr id="5066" name="Google Shape;5066;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7" name="Google Shape;506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1" name="Shape 5111"/>
        <p:cNvGrpSpPr/>
        <p:nvPr/>
      </p:nvGrpSpPr>
      <p:grpSpPr>
        <a:xfrm>
          <a:off x="0" y="0"/>
          <a:ext cx="0" cy="0"/>
          <a:chOff x="0" y="0"/>
          <a:chExt cx="0" cy="0"/>
        </a:xfrm>
      </p:grpSpPr>
      <p:sp>
        <p:nvSpPr>
          <p:cNvPr id="5112" name="Google Shape;511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3" name="Google Shape;5113;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4" name="Google Shape;5114;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4" name="Shape 5124"/>
        <p:cNvGrpSpPr/>
        <p:nvPr/>
      </p:nvGrpSpPr>
      <p:grpSpPr>
        <a:xfrm>
          <a:off x="0" y="0"/>
          <a:ext cx="0" cy="0"/>
          <a:chOff x="0" y="0"/>
          <a:chExt cx="0" cy="0"/>
        </a:xfrm>
      </p:grpSpPr>
      <p:sp>
        <p:nvSpPr>
          <p:cNvPr id="5125" name="Google Shape;512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6" name="Google Shape;5126;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7" name="Google Shape;5127;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9" name="Shape 5139"/>
        <p:cNvGrpSpPr/>
        <p:nvPr/>
      </p:nvGrpSpPr>
      <p:grpSpPr>
        <a:xfrm>
          <a:off x="0" y="0"/>
          <a:ext cx="0" cy="0"/>
          <a:chOff x="0" y="0"/>
          <a:chExt cx="0" cy="0"/>
        </a:xfrm>
      </p:grpSpPr>
      <p:sp>
        <p:nvSpPr>
          <p:cNvPr id="5140" name="Google Shape;514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41" name="Google Shape;5141;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2" name="Google Shape;5142;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8" name="Shape 5148"/>
        <p:cNvGrpSpPr/>
        <p:nvPr/>
      </p:nvGrpSpPr>
      <p:grpSpPr>
        <a:xfrm>
          <a:off x="0" y="0"/>
          <a:ext cx="0" cy="0"/>
          <a:chOff x="0" y="0"/>
          <a:chExt cx="0" cy="0"/>
        </a:xfrm>
      </p:grpSpPr>
      <p:sp>
        <p:nvSpPr>
          <p:cNvPr id="5149" name="Google Shape;514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0" name="Google Shape;515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1" name="Google Shape;5151;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7" name="Shape 5157"/>
        <p:cNvGrpSpPr/>
        <p:nvPr/>
      </p:nvGrpSpPr>
      <p:grpSpPr>
        <a:xfrm>
          <a:off x="0" y="0"/>
          <a:ext cx="0" cy="0"/>
          <a:chOff x="0" y="0"/>
          <a:chExt cx="0" cy="0"/>
        </a:xfrm>
      </p:grpSpPr>
      <p:sp>
        <p:nvSpPr>
          <p:cNvPr id="5158" name="Google Shape;515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9" name="Google Shape;515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0" name="Google Shape;5160;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4" name="Shape 5604"/>
        <p:cNvGrpSpPr/>
        <p:nvPr/>
      </p:nvGrpSpPr>
      <p:grpSpPr>
        <a:xfrm>
          <a:off x="0" y="0"/>
          <a:ext cx="0" cy="0"/>
          <a:chOff x="0" y="0"/>
          <a:chExt cx="0" cy="0"/>
        </a:xfrm>
      </p:grpSpPr>
      <p:sp>
        <p:nvSpPr>
          <p:cNvPr id="5605" name="Google Shape;560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6" name="Google Shape;5606;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7" name="Google Shape;5607;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6" name="Shape 5676"/>
        <p:cNvGrpSpPr/>
        <p:nvPr/>
      </p:nvGrpSpPr>
      <p:grpSpPr>
        <a:xfrm>
          <a:off x="0" y="0"/>
          <a:ext cx="0" cy="0"/>
          <a:chOff x="0" y="0"/>
          <a:chExt cx="0" cy="0"/>
        </a:xfrm>
      </p:grpSpPr>
      <p:sp>
        <p:nvSpPr>
          <p:cNvPr id="5677" name="Google Shape;5677;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8" name="Google Shape;567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5" name="Shape 5685"/>
        <p:cNvGrpSpPr/>
        <p:nvPr/>
      </p:nvGrpSpPr>
      <p:grpSpPr>
        <a:xfrm>
          <a:off x="0" y="0"/>
          <a:ext cx="0" cy="0"/>
          <a:chOff x="0" y="0"/>
          <a:chExt cx="0" cy="0"/>
        </a:xfrm>
      </p:grpSpPr>
      <p:sp>
        <p:nvSpPr>
          <p:cNvPr id="5686" name="Google Shape;568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7" name="Google Shape;568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Transmit = forward</a:t>
            </a:r>
            <a:endParaRPr/>
          </a:p>
        </p:txBody>
      </p:sp>
      <p:sp>
        <p:nvSpPr>
          <p:cNvPr id="5688" name="Google Shape;5688;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7" name="Shape 5697"/>
        <p:cNvGrpSpPr/>
        <p:nvPr/>
      </p:nvGrpSpPr>
      <p:grpSpPr>
        <a:xfrm>
          <a:off x="0" y="0"/>
          <a:ext cx="0" cy="0"/>
          <a:chOff x="0" y="0"/>
          <a:chExt cx="0" cy="0"/>
        </a:xfrm>
      </p:grpSpPr>
      <p:sp>
        <p:nvSpPr>
          <p:cNvPr id="5698" name="Google Shape;5698;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9" name="Google Shape;569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0" name="Shape 5710"/>
        <p:cNvGrpSpPr/>
        <p:nvPr/>
      </p:nvGrpSpPr>
      <p:grpSpPr>
        <a:xfrm>
          <a:off x="0" y="0"/>
          <a:ext cx="0" cy="0"/>
          <a:chOff x="0" y="0"/>
          <a:chExt cx="0" cy="0"/>
        </a:xfrm>
      </p:grpSpPr>
      <p:sp>
        <p:nvSpPr>
          <p:cNvPr id="5711" name="Google Shape;571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2" name="Google Shape;571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3" name="Google Shape;5713;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3" name="Shape 5793"/>
        <p:cNvGrpSpPr/>
        <p:nvPr/>
      </p:nvGrpSpPr>
      <p:grpSpPr>
        <a:xfrm>
          <a:off x="0" y="0"/>
          <a:ext cx="0" cy="0"/>
          <a:chOff x="0" y="0"/>
          <a:chExt cx="0" cy="0"/>
        </a:xfrm>
      </p:grpSpPr>
      <p:sp>
        <p:nvSpPr>
          <p:cNvPr id="5794" name="Google Shape;5794;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5" name="Google Shape;5795;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6" name="Shape 5806"/>
        <p:cNvGrpSpPr/>
        <p:nvPr/>
      </p:nvGrpSpPr>
      <p:grpSpPr>
        <a:xfrm>
          <a:off x="0" y="0"/>
          <a:ext cx="0" cy="0"/>
          <a:chOff x="0" y="0"/>
          <a:chExt cx="0" cy="0"/>
        </a:xfrm>
      </p:grpSpPr>
      <p:sp>
        <p:nvSpPr>
          <p:cNvPr id="5807" name="Google Shape;580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8" name="Google Shape;5808;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9" name="Google Shape;5809;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9" name="Shape 5969"/>
        <p:cNvGrpSpPr/>
        <p:nvPr/>
      </p:nvGrpSpPr>
      <p:grpSpPr>
        <a:xfrm>
          <a:off x="0" y="0"/>
          <a:ext cx="0" cy="0"/>
          <a:chOff x="0" y="0"/>
          <a:chExt cx="0" cy="0"/>
        </a:xfrm>
      </p:grpSpPr>
      <p:sp>
        <p:nvSpPr>
          <p:cNvPr id="5970" name="Google Shape;597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1" name="Google Shape;5971;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2" name="Google Shape;5972;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2" name="Shape 5982"/>
        <p:cNvGrpSpPr/>
        <p:nvPr/>
      </p:nvGrpSpPr>
      <p:grpSpPr>
        <a:xfrm>
          <a:off x="0" y="0"/>
          <a:ext cx="0" cy="0"/>
          <a:chOff x="0" y="0"/>
          <a:chExt cx="0" cy="0"/>
        </a:xfrm>
      </p:grpSpPr>
      <p:sp>
        <p:nvSpPr>
          <p:cNvPr id="5983" name="Google Shape;5983;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4" name="Google Shape;5984;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8" name="Shape 5998"/>
        <p:cNvGrpSpPr/>
        <p:nvPr/>
      </p:nvGrpSpPr>
      <p:grpSpPr>
        <a:xfrm>
          <a:off x="0" y="0"/>
          <a:ext cx="0" cy="0"/>
          <a:chOff x="0" y="0"/>
          <a:chExt cx="0" cy="0"/>
        </a:xfrm>
      </p:grpSpPr>
      <p:sp>
        <p:nvSpPr>
          <p:cNvPr id="5999" name="Google Shape;599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0" name="Google Shape;6000;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1" name="Google Shape;6001;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7" name="Shape 6077"/>
        <p:cNvGrpSpPr/>
        <p:nvPr/>
      </p:nvGrpSpPr>
      <p:grpSpPr>
        <a:xfrm>
          <a:off x="0" y="0"/>
          <a:ext cx="0" cy="0"/>
          <a:chOff x="0" y="0"/>
          <a:chExt cx="0" cy="0"/>
        </a:xfrm>
      </p:grpSpPr>
      <p:sp>
        <p:nvSpPr>
          <p:cNvPr id="6078" name="Google Shape;6078;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9" name="Google Shape;607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8" name="Shape 6088"/>
        <p:cNvGrpSpPr/>
        <p:nvPr/>
      </p:nvGrpSpPr>
      <p:grpSpPr>
        <a:xfrm>
          <a:off x="0" y="0"/>
          <a:ext cx="0" cy="0"/>
          <a:chOff x="0" y="0"/>
          <a:chExt cx="0" cy="0"/>
        </a:xfrm>
      </p:grpSpPr>
      <p:sp>
        <p:nvSpPr>
          <p:cNvPr id="6089" name="Google Shape;608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0" name="Google Shape;6090;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1" name="Google Shape;6091;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5" name="Shape 6195"/>
        <p:cNvGrpSpPr/>
        <p:nvPr/>
      </p:nvGrpSpPr>
      <p:grpSpPr>
        <a:xfrm>
          <a:off x="0" y="0"/>
          <a:ext cx="0" cy="0"/>
          <a:chOff x="0" y="0"/>
          <a:chExt cx="0" cy="0"/>
        </a:xfrm>
      </p:grpSpPr>
      <p:sp>
        <p:nvSpPr>
          <p:cNvPr id="6196" name="Google Shape;6196;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7" name="Google Shape;6197;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3" name="Shape 6203"/>
        <p:cNvGrpSpPr/>
        <p:nvPr/>
      </p:nvGrpSpPr>
      <p:grpSpPr>
        <a:xfrm>
          <a:off x="0" y="0"/>
          <a:ext cx="0" cy="0"/>
          <a:chOff x="0" y="0"/>
          <a:chExt cx="0" cy="0"/>
        </a:xfrm>
      </p:grpSpPr>
      <p:sp>
        <p:nvSpPr>
          <p:cNvPr id="6204" name="Google Shape;6204;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5" name="Google Shape;6205;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6" name="Google Shape;6206;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1" name="Shape 6241"/>
        <p:cNvGrpSpPr/>
        <p:nvPr/>
      </p:nvGrpSpPr>
      <p:grpSpPr>
        <a:xfrm>
          <a:off x="0" y="0"/>
          <a:ext cx="0" cy="0"/>
          <a:chOff x="0" y="0"/>
          <a:chExt cx="0" cy="0"/>
        </a:xfrm>
      </p:grpSpPr>
      <p:sp>
        <p:nvSpPr>
          <p:cNvPr id="6242" name="Google Shape;6242;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3" name="Google Shape;624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9" name="Shape 6249"/>
        <p:cNvGrpSpPr/>
        <p:nvPr/>
      </p:nvGrpSpPr>
      <p:grpSpPr>
        <a:xfrm>
          <a:off x="0" y="0"/>
          <a:ext cx="0" cy="0"/>
          <a:chOff x="0" y="0"/>
          <a:chExt cx="0" cy="0"/>
        </a:xfrm>
      </p:grpSpPr>
      <p:sp>
        <p:nvSpPr>
          <p:cNvPr id="6250" name="Google Shape;625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1" name="Google Shape;6251;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2" name="Google Shape;6252;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9" name="Shape 6259"/>
        <p:cNvGrpSpPr/>
        <p:nvPr/>
      </p:nvGrpSpPr>
      <p:grpSpPr>
        <a:xfrm>
          <a:off x="0" y="0"/>
          <a:ext cx="0" cy="0"/>
          <a:chOff x="0" y="0"/>
          <a:chExt cx="0" cy="0"/>
        </a:xfrm>
      </p:grpSpPr>
      <p:sp>
        <p:nvSpPr>
          <p:cNvPr id="6260" name="Google Shape;6260;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1" name="Google Shape;6261;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7" name="Shape 6267"/>
        <p:cNvGrpSpPr/>
        <p:nvPr/>
      </p:nvGrpSpPr>
      <p:grpSpPr>
        <a:xfrm>
          <a:off x="0" y="0"/>
          <a:ext cx="0" cy="0"/>
          <a:chOff x="0" y="0"/>
          <a:chExt cx="0" cy="0"/>
        </a:xfrm>
      </p:grpSpPr>
      <p:sp>
        <p:nvSpPr>
          <p:cNvPr id="6268" name="Google Shape;6268;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9" name="Google Shape;626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5" name="Shape 6275"/>
        <p:cNvGrpSpPr/>
        <p:nvPr/>
      </p:nvGrpSpPr>
      <p:grpSpPr>
        <a:xfrm>
          <a:off x="0" y="0"/>
          <a:ext cx="0" cy="0"/>
          <a:chOff x="0" y="0"/>
          <a:chExt cx="0" cy="0"/>
        </a:xfrm>
      </p:grpSpPr>
      <p:sp>
        <p:nvSpPr>
          <p:cNvPr id="6276" name="Google Shape;6276;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77" name="Google Shape;6277;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2" name="Shape 6282"/>
        <p:cNvGrpSpPr/>
        <p:nvPr/>
      </p:nvGrpSpPr>
      <p:grpSpPr>
        <a:xfrm>
          <a:off x="0" y="0"/>
          <a:ext cx="0" cy="0"/>
          <a:chOff x="0" y="0"/>
          <a:chExt cx="0" cy="0"/>
        </a:xfrm>
      </p:grpSpPr>
      <p:sp>
        <p:nvSpPr>
          <p:cNvPr id="6283" name="Google Shape;6283;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4" name="Google Shape;6284;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5" name="Google Shape;6285;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0" name="Shape 6290"/>
        <p:cNvGrpSpPr/>
        <p:nvPr/>
      </p:nvGrpSpPr>
      <p:grpSpPr>
        <a:xfrm>
          <a:off x="0" y="0"/>
          <a:ext cx="0" cy="0"/>
          <a:chOff x="0" y="0"/>
          <a:chExt cx="0" cy="0"/>
        </a:xfrm>
      </p:grpSpPr>
      <p:sp>
        <p:nvSpPr>
          <p:cNvPr id="6291" name="Google Shape;6291;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2" name="Google Shape;6292;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93" name="Google Shape;6293;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3" name="Shape 6353"/>
        <p:cNvGrpSpPr/>
        <p:nvPr/>
      </p:nvGrpSpPr>
      <p:grpSpPr>
        <a:xfrm>
          <a:off x="0" y="0"/>
          <a:ext cx="0" cy="0"/>
          <a:chOff x="0" y="0"/>
          <a:chExt cx="0" cy="0"/>
        </a:xfrm>
      </p:grpSpPr>
      <p:sp>
        <p:nvSpPr>
          <p:cNvPr id="6354" name="Google Shape;6354;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5" name="Google Shape;6355;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56" name="Google Shape;6356;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0" name="Shape 6470"/>
        <p:cNvGrpSpPr/>
        <p:nvPr/>
      </p:nvGrpSpPr>
      <p:grpSpPr>
        <a:xfrm>
          <a:off x="0" y="0"/>
          <a:ext cx="0" cy="0"/>
          <a:chOff x="0" y="0"/>
          <a:chExt cx="0" cy="0"/>
        </a:xfrm>
      </p:grpSpPr>
      <p:sp>
        <p:nvSpPr>
          <p:cNvPr id="6471" name="Google Shape;6471;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72" name="Google Shape;6472;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73" name="Google Shape;6473;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5" name="Shape 6625"/>
        <p:cNvGrpSpPr/>
        <p:nvPr/>
      </p:nvGrpSpPr>
      <p:grpSpPr>
        <a:xfrm>
          <a:off x="0" y="0"/>
          <a:ext cx="0" cy="0"/>
          <a:chOff x="0" y="0"/>
          <a:chExt cx="0" cy="0"/>
        </a:xfrm>
      </p:grpSpPr>
      <p:sp>
        <p:nvSpPr>
          <p:cNvPr id="6626" name="Google Shape;6626;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7" name="Google Shape;6627;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8" name="Google Shape;6628;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9" name="Shape 6929"/>
        <p:cNvGrpSpPr/>
        <p:nvPr/>
      </p:nvGrpSpPr>
      <p:grpSpPr>
        <a:xfrm>
          <a:off x="0" y="0"/>
          <a:ext cx="0" cy="0"/>
          <a:chOff x="0" y="0"/>
          <a:chExt cx="0" cy="0"/>
        </a:xfrm>
      </p:grpSpPr>
      <p:sp>
        <p:nvSpPr>
          <p:cNvPr id="6930" name="Google Shape;6930;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31" name="Google Shape;6931;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32" name="Google Shape;6932;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6" name="Shape 7256"/>
        <p:cNvGrpSpPr/>
        <p:nvPr/>
      </p:nvGrpSpPr>
      <p:grpSpPr>
        <a:xfrm>
          <a:off x="0" y="0"/>
          <a:ext cx="0" cy="0"/>
          <a:chOff x="0" y="0"/>
          <a:chExt cx="0" cy="0"/>
        </a:xfrm>
      </p:grpSpPr>
      <p:sp>
        <p:nvSpPr>
          <p:cNvPr id="7257" name="Google Shape;7257;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8" name="Google Shape;7258;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9" name="Google Shape;7259;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1" name="Shape 7581"/>
        <p:cNvGrpSpPr/>
        <p:nvPr/>
      </p:nvGrpSpPr>
      <p:grpSpPr>
        <a:xfrm>
          <a:off x="0" y="0"/>
          <a:ext cx="0" cy="0"/>
          <a:chOff x="0" y="0"/>
          <a:chExt cx="0" cy="0"/>
        </a:xfrm>
      </p:grpSpPr>
      <p:sp>
        <p:nvSpPr>
          <p:cNvPr id="7582" name="Google Shape;7582;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3" name="Google Shape;7583;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4" name="Google Shape;7584;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3" name="Shape 7973"/>
        <p:cNvGrpSpPr/>
        <p:nvPr/>
      </p:nvGrpSpPr>
      <p:grpSpPr>
        <a:xfrm>
          <a:off x="0" y="0"/>
          <a:ext cx="0" cy="0"/>
          <a:chOff x="0" y="0"/>
          <a:chExt cx="0" cy="0"/>
        </a:xfrm>
      </p:grpSpPr>
      <p:sp>
        <p:nvSpPr>
          <p:cNvPr id="7974" name="Google Shape;7974;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5" name="Google Shape;7975;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76" name="Google Shape;7976;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2" name="Shape 8032"/>
        <p:cNvGrpSpPr/>
        <p:nvPr/>
      </p:nvGrpSpPr>
      <p:grpSpPr>
        <a:xfrm>
          <a:off x="0" y="0"/>
          <a:ext cx="0" cy="0"/>
          <a:chOff x="0" y="0"/>
          <a:chExt cx="0" cy="0"/>
        </a:xfrm>
      </p:grpSpPr>
      <p:sp>
        <p:nvSpPr>
          <p:cNvPr id="8033" name="Google Shape;8033;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34" name="Google Shape;8034;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35" name="Google Shape;8035;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9" name="Shape 8119"/>
        <p:cNvGrpSpPr/>
        <p:nvPr/>
      </p:nvGrpSpPr>
      <p:grpSpPr>
        <a:xfrm>
          <a:off x="0" y="0"/>
          <a:ext cx="0" cy="0"/>
          <a:chOff x="0" y="0"/>
          <a:chExt cx="0" cy="0"/>
        </a:xfrm>
      </p:grpSpPr>
      <p:sp>
        <p:nvSpPr>
          <p:cNvPr id="8120" name="Google Shape;8120;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21" name="Google Shape;8121;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22" name="Google Shape;8122;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8" name="Shape 8128"/>
        <p:cNvGrpSpPr/>
        <p:nvPr/>
      </p:nvGrpSpPr>
      <p:grpSpPr>
        <a:xfrm>
          <a:off x="0" y="0"/>
          <a:ext cx="0" cy="0"/>
          <a:chOff x="0" y="0"/>
          <a:chExt cx="0" cy="0"/>
        </a:xfrm>
      </p:grpSpPr>
      <p:sp>
        <p:nvSpPr>
          <p:cNvPr id="8129" name="Google Shape;8129;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0" name="Google Shape;8130;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31" name="Google Shape;8131;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1" name="Shape 8181"/>
        <p:cNvGrpSpPr/>
        <p:nvPr/>
      </p:nvGrpSpPr>
      <p:grpSpPr>
        <a:xfrm>
          <a:off x="0" y="0"/>
          <a:ext cx="0" cy="0"/>
          <a:chOff x="0" y="0"/>
          <a:chExt cx="0" cy="0"/>
        </a:xfrm>
      </p:grpSpPr>
      <p:sp>
        <p:nvSpPr>
          <p:cNvPr id="8182" name="Google Shape;8182;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83" name="Google Shape;8183;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2" name="Shape 8192"/>
        <p:cNvGrpSpPr/>
        <p:nvPr/>
      </p:nvGrpSpPr>
      <p:grpSpPr>
        <a:xfrm>
          <a:off x="0" y="0"/>
          <a:ext cx="0" cy="0"/>
          <a:chOff x="0" y="0"/>
          <a:chExt cx="0" cy="0"/>
        </a:xfrm>
      </p:grpSpPr>
      <p:sp>
        <p:nvSpPr>
          <p:cNvPr id="8193" name="Google Shape;8193;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94" name="Google Shape;8194;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Total nodal delay = nodal processing delay + queuing delay + transmission Delay + propagation delay</a:t>
            </a:r>
            <a:endParaRPr/>
          </a:p>
          <a:p>
            <a:pPr indent="0" lvl="0" marL="0" rtl="0" algn="l">
              <a:spcBef>
                <a:spcPts val="0"/>
              </a:spcBef>
              <a:spcAft>
                <a:spcPts val="0"/>
              </a:spcAft>
              <a:buNone/>
            </a:pPr>
            <a:r>
              <a:t/>
            </a:r>
            <a:endParaRPr/>
          </a:p>
        </p:txBody>
      </p:sp>
      <p:sp>
        <p:nvSpPr>
          <p:cNvPr id="8195" name="Google Shape;8195;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8" name="Shape 8208"/>
        <p:cNvGrpSpPr/>
        <p:nvPr/>
      </p:nvGrpSpPr>
      <p:grpSpPr>
        <a:xfrm>
          <a:off x="0" y="0"/>
          <a:ext cx="0" cy="0"/>
          <a:chOff x="0" y="0"/>
          <a:chExt cx="0" cy="0"/>
        </a:xfrm>
      </p:grpSpPr>
      <p:sp>
        <p:nvSpPr>
          <p:cNvPr id="8209" name="Google Shape;8209;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10" name="Google Shape;8210;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11" name="Google Shape;8211;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3" name="Shape 8263"/>
        <p:cNvGrpSpPr/>
        <p:nvPr/>
      </p:nvGrpSpPr>
      <p:grpSpPr>
        <a:xfrm>
          <a:off x="0" y="0"/>
          <a:ext cx="0" cy="0"/>
          <a:chOff x="0" y="0"/>
          <a:chExt cx="0" cy="0"/>
        </a:xfrm>
      </p:grpSpPr>
      <p:sp>
        <p:nvSpPr>
          <p:cNvPr id="8264" name="Google Shape;8264;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5" name="Google Shape;8265;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66" name="Google Shape;8266;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5" name="Shape 8325"/>
        <p:cNvGrpSpPr/>
        <p:nvPr/>
      </p:nvGrpSpPr>
      <p:grpSpPr>
        <a:xfrm>
          <a:off x="0" y="0"/>
          <a:ext cx="0" cy="0"/>
          <a:chOff x="0" y="0"/>
          <a:chExt cx="0" cy="0"/>
        </a:xfrm>
      </p:grpSpPr>
      <p:sp>
        <p:nvSpPr>
          <p:cNvPr id="8326" name="Google Shape;8326;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27" name="Google Shape;8327;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8" name="Google Shape;8328;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0" name="Shape 8360"/>
        <p:cNvGrpSpPr/>
        <p:nvPr/>
      </p:nvGrpSpPr>
      <p:grpSpPr>
        <a:xfrm>
          <a:off x="0" y="0"/>
          <a:ext cx="0" cy="0"/>
          <a:chOff x="0" y="0"/>
          <a:chExt cx="0" cy="0"/>
        </a:xfrm>
      </p:grpSpPr>
      <p:sp>
        <p:nvSpPr>
          <p:cNvPr id="8361" name="Google Shape;8361;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62" name="Google Shape;8362;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63" name="Google Shape;8363;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5" name="Shape 8395"/>
        <p:cNvGrpSpPr/>
        <p:nvPr/>
      </p:nvGrpSpPr>
      <p:grpSpPr>
        <a:xfrm>
          <a:off x="0" y="0"/>
          <a:ext cx="0" cy="0"/>
          <a:chOff x="0" y="0"/>
          <a:chExt cx="0" cy="0"/>
        </a:xfrm>
      </p:grpSpPr>
      <p:sp>
        <p:nvSpPr>
          <p:cNvPr id="8396" name="Google Shape;8396;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97" name="Google Shape;8397;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98" name="Google Shape;8398;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6" name="Shape 8416"/>
        <p:cNvGrpSpPr/>
        <p:nvPr/>
      </p:nvGrpSpPr>
      <p:grpSpPr>
        <a:xfrm>
          <a:off x="0" y="0"/>
          <a:ext cx="0" cy="0"/>
          <a:chOff x="0" y="0"/>
          <a:chExt cx="0" cy="0"/>
        </a:xfrm>
      </p:grpSpPr>
      <p:sp>
        <p:nvSpPr>
          <p:cNvPr id="8417" name="Google Shape;8417;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8" name="Google Shape;8418;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9" name="Google Shape;8419;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0" name="Shape 8480"/>
        <p:cNvGrpSpPr/>
        <p:nvPr/>
      </p:nvGrpSpPr>
      <p:grpSpPr>
        <a:xfrm>
          <a:off x="0" y="0"/>
          <a:ext cx="0" cy="0"/>
          <a:chOff x="0" y="0"/>
          <a:chExt cx="0" cy="0"/>
        </a:xfrm>
      </p:grpSpPr>
      <p:sp>
        <p:nvSpPr>
          <p:cNvPr id="8481" name="Google Shape;8481;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82" name="Google Shape;8482;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4" name="Shape 8494"/>
        <p:cNvGrpSpPr/>
        <p:nvPr/>
      </p:nvGrpSpPr>
      <p:grpSpPr>
        <a:xfrm>
          <a:off x="0" y="0"/>
          <a:ext cx="0" cy="0"/>
          <a:chOff x="0" y="0"/>
          <a:chExt cx="0" cy="0"/>
        </a:xfrm>
      </p:grpSpPr>
      <p:sp>
        <p:nvSpPr>
          <p:cNvPr id="8495" name="Google Shape;8495;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96" name="Google Shape;8496;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97" name="Google Shape;8497;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7" name="Shape 8517"/>
        <p:cNvGrpSpPr/>
        <p:nvPr/>
      </p:nvGrpSpPr>
      <p:grpSpPr>
        <a:xfrm>
          <a:off x="0" y="0"/>
          <a:ext cx="0" cy="0"/>
          <a:chOff x="0" y="0"/>
          <a:chExt cx="0" cy="0"/>
        </a:xfrm>
      </p:grpSpPr>
      <p:sp>
        <p:nvSpPr>
          <p:cNvPr id="8518" name="Google Shape;8518;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19" name="Google Shape;8519;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20" name="Google Shape;8520;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6" name="Shape 8566"/>
        <p:cNvGrpSpPr/>
        <p:nvPr/>
      </p:nvGrpSpPr>
      <p:grpSpPr>
        <a:xfrm>
          <a:off x="0" y="0"/>
          <a:ext cx="0" cy="0"/>
          <a:chOff x="0" y="0"/>
          <a:chExt cx="0" cy="0"/>
        </a:xfrm>
      </p:grpSpPr>
      <p:sp>
        <p:nvSpPr>
          <p:cNvPr id="8567" name="Google Shape;8567;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68" name="Google Shape;8568;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69" name="Google Shape;8569;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5" name="Shape 8645"/>
        <p:cNvGrpSpPr/>
        <p:nvPr/>
      </p:nvGrpSpPr>
      <p:grpSpPr>
        <a:xfrm>
          <a:off x="0" y="0"/>
          <a:ext cx="0" cy="0"/>
          <a:chOff x="0" y="0"/>
          <a:chExt cx="0" cy="0"/>
        </a:xfrm>
      </p:grpSpPr>
      <p:sp>
        <p:nvSpPr>
          <p:cNvPr id="8646" name="Google Shape;8646;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47" name="Google Shape;8647;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8" name="Google Shape;8648;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7" name="Shape 8797"/>
        <p:cNvGrpSpPr/>
        <p:nvPr/>
      </p:nvGrpSpPr>
      <p:grpSpPr>
        <a:xfrm>
          <a:off x="0" y="0"/>
          <a:ext cx="0" cy="0"/>
          <a:chOff x="0" y="0"/>
          <a:chExt cx="0" cy="0"/>
        </a:xfrm>
      </p:grpSpPr>
      <p:sp>
        <p:nvSpPr>
          <p:cNvPr id="8798" name="Google Shape;8798;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99" name="Google Shape;8799;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solidFill>
                  <a:srgbClr val="C00000"/>
                </a:solidFill>
              </a:rPr>
              <a:t>Tip:</a:t>
            </a:r>
            <a:endParaRPr/>
          </a:p>
          <a:p>
            <a:pPr indent="0" lvl="0" marL="0" rtl="0" algn="l">
              <a:spcBef>
                <a:spcPts val="0"/>
              </a:spcBef>
              <a:spcAft>
                <a:spcPts val="0"/>
              </a:spcAft>
              <a:buNone/>
            </a:pPr>
            <a:r>
              <a:rPr lang="en-US"/>
              <a:t>In bottleneck link,</a:t>
            </a:r>
            <a:endParaRPr/>
          </a:p>
          <a:p>
            <a:pPr indent="0" lvl="0" marL="0" rtl="0" algn="l">
              <a:spcBef>
                <a:spcPts val="0"/>
              </a:spcBef>
              <a:spcAft>
                <a:spcPts val="0"/>
              </a:spcAft>
              <a:buNone/>
            </a:pPr>
            <a:r>
              <a:rPr lang="en-US"/>
              <a:t>Throughput = the rate of the link on the end-to-end path that constrains  end-to-end throughput 🡺 whichever is smaller</a:t>
            </a:r>
            <a:endParaRPr/>
          </a:p>
          <a:p>
            <a:pPr indent="0" lvl="0" marL="0" rtl="0" algn="l">
              <a:spcBef>
                <a:spcPts val="0"/>
              </a:spcBef>
              <a:spcAft>
                <a:spcPts val="0"/>
              </a:spcAft>
              <a:buNone/>
            </a:pPr>
            <a:r>
              <a:t/>
            </a:r>
            <a:endParaRPr/>
          </a:p>
        </p:txBody>
      </p:sp>
      <p:sp>
        <p:nvSpPr>
          <p:cNvPr id="8800" name="Google Shape;8800;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0" name="Shape 8810"/>
        <p:cNvGrpSpPr/>
        <p:nvPr/>
      </p:nvGrpSpPr>
      <p:grpSpPr>
        <a:xfrm>
          <a:off x="0" y="0"/>
          <a:ext cx="0" cy="0"/>
          <a:chOff x="0" y="0"/>
          <a:chExt cx="0" cy="0"/>
        </a:xfrm>
      </p:grpSpPr>
      <p:sp>
        <p:nvSpPr>
          <p:cNvPr id="8811" name="Google Shape;8811;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12" name="Google Shape;8812;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0" name="Shape 8820"/>
        <p:cNvGrpSpPr/>
        <p:nvPr/>
      </p:nvGrpSpPr>
      <p:grpSpPr>
        <a:xfrm>
          <a:off x="0" y="0"/>
          <a:ext cx="0" cy="0"/>
          <a:chOff x="0" y="0"/>
          <a:chExt cx="0" cy="0"/>
        </a:xfrm>
      </p:grpSpPr>
      <p:sp>
        <p:nvSpPr>
          <p:cNvPr id="8821" name="Google Shape;8821;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22" name="Google Shape;8822;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Of course, these expressions for throughput and transfer time are</a:t>
            </a:r>
            <a:endParaRPr/>
          </a:p>
          <a:p>
            <a:pPr indent="0" lvl="0" marL="0" rtl="0" algn="l">
              <a:spcBef>
                <a:spcPts val="0"/>
              </a:spcBef>
              <a:spcAft>
                <a:spcPts val="0"/>
              </a:spcAft>
              <a:buNone/>
            </a:pPr>
            <a:r>
              <a:rPr lang="en-US"/>
              <a:t>only approximations, as they do not account for store-and-forward and processing delays as well as protocol issues.</a:t>
            </a:r>
            <a:endParaRPr/>
          </a:p>
        </p:txBody>
      </p:sp>
      <p:sp>
        <p:nvSpPr>
          <p:cNvPr id="8823" name="Google Shape;8823;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9" name="Shape 8829"/>
        <p:cNvGrpSpPr/>
        <p:nvPr/>
      </p:nvGrpSpPr>
      <p:grpSpPr>
        <a:xfrm>
          <a:off x="0" y="0"/>
          <a:ext cx="0" cy="0"/>
          <a:chOff x="0" y="0"/>
          <a:chExt cx="0" cy="0"/>
        </a:xfrm>
      </p:grpSpPr>
      <p:sp>
        <p:nvSpPr>
          <p:cNvPr id="8830" name="Google Shape;8830;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1" name="Google Shape;8831;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32" name="Google Shape;8832;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4" name="Shape 8994"/>
        <p:cNvGrpSpPr/>
        <p:nvPr/>
      </p:nvGrpSpPr>
      <p:grpSpPr>
        <a:xfrm>
          <a:off x="0" y="0"/>
          <a:ext cx="0" cy="0"/>
          <a:chOff x="0" y="0"/>
          <a:chExt cx="0" cy="0"/>
        </a:xfrm>
      </p:grpSpPr>
      <p:sp>
        <p:nvSpPr>
          <p:cNvPr id="8995" name="Google Shape;8995;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96" name="Google Shape;8996;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5" name="Shape 9005"/>
        <p:cNvGrpSpPr/>
        <p:nvPr/>
      </p:nvGrpSpPr>
      <p:grpSpPr>
        <a:xfrm>
          <a:off x="0" y="0"/>
          <a:ext cx="0" cy="0"/>
          <a:chOff x="0" y="0"/>
          <a:chExt cx="0" cy="0"/>
        </a:xfrm>
      </p:grpSpPr>
      <p:sp>
        <p:nvSpPr>
          <p:cNvPr id="9006" name="Google Shape;9006;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07" name="Google Shape;9007;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2" name="Shape 9012"/>
        <p:cNvGrpSpPr/>
        <p:nvPr/>
      </p:nvGrpSpPr>
      <p:grpSpPr>
        <a:xfrm>
          <a:off x="0" y="0"/>
          <a:ext cx="0" cy="0"/>
          <a:chOff x="0" y="0"/>
          <a:chExt cx="0" cy="0"/>
        </a:xfrm>
      </p:grpSpPr>
      <p:sp>
        <p:nvSpPr>
          <p:cNvPr id="9013" name="Google Shape;9013;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14" name="Google Shape;9014;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9" name="Shape 9019"/>
        <p:cNvGrpSpPr/>
        <p:nvPr/>
      </p:nvGrpSpPr>
      <p:grpSpPr>
        <a:xfrm>
          <a:off x="0" y="0"/>
          <a:ext cx="0" cy="0"/>
          <a:chOff x="0" y="0"/>
          <a:chExt cx="0" cy="0"/>
        </a:xfrm>
      </p:grpSpPr>
      <p:sp>
        <p:nvSpPr>
          <p:cNvPr id="9020" name="Google Shape;9020;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21" name="Google Shape;9021;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22" name="Google Shape;9022;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8" name="Shape 9028"/>
        <p:cNvGrpSpPr/>
        <p:nvPr/>
      </p:nvGrpSpPr>
      <p:grpSpPr>
        <a:xfrm>
          <a:off x="0" y="0"/>
          <a:ext cx="0" cy="0"/>
          <a:chOff x="0" y="0"/>
          <a:chExt cx="0" cy="0"/>
        </a:xfrm>
      </p:grpSpPr>
      <p:sp>
        <p:nvSpPr>
          <p:cNvPr id="9029" name="Google Shape;9029;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0" name="Google Shape;9030;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31" name="Google Shape;9031;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7" name="Shape 9037"/>
        <p:cNvGrpSpPr/>
        <p:nvPr/>
      </p:nvGrpSpPr>
      <p:grpSpPr>
        <a:xfrm>
          <a:off x="0" y="0"/>
          <a:ext cx="0" cy="0"/>
          <a:chOff x="0" y="0"/>
          <a:chExt cx="0" cy="0"/>
        </a:xfrm>
      </p:grpSpPr>
      <p:sp>
        <p:nvSpPr>
          <p:cNvPr id="9038" name="Google Shape;9038;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9" name="Google Shape;9039;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40" name="Google Shape;9040;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5" name="Shape 9055"/>
        <p:cNvGrpSpPr/>
        <p:nvPr/>
      </p:nvGrpSpPr>
      <p:grpSpPr>
        <a:xfrm>
          <a:off x="0" y="0"/>
          <a:ext cx="0" cy="0"/>
          <a:chOff x="0" y="0"/>
          <a:chExt cx="0" cy="0"/>
        </a:xfrm>
      </p:grpSpPr>
      <p:sp>
        <p:nvSpPr>
          <p:cNvPr id="9056" name="Google Shape;9056;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7" name="Google Shape;9057;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58" name="Google Shape;9058;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0" name="Shape 9100"/>
        <p:cNvGrpSpPr/>
        <p:nvPr/>
      </p:nvGrpSpPr>
      <p:grpSpPr>
        <a:xfrm>
          <a:off x="0" y="0"/>
          <a:ext cx="0" cy="0"/>
          <a:chOff x="0" y="0"/>
          <a:chExt cx="0" cy="0"/>
        </a:xfrm>
      </p:grpSpPr>
      <p:sp>
        <p:nvSpPr>
          <p:cNvPr id="9101" name="Google Shape;9101;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2" name="Google Shape;9102;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03" name="Google Shape;9103;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8" name="Shape 9108"/>
        <p:cNvGrpSpPr/>
        <p:nvPr/>
      </p:nvGrpSpPr>
      <p:grpSpPr>
        <a:xfrm>
          <a:off x="0" y="0"/>
          <a:ext cx="0" cy="0"/>
          <a:chOff x="0" y="0"/>
          <a:chExt cx="0" cy="0"/>
        </a:xfrm>
      </p:grpSpPr>
      <p:sp>
        <p:nvSpPr>
          <p:cNvPr id="9109" name="Google Shape;9109;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0" name="Google Shape;9110;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11" name="Google Shape;9111;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9" name="Shape 9119"/>
        <p:cNvGrpSpPr/>
        <p:nvPr/>
      </p:nvGrpSpPr>
      <p:grpSpPr>
        <a:xfrm>
          <a:off x="0" y="0"/>
          <a:ext cx="0" cy="0"/>
          <a:chOff x="0" y="0"/>
          <a:chExt cx="0" cy="0"/>
        </a:xfrm>
      </p:grpSpPr>
      <p:sp>
        <p:nvSpPr>
          <p:cNvPr id="9120" name="Google Shape;9120;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21" name="Google Shape;9121;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9" name="Shape 9129"/>
        <p:cNvGrpSpPr/>
        <p:nvPr/>
      </p:nvGrpSpPr>
      <p:grpSpPr>
        <a:xfrm>
          <a:off x="0" y="0"/>
          <a:ext cx="0" cy="0"/>
          <a:chOff x="0" y="0"/>
          <a:chExt cx="0" cy="0"/>
        </a:xfrm>
      </p:grpSpPr>
      <p:sp>
        <p:nvSpPr>
          <p:cNvPr id="9130" name="Google Shape;9130;p9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31" name="Google Shape;9131;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1" name="Shape 9141"/>
        <p:cNvGrpSpPr/>
        <p:nvPr/>
      </p:nvGrpSpPr>
      <p:grpSpPr>
        <a:xfrm>
          <a:off x="0" y="0"/>
          <a:ext cx="0" cy="0"/>
          <a:chOff x="0" y="0"/>
          <a:chExt cx="0" cy="0"/>
        </a:xfrm>
      </p:grpSpPr>
      <p:sp>
        <p:nvSpPr>
          <p:cNvPr id="9142" name="Google Shape;9142;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43" name="Google Shape;9143;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3" name="Shape 9153"/>
        <p:cNvGrpSpPr/>
        <p:nvPr/>
      </p:nvGrpSpPr>
      <p:grpSpPr>
        <a:xfrm>
          <a:off x="0" y="0"/>
          <a:ext cx="0" cy="0"/>
          <a:chOff x="0" y="0"/>
          <a:chExt cx="0" cy="0"/>
        </a:xfrm>
      </p:grpSpPr>
      <p:sp>
        <p:nvSpPr>
          <p:cNvPr id="9154" name="Google Shape;9154;p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55" name="Google Shape;9155;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3" name="Shape 9163"/>
        <p:cNvGrpSpPr/>
        <p:nvPr/>
      </p:nvGrpSpPr>
      <p:grpSpPr>
        <a:xfrm>
          <a:off x="0" y="0"/>
          <a:ext cx="0" cy="0"/>
          <a:chOff x="0" y="0"/>
          <a:chExt cx="0" cy="0"/>
        </a:xfrm>
      </p:grpSpPr>
      <p:sp>
        <p:nvSpPr>
          <p:cNvPr id="9164" name="Google Shape;9164;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65" name="Google Shape;9165;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7" name="Shape 9177"/>
        <p:cNvGrpSpPr/>
        <p:nvPr/>
      </p:nvGrpSpPr>
      <p:grpSpPr>
        <a:xfrm>
          <a:off x="0" y="0"/>
          <a:ext cx="0" cy="0"/>
          <a:chOff x="0" y="0"/>
          <a:chExt cx="0" cy="0"/>
        </a:xfrm>
      </p:grpSpPr>
      <p:sp>
        <p:nvSpPr>
          <p:cNvPr id="9178" name="Google Shape;9178;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79" name="Google Shape;9179;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7" name="Shape 9187"/>
        <p:cNvGrpSpPr/>
        <p:nvPr/>
      </p:nvGrpSpPr>
      <p:grpSpPr>
        <a:xfrm>
          <a:off x="0" y="0"/>
          <a:ext cx="0" cy="0"/>
          <a:chOff x="0" y="0"/>
          <a:chExt cx="0" cy="0"/>
        </a:xfrm>
      </p:grpSpPr>
      <p:sp>
        <p:nvSpPr>
          <p:cNvPr id="9188" name="Google Shape;9188;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89" name="Google Shape;9189;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2" name="Shape 9202"/>
        <p:cNvGrpSpPr/>
        <p:nvPr/>
      </p:nvGrpSpPr>
      <p:grpSpPr>
        <a:xfrm>
          <a:off x="0" y="0"/>
          <a:ext cx="0" cy="0"/>
          <a:chOff x="0" y="0"/>
          <a:chExt cx="0" cy="0"/>
        </a:xfrm>
      </p:grpSpPr>
      <p:sp>
        <p:nvSpPr>
          <p:cNvPr id="9203" name="Google Shape;9203;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04" name="Google Shape;9204;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2" name="Shape 9212"/>
        <p:cNvGrpSpPr/>
        <p:nvPr/>
      </p:nvGrpSpPr>
      <p:grpSpPr>
        <a:xfrm>
          <a:off x="0" y="0"/>
          <a:ext cx="0" cy="0"/>
          <a:chOff x="0" y="0"/>
          <a:chExt cx="0" cy="0"/>
        </a:xfrm>
      </p:grpSpPr>
      <p:sp>
        <p:nvSpPr>
          <p:cNvPr id="9213" name="Google Shape;9213;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14" name="Google Shape;9214;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2" name="Shape 9222"/>
        <p:cNvGrpSpPr/>
        <p:nvPr/>
      </p:nvGrpSpPr>
      <p:grpSpPr>
        <a:xfrm>
          <a:off x="0" y="0"/>
          <a:ext cx="0" cy="0"/>
          <a:chOff x="0" y="0"/>
          <a:chExt cx="0" cy="0"/>
        </a:xfrm>
      </p:grpSpPr>
      <p:sp>
        <p:nvSpPr>
          <p:cNvPr id="9223" name="Google Shape;9223;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24" name="Google Shape;9224;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4" name="Shape 9234"/>
        <p:cNvGrpSpPr/>
        <p:nvPr/>
      </p:nvGrpSpPr>
      <p:grpSpPr>
        <a:xfrm>
          <a:off x="0" y="0"/>
          <a:ext cx="0" cy="0"/>
          <a:chOff x="0" y="0"/>
          <a:chExt cx="0" cy="0"/>
        </a:xfrm>
      </p:grpSpPr>
      <p:sp>
        <p:nvSpPr>
          <p:cNvPr id="9235" name="Google Shape;9235;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36" name="Google Shape;9236;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3" name="Shape 9243"/>
        <p:cNvGrpSpPr/>
        <p:nvPr/>
      </p:nvGrpSpPr>
      <p:grpSpPr>
        <a:xfrm>
          <a:off x="0" y="0"/>
          <a:ext cx="0" cy="0"/>
          <a:chOff x="0" y="0"/>
          <a:chExt cx="0" cy="0"/>
        </a:xfrm>
      </p:grpSpPr>
      <p:sp>
        <p:nvSpPr>
          <p:cNvPr id="9244" name="Google Shape;9244;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45" name="Google Shape;9245;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1960s – TCPIP</a:t>
            </a:r>
            <a:endParaRPr/>
          </a:p>
          <a:p>
            <a:pPr indent="0" lvl="0" marL="0" rtl="0" algn="l">
              <a:spcBef>
                <a:spcPts val="0"/>
              </a:spcBef>
              <a:spcAft>
                <a:spcPts val="0"/>
              </a:spcAft>
              <a:buNone/>
            </a:pPr>
            <a:r>
              <a:rPr lang="en-US"/>
              <a:t>1970s – OSI</a:t>
            </a:r>
            <a:endParaRPr/>
          </a:p>
          <a:p>
            <a:pPr indent="0" lvl="0" marL="0" rtl="0" algn="l">
              <a:spcBef>
                <a:spcPts val="0"/>
              </a:spcBef>
              <a:spcAft>
                <a:spcPts val="0"/>
              </a:spcAft>
              <a:buNone/>
            </a:pPr>
            <a:r>
              <a:t/>
            </a:r>
            <a:endParaRPr/>
          </a:p>
        </p:txBody>
      </p:sp>
      <p:sp>
        <p:nvSpPr>
          <p:cNvPr id="9246" name="Google Shape;9246;p10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5" name="Shape 9255"/>
        <p:cNvGrpSpPr/>
        <p:nvPr/>
      </p:nvGrpSpPr>
      <p:grpSpPr>
        <a:xfrm>
          <a:off x="0" y="0"/>
          <a:ext cx="0" cy="0"/>
          <a:chOff x="0" y="0"/>
          <a:chExt cx="0" cy="0"/>
        </a:xfrm>
      </p:grpSpPr>
      <p:sp>
        <p:nvSpPr>
          <p:cNvPr id="9256" name="Google Shape;9256;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57" name="Google Shape;9257;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58" name="Google Shape;9258;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1" name="Shape 9271"/>
        <p:cNvGrpSpPr/>
        <p:nvPr/>
      </p:nvGrpSpPr>
      <p:grpSpPr>
        <a:xfrm>
          <a:off x="0" y="0"/>
          <a:ext cx="0" cy="0"/>
          <a:chOff x="0" y="0"/>
          <a:chExt cx="0" cy="0"/>
        </a:xfrm>
      </p:grpSpPr>
      <p:sp>
        <p:nvSpPr>
          <p:cNvPr id="9272" name="Google Shape;9272;p1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300">
                <a:solidFill>
                  <a:schemeClr val="dk1"/>
                </a:solidFill>
                <a:latin typeface="Times New Roman"/>
                <a:ea typeface="Times New Roman"/>
                <a:cs typeface="Times New Roman"/>
                <a:sym typeface="Times New Roman"/>
              </a:rPr>
              <a:t>‹#›</a:t>
            </a:fld>
            <a:endParaRPr sz="1300">
              <a:solidFill>
                <a:schemeClr val="dk1"/>
              </a:solidFill>
              <a:latin typeface="Times New Roman"/>
              <a:ea typeface="Times New Roman"/>
              <a:cs typeface="Times New Roman"/>
              <a:sym typeface="Times New Roman"/>
            </a:endParaRPr>
          </a:p>
        </p:txBody>
      </p:sp>
      <p:sp>
        <p:nvSpPr>
          <p:cNvPr id="9273" name="Google Shape;9273;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74" name="Google Shape;9274;p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0" name="Shape 9290"/>
        <p:cNvGrpSpPr/>
        <p:nvPr/>
      </p:nvGrpSpPr>
      <p:grpSpPr>
        <a:xfrm>
          <a:off x="0" y="0"/>
          <a:ext cx="0" cy="0"/>
          <a:chOff x="0" y="0"/>
          <a:chExt cx="0" cy="0"/>
        </a:xfrm>
      </p:grpSpPr>
      <p:sp>
        <p:nvSpPr>
          <p:cNvPr id="9291" name="Google Shape;9291;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92" name="Google Shape;9292;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93" name="Google Shape;9293;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7" name="Shape 9437"/>
        <p:cNvGrpSpPr/>
        <p:nvPr/>
      </p:nvGrpSpPr>
      <p:grpSpPr>
        <a:xfrm>
          <a:off x="0" y="0"/>
          <a:ext cx="0" cy="0"/>
          <a:chOff x="0" y="0"/>
          <a:chExt cx="0" cy="0"/>
        </a:xfrm>
      </p:grpSpPr>
      <p:sp>
        <p:nvSpPr>
          <p:cNvPr id="9438" name="Google Shape;9438;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39" name="Google Shape;9439;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6" name="Shape 9446"/>
        <p:cNvGrpSpPr/>
        <p:nvPr/>
      </p:nvGrpSpPr>
      <p:grpSpPr>
        <a:xfrm>
          <a:off x="0" y="0"/>
          <a:ext cx="0" cy="0"/>
          <a:chOff x="0" y="0"/>
          <a:chExt cx="0" cy="0"/>
        </a:xfrm>
      </p:grpSpPr>
      <p:sp>
        <p:nvSpPr>
          <p:cNvPr id="9447" name="Google Shape;9447;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48" name="Google Shape;9448;p1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Segue: from performanceto security</a:t>
            </a:r>
            <a:endParaRPr/>
          </a:p>
        </p:txBody>
      </p:sp>
      <p:sp>
        <p:nvSpPr>
          <p:cNvPr id="9449" name="Google Shape;9449;p1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5" name="Shape 9455"/>
        <p:cNvGrpSpPr/>
        <p:nvPr/>
      </p:nvGrpSpPr>
      <p:grpSpPr>
        <a:xfrm>
          <a:off x="0" y="0"/>
          <a:ext cx="0" cy="0"/>
          <a:chOff x="0" y="0"/>
          <a:chExt cx="0" cy="0"/>
        </a:xfrm>
      </p:grpSpPr>
      <p:sp>
        <p:nvSpPr>
          <p:cNvPr id="9456" name="Google Shape;9456;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57" name="Google Shape;9457;p1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58" name="Google Shape;9458;p1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3" name="Shape 9463"/>
        <p:cNvGrpSpPr/>
        <p:nvPr/>
      </p:nvGrpSpPr>
      <p:grpSpPr>
        <a:xfrm>
          <a:off x="0" y="0"/>
          <a:ext cx="0" cy="0"/>
          <a:chOff x="0" y="0"/>
          <a:chExt cx="0" cy="0"/>
        </a:xfrm>
      </p:grpSpPr>
      <p:sp>
        <p:nvSpPr>
          <p:cNvPr id="9464" name="Google Shape;9464;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65" name="Google Shape;9465;p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66" name="Google Shape;9466;p1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1" name="Shape 9471"/>
        <p:cNvGrpSpPr/>
        <p:nvPr/>
      </p:nvGrpSpPr>
      <p:grpSpPr>
        <a:xfrm>
          <a:off x="0" y="0"/>
          <a:ext cx="0" cy="0"/>
          <a:chOff x="0" y="0"/>
          <a:chExt cx="0" cy="0"/>
        </a:xfrm>
      </p:grpSpPr>
      <p:sp>
        <p:nvSpPr>
          <p:cNvPr id="9472" name="Google Shape;9472;p1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73" name="Google Shape;9473;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9" name="Shape 9479"/>
        <p:cNvGrpSpPr/>
        <p:nvPr/>
      </p:nvGrpSpPr>
      <p:grpSpPr>
        <a:xfrm>
          <a:off x="0" y="0"/>
          <a:ext cx="0" cy="0"/>
          <a:chOff x="0" y="0"/>
          <a:chExt cx="0" cy="0"/>
        </a:xfrm>
      </p:grpSpPr>
      <p:sp>
        <p:nvSpPr>
          <p:cNvPr id="9480" name="Google Shape;9480;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81" name="Google Shape;9481;p1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82" name="Google Shape;9482;p1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6" name="Shape 9586"/>
        <p:cNvGrpSpPr/>
        <p:nvPr/>
      </p:nvGrpSpPr>
      <p:grpSpPr>
        <a:xfrm>
          <a:off x="0" y="0"/>
          <a:ext cx="0" cy="0"/>
          <a:chOff x="0" y="0"/>
          <a:chExt cx="0" cy="0"/>
        </a:xfrm>
      </p:grpSpPr>
      <p:sp>
        <p:nvSpPr>
          <p:cNvPr id="9587" name="Google Shape;9587;p1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88" name="Google Shape;9588;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4" name="Shape 9594"/>
        <p:cNvGrpSpPr/>
        <p:nvPr/>
      </p:nvGrpSpPr>
      <p:grpSpPr>
        <a:xfrm>
          <a:off x="0" y="0"/>
          <a:ext cx="0" cy="0"/>
          <a:chOff x="0" y="0"/>
          <a:chExt cx="0" cy="0"/>
        </a:xfrm>
      </p:grpSpPr>
      <p:sp>
        <p:nvSpPr>
          <p:cNvPr id="9595" name="Google Shape;9595;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6" name="Google Shape;9596;p1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97" name="Google Shape;9597;p1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9" name="Shape 9669"/>
        <p:cNvGrpSpPr/>
        <p:nvPr/>
      </p:nvGrpSpPr>
      <p:grpSpPr>
        <a:xfrm>
          <a:off x="0" y="0"/>
          <a:ext cx="0" cy="0"/>
          <a:chOff x="0" y="0"/>
          <a:chExt cx="0" cy="0"/>
        </a:xfrm>
      </p:grpSpPr>
      <p:sp>
        <p:nvSpPr>
          <p:cNvPr id="9670" name="Google Shape;9670;p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71" name="Google Shape;9671;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7" name="Shape 9677"/>
        <p:cNvGrpSpPr/>
        <p:nvPr/>
      </p:nvGrpSpPr>
      <p:grpSpPr>
        <a:xfrm>
          <a:off x="0" y="0"/>
          <a:ext cx="0" cy="0"/>
          <a:chOff x="0" y="0"/>
          <a:chExt cx="0" cy="0"/>
        </a:xfrm>
      </p:grpSpPr>
      <p:sp>
        <p:nvSpPr>
          <p:cNvPr id="9678" name="Google Shape;9678;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79" name="Google Shape;9679;p1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80" name="Google Shape;9680;p1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9" name="Shape 9749"/>
        <p:cNvGrpSpPr/>
        <p:nvPr/>
      </p:nvGrpSpPr>
      <p:grpSpPr>
        <a:xfrm>
          <a:off x="0" y="0"/>
          <a:ext cx="0" cy="0"/>
          <a:chOff x="0" y="0"/>
          <a:chExt cx="0" cy="0"/>
        </a:xfrm>
      </p:grpSpPr>
      <p:sp>
        <p:nvSpPr>
          <p:cNvPr id="9750" name="Google Shape;9750;p1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51" name="Google Shape;9751;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7" name="Shape 9757"/>
        <p:cNvGrpSpPr/>
        <p:nvPr/>
      </p:nvGrpSpPr>
      <p:grpSpPr>
        <a:xfrm>
          <a:off x="0" y="0"/>
          <a:ext cx="0" cy="0"/>
          <a:chOff x="0" y="0"/>
          <a:chExt cx="0" cy="0"/>
        </a:xfrm>
      </p:grpSpPr>
      <p:sp>
        <p:nvSpPr>
          <p:cNvPr id="9758" name="Google Shape;9758;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59" name="Google Shape;9759;p1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60" name="Google Shape;9760;p1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6" name="Shape 9766"/>
        <p:cNvGrpSpPr/>
        <p:nvPr/>
      </p:nvGrpSpPr>
      <p:grpSpPr>
        <a:xfrm>
          <a:off x="0" y="0"/>
          <a:ext cx="0" cy="0"/>
          <a:chOff x="0" y="0"/>
          <a:chExt cx="0" cy="0"/>
        </a:xfrm>
      </p:grpSpPr>
      <p:sp>
        <p:nvSpPr>
          <p:cNvPr id="9767" name="Google Shape;9767;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68" name="Google Shape;9768;p1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69" name="Google Shape;9769;p1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7" name="Shape 9777"/>
        <p:cNvGrpSpPr/>
        <p:nvPr/>
      </p:nvGrpSpPr>
      <p:grpSpPr>
        <a:xfrm>
          <a:off x="0" y="0"/>
          <a:ext cx="0" cy="0"/>
          <a:chOff x="0" y="0"/>
          <a:chExt cx="0" cy="0"/>
        </a:xfrm>
      </p:grpSpPr>
      <p:sp>
        <p:nvSpPr>
          <p:cNvPr id="9778" name="Google Shape;9778;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79" name="Google Shape;9779;p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80" name="Google Shape;9780;p1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8" name="Shape 9788"/>
        <p:cNvGrpSpPr/>
        <p:nvPr/>
      </p:nvGrpSpPr>
      <p:grpSpPr>
        <a:xfrm>
          <a:off x="0" y="0"/>
          <a:ext cx="0" cy="0"/>
          <a:chOff x="0" y="0"/>
          <a:chExt cx="0" cy="0"/>
        </a:xfrm>
      </p:grpSpPr>
      <p:sp>
        <p:nvSpPr>
          <p:cNvPr id="9789" name="Google Shape;9789;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90" name="Google Shape;9790;p1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91" name="Google Shape;9791;p1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9" name="Shape 9799"/>
        <p:cNvGrpSpPr/>
        <p:nvPr/>
      </p:nvGrpSpPr>
      <p:grpSpPr>
        <a:xfrm>
          <a:off x="0" y="0"/>
          <a:ext cx="0" cy="0"/>
          <a:chOff x="0" y="0"/>
          <a:chExt cx="0" cy="0"/>
        </a:xfrm>
      </p:grpSpPr>
      <p:sp>
        <p:nvSpPr>
          <p:cNvPr id="9800" name="Google Shape;9800;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1" name="Google Shape;9801;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02" name="Google Shape;9802;p1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9" name="Shape 9809"/>
        <p:cNvGrpSpPr/>
        <p:nvPr/>
      </p:nvGrpSpPr>
      <p:grpSpPr>
        <a:xfrm>
          <a:off x="0" y="0"/>
          <a:ext cx="0" cy="0"/>
          <a:chOff x="0" y="0"/>
          <a:chExt cx="0" cy="0"/>
        </a:xfrm>
      </p:grpSpPr>
      <p:sp>
        <p:nvSpPr>
          <p:cNvPr id="9810" name="Google Shape;9810;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11" name="Google Shape;9811;p1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12" name="Google Shape;9812;p1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8" name="Shape 9818"/>
        <p:cNvGrpSpPr/>
        <p:nvPr/>
      </p:nvGrpSpPr>
      <p:grpSpPr>
        <a:xfrm>
          <a:off x="0" y="0"/>
          <a:ext cx="0" cy="0"/>
          <a:chOff x="0" y="0"/>
          <a:chExt cx="0" cy="0"/>
        </a:xfrm>
      </p:grpSpPr>
      <p:sp>
        <p:nvSpPr>
          <p:cNvPr id="9819" name="Google Shape;9819;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20" name="Google Shape;9820;p1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21" name="Google Shape;9821;p1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7" name="Shape 9827"/>
        <p:cNvGrpSpPr/>
        <p:nvPr/>
      </p:nvGrpSpPr>
      <p:grpSpPr>
        <a:xfrm>
          <a:off x="0" y="0"/>
          <a:ext cx="0" cy="0"/>
          <a:chOff x="0" y="0"/>
          <a:chExt cx="0" cy="0"/>
        </a:xfrm>
      </p:grpSpPr>
      <p:sp>
        <p:nvSpPr>
          <p:cNvPr id="9828" name="Google Shape;9828;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29" name="Google Shape;9829;p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0" name="Google Shape;9830;p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4" name="Shape 9834"/>
        <p:cNvGrpSpPr/>
        <p:nvPr/>
      </p:nvGrpSpPr>
      <p:grpSpPr>
        <a:xfrm>
          <a:off x="0" y="0"/>
          <a:ext cx="0" cy="0"/>
          <a:chOff x="0" y="0"/>
          <a:chExt cx="0" cy="0"/>
        </a:xfrm>
      </p:grpSpPr>
      <p:sp>
        <p:nvSpPr>
          <p:cNvPr id="9835" name="Google Shape;9835;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6" name="Google Shape;9836;p1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7" name="Google Shape;9837;p1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 name="Shape 13"/>
        <p:cNvGrpSpPr/>
        <p:nvPr/>
      </p:nvGrpSpPr>
      <p:grpSpPr>
        <a:xfrm>
          <a:off x="0" y="0"/>
          <a:ext cx="0" cy="0"/>
          <a:chOff x="0" y="0"/>
          <a:chExt cx="0" cy="0"/>
        </a:xfrm>
      </p:grpSpPr>
      <p:sp>
        <p:nvSpPr>
          <p:cNvPr id="14" name="Google Shape;14;p13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 name="Shape 16"/>
        <p:cNvGrpSpPr/>
        <p:nvPr/>
      </p:nvGrpSpPr>
      <p:grpSpPr>
        <a:xfrm>
          <a:off x="0" y="0"/>
          <a:ext cx="0" cy="0"/>
          <a:chOff x="0" y="0"/>
          <a:chExt cx="0" cy="0"/>
        </a:xfrm>
      </p:grpSpPr>
      <p:sp>
        <p:nvSpPr>
          <p:cNvPr id="17" name="Google Shape;17;p13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3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3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132"/>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13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
        <p:nvSpPr>
          <p:cNvPr id="26" name="Google Shape;26;p13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7" name="Google Shape;27;p13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1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100">
                <a:solidFill>
                  <a:srgbClr val="7F7F7F"/>
                </a:solidFill>
                <a:latin typeface="Calibri"/>
                <a:ea typeface="Calibri"/>
                <a:cs typeface="Calibri"/>
                <a:sym typeface="Calibri"/>
              </a:defRPr>
            </a:lvl1pPr>
            <a:lvl2pPr indent="0" lvl="1" marL="0" marR="0" algn="r">
              <a:spcBef>
                <a:spcPts val="0"/>
              </a:spcBef>
              <a:buNone/>
              <a:defRPr sz="1100">
                <a:solidFill>
                  <a:srgbClr val="7F7F7F"/>
                </a:solidFill>
                <a:latin typeface="Calibri"/>
                <a:ea typeface="Calibri"/>
                <a:cs typeface="Calibri"/>
                <a:sym typeface="Calibri"/>
              </a:defRPr>
            </a:lvl2pPr>
            <a:lvl3pPr indent="0" lvl="2" marL="0" marR="0" algn="r">
              <a:spcBef>
                <a:spcPts val="0"/>
              </a:spcBef>
              <a:buNone/>
              <a:defRPr sz="1100">
                <a:solidFill>
                  <a:srgbClr val="7F7F7F"/>
                </a:solidFill>
                <a:latin typeface="Calibri"/>
                <a:ea typeface="Calibri"/>
                <a:cs typeface="Calibri"/>
                <a:sym typeface="Calibri"/>
              </a:defRPr>
            </a:lvl3pPr>
            <a:lvl4pPr indent="0" lvl="3" marL="0" marR="0" algn="r">
              <a:spcBef>
                <a:spcPts val="0"/>
              </a:spcBef>
              <a:buNone/>
              <a:defRPr sz="1100">
                <a:solidFill>
                  <a:srgbClr val="7F7F7F"/>
                </a:solidFill>
                <a:latin typeface="Calibri"/>
                <a:ea typeface="Calibri"/>
                <a:cs typeface="Calibri"/>
                <a:sym typeface="Calibri"/>
              </a:defRPr>
            </a:lvl4pPr>
            <a:lvl5pPr indent="0" lvl="4" marL="0" marR="0" algn="r">
              <a:spcBef>
                <a:spcPts val="0"/>
              </a:spcBef>
              <a:buNone/>
              <a:defRPr sz="1100">
                <a:solidFill>
                  <a:srgbClr val="7F7F7F"/>
                </a:solidFill>
                <a:latin typeface="Calibri"/>
                <a:ea typeface="Calibri"/>
                <a:cs typeface="Calibri"/>
                <a:sym typeface="Calibri"/>
              </a:defRPr>
            </a:lvl5pPr>
            <a:lvl6pPr indent="0" lvl="5" marL="0" marR="0" algn="r">
              <a:spcBef>
                <a:spcPts val="0"/>
              </a:spcBef>
              <a:buNone/>
              <a:defRPr sz="1100">
                <a:solidFill>
                  <a:srgbClr val="7F7F7F"/>
                </a:solidFill>
                <a:latin typeface="Calibri"/>
                <a:ea typeface="Calibri"/>
                <a:cs typeface="Calibri"/>
                <a:sym typeface="Calibri"/>
              </a:defRPr>
            </a:lvl6pPr>
            <a:lvl7pPr indent="0" lvl="6" marL="0" marR="0" algn="r">
              <a:spcBef>
                <a:spcPts val="0"/>
              </a:spcBef>
              <a:buNone/>
              <a:defRPr sz="1100">
                <a:solidFill>
                  <a:srgbClr val="7F7F7F"/>
                </a:solidFill>
                <a:latin typeface="Calibri"/>
                <a:ea typeface="Calibri"/>
                <a:cs typeface="Calibri"/>
                <a:sym typeface="Calibri"/>
              </a:defRPr>
            </a:lvl7pPr>
            <a:lvl8pPr indent="0" lvl="7" marL="0" marR="0" algn="r">
              <a:spcBef>
                <a:spcPts val="0"/>
              </a:spcBef>
              <a:buNone/>
              <a:defRPr sz="1100">
                <a:solidFill>
                  <a:srgbClr val="7F7F7F"/>
                </a:solidFill>
                <a:latin typeface="Calibri"/>
                <a:ea typeface="Calibri"/>
                <a:cs typeface="Calibri"/>
                <a:sym typeface="Calibri"/>
              </a:defRPr>
            </a:lvl8pPr>
            <a:lvl9pPr indent="0" lvl="8" marL="0" marR="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9" name="Shape 29"/>
        <p:cNvGrpSpPr/>
        <p:nvPr/>
      </p:nvGrpSpPr>
      <p:grpSpPr>
        <a:xfrm>
          <a:off x="0" y="0"/>
          <a:ext cx="0" cy="0"/>
          <a:chOff x="0" y="0"/>
          <a:chExt cx="0" cy="0"/>
        </a:xfrm>
      </p:grpSpPr>
      <p:sp>
        <p:nvSpPr>
          <p:cNvPr id="30" name="Google Shape;30;p13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34"/>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SzPts val="2400"/>
              <a:buNone/>
              <a:defRPr b="1" sz="2400"/>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2" name="Google Shape;32;p134"/>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SzPts val="2400"/>
              <a:buChar char="▪"/>
              <a:defRPr sz="2400"/>
            </a:lvl1pPr>
            <a:lvl2pPr indent="-355600" lvl="1" marL="914400" algn="l">
              <a:lnSpc>
                <a:spcPct val="90000"/>
              </a:lnSpc>
              <a:spcBef>
                <a:spcPts val="500"/>
              </a:spcBef>
              <a:spcAft>
                <a:spcPts val="0"/>
              </a:spcAft>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30200" lvl="5" marL="2743200" algn="l">
              <a:lnSpc>
                <a:spcPct val="90000"/>
              </a:lnSpc>
              <a:spcBef>
                <a:spcPts val="500"/>
              </a:spcBef>
              <a:spcAft>
                <a:spcPts val="0"/>
              </a:spcAft>
              <a:buClr>
                <a:schemeClr val="dk1"/>
              </a:buClr>
              <a:buSzPts val="1600"/>
              <a:buChar char="•"/>
              <a:defRPr sz="1600"/>
            </a:lvl6pPr>
            <a:lvl7pPr indent="-330200" lvl="6" marL="3200400" algn="l">
              <a:lnSpc>
                <a:spcPct val="90000"/>
              </a:lnSpc>
              <a:spcBef>
                <a:spcPts val="500"/>
              </a:spcBef>
              <a:spcAft>
                <a:spcPts val="0"/>
              </a:spcAft>
              <a:buClr>
                <a:schemeClr val="dk1"/>
              </a:buClr>
              <a:buSzPts val="1600"/>
              <a:buChar char="•"/>
              <a:defRPr sz="1600"/>
            </a:lvl7pPr>
            <a:lvl8pPr indent="-330200" lvl="7" marL="3657600" algn="l">
              <a:lnSpc>
                <a:spcPct val="90000"/>
              </a:lnSpc>
              <a:spcBef>
                <a:spcPts val="500"/>
              </a:spcBef>
              <a:spcAft>
                <a:spcPts val="0"/>
              </a:spcAft>
              <a:buClr>
                <a:schemeClr val="dk1"/>
              </a:buClr>
              <a:buSzPts val="1600"/>
              <a:buChar char="•"/>
              <a:defRPr sz="1600"/>
            </a:lvl8pPr>
            <a:lvl9pPr indent="-330200" lvl="8" marL="4114800" algn="l">
              <a:lnSpc>
                <a:spcPct val="90000"/>
              </a:lnSpc>
              <a:spcBef>
                <a:spcPts val="500"/>
              </a:spcBef>
              <a:spcAft>
                <a:spcPts val="0"/>
              </a:spcAft>
              <a:buClr>
                <a:schemeClr val="dk1"/>
              </a:buClr>
              <a:buSzPts val="1600"/>
              <a:buChar char="•"/>
              <a:defRPr sz="1600"/>
            </a:lvl9pPr>
          </a:lstStyle>
          <a:p/>
        </p:txBody>
      </p:sp>
      <p:sp>
        <p:nvSpPr>
          <p:cNvPr id="33" name="Google Shape;33;p134"/>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SzPts val="2400"/>
              <a:buNone/>
              <a:defRPr b="1" sz="2400"/>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 name="Google Shape;34;p134"/>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SzPts val="2400"/>
              <a:buChar char="▪"/>
              <a:defRPr sz="2400"/>
            </a:lvl1pPr>
            <a:lvl2pPr indent="-355600" lvl="1" marL="914400" algn="l">
              <a:lnSpc>
                <a:spcPct val="90000"/>
              </a:lnSpc>
              <a:spcBef>
                <a:spcPts val="500"/>
              </a:spcBef>
              <a:spcAft>
                <a:spcPts val="0"/>
              </a:spcAft>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30200" lvl="5" marL="2743200" algn="l">
              <a:lnSpc>
                <a:spcPct val="90000"/>
              </a:lnSpc>
              <a:spcBef>
                <a:spcPts val="500"/>
              </a:spcBef>
              <a:spcAft>
                <a:spcPts val="0"/>
              </a:spcAft>
              <a:buClr>
                <a:schemeClr val="dk1"/>
              </a:buClr>
              <a:buSzPts val="1600"/>
              <a:buChar char="•"/>
              <a:defRPr sz="1600"/>
            </a:lvl6pPr>
            <a:lvl7pPr indent="-330200" lvl="6" marL="3200400" algn="l">
              <a:lnSpc>
                <a:spcPct val="90000"/>
              </a:lnSpc>
              <a:spcBef>
                <a:spcPts val="500"/>
              </a:spcBef>
              <a:spcAft>
                <a:spcPts val="0"/>
              </a:spcAft>
              <a:buClr>
                <a:schemeClr val="dk1"/>
              </a:buClr>
              <a:buSzPts val="1600"/>
              <a:buChar char="•"/>
              <a:defRPr sz="1600"/>
            </a:lvl7pPr>
            <a:lvl8pPr indent="-330200" lvl="7" marL="3657600" algn="l">
              <a:lnSpc>
                <a:spcPct val="90000"/>
              </a:lnSpc>
              <a:spcBef>
                <a:spcPts val="500"/>
              </a:spcBef>
              <a:spcAft>
                <a:spcPts val="0"/>
              </a:spcAft>
              <a:buClr>
                <a:schemeClr val="dk1"/>
              </a:buClr>
              <a:buSzPts val="1600"/>
              <a:buChar char="•"/>
              <a:defRPr sz="1600"/>
            </a:lvl8pPr>
            <a:lvl9pPr indent="-330200" lvl="8" marL="4114800" algn="l">
              <a:lnSpc>
                <a:spcPct val="90000"/>
              </a:lnSpc>
              <a:spcBef>
                <a:spcPts val="500"/>
              </a:spcBef>
              <a:spcAft>
                <a:spcPts val="0"/>
              </a:spcAft>
              <a:buClr>
                <a:schemeClr val="dk1"/>
              </a:buClr>
              <a:buSzPts val="1600"/>
              <a:buChar char="•"/>
              <a:defRPr sz="1600"/>
            </a:lvl9pPr>
          </a:lstStyle>
          <a:p/>
        </p:txBody>
      </p:sp>
      <p:sp>
        <p:nvSpPr>
          <p:cNvPr id="35" name="Google Shape;35;p13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 name="Google Shape;36;p13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1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100">
                <a:solidFill>
                  <a:srgbClr val="7F7F7F"/>
                </a:solidFill>
                <a:latin typeface="Calibri"/>
                <a:ea typeface="Calibri"/>
                <a:cs typeface="Calibri"/>
                <a:sym typeface="Calibri"/>
              </a:defRPr>
            </a:lvl1pPr>
            <a:lvl2pPr indent="0" lvl="1" marL="0" marR="0" algn="r">
              <a:spcBef>
                <a:spcPts val="0"/>
              </a:spcBef>
              <a:buNone/>
              <a:defRPr sz="1100">
                <a:solidFill>
                  <a:srgbClr val="7F7F7F"/>
                </a:solidFill>
                <a:latin typeface="Calibri"/>
                <a:ea typeface="Calibri"/>
                <a:cs typeface="Calibri"/>
                <a:sym typeface="Calibri"/>
              </a:defRPr>
            </a:lvl2pPr>
            <a:lvl3pPr indent="0" lvl="2" marL="0" marR="0" algn="r">
              <a:spcBef>
                <a:spcPts val="0"/>
              </a:spcBef>
              <a:buNone/>
              <a:defRPr sz="1100">
                <a:solidFill>
                  <a:srgbClr val="7F7F7F"/>
                </a:solidFill>
                <a:latin typeface="Calibri"/>
                <a:ea typeface="Calibri"/>
                <a:cs typeface="Calibri"/>
                <a:sym typeface="Calibri"/>
              </a:defRPr>
            </a:lvl3pPr>
            <a:lvl4pPr indent="0" lvl="3" marL="0" marR="0" algn="r">
              <a:spcBef>
                <a:spcPts val="0"/>
              </a:spcBef>
              <a:buNone/>
              <a:defRPr sz="1100">
                <a:solidFill>
                  <a:srgbClr val="7F7F7F"/>
                </a:solidFill>
                <a:latin typeface="Calibri"/>
                <a:ea typeface="Calibri"/>
                <a:cs typeface="Calibri"/>
                <a:sym typeface="Calibri"/>
              </a:defRPr>
            </a:lvl4pPr>
            <a:lvl5pPr indent="0" lvl="4" marL="0" marR="0" algn="r">
              <a:spcBef>
                <a:spcPts val="0"/>
              </a:spcBef>
              <a:buNone/>
              <a:defRPr sz="1100">
                <a:solidFill>
                  <a:srgbClr val="7F7F7F"/>
                </a:solidFill>
                <a:latin typeface="Calibri"/>
                <a:ea typeface="Calibri"/>
                <a:cs typeface="Calibri"/>
                <a:sym typeface="Calibri"/>
              </a:defRPr>
            </a:lvl5pPr>
            <a:lvl6pPr indent="0" lvl="5" marL="0" marR="0" algn="r">
              <a:spcBef>
                <a:spcPts val="0"/>
              </a:spcBef>
              <a:buNone/>
              <a:defRPr sz="1100">
                <a:solidFill>
                  <a:srgbClr val="7F7F7F"/>
                </a:solidFill>
                <a:latin typeface="Calibri"/>
                <a:ea typeface="Calibri"/>
                <a:cs typeface="Calibri"/>
                <a:sym typeface="Calibri"/>
              </a:defRPr>
            </a:lvl6pPr>
            <a:lvl7pPr indent="0" lvl="6" marL="0" marR="0" algn="r">
              <a:spcBef>
                <a:spcPts val="0"/>
              </a:spcBef>
              <a:buNone/>
              <a:defRPr sz="1100">
                <a:solidFill>
                  <a:srgbClr val="7F7F7F"/>
                </a:solidFill>
                <a:latin typeface="Calibri"/>
                <a:ea typeface="Calibri"/>
                <a:cs typeface="Calibri"/>
                <a:sym typeface="Calibri"/>
              </a:defRPr>
            </a:lvl7pPr>
            <a:lvl8pPr indent="0" lvl="7" marL="0" marR="0" algn="r">
              <a:spcBef>
                <a:spcPts val="0"/>
              </a:spcBef>
              <a:buNone/>
              <a:defRPr sz="1100">
                <a:solidFill>
                  <a:srgbClr val="7F7F7F"/>
                </a:solidFill>
                <a:latin typeface="Calibri"/>
                <a:ea typeface="Calibri"/>
                <a:cs typeface="Calibri"/>
                <a:sym typeface="Calibri"/>
              </a:defRPr>
            </a:lvl8pPr>
            <a:lvl9pPr indent="0" lvl="8" marL="0" marR="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8" name="Shape 38"/>
        <p:cNvGrpSpPr/>
        <p:nvPr/>
      </p:nvGrpSpPr>
      <p:grpSpPr>
        <a:xfrm>
          <a:off x="0" y="0"/>
          <a:ext cx="0" cy="0"/>
          <a:chOff x="0" y="0"/>
          <a:chExt cx="0" cy="0"/>
        </a:xfrm>
      </p:grpSpPr>
      <p:sp>
        <p:nvSpPr>
          <p:cNvPr id="39" name="Google Shape;39;p13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3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1" name="Google Shape;41;p1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2.png"/></Relationships>
</file>

<file path=ppt/slides/_rels/slide4.xml.rels><?xml version="1.0" encoding="UTF-8" standalone="yes"?><Relationships xmlns="http://schemas.openxmlformats.org/package/2006/relationships"><Relationship Id="rId20" Type="http://schemas.openxmlformats.org/officeDocument/2006/relationships/image" Target="../media/image31.png"/><Relationship Id="rId11" Type="http://schemas.openxmlformats.org/officeDocument/2006/relationships/image" Target="../media/image4.png"/><Relationship Id="rId22" Type="http://schemas.openxmlformats.org/officeDocument/2006/relationships/image" Target="../media/image20.png"/><Relationship Id="rId10" Type="http://schemas.openxmlformats.org/officeDocument/2006/relationships/image" Target="../media/image26.png"/><Relationship Id="rId21" Type="http://schemas.openxmlformats.org/officeDocument/2006/relationships/image" Target="../media/image17.png"/><Relationship Id="rId13" Type="http://schemas.openxmlformats.org/officeDocument/2006/relationships/image" Target="../media/image12.png"/><Relationship Id="rId24" Type="http://schemas.openxmlformats.org/officeDocument/2006/relationships/image" Target="../media/image28.png"/><Relationship Id="rId12" Type="http://schemas.openxmlformats.org/officeDocument/2006/relationships/image" Target="../media/image36.png"/><Relationship Id="rId23" Type="http://schemas.openxmlformats.org/officeDocument/2006/relationships/image" Target="../media/image40.png"/><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3.png"/><Relationship Id="rId4" Type="http://schemas.openxmlformats.org/officeDocument/2006/relationships/image" Target="../media/image10.png"/><Relationship Id="rId9" Type="http://schemas.openxmlformats.org/officeDocument/2006/relationships/image" Target="../media/image14.png"/><Relationship Id="rId15" Type="http://schemas.openxmlformats.org/officeDocument/2006/relationships/image" Target="../media/image16.png"/><Relationship Id="rId14" Type="http://schemas.openxmlformats.org/officeDocument/2006/relationships/image" Target="../media/image25.png"/><Relationship Id="rId17" Type="http://schemas.openxmlformats.org/officeDocument/2006/relationships/image" Target="../media/image2.png"/><Relationship Id="rId16" Type="http://schemas.openxmlformats.org/officeDocument/2006/relationships/image" Target="../media/image5.png"/><Relationship Id="rId5" Type="http://schemas.openxmlformats.org/officeDocument/2006/relationships/image" Target="../media/image1.png"/><Relationship Id="rId19" Type="http://schemas.openxmlformats.org/officeDocument/2006/relationships/image" Target="../media/image21.png"/><Relationship Id="rId6" Type="http://schemas.openxmlformats.org/officeDocument/2006/relationships/image" Target="../media/image3.jpg"/><Relationship Id="rId18" Type="http://schemas.openxmlformats.org/officeDocument/2006/relationships/image" Target="../media/image9.png"/><Relationship Id="rId7" Type="http://schemas.openxmlformats.org/officeDocument/2006/relationships/image" Target="../media/image18.png"/><Relationship Id="rId8" Type="http://schemas.openxmlformats.org/officeDocument/2006/relationships/image" Target="../media/image19.png"/></Relationships>
</file>

<file path=ppt/slides/_rels/slide5.xml.rels><?xml version="1.0" encoding="UTF-8" standalone="yes"?><Relationships xmlns="http://schemas.openxmlformats.org/package/2006/relationships"><Relationship Id="rId20" Type="http://schemas.openxmlformats.org/officeDocument/2006/relationships/image" Target="../media/image18.png"/><Relationship Id="rId11" Type="http://schemas.openxmlformats.org/officeDocument/2006/relationships/image" Target="../media/image5.png"/><Relationship Id="rId22" Type="http://schemas.openxmlformats.org/officeDocument/2006/relationships/image" Target="../media/image14.png"/><Relationship Id="rId10" Type="http://schemas.openxmlformats.org/officeDocument/2006/relationships/image" Target="../media/image17.png"/><Relationship Id="rId21" Type="http://schemas.openxmlformats.org/officeDocument/2006/relationships/image" Target="../media/image19.png"/><Relationship Id="rId13" Type="http://schemas.openxmlformats.org/officeDocument/2006/relationships/image" Target="../media/image12.png"/><Relationship Id="rId12" Type="http://schemas.openxmlformats.org/officeDocument/2006/relationships/image" Target="../media/image9.png"/><Relationship Id="rId23" Type="http://schemas.openxmlformats.org/officeDocument/2006/relationships/image" Target="../media/image10.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1.png"/><Relationship Id="rId9" Type="http://schemas.openxmlformats.org/officeDocument/2006/relationships/image" Target="../media/image31.png"/><Relationship Id="rId15" Type="http://schemas.openxmlformats.org/officeDocument/2006/relationships/image" Target="../media/image40.png"/><Relationship Id="rId14" Type="http://schemas.openxmlformats.org/officeDocument/2006/relationships/image" Target="../media/image20.png"/><Relationship Id="rId17" Type="http://schemas.openxmlformats.org/officeDocument/2006/relationships/image" Target="../media/image36.png"/><Relationship Id="rId16" Type="http://schemas.openxmlformats.org/officeDocument/2006/relationships/image" Target="../media/image28.png"/><Relationship Id="rId5" Type="http://schemas.openxmlformats.org/officeDocument/2006/relationships/image" Target="../media/image43.png"/><Relationship Id="rId19" Type="http://schemas.openxmlformats.org/officeDocument/2006/relationships/image" Target="../media/image16.png"/><Relationship Id="rId6" Type="http://schemas.openxmlformats.org/officeDocument/2006/relationships/image" Target="../media/image26.png"/><Relationship Id="rId18" Type="http://schemas.openxmlformats.org/officeDocument/2006/relationships/image" Target="../media/image25.png"/><Relationship Id="rId7" Type="http://schemas.openxmlformats.org/officeDocument/2006/relationships/image" Target="../media/image4.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20" Type="http://schemas.openxmlformats.org/officeDocument/2006/relationships/image" Target="../media/image18.png"/><Relationship Id="rId11" Type="http://schemas.openxmlformats.org/officeDocument/2006/relationships/image" Target="../media/image5.png"/><Relationship Id="rId22" Type="http://schemas.openxmlformats.org/officeDocument/2006/relationships/image" Target="../media/image14.png"/><Relationship Id="rId10" Type="http://schemas.openxmlformats.org/officeDocument/2006/relationships/image" Target="../media/image17.png"/><Relationship Id="rId21" Type="http://schemas.openxmlformats.org/officeDocument/2006/relationships/image" Target="../media/image19.png"/><Relationship Id="rId13" Type="http://schemas.openxmlformats.org/officeDocument/2006/relationships/image" Target="../media/image12.png"/><Relationship Id="rId12" Type="http://schemas.openxmlformats.org/officeDocument/2006/relationships/image" Target="../media/image9.png"/><Relationship Id="rId23" Type="http://schemas.openxmlformats.org/officeDocument/2006/relationships/image" Target="../media/image10.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1.png"/><Relationship Id="rId9" Type="http://schemas.openxmlformats.org/officeDocument/2006/relationships/image" Target="../media/image31.png"/><Relationship Id="rId15" Type="http://schemas.openxmlformats.org/officeDocument/2006/relationships/image" Target="../media/image40.png"/><Relationship Id="rId14" Type="http://schemas.openxmlformats.org/officeDocument/2006/relationships/image" Target="../media/image20.png"/><Relationship Id="rId17" Type="http://schemas.openxmlformats.org/officeDocument/2006/relationships/image" Target="../media/image36.png"/><Relationship Id="rId16" Type="http://schemas.openxmlformats.org/officeDocument/2006/relationships/image" Target="../media/image28.png"/><Relationship Id="rId5" Type="http://schemas.openxmlformats.org/officeDocument/2006/relationships/image" Target="../media/image43.png"/><Relationship Id="rId19" Type="http://schemas.openxmlformats.org/officeDocument/2006/relationships/image" Target="../media/image16.png"/><Relationship Id="rId6" Type="http://schemas.openxmlformats.org/officeDocument/2006/relationships/image" Target="../media/image26.png"/><Relationship Id="rId18" Type="http://schemas.openxmlformats.org/officeDocument/2006/relationships/image" Target="../media/image25.png"/><Relationship Id="rId7" Type="http://schemas.openxmlformats.org/officeDocument/2006/relationships/image" Target="../media/image4.png"/><Relationship Id="rId8"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8.png"/><Relationship Id="rId4" Type="http://schemas.openxmlformats.org/officeDocument/2006/relationships/image" Target="../media/image66.png"/></Relationships>
</file>

<file path=ppt/slides/_rels/slide8.xml.rels><?xml version="1.0" encoding="UTF-8" standalone="yes"?><Relationships xmlns="http://schemas.openxmlformats.org/package/2006/relationships"><Relationship Id="rId11" Type="http://schemas.openxmlformats.org/officeDocument/2006/relationships/image" Target="../media/image57.png"/><Relationship Id="rId10" Type="http://schemas.openxmlformats.org/officeDocument/2006/relationships/image" Target="../media/image69.png"/><Relationship Id="rId13" Type="http://schemas.openxmlformats.org/officeDocument/2006/relationships/image" Target="../media/image68.png"/><Relationship Id="rId12" Type="http://schemas.openxmlformats.org/officeDocument/2006/relationships/image" Target="../media/image54.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mlDrawing" Target="../drawings/vmlDrawing1.vml"/><Relationship Id="rId4" Type="http://schemas.openxmlformats.org/officeDocument/2006/relationships/image" Target="../media/image47.jpg"/><Relationship Id="rId9" Type="http://schemas.openxmlformats.org/officeDocument/2006/relationships/image" Target="../media/image70.png"/><Relationship Id="rId15" Type="http://schemas.openxmlformats.org/officeDocument/2006/relationships/image" Target="../media/image50.jpg"/><Relationship Id="rId14" Type="http://schemas.openxmlformats.org/officeDocument/2006/relationships/image" Target="../media/image60.png"/><Relationship Id="rId17" Type="http://schemas.openxmlformats.org/officeDocument/2006/relationships/image" Target="../media/image62.png"/><Relationship Id="rId16" Type="http://schemas.openxmlformats.org/officeDocument/2006/relationships/image" Target="../media/image51.jpg"/><Relationship Id="rId5" Type="http://schemas.openxmlformats.org/officeDocument/2006/relationships/image" Target="../media/image67.png"/><Relationship Id="rId6" Type="http://schemas.openxmlformats.org/officeDocument/2006/relationships/image" Target="../media/image74.jpg"/><Relationship Id="rId18" Type="http://schemas.openxmlformats.org/officeDocument/2006/relationships/image" Target="../media/image49.png"/><Relationship Id="rId7" Type="http://schemas.openxmlformats.org/officeDocument/2006/relationships/oleObject" Target="../embeddings/oleObject1.bin"/><Relationship Id="rId8"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3.png"/><Relationship Id="rId4" Type="http://schemas.openxmlformats.org/officeDocument/2006/relationships/image" Target="../media/image56.png"/><Relationship Id="rId5" Type="http://schemas.openxmlformats.org/officeDocument/2006/relationships/image" Target="../media/image6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80.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4.jpg"/></Relationships>
</file>

<file path=ppt/slides/_rels/slide13.xml.rels><?xml version="1.0" encoding="UTF-8" standalone="yes"?><Relationships xmlns="http://schemas.openxmlformats.org/package/2006/relationships"><Relationship Id="rId20" Type="http://schemas.openxmlformats.org/officeDocument/2006/relationships/image" Target="../media/image16.png"/><Relationship Id="rId11" Type="http://schemas.openxmlformats.org/officeDocument/2006/relationships/image" Target="../media/image17.png"/><Relationship Id="rId22" Type="http://schemas.openxmlformats.org/officeDocument/2006/relationships/image" Target="../media/image19.png"/><Relationship Id="rId10" Type="http://schemas.openxmlformats.org/officeDocument/2006/relationships/image" Target="../media/image31.png"/><Relationship Id="rId21" Type="http://schemas.openxmlformats.org/officeDocument/2006/relationships/image" Target="../media/image18.png"/><Relationship Id="rId13" Type="http://schemas.openxmlformats.org/officeDocument/2006/relationships/image" Target="../media/image9.png"/><Relationship Id="rId12" Type="http://schemas.openxmlformats.org/officeDocument/2006/relationships/image" Target="../media/image5.png"/><Relationship Id="rId23" Type="http://schemas.openxmlformats.org/officeDocument/2006/relationships/image" Target="../media/image14.png"/><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1.png"/><Relationship Id="rId9" Type="http://schemas.openxmlformats.org/officeDocument/2006/relationships/image" Target="../media/image2.png"/><Relationship Id="rId15" Type="http://schemas.openxmlformats.org/officeDocument/2006/relationships/image" Target="../media/image20.png"/><Relationship Id="rId14" Type="http://schemas.openxmlformats.org/officeDocument/2006/relationships/image" Target="../media/image12.png"/><Relationship Id="rId17" Type="http://schemas.openxmlformats.org/officeDocument/2006/relationships/image" Target="../media/image28.png"/><Relationship Id="rId16" Type="http://schemas.openxmlformats.org/officeDocument/2006/relationships/image" Target="../media/image40.png"/><Relationship Id="rId5" Type="http://schemas.openxmlformats.org/officeDocument/2006/relationships/image" Target="../media/image43.png"/><Relationship Id="rId19" Type="http://schemas.openxmlformats.org/officeDocument/2006/relationships/image" Target="../media/image25.png"/><Relationship Id="rId6" Type="http://schemas.openxmlformats.org/officeDocument/2006/relationships/image" Target="../media/image10.png"/><Relationship Id="rId18" Type="http://schemas.openxmlformats.org/officeDocument/2006/relationships/image" Target="../media/image36.png"/><Relationship Id="rId7" Type="http://schemas.openxmlformats.org/officeDocument/2006/relationships/image" Target="../media/image26.png"/><Relationship Id="rId8" Type="http://schemas.openxmlformats.org/officeDocument/2006/relationships/image" Target="../media/image4.png"/></Relationships>
</file>

<file path=ppt/slides/_rels/slide14.xml.rels><?xml version="1.0" encoding="UTF-8" standalone="yes"?><Relationships xmlns="http://schemas.openxmlformats.org/package/2006/relationships"><Relationship Id="rId20" Type="http://schemas.openxmlformats.org/officeDocument/2006/relationships/image" Target="../media/image12.png"/><Relationship Id="rId11" Type="http://schemas.openxmlformats.org/officeDocument/2006/relationships/image" Target="../media/image36.png"/><Relationship Id="rId22" Type="http://schemas.openxmlformats.org/officeDocument/2006/relationships/image" Target="../media/image1.png"/><Relationship Id="rId10" Type="http://schemas.openxmlformats.org/officeDocument/2006/relationships/image" Target="../media/image28.png"/><Relationship Id="rId21" Type="http://schemas.openxmlformats.org/officeDocument/2006/relationships/image" Target="../media/image25.png"/><Relationship Id="rId13" Type="http://schemas.openxmlformats.org/officeDocument/2006/relationships/image" Target="../media/image19.png"/><Relationship Id="rId12" Type="http://schemas.openxmlformats.org/officeDocument/2006/relationships/image" Target="../media/image16.png"/><Relationship Id="rId23"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31.png"/><Relationship Id="rId9" Type="http://schemas.openxmlformats.org/officeDocument/2006/relationships/image" Target="../media/image40.png"/><Relationship Id="rId15" Type="http://schemas.openxmlformats.org/officeDocument/2006/relationships/image" Target="../media/image43.png"/><Relationship Id="rId14" Type="http://schemas.openxmlformats.org/officeDocument/2006/relationships/image" Target="../media/image14.png"/><Relationship Id="rId17" Type="http://schemas.openxmlformats.org/officeDocument/2006/relationships/image" Target="../media/image2.png"/><Relationship Id="rId16" Type="http://schemas.openxmlformats.org/officeDocument/2006/relationships/image" Target="../media/image4.png"/><Relationship Id="rId5" Type="http://schemas.openxmlformats.org/officeDocument/2006/relationships/image" Target="../media/image17.png"/><Relationship Id="rId19" Type="http://schemas.openxmlformats.org/officeDocument/2006/relationships/image" Target="../media/image21.png"/><Relationship Id="rId6" Type="http://schemas.openxmlformats.org/officeDocument/2006/relationships/image" Target="../media/image5.png"/><Relationship Id="rId18" Type="http://schemas.openxmlformats.org/officeDocument/2006/relationships/image" Target="../media/image10.png"/><Relationship Id="rId7" Type="http://schemas.openxmlformats.org/officeDocument/2006/relationships/image" Target="../media/image9.png"/><Relationship Id="rId8" Type="http://schemas.openxmlformats.org/officeDocument/2006/relationships/image" Target="../media/image20.png"/></Relationships>
</file>

<file path=ppt/slides/_rels/slide15.xml.rels><?xml version="1.0" encoding="UTF-8" standalone="yes"?><Relationships xmlns="http://schemas.openxmlformats.org/package/2006/relationships"><Relationship Id="rId20" Type="http://schemas.openxmlformats.org/officeDocument/2006/relationships/image" Target="../media/image12.png"/><Relationship Id="rId11" Type="http://schemas.openxmlformats.org/officeDocument/2006/relationships/image" Target="../media/image36.png"/><Relationship Id="rId22" Type="http://schemas.openxmlformats.org/officeDocument/2006/relationships/image" Target="../media/image1.png"/><Relationship Id="rId10" Type="http://schemas.openxmlformats.org/officeDocument/2006/relationships/image" Target="../media/image28.png"/><Relationship Id="rId21" Type="http://schemas.openxmlformats.org/officeDocument/2006/relationships/image" Target="../media/image25.png"/><Relationship Id="rId13" Type="http://schemas.openxmlformats.org/officeDocument/2006/relationships/image" Target="../media/image19.png"/><Relationship Id="rId12" Type="http://schemas.openxmlformats.org/officeDocument/2006/relationships/image" Target="../media/image16.png"/><Relationship Id="rId23"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31.png"/><Relationship Id="rId9" Type="http://schemas.openxmlformats.org/officeDocument/2006/relationships/image" Target="../media/image40.png"/><Relationship Id="rId15" Type="http://schemas.openxmlformats.org/officeDocument/2006/relationships/image" Target="../media/image43.png"/><Relationship Id="rId14" Type="http://schemas.openxmlformats.org/officeDocument/2006/relationships/image" Target="../media/image14.png"/><Relationship Id="rId17" Type="http://schemas.openxmlformats.org/officeDocument/2006/relationships/image" Target="../media/image2.png"/><Relationship Id="rId16" Type="http://schemas.openxmlformats.org/officeDocument/2006/relationships/image" Target="../media/image4.png"/><Relationship Id="rId5" Type="http://schemas.openxmlformats.org/officeDocument/2006/relationships/image" Target="../media/image17.png"/><Relationship Id="rId19" Type="http://schemas.openxmlformats.org/officeDocument/2006/relationships/image" Target="../media/image21.png"/><Relationship Id="rId6" Type="http://schemas.openxmlformats.org/officeDocument/2006/relationships/image" Target="../media/image5.png"/><Relationship Id="rId18" Type="http://schemas.openxmlformats.org/officeDocument/2006/relationships/image" Target="../media/image10.png"/><Relationship Id="rId7" Type="http://schemas.openxmlformats.org/officeDocument/2006/relationships/image" Target="../media/image9.png"/><Relationship Id="rId8"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48.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6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78.png"/></Relationships>
</file>

<file path=ppt/slides/_rels/slide19.xml.rels><?xml version="1.0" encoding="UTF-8" standalone="yes"?><Relationships xmlns="http://schemas.openxmlformats.org/package/2006/relationships"><Relationship Id="rId20" Type="http://schemas.openxmlformats.org/officeDocument/2006/relationships/image" Target="../media/image12.png"/><Relationship Id="rId11" Type="http://schemas.openxmlformats.org/officeDocument/2006/relationships/image" Target="../media/image36.png"/><Relationship Id="rId22" Type="http://schemas.openxmlformats.org/officeDocument/2006/relationships/image" Target="../media/image1.png"/><Relationship Id="rId10" Type="http://schemas.openxmlformats.org/officeDocument/2006/relationships/image" Target="../media/image28.png"/><Relationship Id="rId21" Type="http://schemas.openxmlformats.org/officeDocument/2006/relationships/image" Target="../media/image25.png"/><Relationship Id="rId13" Type="http://schemas.openxmlformats.org/officeDocument/2006/relationships/image" Target="../media/image19.png"/><Relationship Id="rId12" Type="http://schemas.openxmlformats.org/officeDocument/2006/relationships/image" Target="../media/image16.png"/><Relationship Id="rId23"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31.png"/><Relationship Id="rId9" Type="http://schemas.openxmlformats.org/officeDocument/2006/relationships/image" Target="../media/image40.png"/><Relationship Id="rId15" Type="http://schemas.openxmlformats.org/officeDocument/2006/relationships/image" Target="../media/image43.png"/><Relationship Id="rId14" Type="http://schemas.openxmlformats.org/officeDocument/2006/relationships/image" Target="../media/image14.png"/><Relationship Id="rId17" Type="http://schemas.openxmlformats.org/officeDocument/2006/relationships/image" Target="../media/image2.png"/><Relationship Id="rId16" Type="http://schemas.openxmlformats.org/officeDocument/2006/relationships/image" Target="../media/image4.png"/><Relationship Id="rId5" Type="http://schemas.openxmlformats.org/officeDocument/2006/relationships/image" Target="../media/image17.png"/><Relationship Id="rId19" Type="http://schemas.openxmlformats.org/officeDocument/2006/relationships/image" Target="../media/image21.png"/><Relationship Id="rId6" Type="http://schemas.openxmlformats.org/officeDocument/2006/relationships/image" Target="../media/image5.png"/><Relationship Id="rId18" Type="http://schemas.openxmlformats.org/officeDocument/2006/relationships/image" Target="../media/image10.png"/><Relationship Id="rId7" Type="http://schemas.openxmlformats.org/officeDocument/2006/relationships/image" Target="../media/image9.png"/><Relationship Id="rId8"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72.png"/><Relationship Id="rId7" Type="http://schemas.openxmlformats.org/officeDocument/2006/relationships/image" Target="../media/image6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71.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8.png"/><Relationship Id="rId4" Type="http://schemas.openxmlformats.org/officeDocument/2006/relationships/image" Target="../media/image75.png"/><Relationship Id="rId5" Type="http://schemas.openxmlformats.org/officeDocument/2006/relationships/image" Target="../media/image86.png"/><Relationship Id="rId6" Type="http://schemas.openxmlformats.org/officeDocument/2006/relationships/image" Target="../media/image6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8.png"/><Relationship Id="rId4" Type="http://schemas.openxmlformats.org/officeDocument/2006/relationships/image" Target="../media/image75.png"/><Relationship Id="rId5" Type="http://schemas.openxmlformats.org/officeDocument/2006/relationships/image" Target="../media/image86.png"/><Relationship Id="rId6" Type="http://schemas.openxmlformats.org/officeDocument/2006/relationships/image" Target="../media/image6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96.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11" Type="http://schemas.openxmlformats.org/officeDocument/2006/relationships/image" Target="../media/image85.png"/><Relationship Id="rId10" Type="http://schemas.openxmlformats.org/officeDocument/2006/relationships/image" Target="../media/image116.png"/><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79.png"/><Relationship Id="rId9" Type="http://schemas.openxmlformats.org/officeDocument/2006/relationships/image" Target="../media/image63.png"/><Relationship Id="rId5" Type="http://schemas.openxmlformats.org/officeDocument/2006/relationships/image" Target="../media/image73.png"/><Relationship Id="rId6" Type="http://schemas.openxmlformats.org/officeDocument/2006/relationships/image" Target="../media/image95.png"/><Relationship Id="rId7" Type="http://schemas.openxmlformats.org/officeDocument/2006/relationships/image" Target="../media/image82.png"/><Relationship Id="rId8" Type="http://schemas.openxmlformats.org/officeDocument/2006/relationships/image" Target="../media/image90.png"/></Relationships>
</file>

<file path=ppt/slides/_rels/slide26.xml.rels><?xml version="1.0" encoding="UTF-8" standalone="yes"?><Relationships xmlns="http://schemas.openxmlformats.org/package/2006/relationships"><Relationship Id="rId11" Type="http://schemas.openxmlformats.org/officeDocument/2006/relationships/image" Target="../media/image87.png"/><Relationship Id="rId10" Type="http://schemas.openxmlformats.org/officeDocument/2006/relationships/image" Target="../media/image94.png"/><Relationship Id="rId13" Type="http://schemas.openxmlformats.org/officeDocument/2006/relationships/image" Target="../media/image100.png"/><Relationship Id="rId12" Type="http://schemas.openxmlformats.org/officeDocument/2006/relationships/image" Target="../media/image89.png"/><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79.png"/><Relationship Id="rId9" Type="http://schemas.openxmlformats.org/officeDocument/2006/relationships/image" Target="../media/image108.png"/><Relationship Id="rId14" Type="http://schemas.openxmlformats.org/officeDocument/2006/relationships/image" Target="../media/image63.png"/><Relationship Id="rId5" Type="http://schemas.openxmlformats.org/officeDocument/2006/relationships/image" Target="../media/image102.png"/><Relationship Id="rId6" Type="http://schemas.openxmlformats.org/officeDocument/2006/relationships/image" Target="../media/image81.png"/><Relationship Id="rId7" Type="http://schemas.openxmlformats.org/officeDocument/2006/relationships/image" Target="../media/image83.png"/><Relationship Id="rId8" Type="http://schemas.openxmlformats.org/officeDocument/2006/relationships/image" Target="../media/image9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99.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11" Type="http://schemas.openxmlformats.org/officeDocument/2006/relationships/image" Target="../media/image101.png"/><Relationship Id="rId10" Type="http://schemas.openxmlformats.org/officeDocument/2006/relationships/image" Target="../media/image105.png"/><Relationship Id="rId13" Type="http://schemas.openxmlformats.org/officeDocument/2006/relationships/image" Target="../media/image43.png"/><Relationship Id="rId12" Type="http://schemas.openxmlformats.org/officeDocument/2006/relationships/image" Target="../media/image92.png"/><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0.png"/><Relationship Id="rId4" Type="http://schemas.openxmlformats.org/officeDocument/2006/relationships/image" Target="../media/image79.png"/><Relationship Id="rId9" Type="http://schemas.openxmlformats.org/officeDocument/2006/relationships/image" Target="../media/image85.png"/><Relationship Id="rId15" Type="http://schemas.openxmlformats.org/officeDocument/2006/relationships/image" Target="../media/image111.png"/><Relationship Id="rId14" Type="http://schemas.openxmlformats.org/officeDocument/2006/relationships/image" Target="../media/image91.png"/><Relationship Id="rId16" Type="http://schemas.openxmlformats.org/officeDocument/2006/relationships/image" Target="../media/image106.png"/><Relationship Id="rId5" Type="http://schemas.openxmlformats.org/officeDocument/2006/relationships/image" Target="../media/image123.png"/><Relationship Id="rId6" Type="http://schemas.openxmlformats.org/officeDocument/2006/relationships/image" Target="../media/image114.png"/><Relationship Id="rId7" Type="http://schemas.openxmlformats.org/officeDocument/2006/relationships/image" Target="../media/image98.png"/><Relationship Id="rId8" Type="http://schemas.openxmlformats.org/officeDocument/2006/relationships/image" Target="../media/image116.png"/></Relationships>
</file>

<file path=ppt/slides/_rels/slide29.xml.rels><?xml version="1.0" encoding="UTF-8" standalone="yes"?><Relationships xmlns="http://schemas.openxmlformats.org/package/2006/relationships"><Relationship Id="rId20" Type="http://schemas.openxmlformats.org/officeDocument/2006/relationships/image" Target="../media/image134.png"/><Relationship Id="rId22" Type="http://schemas.openxmlformats.org/officeDocument/2006/relationships/image" Target="../media/image126.png"/><Relationship Id="rId21" Type="http://schemas.openxmlformats.org/officeDocument/2006/relationships/image" Target="../media/image117.png"/><Relationship Id="rId24" Type="http://schemas.openxmlformats.org/officeDocument/2006/relationships/image" Target="../media/image130.png"/><Relationship Id="rId23" Type="http://schemas.openxmlformats.org/officeDocument/2006/relationships/image" Target="../media/image132.png"/><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09.png"/><Relationship Id="rId4" Type="http://schemas.openxmlformats.org/officeDocument/2006/relationships/image" Target="../media/image121.png"/><Relationship Id="rId9" Type="http://schemas.openxmlformats.org/officeDocument/2006/relationships/image" Target="../media/image103.png"/><Relationship Id="rId26" Type="http://schemas.openxmlformats.org/officeDocument/2006/relationships/image" Target="../media/image127.png"/><Relationship Id="rId25" Type="http://schemas.openxmlformats.org/officeDocument/2006/relationships/image" Target="../media/image139.png"/><Relationship Id="rId28" Type="http://schemas.openxmlformats.org/officeDocument/2006/relationships/image" Target="../media/image141.png"/><Relationship Id="rId27" Type="http://schemas.openxmlformats.org/officeDocument/2006/relationships/image" Target="../media/image129.png"/><Relationship Id="rId5" Type="http://schemas.openxmlformats.org/officeDocument/2006/relationships/image" Target="../media/image115.png"/><Relationship Id="rId6" Type="http://schemas.openxmlformats.org/officeDocument/2006/relationships/image" Target="../media/image104.png"/><Relationship Id="rId29" Type="http://schemas.openxmlformats.org/officeDocument/2006/relationships/image" Target="../media/image146.png"/><Relationship Id="rId7" Type="http://schemas.openxmlformats.org/officeDocument/2006/relationships/image" Target="../media/image122.png"/><Relationship Id="rId8" Type="http://schemas.openxmlformats.org/officeDocument/2006/relationships/image" Target="../media/image118.png"/><Relationship Id="rId31" Type="http://schemas.openxmlformats.org/officeDocument/2006/relationships/image" Target="../media/image164.png"/><Relationship Id="rId30" Type="http://schemas.openxmlformats.org/officeDocument/2006/relationships/image" Target="../media/image128.png"/><Relationship Id="rId11" Type="http://schemas.openxmlformats.org/officeDocument/2006/relationships/image" Target="../media/image36.png"/><Relationship Id="rId10" Type="http://schemas.openxmlformats.org/officeDocument/2006/relationships/image" Target="../media/image119.png"/><Relationship Id="rId32" Type="http://schemas.openxmlformats.org/officeDocument/2006/relationships/image" Target="../media/image22.png"/><Relationship Id="rId13" Type="http://schemas.openxmlformats.org/officeDocument/2006/relationships/image" Target="../media/image124.png"/><Relationship Id="rId12" Type="http://schemas.openxmlformats.org/officeDocument/2006/relationships/image" Target="../media/image110.png"/><Relationship Id="rId15" Type="http://schemas.openxmlformats.org/officeDocument/2006/relationships/image" Target="../media/image131.png"/><Relationship Id="rId14" Type="http://schemas.openxmlformats.org/officeDocument/2006/relationships/image" Target="../media/image112.png"/><Relationship Id="rId17" Type="http://schemas.openxmlformats.org/officeDocument/2006/relationships/image" Target="../media/image43.png"/><Relationship Id="rId16" Type="http://schemas.openxmlformats.org/officeDocument/2006/relationships/image" Target="../media/image125.png"/><Relationship Id="rId19" Type="http://schemas.openxmlformats.org/officeDocument/2006/relationships/image" Target="../media/image120.png"/><Relationship Id="rId18" Type="http://schemas.openxmlformats.org/officeDocument/2006/relationships/image" Target="../media/image1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45.png"/><Relationship Id="rId4" Type="http://schemas.openxmlformats.org/officeDocument/2006/relationships/image" Target="../media/image1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68.png"/><Relationship Id="rId4" Type="http://schemas.openxmlformats.org/officeDocument/2006/relationships/image" Target="../media/image142.png"/><Relationship Id="rId5" Type="http://schemas.openxmlformats.org/officeDocument/2006/relationships/image" Target="../media/image14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38.jpg"/><Relationship Id="rId4" Type="http://schemas.openxmlformats.org/officeDocument/2006/relationships/image" Target="../media/image133.jpg"/><Relationship Id="rId5" Type="http://schemas.openxmlformats.org/officeDocument/2006/relationships/image" Target="../media/image14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43.png"/><Relationship Id="rId4" Type="http://schemas.openxmlformats.org/officeDocument/2006/relationships/image" Target="../media/image149.png"/><Relationship Id="rId5" Type="http://schemas.openxmlformats.org/officeDocument/2006/relationships/image" Target="../media/image147.png"/><Relationship Id="rId6" Type="http://schemas.openxmlformats.org/officeDocument/2006/relationships/image" Target="../media/image135.png"/><Relationship Id="rId7" Type="http://schemas.openxmlformats.org/officeDocument/2006/relationships/image" Target="../media/image1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4.jpg"/></Relationships>
</file>

<file path=ppt/slides/_rels/slide36.xml.rels><?xml version="1.0" encoding="UTF-8" standalone="yes"?><Relationships xmlns="http://schemas.openxmlformats.org/package/2006/relationships"><Relationship Id="rId20" Type="http://schemas.openxmlformats.org/officeDocument/2006/relationships/image" Target="../media/image12.png"/><Relationship Id="rId22" Type="http://schemas.openxmlformats.org/officeDocument/2006/relationships/image" Target="../media/image1.png"/><Relationship Id="rId21" Type="http://schemas.openxmlformats.org/officeDocument/2006/relationships/image" Target="../media/image25.png"/><Relationship Id="rId23"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6.png"/><Relationship Id="rId4" Type="http://schemas.openxmlformats.org/officeDocument/2006/relationships/image" Target="../media/image31.png"/><Relationship Id="rId9" Type="http://schemas.openxmlformats.org/officeDocument/2006/relationships/image" Target="../media/image40.png"/><Relationship Id="rId5" Type="http://schemas.openxmlformats.org/officeDocument/2006/relationships/image" Target="../media/image17.png"/><Relationship Id="rId6" Type="http://schemas.openxmlformats.org/officeDocument/2006/relationships/image" Target="../media/image5.png"/><Relationship Id="rId7" Type="http://schemas.openxmlformats.org/officeDocument/2006/relationships/image" Target="../media/image9.png"/><Relationship Id="rId8" Type="http://schemas.openxmlformats.org/officeDocument/2006/relationships/image" Target="../media/image20.png"/><Relationship Id="rId11" Type="http://schemas.openxmlformats.org/officeDocument/2006/relationships/image" Target="../media/image36.png"/><Relationship Id="rId10" Type="http://schemas.openxmlformats.org/officeDocument/2006/relationships/image" Target="../media/image28.png"/><Relationship Id="rId13" Type="http://schemas.openxmlformats.org/officeDocument/2006/relationships/image" Target="../media/image19.png"/><Relationship Id="rId12" Type="http://schemas.openxmlformats.org/officeDocument/2006/relationships/image" Target="../media/image16.png"/><Relationship Id="rId15" Type="http://schemas.openxmlformats.org/officeDocument/2006/relationships/image" Target="../media/image43.png"/><Relationship Id="rId14" Type="http://schemas.openxmlformats.org/officeDocument/2006/relationships/image" Target="../media/image14.png"/><Relationship Id="rId17" Type="http://schemas.openxmlformats.org/officeDocument/2006/relationships/image" Target="../media/image2.png"/><Relationship Id="rId16" Type="http://schemas.openxmlformats.org/officeDocument/2006/relationships/image" Target="../media/image4.png"/><Relationship Id="rId19" Type="http://schemas.openxmlformats.org/officeDocument/2006/relationships/image" Target="../media/image21.png"/><Relationship Id="rId18"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37.png"/><Relationship Id="rId4" Type="http://schemas.openxmlformats.org/officeDocument/2006/relationships/image" Target="../media/image136.png"/><Relationship Id="rId5" Type="http://schemas.openxmlformats.org/officeDocument/2006/relationships/image" Target="../media/image169.png"/><Relationship Id="rId6" Type="http://schemas.openxmlformats.org/officeDocument/2006/relationships/image" Target="../media/image140.png"/><Relationship Id="rId7" Type="http://schemas.openxmlformats.org/officeDocument/2006/relationships/image" Target="../media/image6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153.png"/><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151.png"/><Relationship Id="rId4" Type="http://schemas.openxmlformats.org/officeDocument/2006/relationships/image" Target="../media/image172.png"/><Relationship Id="rId5"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6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165.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154.jpg"/><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6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163.png"/><Relationship Id="rId4"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156.png"/><Relationship Id="rId4"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148.jpg"/><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155.jpg"/><Relationship Id="rId4" Type="http://schemas.openxmlformats.org/officeDocument/2006/relationships/image" Target="../media/image2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176.jpg"/><Relationship Id="rId4" Type="http://schemas.openxmlformats.org/officeDocument/2006/relationships/image" Target="../media/image2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2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hyperlink" Target="http://isp-in-malaysia.blogspot.com/2011/04/isp-listing.html" TargetMode="External"/><Relationship Id="rId4" Type="http://schemas.openxmlformats.org/officeDocument/2006/relationships/hyperlink" Target="http://en.wikipedia.org/wiki/Internet_in_Malaysia" TargetMode="External"/><Relationship Id="rId5" Type="http://schemas.openxmlformats.org/officeDocument/2006/relationships/hyperlink" Target="http://www.soyacincau.com/2010/11/19/broadband-in-malaysia-cost-comparison-table/"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152.png"/><Relationship Id="rId4" Type="http://schemas.openxmlformats.org/officeDocument/2006/relationships/image" Target="../media/image15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34.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65.png"/><Relationship Id="rId4" Type="http://schemas.openxmlformats.org/officeDocument/2006/relationships/image" Target="../media/image2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 Id="rId3" Type="http://schemas.openxmlformats.org/officeDocument/2006/relationships/image" Target="../media/image158.png"/><Relationship Id="rId4" Type="http://schemas.openxmlformats.org/officeDocument/2006/relationships/image" Target="../media/image2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6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6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57.png"/><Relationship Id="rId4" Type="http://schemas.openxmlformats.org/officeDocument/2006/relationships/image" Target="../media/image17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157.png"/><Relationship Id="rId4" Type="http://schemas.openxmlformats.org/officeDocument/2006/relationships/image" Target="../media/image17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81.png"/><Relationship Id="rId4" Type="http://schemas.openxmlformats.org/officeDocument/2006/relationships/image" Target="../media/image16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6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 Id="rId3" Type="http://schemas.openxmlformats.org/officeDocument/2006/relationships/image" Target="../media/image173.png"/><Relationship Id="rId4" Type="http://schemas.openxmlformats.org/officeDocument/2006/relationships/image" Target="../media/image2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6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6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6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 Id="rId3" Type="http://schemas.openxmlformats.org/officeDocument/2006/relationships/image" Target="../media/image182.png"/><Relationship Id="rId4" Type="http://schemas.openxmlformats.org/officeDocument/2006/relationships/image" Target="../media/image175.png"/><Relationship Id="rId5" Type="http://schemas.openxmlformats.org/officeDocument/2006/relationships/image" Target="../media/image2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 Id="rId3" Type="http://schemas.openxmlformats.org/officeDocument/2006/relationships/image" Target="../media/image178.png"/><Relationship Id="rId4" Type="http://schemas.openxmlformats.org/officeDocument/2006/relationships/image" Target="../media/image2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6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 Id="rId3" Type="http://schemas.openxmlformats.org/officeDocument/2006/relationships/image" Target="../media/image162.png"/><Relationship Id="rId4" Type="http://schemas.openxmlformats.org/officeDocument/2006/relationships/image" Target="../media/image2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34.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17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17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 Id="rId3" Type="http://schemas.openxmlformats.org/officeDocument/2006/relationships/image" Target="../media/image168.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187.png"/><Relationship Id="rId7" Type="http://schemas.openxmlformats.org/officeDocument/2006/relationships/image" Target="../media/image168.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vmlDrawing" Target="../drawings/vmlDrawing4.vml"/><Relationship Id="rId4" Type="http://schemas.openxmlformats.org/officeDocument/2006/relationships/oleObject" Target="../embeddings/oleObject4.bin"/><Relationship Id="rId9" Type="http://schemas.openxmlformats.org/officeDocument/2006/relationships/image" Target="../media/image177.png"/><Relationship Id="rId5" Type="http://schemas.openxmlformats.org/officeDocument/2006/relationships/oleObject" Target="../embeddings/oleObject4.bin"/><Relationship Id="rId6" Type="http://schemas.openxmlformats.org/officeDocument/2006/relationships/image" Target="../media/image179.png"/><Relationship Id="rId7" Type="http://schemas.openxmlformats.org/officeDocument/2006/relationships/oleObject" Target="../embeddings/oleObject5.bin"/><Relationship Id="rId8" Type="http://schemas.openxmlformats.org/officeDocument/2006/relationships/oleObject" Target="../embeddings/oleObject5.bin"/><Relationship Id="rId10" Type="http://schemas.openxmlformats.org/officeDocument/2006/relationships/image" Target="../media/image16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vmlDrawing" Target="../drawings/vmlDrawing5.vml"/><Relationship Id="rId4" Type="http://schemas.openxmlformats.org/officeDocument/2006/relationships/oleObject" Target="../embeddings/oleObject6.bin"/><Relationship Id="rId9" Type="http://schemas.openxmlformats.org/officeDocument/2006/relationships/oleObject" Target="../embeddings/oleObject8.bin"/><Relationship Id="rId5" Type="http://schemas.openxmlformats.org/officeDocument/2006/relationships/oleObject" Target="../embeddings/oleObject6.bin"/><Relationship Id="rId6" Type="http://schemas.openxmlformats.org/officeDocument/2006/relationships/image" Target="../media/image186.png"/><Relationship Id="rId7" Type="http://schemas.openxmlformats.org/officeDocument/2006/relationships/oleObject" Target="../embeddings/oleObject7.bin"/><Relationship Id="rId8" Type="http://schemas.openxmlformats.org/officeDocument/2006/relationships/oleObject" Target="../embeddings/oleObject7.bin"/><Relationship Id="rId11" Type="http://schemas.openxmlformats.org/officeDocument/2006/relationships/image" Target="../media/image168.png"/><Relationship Id="rId10" Type="http://schemas.openxmlformats.org/officeDocument/2006/relationships/oleObject" Target="../embeddings/oleObject8.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vmlDrawing" Target="../drawings/vmlDrawing6.vml"/><Relationship Id="rId4" Type="http://schemas.openxmlformats.org/officeDocument/2006/relationships/oleObject" Target="../embeddings/oleObject9.bin"/><Relationship Id="rId5" Type="http://schemas.openxmlformats.org/officeDocument/2006/relationships/oleObject" Target="../embeddings/oleObject9.bin"/><Relationship Id="rId6" Type="http://schemas.openxmlformats.org/officeDocument/2006/relationships/image" Target="../media/image180.png"/><Relationship Id="rId7" Type="http://schemas.openxmlformats.org/officeDocument/2006/relationships/image" Target="../media/image16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vmlDrawing" Target="../drawings/vmlDrawing7.vml"/><Relationship Id="rId4" Type="http://schemas.openxmlformats.org/officeDocument/2006/relationships/oleObject" Target="../embeddings/oleObject10.bin"/><Relationship Id="rId9" Type="http://schemas.openxmlformats.org/officeDocument/2006/relationships/image" Target="../media/image186.png"/><Relationship Id="rId5" Type="http://schemas.openxmlformats.org/officeDocument/2006/relationships/oleObject" Target="../embeddings/oleObject10.bin"/><Relationship Id="rId6" Type="http://schemas.openxmlformats.org/officeDocument/2006/relationships/image" Target="../media/image171.png"/><Relationship Id="rId7" Type="http://schemas.openxmlformats.org/officeDocument/2006/relationships/oleObject" Target="../embeddings/oleObject11.bin"/><Relationship Id="rId8" Type="http://schemas.openxmlformats.org/officeDocument/2006/relationships/oleObject" Target="../embeddings/oleObject11.bin"/><Relationship Id="rId11" Type="http://schemas.openxmlformats.org/officeDocument/2006/relationships/oleObject" Target="../embeddings/oleObject12.bin"/><Relationship Id="rId10" Type="http://schemas.openxmlformats.org/officeDocument/2006/relationships/oleObject" Target="../embeddings/oleObject12.bin"/><Relationship Id="rId13" Type="http://schemas.openxmlformats.org/officeDocument/2006/relationships/oleObject" Target="../embeddings/oleObject13.bin"/><Relationship Id="rId12" Type="http://schemas.openxmlformats.org/officeDocument/2006/relationships/oleObject" Target="../embeddings/oleObject13.bin"/><Relationship Id="rId15" Type="http://schemas.openxmlformats.org/officeDocument/2006/relationships/image" Target="../media/image168.png"/><Relationship Id="rId14" Type="http://schemas.openxmlformats.org/officeDocument/2006/relationships/image" Target="../media/image18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vmlDrawing" Target="../drawings/vmlDrawing8.vml"/><Relationship Id="rId4" Type="http://schemas.openxmlformats.org/officeDocument/2006/relationships/oleObject" Target="../embeddings/oleObject14.bin"/><Relationship Id="rId5" Type="http://schemas.openxmlformats.org/officeDocument/2006/relationships/oleObject" Target="../embeddings/oleObject14.bin"/><Relationship Id="rId6" Type="http://schemas.openxmlformats.org/officeDocument/2006/relationships/image" Target="../media/image192.png"/><Relationship Id="rId7" Type="http://schemas.openxmlformats.org/officeDocument/2006/relationships/image" Target="../media/image16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vmlDrawing" Target="../drawings/vmlDrawing9.vml"/><Relationship Id="rId4" Type="http://schemas.openxmlformats.org/officeDocument/2006/relationships/oleObject" Target="../embeddings/oleObject15.bin"/><Relationship Id="rId9" Type="http://schemas.openxmlformats.org/officeDocument/2006/relationships/image" Target="../media/image186.png"/><Relationship Id="rId5" Type="http://schemas.openxmlformats.org/officeDocument/2006/relationships/oleObject" Target="../embeddings/oleObject15.bin"/><Relationship Id="rId6" Type="http://schemas.openxmlformats.org/officeDocument/2006/relationships/image" Target="../media/image171.png"/><Relationship Id="rId7" Type="http://schemas.openxmlformats.org/officeDocument/2006/relationships/oleObject" Target="../embeddings/oleObject16.bin"/><Relationship Id="rId8" Type="http://schemas.openxmlformats.org/officeDocument/2006/relationships/oleObject" Target="../embeddings/oleObject16.bin"/><Relationship Id="rId11" Type="http://schemas.openxmlformats.org/officeDocument/2006/relationships/oleObject" Target="../embeddings/oleObject17.bin"/><Relationship Id="rId10" Type="http://schemas.openxmlformats.org/officeDocument/2006/relationships/oleObject" Target="../embeddings/oleObject17.bin"/><Relationship Id="rId13" Type="http://schemas.openxmlformats.org/officeDocument/2006/relationships/oleObject" Target="../embeddings/oleObject18.bin"/><Relationship Id="rId12" Type="http://schemas.openxmlformats.org/officeDocument/2006/relationships/oleObject" Target="../embeddings/oleObject18.bin"/><Relationship Id="rId15" Type="http://schemas.openxmlformats.org/officeDocument/2006/relationships/image" Target="../media/image168.png"/><Relationship Id="rId14" Type="http://schemas.openxmlformats.org/officeDocument/2006/relationships/image" Target="../media/image188.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vmlDrawing" Target="../drawings/vmlDrawing10.vml"/><Relationship Id="rId4" Type="http://schemas.openxmlformats.org/officeDocument/2006/relationships/oleObject" Target="../embeddings/oleObject19.bin"/><Relationship Id="rId5" Type="http://schemas.openxmlformats.org/officeDocument/2006/relationships/oleObject" Target="../embeddings/oleObject19.bin"/><Relationship Id="rId6" Type="http://schemas.openxmlformats.org/officeDocument/2006/relationships/image" Target="../media/image180.png"/><Relationship Id="rId7" Type="http://schemas.openxmlformats.org/officeDocument/2006/relationships/image" Target="../media/image16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vmlDrawing" Target="../drawings/vmlDrawing11.vml"/><Relationship Id="rId4" Type="http://schemas.openxmlformats.org/officeDocument/2006/relationships/oleObject" Target="../embeddings/oleObject20.bin"/><Relationship Id="rId5" Type="http://schemas.openxmlformats.org/officeDocument/2006/relationships/oleObject" Target="../embeddings/oleObject20.bin"/><Relationship Id="rId6" Type="http://schemas.openxmlformats.org/officeDocument/2006/relationships/image" Target="../media/image191.png"/><Relationship Id="rId7" Type="http://schemas.openxmlformats.org/officeDocument/2006/relationships/image" Target="../media/image168.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vmlDrawing" Target="../drawings/vmlDrawing12.vml"/><Relationship Id="rId4" Type="http://schemas.openxmlformats.org/officeDocument/2006/relationships/oleObject" Target="../embeddings/oleObject21.bin"/><Relationship Id="rId9" Type="http://schemas.openxmlformats.org/officeDocument/2006/relationships/image" Target="../media/image190.png"/><Relationship Id="rId5" Type="http://schemas.openxmlformats.org/officeDocument/2006/relationships/oleObject" Target="../embeddings/oleObject21.bin"/><Relationship Id="rId6" Type="http://schemas.openxmlformats.org/officeDocument/2006/relationships/image" Target="../media/image197.png"/><Relationship Id="rId7" Type="http://schemas.openxmlformats.org/officeDocument/2006/relationships/oleObject" Target="../embeddings/oleObject22.bin"/><Relationship Id="rId8" Type="http://schemas.openxmlformats.org/officeDocument/2006/relationships/oleObject" Target="../embeddings/oleObject22.bin"/><Relationship Id="rId10" Type="http://schemas.openxmlformats.org/officeDocument/2006/relationships/image" Target="../media/image16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vmlDrawing" Target="../drawings/vmlDrawing13.vml"/><Relationship Id="rId4" Type="http://schemas.openxmlformats.org/officeDocument/2006/relationships/oleObject" Target="../embeddings/oleObject23.bin"/><Relationship Id="rId5" Type="http://schemas.openxmlformats.org/officeDocument/2006/relationships/oleObject" Target="../embeddings/oleObject23.bin"/><Relationship Id="rId6" Type="http://schemas.openxmlformats.org/officeDocument/2006/relationships/image" Target="../media/image193.png"/><Relationship Id="rId7" Type="http://schemas.openxmlformats.org/officeDocument/2006/relationships/image" Target="../media/image16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194.png"/><Relationship Id="rId4" Type="http://schemas.openxmlformats.org/officeDocument/2006/relationships/image" Target="../media/image183.png"/><Relationship Id="rId5" Type="http://schemas.openxmlformats.org/officeDocument/2006/relationships/image" Target="../media/image16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7.xml"/><Relationship Id="rId3" Type="http://schemas.openxmlformats.org/officeDocument/2006/relationships/image" Target="../media/image168.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6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9.xml"/><Relationship Id="rId3" Type="http://schemas.openxmlformats.org/officeDocument/2006/relationships/image" Target="../media/image185.png"/><Relationship Id="rId4" Type="http://schemas.openxmlformats.org/officeDocument/2006/relationships/image" Target="../media/image2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34.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2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63.png"/><Relationship Id="rId4" Type="http://schemas.openxmlformats.org/officeDocument/2006/relationships/image" Target="../media/image189.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5.xml"/><Relationship Id="rId3" Type="http://schemas.openxmlformats.org/officeDocument/2006/relationships/image" Target="../media/image200.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63.png"/><Relationship Id="rId4" Type="http://schemas.openxmlformats.org/officeDocument/2006/relationships/image" Target="../media/image189.png"/><Relationship Id="rId5" Type="http://schemas.openxmlformats.org/officeDocument/2006/relationships/image" Target="../media/image204.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7.xml"/><Relationship Id="rId3" Type="http://schemas.openxmlformats.org/officeDocument/2006/relationships/image" Target="../media/image203.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63.png"/><Relationship Id="rId4" Type="http://schemas.openxmlformats.org/officeDocument/2006/relationships/image" Target="../media/image189.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9.xml"/><Relationship Id="rId3" Type="http://schemas.openxmlformats.org/officeDocument/2006/relationships/image" Target="../media/image202.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34.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20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198.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195.png"/><Relationship Id="rId4" Type="http://schemas.openxmlformats.org/officeDocument/2006/relationships/image" Target="../media/image10.png"/><Relationship Id="rId5" Type="http://schemas.openxmlformats.org/officeDocument/2006/relationships/image" Target="../media/image199.png"/><Relationship Id="rId6" Type="http://schemas.openxmlformats.org/officeDocument/2006/relationships/image" Target="../media/image196.png"/><Relationship Id="rId7"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48" name="Google Shape;48;p1"/>
          <p:cNvSpPr/>
          <p:nvPr/>
        </p:nvSpPr>
        <p:spPr>
          <a:xfrm>
            <a:off x="1325035" y="561975"/>
            <a:ext cx="6339300" cy="172402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i="0" lang="en-US" sz="5400" u="none" cap="none" strike="noStrike">
                <a:solidFill>
                  <a:srgbClr val="000099"/>
                </a:solidFill>
                <a:latin typeface="Calibri"/>
                <a:ea typeface="Calibri"/>
                <a:cs typeface="Calibri"/>
                <a:sym typeface="Calibri"/>
              </a:rPr>
              <a:t>Chapter 1</a:t>
            </a:r>
            <a:br>
              <a:rPr b="1" i="0" lang="en-US" sz="6000" u="none" cap="none" strike="noStrike">
                <a:solidFill>
                  <a:srgbClr val="000099"/>
                </a:solidFill>
                <a:latin typeface="Calibri"/>
                <a:ea typeface="Calibri"/>
                <a:cs typeface="Calibri"/>
                <a:sym typeface="Calibri"/>
              </a:rPr>
            </a:br>
            <a:r>
              <a:rPr b="1" i="0" lang="en-US" sz="5400" u="none" cap="none" strike="noStrike">
                <a:solidFill>
                  <a:srgbClr val="000099"/>
                </a:solidFill>
                <a:latin typeface="Calibri"/>
                <a:ea typeface="Calibri"/>
                <a:cs typeface="Calibri"/>
                <a:sym typeface="Calibri"/>
              </a:rPr>
              <a:t>Computer Network and the Internet</a:t>
            </a:r>
            <a:endParaRPr/>
          </a:p>
        </p:txBody>
      </p:sp>
      <p:sp>
        <p:nvSpPr>
          <p:cNvPr id="49" name="Google Shape;49;p1"/>
          <p:cNvSpPr txBox="1"/>
          <p:nvPr/>
        </p:nvSpPr>
        <p:spPr>
          <a:xfrm>
            <a:off x="1350014" y="2647662"/>
            <a:ext cx="5378450" cy="16296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 note on the use of these PowerPoint slides:</a:t>
            </a:r>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We’re making these slides freely available to all (faculty, students, readers). They’re in PowerPoint form so you see the animations; and can add, modify, and delete slides  (including this one) and slide content to suit your needs. They obviously represent a </a:t>
            </a:r>
            <a:r>
              <a:rPr b="0" i="1" lang="en-US" sz="1400" u="none" cap="none" strike="noStrike">
                <a:solidFill>
                  <a:schemeClr val="dk1"/>
                </a:solidFill>
                <a:latin typeface="Calibri"/>
                <a:ea typeface="Calibri"/>
                <a:cs typeface="Calibri"/>
                <a:sym typeface="Calibri"/>
              </a:rPr>
              <a:t>lot</a:t>
            </a:r>
            <a:r>
              <a:rPr b="0" i="0" lang="en-US" sz="1400" u="none" cap="none" strike="noStrike">
                <a:solidFill>
                  <a:schemeClr val="dk1"/>
                </a:solidFill>
                <a:latin typeface="Calibri"/>
                <a:ea typeface="Calibri"/>
                <a:cs typeface="Calibri"/>
                <a:sym typeface="Calibri"/>
              </a:rPr>
              <a:t> of work on our part. In return for use, we only ask the following:</a:t>
            </a:r>
            <a:endParaRPr/>
          </a:p>
          <a:p>
            <a:pPr indent="0" lvl="0" marL="0" marR="0" rtl="0" algn="l">
              <a:lnSpc>
                <a:spcPct val="85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50" name="Google Shape;50;p1"/>
          <p:cNvSpPr txBox="1"/>
          <p:nvPr/>
        </p:nvSpPr>
        <p:spPr>
          <a:xfrm>
            <a:off x="1325035" y="3894603"/>
            <a:ext cx="5378450" cy="2636171"/>
          </a:xfrm>
          <a:prstGeom prst="rect">
            <a:avLst/>
          </a:prstGeom>
          <a:noFill/>
          <a:ln>
            <a:noFill/>
          </a:ln>
        </p:spPr>
        <p:txBody>
          <a:bodyPr anchorCtr="0" anchor="t" bIns="45700" lIns="91425" spcFirstLastPara="1" rIns="91425" wrap="square" tIns="45700">
            <a:spAutoFit/>
          </a:bodyPr>
          <a:lstStyle/>
          <a:p>
            <a:pPr indent="-173038" lvl="0" marL="173038" marR="0" rtl="0" algn="l">
              <a:lnSpc>
                <a:spcPct val="85000"/>
              </a:lnSpc>
              <a:spcBef>
                <a:spcPts val="0"/>
              </a:spcBef>
              <a:spcAft>
                <a:spcPts val="0"/>
              </a:spcAft>
              <a:buNone/>
            </a:pPr>
            <a:r>
              <a:t/>
            </a:r>
            <a:endParaRPr b="0" i="0" sz="1400" u="none" cap="none" strike="noStrike">
              <a:solidFill>
                <a:schemeClr val="dk1"/>
              </a:solidFill>
              <a:latin typeface="Gill Sans"/>
              <a:ea typeface="Gill Sans"/>
              <a:cs typeface="Gill Sans"/>
              <a:sym typeface="Gill Sans"/>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use these slides (e.g., in a class) that you mention their source (after all, we’d like people to use our book!)</a:t>
            </a:r>
            <a:endParaRPr/>
          </a:p>
          <a:p>
            <a:pPr indent="-168275" lvl="0" marL="290513" marR="0" rtl="0" algn="l">
              <a:spcBef>
                <a:spcPts val="0"/>
              </a:spcBef>
              <a:spcAft>
                <a:spcPts val="0"/>
              </a:spcAft>
              <a:buClr>
                <a:srgbClr val="0000A8"/>
              </a:buClr>
              <a:buSzPts val="1050"/>
              <a:buFont typeface="Noto Sans Symbols"/>
              <a:buChar char="▪"/>
            </a:pPr>
            <a:r>
              <a:rPr b="0" i="0" lang="en-US" sz="1400" u="none" cap="none" strike="noStrike">
                <a:solidFill>
                  <a:schemeClr val="dk1"/>
                </a:solidFill>
                <a:latin typeface="Calibri"/>
                <a:ea typeface="Calibri"/>
                <a:cs typeface="Calibri"/>
                <a:sym typeface="Calibri"/>
              </a:rPr>
              <a:t>If you post any slides on a www site, that you note that they are adapted from (or perhaps identical to) our slides, and note our copyright of this material.</a:t>
            </a:r>
            <a:endParaRPr/>
          </a:p>
          <a:p>
            <a:pPr indent="-173038" lvl="0" marL="173038"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For a revision history, see the slide note for this page. </a:t>
            </a:r>
            <a:endParaRPr/>
          </a:p>
          <a:p>
            <a:pPr indent="0" lvl="0" marL="15875" marR="0" rtl="0" algn="l">
              <a:lnSpc>
                <a:spcPct val="85000"/>
              </a:lnSpc>
              <a:spcBef>
                <a:spcPts val="0"/>
              </a:spcBef>
              <a:spcAft>
                <a:spcPts val="0"/>
              </a:spcAft>
              <a:buClr>
                <a:schemeClr val="accent2"/>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0" lvl="0" marL="15875" marR="0" rtl="0" algn="l">
              <a:lnSpc>
                <a:spcPct val="85000"/>
              </a:lnSpc>
              <a:spcBef>
                <a:spcPts val="0"/>
              </a:spcBef>
              <a:spcAft>
                <a:spcPts val="0"/>
              </a:spcAft>
              <a:buClr>
                <a:schemeClr val="accent2"/>
              </a:buClr>
              <a:buSzPts val="1400"/>
              <a:buFont typeface="Noto Sans Symbols"/>
              <a:buNone/>
            </a:pPr>
            <a:r>
              <a:rPr b="0" i="0" lang="en-US" sz="1400" u="none" cap="none" strike="noStrike">
                <a:solidFill>
                  <a:schemeClr val="dk1"/>
                </a:solidFill>
                <a:latin typeface="Calibri"/>
                <a:ea typeface="Calibri"/>
                <a:cs typeface="Calibri"/>
                <a:sym typeface="Calibri"/>
              </a:rPr>
              <a:t>Thanks and enjoy!  JFK/KWR</a:t>
            </a:r>
            <a:endParaRPr/>
          </a:p>
          <a:p>
            <a:pPr indent="-173038" lvl="0" marL="173038" marR="0" rtl="0" algn="l">
              <a:lnSpc>
                <a:spcPct val="85000"/>
              </a:lnSpc>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All material copyright 1996-2020</a:t>
            </a:r>
            <a:endParaRPr/>
          </a:p>
          <a:p>
            <a:pPr indent="-173038" lvl="0" marL="173038" marR="0" rtl="0" algn="l">
              <a:lnSpc>
                <a:spcPct val="85000"/>
              </a:lnSpc>
              <a:spcBef>
                <a:spcPts val="0"/>
              </a:spcBef>
              <a:spcAft>
                <a:spcPts val="0"/>
              </a:spcAft>
              <a:buNone/>
            </a:pPr>
            <a:r>
              <a:rPr b="0" i="0" lang="en-US" sz="1400" u="none" cap="none" strike="noStrike">
                <a:solidFill>
                  <a:schemeClr val="dk1"/>
                </a:solidFill>
                <a:latin typeface="Calibri"/>
                <a:ea typeface="Calibri"/>
                <a:cs typeface="Calibri"/>
                <a:sym typeface="Calibri"/>
              </a:rPr>
              <a:t>     J.F Kurose and K.W. Ross, All Rights Reserved</a:t>
            </a:r>
            <a:endParaRPr b="0" i="0" sz="1200" u="none" cap="none" strike="noStrike">
              <a:solidFill>
                <a:schemeClr val="dk1"/>
              </a:solidFill>
              <a:latin typeface="Calibri"/>
              <a:ea typeface="Calibri"/>
              <a:cs typeface="Calibri"/>
              <a:sym typeface="Calibri"/>
            </a:endParaRPr>
          </a:p>
        </p:txBody>
      </p:sp>
      <p:sp>
        <p:nvSpPr>
          <p:cNvPr id="51" name="Google Shape;51;p1"/>
          <p:cNvSpPr/>
          <p:nvPr/>
        </p:nvSpPr>
        <p:spPr>
          <a:xfrm>
            <a:off x="7981312" y="4289908"/>
            <a:ext cx="3981504" cy="2860675"/>
          </a:xfrm>
          <a:prstGeom prst="rect">
            <a:avLst/>
          </a:prstGeom>
          <a:no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0" i="1" lang="en-US" sz="2800" u="none" cap="none" strike="noStrike">
                <a:solidFill>
                  <a:srgbClr val="0000A3"/>
                </a:solidFill>
                <a:latin typeface="Calibri"/>
                <a:ea typeface="Calibri"/>
                <a:cs typeface="Calibri"/>
                <a:sym typeface="Calibri"/>
              </a:rPr>
              <a:t>Computer Networking: A Top-Down Approach </a:t>
            </a:r>
            <a:br>
              <a:rPr b="0" i="0" lang="en-US" sz="2800" u="none" cap="none" strike="noStrike">
                <a:solidFill>
                  <a:srgbClr val="008000"/>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8</a:t>
            </a:r>
            <a:r>
              <a:rPr b="0" baseline="30000" i="0" lang="en-US" sz="1800" u="none" cap="none" strike="noStrike">
                <a:solidFill>
                  <a:schemeClr val="dk1"/>
                </a:solidFill>
                <a:latin typeface="Calibri"/>
                <a:ea typeface="Calibri"/>
                <a:cs typeface="Calibri"/>
                <a:sym typeface="Calibri"/>
              </a:rPr>
              <a:t>th</a:t>
            </a:r>
            <a:r>
              <a:rPr b="0" i="0" lang="en-US" sz="1800" u="none" cap="none" strike="noStrike">
                <a:solidFill>
                  <a:schemeClr val="dk1"/>
                </a:solidFill>
                <a:latin typeface="Calibri"/>
                <a:ea typeface="Calibri"/>
                <a:cs typeface="Calibri"/>
                <a:sym typeface="Calibri"/>
              </a:rPr>
              <a:t> edition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Jim Kurose, Keith Ross</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Pearson, 2020</a:t>
            </a:r>
            <a:endParaRPr b="0" i="0" sz="2000" u="none" cap="none" strike="noStrike">
              <a:solidFill>
                <a:schemeClr val="dk1"/>
              </a:solidFill>
              <a:latin typeface="Calibri"/>
              <a:ea typeface="Calibri"/>
              <a:cs typeface="Calibri"/>
              <a:sym typeface="Calibri"/>
            </a:endParaRPr>
          </a:p>
        </p:txBody>
      </p:sp>
      <p:pic>
        <p:nvPicPr>
          <p:cNvPr descr="A picture containing outdoor, water, bridge, building&#10;&#10;Description automatically generated" id="52" name="Google Shape;52;p1"/>
          <p:cNvPicPr preferRelativeResize="0"/>
          <p:nvPr/>
        </p:nvPicPr>
        <p:blipFill rotWithShape="1">
          <a:blip r:embed="rId3">
            <a:alphaModFix/>
          </a:blip>
          <a:srcRect b="0" l="0" r="0" t="0"/>
          <a:stretch/>
        </p:blipFill>
        <p:spPr>
          <a:xfrm>
            <a:off x="8135257" y="887185"/>
            <a:ext cx="3040743" cy="38009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latin typeface="Calibri"/>
                <a:ea typeface="Calibri"/>
                <a:cs typeface="Calibri"/>
                <a:sym typeface="Calibri"/>
              </a:rPr>
              <a:t>Chapter 1: introduction</a:t>
            </a:r>
            <a:endParaRPr>
              <a:latin typeface="Calibri"/>
              <a:ea typeface="Calibri"/>
              <a:cs typeface="Calibri"/>
              <a:sym typeface="Calibri"/>
            </a:endParaRPr>
          </a:p>
        </p:txBody>
      </p:sp>
      <p:sp>
        <p:nvSpPr>
          <p:cNvPr id="59" name="Google Shape;59;p2"/>
          <p:cNvSpPr txBox="1"/>
          <p:nvPr>
            <p:ph idx="1" type="body"/>
          </p:nvPr>
        </p:nvSpPr>
        <p:spPr>
          <a:xfrm>
            <a:off x="786816" y="1375384"/>
            <a:ext cx="4842088" cy="4351338"/>
          </a:xfrm>
          <a:prstGeom prst="rect">
            <a:avLst/>
          </a:prstGeom>
          <a:noFill/>
          <a:ln>
            <a:noFill/>
          </a:ln>
        </p:spPr>
        <p:txBody>
          <a:bodyPr anchorCtr="0" anchor="t" bIns="45700" lIns="91425" spcFirstLastPara="1" rIns="91425" wrap="square" tIns="45700">
            <a:noAutofit/>
          </a:bodyPr>
          <a:lstStyle/>
          <a:p>
            <a:pPr indent="-222250" lvl="0" marL="352425" rtl="0" algn="l">
              <a:lnSpc>
                <a:spcPct val="90000"/>
              </a:lnSpc>
              <a:spcBef>
                <a:spcPts val="0"/>
              </a:spcBef>
              <a:spcAft>
                <a:spcPts val="0"/>
              </a:spcAft>
              <a:buSzPts val="3200"/>
              <a:buNone/>
            </a:pPr>
            <a:r>
              <a:rPr i="1" lang="en-US" sz="3200">
                <a:solidFill>
                  <a:srgbClr val="CC0000"/>
                </a:solidFill>
                <a:latin typeface="Calibri"/>
                <a:ea typeface="Calibri"/>
                <a:cs typeface="Calibri"/>
                <a:sym typeface="Calibri"/>
              </a:rPr>
              <a:t>Chapter goal:</a:t>
            </a:r>
            <a:r>
              <a:rPr i="1" lang="en-US" sz="3200">
                <a:latin typeface="Calibri"/>
                <a:ea typeface="Calibri"/>
                <a:cs typeface="Calibri"/>
                <a:sym typeface="Calibri"/>
              </a:rPr>
              <a:t> </a:t>
            </a:r>
            <a:endParaRPr/>
          </a:p>
          <a:p>
            <a:pPr indent="-225425" lvl="0" marL="342900" rtl="0" algn="l">
              <a:lnSpc>
                <a:spcPct val="90000"/>
              </a:lnSpc>
              <a:spcBef>
                <a:spcPts val="600"/>
              </a:spcBef>
              <a:spcAft>
                <a:spcPts val="0"/>
              </a:spcAft>
              <a:buSzPts val="2800"/>
              <a:buChar char="▪"/>
            </a:pPr>
            <a:r>
              <a:rPr lang="en-US">
                <a:latin typeface="Calibri"/>
                <a:ea typeface="Calibri"/>
                <a:cs typeface="Calibri"/>
                <a:sym typeface="Calibri"/>
              </a:rPr>
              <a:t>Get “feel,” “big picture,” introduction to terminology</a:t>
            </a:r>
            <a:endParaRPr/>
          </a:p>
          <a:p>
            <a:pPr indent="-225425" lvl="1" marL="800100" rtl="0" algn="l">
              <a:lnSpc>
                <a:spcPct val="90000"/>
              </a:lnSpc>
              <a:spcBef>
                <a:spcPts val="600"/>
              </a:spcBef>
              <a:spcAft>
                <a:spcPts val="0"/>
              </a:spcAft>
              <a:buSzPts val="2400"/>
              <a:buChar char="•"/>
            </a:pPr>
            <a:r>
              <a:rPr lang="en-US">
                <a:latin typeface="Calibri"/>
                <a:ea typeface="Calibri"/>
                <a:cs typeface="Calibri"/>
                <a:sym typeface="Calibri"/>
              </a:rPr>
              <a:t>more depth, detail </a:t>
            </a:r>
            <a:r>
              <a:rPr i="1" lang="en-US">
                <a:latin typeface="Calibri"/>
                <a:ea typeface="Calibri"/>
                <a:cs typeface="Calibri"/>
                <a:sym typeface="Calibri"/>
              </a:rPr>
              <a:t>later</a:t>
            </a:r>
            <a:r>
              <a:rPr lang="en-US">
                <a:latin typeface="Calibri"/>
                <a:ea typeface="Calibri"/>
                <a:cs typeface="Calibri"/>
                <a:sym typeface="Calibri"/>
              </a:rPr>
              <a:t> in course</a:t>
            </a:r>
            <a:endParaRPr/>
          </a:p>
          <a:p>
            <a:pPr indent="-225425" lvl="0" marL="342900" rtl="0" algn="l">
              <a:lnSpc>
                <a:spcPct val="90000"/>
              </a:lnSpc>
              <a:spcBef>
                <a:spcPts val="600"/>
              </a:spcBef>
              <a:spcAft>
                <a:spcPts val="0"/>
              </a:spcAft>
              <a:buSzPts val="2800"/>
              <a:buChar char="▪"/>
            </a:pPr>
            <a:r>
              <a:rPr lang="en-US">
                <a:latin typeface="Calibri"/>
                <a:ea typeface="Calibri"/>
                <a:cs typeface="Calibri"/>
                <a:sym typeface="Calibri"/>
              </a:rPr>
              <a:t>Approach:</a:t>
            </a:r>
            <a:endParaRPr/>
          </a:p>
          <a:p>
            <a:pPr indent="-225424" lvl="1" marL="628650" rtl="0" algn="l">
              <a:lnSpc>
                <a:spcPct val="90000"/>
              </a:lnSpc>
              <a:spcBef>
                <a:spcPts val="600"/>
              </a:spcBef>
              <a:spcAft>
                <a:spcPts val="0"/>
              </a:spcAft>
              <a:buSzPts val="2380"/>
              <a:buChar char="•"/>
            </a:pPr>
            <a:r>
              <a:rPr lang="en-US" sz="2800">
                <a:latin typeface="Calibri"/>
                <a:ea typeface="Calibri"/>
                <a:cs typeface="Calibri"/>
                <a:sym typeface="Calibri"/>
              </a:rPr>
              <a:t>use Internet as example</a:t>
            </a:r>
            <a:endParaRPr/>
          </a:p>
          <a:p>
            <a:pPr indent="-44450" lvl="0" marL="352425" rtl="0" algn="l">
              <a:lnSpc>
                <a:spcPct val="90000"/>
              </a:lnSpc>
              <a:spcBef>
                <a:spcPts val="1000"/>
              </a:spcBef>
              <a:spcAft>
                <a:spcPts val="0"/>
              </a:spcAft>
              <a:buSzPts val="2800"/>
              <a:buNone/>
            </a:pPr>
            <a:r>
              <a:t/>
            </a:r>
            <a:endParaRPr/>
          </a:p>
        </p:txBody>
      </p:sp>
      <p:sp>
        <p:nvSpPr>
          <p:cNvPr id="60" name="Google Shape;60;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61" name="Google Shape;61;p2"/>
          <p:cNvSpPr txBox="1"/>
          <p:nvPr>
            <p:ph idx="2" type="body"/>
          </p:nvPr>
        </p:nvSpPr>
        <p:spPr>
          <a:xfrm>
            <a:off x="5968416" y="1422888"/>
            <a:ext cx="5994400" cy="4799013"/>
          </a:xfrm>
          <a:prstGeom prst="rect">
            <a:avLst/>
          </a:prstGeom>
          <a:noFill/>
          <a:ln>
            <a:noFill/>
          </a:ln>
        </p:spPr>
        <p:txBody>
          <a:bodyPr anchorCtr="0" anchor="t" bIns="45700" lIns="91425" spcFirstLastPara="1" rIns="91425" wrap="square" tIns="45700">
            <a:normAutofit lnSpcReduction="10000"/>
          </a:bodyPr>
          <a:lstStyle/>
          <a:p>
            <a:pPr indent="-222250" lvl="0" marL="352425" rtl="0" algn="l">
              <a:lnSpc>
                <a:spcPct val="90000"/>
              </a:lnSpc>
              <a:spcBef>
                <a:spcPts val="0"/>
              </a:spcBef>
              <a:spcAft>
                <a:spcPts val="0"/>
              </a:spcAft>
              <a:buSzPts val="3200"/>
              <a:buFont typeface="Noto Sans Symbols"/>
              <a:buNone/>
            </a:pPr>
            <a:r>
              <a:rPr i="1" lang="en-US" sz="3200">
                <a:solidFill>
                  <a:srgbClr val="CC0000"/>
                </a:solidFill>
                <a:latin typeface="Calibri"/>
                <a:ea typeface="Calibri"/>
                <a:cs typeface="Calibri"/>
                <a:sym typeface="Calibri"/>
              </a:rPr>
              <a:t>Overview/roadmap:</a:t>
            </a:r>
            <a:endParaRPr/>
          </a:p>
          <a:p>
            <a:pPr indent="-285750" lvl="0" marL="403225" rtl="0" algn="l">
              <a:lnSpc>
                <a:spcPct val="90000"/>
              </a:lnSpc>
              <a:spcBef>
                <a:spcPts val="800"/>
              </a:spcBef>
              <a:spcAft>
                <a:spcPts val="0"/>
              </a:spcAft>
              <a:buSzPts val="2600"/>
              <a:buChar char="▪"/>
            </a:pPr>
            <a:r>
              <a:rPr lang="en-US" sz="2600">
                <a:latin typeface="Calibri"/>
                <a:ea typeface="Calibri"/>
                <a:cs typeface="Calibri"/>
                <a:sym typeface="Calibri"/>
              </a:rPr>
              <a:t>What </a:t>
            </a:r>
            <a:r>
              <a:rPr i="1" lang="en-US" sz="2600">
                <a:latin typeface="Calibri"/>
                <a:ea typeface="Calibri"/>
                <a:cs typeface="Calibri"/>
                <a:sym typeface="Calibri"/>
              </a:rPr>
              <a:t>is</a:t>
            </a:r>
            <a:r>
              <a:rPr lang="en-US" sz="2600">
                <a:latin typeface="Calibri"/>
                <a:ea typeface="Calibri"/>
                <a:cs typeface="Calibri"/>
                <a:sym typeface="Calibri"/>
              </a:rPr>
              <a:t> the Internet?</a:t>
            </a:r>
            <a:endParaRPr/>
          </a:p>
          <a:p>
            <a:pPr indent="-285750" lvl="0" marL="403225" rtl="0" algn="l">
              <a:lnSpc>
                <a:spcPct val="90000"/>
              </a:lnSpc>
              <a:spcBef>
                <a:spcPts val="800"/>
              </a:spcBef>
              <a:spcAft>
                <a:spcPts val="0"/>
              </a:spcAft>
              <a:buSzPts val="2600"/>
              <a:buChar char="▪"/>
            </a:pPr>
            <a:r>
              <a:rPr lang="en-US" sz="2600">
                <a:latin typeface="Calibri"/>
                <a:ea typeface="Calibri"/>
                <a:cs typeface="Calibri"/>
                <a:sym typeface="Calibri"/>
              </a:rPr>
              <a:t>What</a:t>
            </a:r>
            <a:r>
              <a:rPr i="1" lang="en-US" sz="2600">
                <a:latin typeface="Calibri"/>
                <a:ea typeface="Calibri"/>
                <a:cs typeface="Calibri"/>
                <a:sym typeface="Calibri"/>
              </a:rPr>
              <a:t> is </a:t>
            </a:r>
            <a:r>
              <a:rPr lang="en-US" sz="2600">
                <a:latin typeface="Calibri"/>
                <a:ea typeface="Calibri"/>
                <a:cs typeface="Calibri"/>
                <a:sym typeface="Calibri"/>
              </a:rPr>
              <a:t>a protocol?</a:t>
            </a:r>
            <a:endParaRPr/>
          </a:p>
          <a:p>
            <a:pPr indent="-285750" lvl="0" marL="403225" rtl="0" algn="l">
              <a:lnSpc>
                <a:spcPct val="90000"/>
              </a:lnSpc>
              <a:spcBef>
                <a:spcPts val="800"/>
              </a:spcBef>
              <a:spcAft>
                <a:spcPts val="0"/>
              </a:spcAft>
              <a:buSzPts val="2600"/>
              <a:buChar char="▪"/>
            </a:pPr>
            <a:r>
              <a:rPr lang="en-US" sz="2600">
                <a:solidFill>
                  <a:srgbClr val="0000A8"/>
                </a:solidFill>
                <a:latin typeface="Calibri"/>
                <a:ea typeface="Calibri"/>
                <a:cs typeface="Calibri"/>
                <a:sym typeface="Calibri"/>
              </a:rPr>
              <a:t>Network edge: </a:t>
            </a:r>
            <a:r>
              <a:rPr lang="en-US" sz="2600">
                <a:latin typeface="Calibri"/>
                <a:ea typeface="Calibri"/>
                <a:cs typeface="Calibri"/>
                <a:sym typeface="Calibri"/>
              </a:rPr>
              <a:t>hosts, access network, physical media</a:t>
            </a:r>
            <a:endParaRPr/>
          </a:p>
          <a:p>
            <a:pPr indent="-285750" lvl="0" marL="403225" rtl="0" algn="l">
              <a:lnSpc>
                <a:spcPct val="90000"/>
              </a:lnSpc>
              <a:spcBef>
                <a:spcPts val="800"/>
              </a:spcBef>
              <a:spcAft>
                <a:spcPts val="0"/>
              </a:spcAft>
              <a:buSzPts val="2600"/>
              <a:buChar char="▪"/>
            </a:pPr>
            <a:r>
              <a:rPr lang="en-US" sz="2600">
                <a:solidFill>
                  <a:srgbClr val="0000A8"/>
                </a:solidFill>
                <a:latin typeface="Calibri"/>
                <a:ea typeface="Calibri"/>
                <a:cs typeface="Calibri"/>
                <a:sym typeface="Calibri"/>
              </a:rPr>
              <a:t>Network core: </a:t>
            </a:r>
            <a:r>
              <a:rPr lang="en-US" sz="2600">
                <a:latin typeface="Calibri"/>
                <a:ea typeface="Calibri"/>
                <a:cs typeface="Calibri"/>
                <a:sym typeface="Calibri"/>
              </a:rPr>
              <a:t>packet/circuit switching, internet structure</a:t>
            </a:r>
            <a:endParaRPr/>
          </a:p>
          <a:p>
            <a:pPr indent="-285750" lvl="0" marL="403225" rtl="0" algn="l">
              <a:lnSpc>
                <a:spcPct val="90000"/>
              </a:lnSpc>
              <a:spcBef>
                <a:spcPts val="800"/>
              </a:spcBef>
              <a:spcAft>
                <a:spcPts val="0"/>
              </a:spcAft>
              <a:buSzPts val="2600"/>
              <a:buChar char="▪"/>
            </a:pPr>
            <a:r>
              <a:rPr lang="en-US" sz="2600">
                <a:solidFill>
                  <a:srgbClr val="0000A8"/>
                </a:solidFill>
                <a:latin typeface="Calibri"/>
                <a:ea typeface="Calibri"/>
                <a:cs typeface="Calibri"/>
                <a:sym typeface="Calibri"/>
              </a:rPr>
              <a:t>Performance: </a:t>
            </a:r>
            <a:r>
              <a:rPr lang="en-US" sz="2600">
                <a:latin typeface="Calibri"/>
                <a:ea typeface="Calibri"/>
                <a:cs typeface="Calibri"/>
                <a:sym typeface="Calibri"/>
              </a:rPr>
              <a:t>loss, delay, throughput</a:t>
            </a:r>
            <a:endParaRPr/>
          </a:p>
          <a:p>
            <a:pPr indent="-285750" lvl="0" marL="403225" rtl="0" algn="l">
              <a:lnSpc>
                <a:spcPct val="90000"/>
              </a:lnSpc>
              <a:spcBef>
                <a:spcPts val="800"/>
              </a:spcBef>
              <a:spcAft>
                <a:spcPts val="0"/>
              </a:spcAft>
              <a:buSzPts val="2600"/>
              <a:buChar char="▪"/>
            </a:pPr>
            <a:r>
              <a:rPr lang="en-US" sz="2600">
                <a:latin typeface="Calibri"/>
                <a:ea typeface="Calibri"/>
                <a:cs typeface="Calibri"/>
                <a:sym typeface="Calibri"/>
              </a:rPr>
              <a:t>Security</a:t>
            </a:r>
            <a:endParaRPr/>
          </a:p>
          <a:p>
            <a:pPr indent="-285750" lvl="0" marL="403225" rtl="0" algn="l">
              <a:lnSpc>
                <a:spcPct val="90000"/>
              </a:lnSpc>
              <a:spcBef>
                <a:spcPts val="800"/>
              </a:spcBef>
              <a:spcAft>
                <a:spcPts val="0"/>
              </a:spcAft>
              <a:buSzPts val="2600"/>
              <a:buChar char="▪"/>
            </a:pPr>
            <a:r>
              <a:rPr lang="en-US" sz="2600">
                <a:latin typeface="Calibri"/>
                <a:ea typeface="Calibri"/>
                <a:cs typeface="Calibri"/>
                <a:sym typeface="Calibri"/>
              </a:rPr>
              <a:t>Protocol layers, service models</a:t>
            </a:r>
            <a:endParaRPr/>
          </a:p>
          <a:p>
            <a:pPr indent="-285750" lvl="0" marL="403225" rtl="0" algn="l">
              <a:lnSpc>
                <a:spcPct val="90000"/>
              </a:lnSpc>
              <a:spcBef>
                <a:spcPts val="800"/>
              </a:spcBef>
              <a:spcAft>
                <a:spcPts val="0"/>
              </a:spcAft>
              <a:buSzPts val="2600"/>
              <a:buChar char="▪"/>
            </a:pPr>
            <a:r>
              <a:rPr lang="en-US" sz="2600">
                <a:latin typeface="Calibri"/>
                <a:ea typeface="Calibri"/>
                <a:cs typeface="Calibri"/>
                <a:sym typeface="Calibri"/>
              </a:rPr>
              <a:t>History</a:t>
            </a:r>
            <a:endParaRPr/>
          </a:p>
          <a:p>
            <a:pPr indent="-222250" lvl="0" marL="352425" rtl="0" algn="l">
              <a:lnSpc>
                <a:spcPct val="90000"/>
              </a:lnSpc>
              <a:spcBef>
                <a:spcPts val="1000"/>
              </a:spcBef>
              <a:spcAft>
                <a:spcPts val="0"/>
              </a:spcAft>
              <a:buSzPts val="2400"/>
              <a:buFont typeface="Noto Sans Symbols"/>
              <a:buNone/>
            </a:pPr>
            <a:r>
              <a:t/>
            </a:r>
            <a:endParaRPr sz="2400"/>
          </a:p>
        </p:txBody>
      </p:sp>
      <p:pic>
        <p:nvPicPr>
          <p:cNvPr descr="Kurose&amp;Ross 8th ed cover picture" id="62" name="Google Shape;62;p2"/>
          <p:cNvPicPr preferRelativeResize="0"/>
          <p:nvPr/>
        </p:nvPicPr>
        <p:blipFill rotWithShape="1">
          <a:blip r:embed="rId3">
            <a:alphaModFix/>
          </a:blip>
          <a:srcRect b="0" l="0" r="0" t="0"/>
          <a:stretch/>
        </p:blipFill>
        <p:spPr>
          <a:xfrm>
            <a:off x="942108" y="4457786"/>
            <a:ext cx="2745129" cy="20588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en-US">
                <a:solidFill>
                  <a:srgbClr val="C00000"/>
                </a:solidFill>
              </a:rPr>
              <a:t>What Is the Internet?</a:t>
            </a:r>
            <a:endParaRPr/>
          </a:p>
        </p:txBody>
      </p:sp>
      <p:sp>
        <p:nvSpPr>
          <p:cNvPr id="68" name="Google Shape;68;p3"/>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Internet can be defined in two ways</a:t>
            </a:r>
            <a:endParaRPr/>
          </a:p>
          <a:p>
            <a:pPr indent="-231775" lvl="1" marL="695325" rtl="0" algn="l">
              <a:lnSpc>
                <a:spcPct val="90000"/>
              </a:lnSpc>
              <a:spcBef>
                <a:spcPts val="500"/>
              </a:spcBef>
              <a:spcAft>
                <a:spcPts val="0"/>
              </a:spcAft>
              <a:buSzPts val="2400"/>
              <a:buChar char="•"/>
            </a:pPr>
            <a:r>
              <a:rPr lang="en-US">
                <a:solidFill>
                  <a:srgbClr val="C00000"/>
                </a:solidFill>
              </a:rPr>
              <a:t>The basic components – i.e. the nuts and bolt view</a:t>
            </a:r>
            <a:endParaRPr/>
          </a:p>
          <a:p>
            <a:pPr indent="-228600" lvl="2" marL="1143000" rtl="0" algn="l">
              <a:lnSpc>
                <a:spcPct val="90000"/>
              </a:lnSpc>
              <a:spcBef>
                <a:spcPts val="500"/>
              </a:spcBef>
              <a:spcAft>
                <a:spcPts val="0"/>
              </a:spcAft>
              <a:buClr>
                <a:schemeClr val="dk1"/>
              </a:buClr>
              <a:buSzPts val="2400"/>
              <a:buChar char="•"/>
            </a:pPr>
            <a:r>
              <a:rPr lang="en-US" sz="2400"/>
              <a:t>the basic hardware and software components that make up the Internet</a:t>
            </a:r>
            <a:endParaRPr/>
          </a:p>
          <a:p>
            <a:pPr indent="-231775" lvl="1" marL="695325" rtl="0" algn="l">
              <a:lnSpc>
                <a:spcPct val="90000"/>
              </a:lnSpc>
              <a:spcBef>
                <a:spcPts val="500"/>
              </a:spcBef>
              <a:spcAft>
                <a:spcPts val="0"/>
              </a:spcAft>
              <a:buSzPts val="2400"/>
              <a:buChar char="•"/>
            </a:pPr>
            <a:r>
              <a:rPr lang="en-US">
                <a:solidFill>
                  <a:srgbClr val="C00000"/>
                </a:solidFill>
              </a:rPr>
              <a:t>The services it provide – service view</a:t>
            </a:r>
            <a:endParaRPr/>
          </a:p>
          <a:p>
            <a:pPr indent="-228600" lvl="2" marL="1143000" rtl="0" algn="l">
              <a:lnSpc>
                <a:spcPct val="90000"/>
              </a:lnSpc>
              <a:spcBef>
                <a:spcPts val="500"/>
              </a:spcBef>
              <a:spcAft>
                <a:spcPts val="0"/>
              </a:spcAft>
              <a:buClr>
                <a:schemeClr val="dk1"/>
              </a:buClr>
              <a:buSzPts val="2400"/>
              <a:buChar char="•"/>
            </a:pPr>
            <a:r>
              <a:rPr lang="en-US" sz="2400"/>
              <a:t> a networking infrastructure that provides services to distributed applications</a:t>
            </a:r>
            <a:endParaRPr/>
          </a:p>
          <a:p>
            <a:pPr indent="-44450" lvl="0" marL="352425" rtl="0" algn="l">
              <a:lnSpc>
                <a:spcPct val="90000"/>
              </a:lnSpc>
              <a:spcBef>
                <a:spcPts val="1000"/>
              </a:spcBef>
              <a:spcAft>
                <a:spcPts val="0"/>
              </a:spcAft>
              <a:buSzPts val="2800"/>
              <a:buNone/>
            </a:pPr>
            <a:r>
              <a:t/>
            </a:r>
            <a:endParaRPr/>
          </a:p>
        </p:txBody>
      </p:sp>
      <p:sp>
        <p:nvSpPr>
          <p:cNvPr id="69" name="Google Shape;69;p3"/>
          <p:cNvSpPr txBox="1"/>
          <p:nvPr>
            <p:ph idx="11" type="ftr"/>
          </p:nvPr>
        </p:nvSpPr>
        <p:spPr>
          <a:xfrm>
            <a:off x="5576888" y="6467475"/>
            <a:ext cx="2895600" cy="28733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US" sz="1200" u="none" cap="none" strike="noStrike">
                <a:solidFill>
                  <a:schemeClr val="dk1"/>
                </a:solidFill>
                <a:latin typeface="Tahoma"/>
                <a:ea typeface="Tahoma"/>
                <a:cs typeface="Tahoma"/>
                <a:sym typeface="Tahoma"/>
              </a:rPr>
              <a:t>Introduction</a:t>
            </a:r>
            <a:endParaRPr/>
          </a:p>
        </p:txBody>
      </p:sp>
      <p:sp>
        <p:nvSpPr>
          <p:cNvPr id="70" name="Google Shape;70;p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0" i="0" lang="en-US" sz="1200" u="none" cap="none" strike="noStrike">
                <a:solidFill>
                  <a:schemeClr val="dk1"/>
                </a:solidFill>
                <a:latin typeface="Tahoma"/>
                <a:ea typeface="Tahoma"/>
                <a:cs typeface="Tahoma"/>
                <a:sym typeface="Tahoma"/>
              </a:rPr>
              <a:t>1-</a:t>
            </a: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71" name="Google Shape;71;p3"/>
          <p:cNvSpPr txBox="1"/>
          <p:nvPr/>
        </p:nvSpPr>
        <p:spPr>
          <a:xfrm>
            <a:off x="4075930" y="4454525"/>
            <a:ext cx="2663825" cy="584200"/>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Arial"/>
                <a:ea typeface="Arial"/>
                <a:cs typeface="Arial"/>
                <a:sym typeface="Arial"/>
              </a:rPr>
              <a:t>Internet: the network of networks</a:t>
            </a:r>
            <a:endParaRPr b="0" i="0" sz="1600" u="none" cap="none" strike="noStrike">
              <a:solidFill>
                <a:schemeClr val="dk1"/>
              </a:solidFill>
              <a:latin typeface="Arial"/>
              <a:ea typeface="Arial"/>
              <a:cs typeface="Arial"/>
              <a:sym typeface="Arial"/>
            </a:endParaRPr>
          </a:p>
        </p:txBody>
      </p:sp>
      <p:pic>
        <p:nvPicPr>
          <p:cNvPr descr="Puzzle" id="72" name="Google Shape;72;p3"/>
          <p:cNvPicPr preferRelativeResize="0"/>
          <p:nvPr/>
        </p:nvPicPr>
        <p:blipFill rotWithShape="1">
          <a:blip r:embed="rId3">
            <a:alphaModFix/>
          </a:blip>
          <a:srcRect b="0" l="0" r="0" t="0"/>
          <a:stretch/>
        </p:blipFill>
        <p:spPr>
          <a:xfrm rot="2653558">
            <a:off x="10625653" y="551936"/>
            <a:ext cx="603250" cy="603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nvSpPr>
        <p:spPr>
          <a:xfrm>
            <a:off x="9190439" y="3479610"/>
            <a:ext cx="13649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chemeClr val="dk1"/>
                </a:solidFill>
                <a:latin typeface="Calibri"/>
                <a:ea typeface="Calibri"/>
                <a:cs typeface="Calibri"/>
                <a:sym typeface="Calibri"/>
              </a:rPr>
              <a:t>Internet</a:t>
            </a:r>
            <a:endParaRPr/>
          </a:p>
        </p:txBody>
      </p:sp>
      <p:sp>
        <p:nvSpPr>
          <p:cNvPr id="78" name="Google Shape;78;p4"/>
          <p:cNvSpPr/>
          <p:nvPr/>
        </p:nvSpPr>
        <p:spPr>
          <a:xfrm>
            <a:off x="9250302" y="3526527"/>
            <a:ext cx="1558255" cy="53898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 name="Google Shape;79;p4"/>
          <p:cNvSpPr txBox="1"/>
          <p:nvPr>
            <p:ph type="title"/>
          </p:nvPr>
        </p:nvSpPr>
        <p:spPr>
          <a:xfrm>
            <a:off x="798691" y="22903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Internet: a “nuts and bolts” view</a:t>
            </a:r>
            <a:endParaRPr/>
          </a:p>
        </p:txBody>
      </p:sp>
      <p:sp>
        <p:nvSpPr>
          <p:cNvPr id="80" name="Google Shape;80;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grpSp>
        <p:nvGrpSpPr>
          <p:cNvPr id="81" name="Google Shape;81;p4"/>
          <p:cNvGrpSpPr/>
          <p:nvPr/>
        </p:nvGrpSpPr>
        <p:grpSpPr>
          <a:xfrm>
            <a:off x="7205350" y="1488461"/>
            <a:ext cx="4525460" cy="4859961"/>
            <a:chOff x="7268561" y="1458365"/>
            <a:chExt cx="4525460" cy="4859961"/>
          </a:xfrm>
        </p:grpSpPr>
        <p:sp>
          <p:nvSpPr>
            <p:cNvPr id="82" name="Google Shape;82;p4"/>
            <p:cNvSpPr/>
            <p:nvPr/>
          </p:nvSpPr>
          <p:spPr>
            <a:xfrm>
              <a:off x="9048399" y="3035682"/>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 name="Google Shape;83;p4"/>
            <p:cNvSpPr/>
            <p:nvPr/>
          </p:nvSpPr>
          <p:spPr>
            <a:xfrm>
              <a:off x="7337287" y="1795939"/>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4" name="Google Shape;84;p4"/>
            <p:cNvGrpSpPr/>
            <p:nvPr/>
          </p:nvGrpSpPr>
          <p:grpSpPr>
            <a:xfrm>
              <a:off x="7268561" y="3259155"/>
              <a:ext cx="1458912" cy="933450"/>
              <a:chOff x="2889" y="1631"/>
              <a:chExt cx="980" cy="743"/>
            </a:xfrm>
          </p:grpSpPr>
          <p:sp>
            <p:nvSpPr>
              <p:cNvPr id="85" name="Google Shape;85;p4"/>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86" name="Google Shape;86;p4"/>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sz="2400" u="none">
                  <a:solidFill>
                    <a:srgbClr val="00CCFF"/>
                  </a:solidFill>
                  <a:latin typeface="Arial"/>
                  <a:ea typeface="Arial"/>
                  <a:cs typeface="Arial"/>
                  <a:sym typeface="Arial"/>
                </a:endParaRPr>
              </a:p>
            </p:txBody>
          </p:sp>
        </p:grpSp>
        <p:sp>
          <p:nvSpPr>
            <p:cNvPr id="87" name="Google Shape;87;p4"/>
            <p:cNvSpPr/>
            <p:nvPr/>
          </p:nvSpPr>
          <p:spPr>
            <a:xfrm>
              <a:off x="7775612" y="4653038"/>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4"/>
            <p:cNvSpPr txBox="1"/>
            <p:nvPr/>
          </p:nvSpPr>
          <p:spPr>
            <a:xfrm>
              <a:off x="7742485" y="1458365"/>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b="0" lang="en-US" sz="1400" u="none">
                  <a:solidFill>
                    <a:schemeClr val="dk1"/>
                  </a:solidFill>
                  <a:latin typeface="Calibri"/>
                  <a:ea typeface="Calibri"/>
                  <a:cs typeface="Calibri"/>
                  <a:sym typeface="Calibri"/>
                </a:rPr>
                <a:t>mobile network</a:t>
              </a:r>
              <a:endParaRPr/>
            </a:p>
          </p:txBody>
        </p:sp>
        <p:sp>
          <p:nvSpPr>
            <p:cNvPr id="89" name="Google Shape;89;p4"/>
            <p:cNvSpPr txBox="1"/>
            <p:nvPr/>
          </p:nvSpPr>
          <p:spPr>
            <a:xfrm>
              <a:off x="7394046" y="4161826"/>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b="0" lang="en-US" sz="1400" u="none">
                  <a:solidFill>
                    <a:schemeClr val="dk1"/>
                  </a:solidFill>
                  <a:latin typeface="Calibri"/>
                  <a:ea typeface="Calibri"/>
                  <a:cs typeface="Calibri"/>
                  <a:sym typeface="Calibri"/>
                </a:rPr>
                <a:t>home network</a:t>
              </a:r>
              <a:endParaRPr/>
            </a:p>
          </p:txBody>
        </p:sp>
        <p:sp>
          <p:nvSpPr>
            <p:cNvPr id="90" name="Google Shape;90;p4"/>
            <p:cNvSpPr txBox="1"/>
            <p:nvPr/>
          </p:nvSpPr>
          <p:spPr>
            <a:xfrm>
              <a:off x="7370119" y="5749679"/>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b="0" lang="en-US" sz="1400" u="none">
                  <a:solidFill>
                    <a:schemeClr val="dk1"/>
                  </a:solidFill>
                  <a:latin typeface="Calibri"/>
                  <a:ea typeface="Calibri"/>
                  <a:cs typeface="Calibri"/>
                  <a:sym typeface="Calibri"/>
                </a:rPr>
                <a:t>enterprise</a:t>
              </a:r>
              <a:endParaRPr/>
            </a:p>
            <a:p>
              <a:pPr indent="0" lvl="0" marL="0" marR="0" rtl="0" algn="l">
                <a:lnSpc>
                  <a:spcPct val="80000"/>
                </a:lnSpc>
                <a:spcBef>
                  <a:spcPts val="0"/>
                </a:spcBef>
                <a:spcAft>
                  <a:spcPts val="0"/>
                </a:spcAft>
                <a:buClr>
                  <a:schemeClr val="dk1"/>
                </a:buClr>
                <a:buSzPts val="1400"/>
                <a:buFont typeface="Noto Sans Symbols"/>
                <a:buNone/>
              </a:pPr>
              <a:r>
                <a:rPr b="0" lang="en-US" sz="1400" u="none">
                  <a:solidFill>
                    <a:schemeClr val="dk1"/>
                  </a:solidFill>
                  <a:latin typeface="Calibri"/>
                  <a:ea typeface="Calibri"/>
                  <a:cs typeface="Calibri"/>
                  <a:sym typeface="Calibri"/>
                </a:rPr>
                <a:t>          network</a:t>
              </a:r>
              <a:endParaRPr/>
            </a:p>
          </p:txBody>
        </p:sp>
        <p:sp>
          <p:nvSpPr>
            <p:cNvPr id="91" name="Google Shape;91;p4"/>
            <p:cNvSpPr/>
            <p:nvPr/>
          </p:nvSpPr>
          <p:spPr>
            <a:xfrm>
              <a:off x="10285357" y="3149444"/>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9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2" name="Google Shape;92;p4"/>
            <p:cNvGrpSpPr/>
            <p:nvPr/>
          </p:nvGrpSpPr>
          <p:grpSpPr>
            <a:xfrm>
              <a:off x="10900911" y="3897954"/>
              <a:ext cx="687393" cy="721548"/>
              <a:chOff x="5203089" y="1751190"/>
              <a:chExt cx="858331" cy="662414"/>
            </a:xfrm>
          </p:grpSpPr>
          <p:sp>
            <p:nvSpPr>
              <p:cNvPr id="93" name="Google Shape;93;p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 name="Google Shape;94;p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95" name="Google Shape;95;p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96" name="Google Shape;96;p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97" name="Google Shape;97;p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98" name="Google Shape;98;p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99" name="Google Shape;99;p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00" name="Google Shape;100;p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01" name="Google Shape;101;p4"/>
            <p:cNvGrpSpPr/>
            <p:nvPr/>
          </p:nvGrpSpPr>
          <p:grpSpPr>
            <a:xfrm>
              <a:off x="10834382" y="3164075"/>
              <a:ext cx="594613" cy="648336"/>
              <a:chOff x="5203089" y="1751190"/>
              <a:chExt cx="858331" cy="662414"/>
            </a:xfrm>
          </p:grpSpPr>
          <p:sp>
            <p:nvSpPr>
              <p:cNvPr id="102" name="Google Shape;102;p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 name="Google Shape;103;p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04" name="Google Shape;104;p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05" name="Google Shape;105;p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06" name="Google Shape;106;p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07" name="Google Shape;107;p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08" name="Google Shape;108;p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09" name="Google Shape;109;p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10" name="Google Shape;110;p4"/>
            <p:cNvSpPr/>
            <p:nvPr/>
          </p:nvSpPr>
          <p:spPr>
            <a:xfrm>
              <a:off x="9604024" y="1751946"/>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 name="Google Shape;111;p4"/>
            <p:cNvSpPr txBox="1"/>
            <p:nvPr/>
          </p:nvSpPr>
          <p:spPr>
            <a:xfrm>
              <a:off x="9490412" y="1821099"/>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a:p>
          </p:txBody>
        </p:sp>
        <p:sp>
          <p:nvSpPr>
            <p:cNvPr id="112" name="Google Shape;112;p4"/>
            <p:cNvSpPr/>
            <p:nvPr/>
          </p:nvSpPr>
          <p:spPr>
            <a:xfrm>
              <a:off x="9342279" y="3647812"/>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 name="Google Shape;113;p4"/>
            <p:cNvSpPr txBox="1"/>
            <p:nvPr/>
          </p:nvSpPr>
          <p:spPr>
            <a:xfrm>
              <a:off x="8829373" y="3417823"/>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a:p>
          </p:txBody>
        </p:sp>
        <p:sp>
          <p:nvSpPr>
            <p:cNvPr id="114" name="Google Shape;114;p4"/>
            <p:cNvSpPr txBox="1"/>
            <p:nvPr/>
          </p:nvSpPr>
          <p:spPr>
            <a:xfrm>
              <a:off x="10980978" y="4647841"/>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a:p>
          </p:txBody>
        </p:sp>
        <p:sp>
          <p:nvSpPr>
            <p:cNvPr id="115" name="Google Shape;115;p4"/>
            <p:cNvSpPr txBox="1"/>
            <p:nvPr/>
          </p:nvSpPr>
          <p:spPr>
            <a:xfrm>
              <a:off x="10126229" y="4198152"/>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grpSp>
      <p:grpSp>
        <p:nvGrpSpPr>
          <p:cNvPr id="116" name="Google Shape;116;p4"/>
          <p:cNvGrpSpPr/>
          <p:nvPr/>
        </p:nvGrpSpPr>
        <p:grpSpPr>
          <a:xfrm>
            <a:off x="1297913" y="3134990"/>
            <a:ext cx="5623201" cy="1305077"/>
            <a:chOff x="1297913" y="3209940"/>
            <a:chExt cx="5623201" cy="1305077"/>
          </a:xfrm>
        </p:grpSpPr>
        <p:sp>
          <p:nvSpPr>
            <p:cNvPr id="117" name="Google Shape;117;p4"/>
            <p:cNvSpPr txBox="1"/>
            <p:nvPr/>
          </p:nvSpPr>
          <p:spPr>
            <a:xfrm>
              <a:off x="3142962" y="3209940"/>
              <a:ext cx="3778152" cy="1305077"/>
            </a:xfrm>
            <a:prstGeom prst="rect">
              <a:avLst/>
            </a:prstGeom>
            <a:noFill/>
            <a:ln>
              <a:noFill/>
            </a:ln>
          </p:spPr>
          <p:txBody>
            <a:bodyPr anchorCtr="0" anchor="t" bIns="45700" lIns="91425" spcFirstLastPara="1" rIns="91425" wrap="square" tIns="45700">
              <a:normAutofit/>
            </a:bodyPr>
            <a:lstStyle/>
            <a:p>
              <a:pPr indent="0" lvl="0" marL="6858" marR="0" rtl="0" algn="l">
                <a:lnSpc>
                  <a:spcPct val="90000"/>
                </a:lnSpc>
                <a:spcBef>
                  <a:spcPts val="0"/>
                </a:spcBef>
                <a:spcAft>
                  <a:spcPts val="0"/>
                </a:spcAft>
                <a:buClr>
                  <a:srgbClr val="002E8A"/>
                </a:buClr>
                <a:buSzPts val="2400"/>
                <a:buFont typeface="Noto Sans Symbols"/>
                <a:buNone/>
              </a:pPr>
              <a:r>
                <a:rPr b="0" i="1" lang="en-US" sz="2400" u="none">
                  <a:solidFill>
                    <a:srgbClr val="C00000"/>
                  </a:solidFill>
                  <a:latin typeface="Calibri"/>
                  <a:ea typeface="Calibri"/>
                  <a:cs typeface="Calibri"/>
                  <a:sym typeface="Calibri"/>
                </a:rPr>
                <a:t>Packet switches</a:t>
              </a:r>
              <a:r>
                <a:rPr b="0" lang="en-US" sz="2400" u="none">
                  <a:solidFill>
                    <a:schemeClr val="dk1"/>
                  </a:solidFill>
                  <a:latin typeface="Calibri"/>
                  <a:ea typeface="Calibri"/>
                  <a:cs typeface="Calibri"/>
                  <a:sym typeface="Calibri"/>
                </a:rPr>
                <a:t>: forward packets (chunks of data)</a:t>
              </a:r>
              <a:endParaRPr/>
            </a:p>
            <a:p>
              <a:pPr indent="-231775" lvl="1" marL="346075" marR="0" rtl="0" algn="l">
                <a:lnSpc>
                  <a:spcPct val="90000"/>
                </a:lnSpc>
                <a:spcBef>
                  <a:spcPts val="528"/>
                </a:spcBef>
                <a:spcAft>
                  <a:spcPts val="0"/>
                </a:spcAft>
                <a:buClr>
                  <a:srgbClr val="0000A8"/>
                </a:buClr>
                <a:buSzPts val="2000"/>
                <a:buFont typeface="Noto Sans Symbols"/>
                <a:buChar char="▪"/>
              </a:pPr>
              <a:r>
                <a:rPr b="0" i="1" lang="en-US" sz="2000" u="none" cap="none" strike="noStrike">
                  <a:solidFill>
                    <a:schemeClr val="dk1"/>
                  </a:solidFill>
                  <a:latin typeface="Calibri"/>
                  <a:ea typeface="Calibri"/>
                  <a:cs typeface="Calibri"/>
                  <a:sym typeface="Calibri"/>
                </a:rPr>
                <a:t>routers</a:t>
              </a:r>
              <a:r>
                <a:rPr b="0" i="0" lang="en-US" sz="2000" u="none" cap="none" strike="noStrike">
                  <a:solidFill>
                    <a:schemeClr val="dk1"/>
                  </a:solidFill>
                  <a:latin typeface="Calibri"/>
                  <a:ea typeface="Calibri"/>
                  <a:cs typeface="Calibri"/>
                  <a:sym typeface="Calibri"/>
                </a:rPr>
                <a:t>, </a:t>
              </a:r>
              <a:r>
                <a:rPr b="0" i="1" lang="en-US" sz="2000" u="none" cap="none" strike="noStrike">
                  <a:solidFill>
                    <a:schemeClr val="dk1"/>
                  </a:solidFill>
                  <a:latin typeface="Calibri"/>
                  <a:ea typeface="Calibri"/>
                  <a:cs typeface="Calibri"/>
                  <a:sym typeface="Calibri"/>
                </a:rPr>
                <a:t>switches</a:t>
              </a:r>
              <a:endParaRPr b="0" i="0" sz="2400" u="none" cap="none" strike="noStrike">
                <a:solidFill>
                  <a:schemeClr val="dk1"/>
                </a:solidFill>
                <a:latin typeface="Calibri"/>
                <a:ea typeface="Calibri"/>
                <a:cs typeface="Calibri"/>
                <a:sym typeface="Calibri"/>
              </a:endParaRPr>
            </a:p>
          </p:txBody>
        </p:sp>
        <p:grpSp>
          <p:nvGrpSpPr>
            <p:cNvPr id="118" name="Google Shape;118;p4"/>
            <p:cNvGrpSpPr/>
            <p:nvPr/>
          </p:nvGrpSpPr>
          <p:grpSpPr>
            <a:xfrm>
              <a:off x="1297913" y="3389820"/>
              <a:ext cx="1370315" cy="390629"/>
              <a:chOff x="1220207" y="3379800"/>
              <a:chExt cx="1448022" cy="400649"/>
            </a:xfrm>
          </p:grpSpPr>
          <p:grpSp>
            <p:nvGrpSpPr>
              <p:cNvPr id="119" name="Google Shape;119;p4"/>
              <p:cNvGrpSpPr/>
              <p:nvPr/>
            </p:nvGrpSpPr>
            <p:grpSpPr>
              <a:xfrm>
                <a:off x="1220207" y="3403733"/>
                <a:ext cx="608897" cy="339238"/>
                <a:chOff x="7493876" y="2774731"/>
                <a:chExt cx="1481958" cy="894622"/>
              </a:xfrm>
            </p:grpSpPr>
            <p:sp>
              <p:nvSpPr>
                <p:cNvPr id="120" name="Google Shape;120;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21" name="Google Shape;121;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22" name="Google Shape;122;p4"/>
                <p:cNvGrpSpPr/>
                <p:nvPr/>
              </p:nvGrpSpPr>
              <p:grpSpPr>
                <a:xfrm>
                  <a:off x="7713663" y="2848339"/>
                  <a:ext cx="1042107" cy="425543"/>
                  <a:chOff x="7786941" y="2884917"/>
                  <a:chExt cx="897649" cy="353919"/>
                </a:xfrm>
              </p:grpSpPr>
              <p:sp>
                <p:nvSpPr>
                  <p:cNvPr id="123" name="Google Shape;123;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 name="Google Shape;124;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5" name="Google Shape;125;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 name="Google Shape;126;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27" name="Google Shape;127;p4"/>
              <p:cNvGrpSpPr/>
              <p:nvPr/>
            </p:nvGrpSpPr>
            <p:grpSpPr>
              <a:xfrm>
                <a:off x="2172962" y="3379800"/>
                <a:ext cx="495267" cy="400649"/>
                <a:chOff x="3668110" y="2448910"/>
                <a:chExt cx="3794234" cy="2165130"/>
              </a:xfrm>
            </p:grpSpPr>
            <p:sp>
              <p:nvSpPr>
                <p:cNvPr id="128" name="Google Shape;128;p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 name="Google Shape;129;p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30" name="Google Shape;130;p4"/>
                <p:cNvGrpSpPr/>
                <p:nvPr/>
              </p:nvGrpSpPr>
              <p:grpSpPr>
                <a:xfrm>
                  <a:off x="3941378" y="2603243"/>
                  <a:ext cx="3202061" cy="1066110"/>
                  <a:chOff x="7939341" y="3037317"/>
                  <a:chExt cx="897649" cy="353919"/>
                </a:xfrm>
              </p:grpSpPr>
              <p:sp>
                <p:nvSpPr>
                  <p:cNvPr id="131" name="Google Shape;131;p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 name="Google Shape;133;p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 name="Google Shape;134;p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grpSp>
        <p:nvGrpSpPr>
          <p:cNvPr id="135" name="Google Shape;135;p4"/>
          <p:cNvGrpSpPr/>
          <p:nvPr/>
        </p:nvGrpSpPr>
        <p:grpSpPr>
          <a:xfrm>
            <a:off x="972848" y="3887572"/>
            <a:ext cx="5946258" cy="1994414"/>
            <a:chOff x="972848" y="3947532"/>
            <a:chExt cx="5946258" cy="1994414"/>
          </a:xfrm>
        </p:grpSpPr>
        <p:sp>
          <p:nvSpPr>
            <p:cNvPr id="136" name="Google Shape;136;p4"/>
            <p:cNvSpPr txBox="1"/>
            <p:nvPr/>
          </p:nvSpPr>
          <p:spPr>
            <a:xfrm>
              <a:off x="3140954" y="3947532"/>
              <a:ext cx="3778152" cy="1994414"/>
            </a:xfrm>
            <a:prstGeom prst="rect">
              <a:avLst/>
            </a:prstGeom>
            <a:noFill/>
            <a:ln>
              <a:noFill/>
            </a:ln>
          </p:spPr>
          <p:txBody>
            <a:bodyPr anchorCtr="0" anchor="t" bIns="45700" lIns="91425" spcFirstLastPara="1" rIns="91425" wrap="square" tIns="45700">
              <a:normAutofit/>
            </a:bodyPr>
            <a:lstStyle/>
            <a:p>
              <a:pPr indent="0" lvl="0" marL="6858" marR="0" rtl="0" algn="l">
                <a:lnSpc>
                  <a:spcPct val="90000"/>
                </a:lnSpc>
                <a:spcBef>
                  <a:spcPts val="0"/>
                </a:spcBef>
                <a:spcAft>
                  <a:spcPts val="0"/>
                </a:spcAft>
                <a:buClr>
                  <a:srgbClr val="002E8A"/>
                </a:buClr>
                <a:buSzPts val="2800"/>
                <a:buFont typeface="Noto Sans Symbols"/>
                <a:buNone/>
              </a:pPr>
              <a:r>
                <a:t/>
              </a:r>
              <a:endParaRPr b="0" sz="2800" u="none">
                <a:solidFill>
                  <a:schemeClr val="dk1"/>
                </a:solidFill>
                <a:latin typeface="Calibri"/>
                <a:ea typeface="Calibri"/>
                <a:cs typeface="Calibri"/>
                <a:sym typeface="Calibri"/>
              </a:endParaRPr>
            </a:p>
            <a:p>
              <a:pPr indent="0" lvl="0" marL="6858" marR="0" rtl="0" algn="l">
                <a:lnSpc>
                  <a:spcPct val="90000"/>
                </a:lnSpc>
                <a:spcBef>
                  <a:spcPts val="672"/>
                </a:spcBef>
                <a:spcAft>
                  <a:spcPts val="0"/>
                </a:spcAft>
                <a:buClr>
                  <a:srgbClr val="0000A8"/>
                </a:buClr>
                <a:buSzPts val="2400"/>
                <a:buFont typeface="Noto Sans Symbols"/>
                <a:buNone/>
              </a:pPr>
              <a:r>
                <a:rPr b="0" i="1" lang="en-US" sz="2400" u="none">
                  <a:solidFill>
                    <a:srgbClr val="C00000"/>
                  </a:solidFill>
                  <a:latin typeface="Calibri"/>
                  <a:ea typeface="Calibri"/>
                  <a:cs typeface="Calibri"/>
                  <a:sym typeface="Calibri"/>
                </a:rPr>
                <a:t>Communication links</a:t>
              </a:r>
              <a:endParaRPr/>
            </a:p>
            <a:p>
              <a:pPr indent="-231775" lvl="1" marL="346075" marR="0" rtl="0" algn="l">
                <a:lnSpc>
                  <a:spcPct val="90000"/>
                </a:lnSpc>
                <a:spcBef>
                  <a:spcPts val="528"/>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fiber, copper, radio, satellite</a:t>
              </a:r>
              <a:endParaRPr/>
            </a:p>
            <a:p>
              <a:pPr indent="-231775" lvl="1" marL="346075" marR="0" rtl="0" algn="l">
                <a:lnSpc>
                  <a:spcPct val="90000"/>
                </a:lnSpc>
                <a:spcBef>
                  <a:spcPts val="528"/>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transmission rate: </a:t>
              </a:r>
              <a:r>
                <a:rPr b="0" i="1" lang="en-US" sz="2000" u="none" cap="none" strike="noStrike">
                  <a:solidFill>
                    <a:schemeClr val="dk1"/>
                  </a:solidFill>
                  <a:latin typeface="Calibri"/>
                  <a:ea typeface="Calibri"/>
                  <a:cs typeface="Calibri"/>
                  <a:sym typeface="Calibri"/>
                </a:rPr>
                <a:t>bandwidth</a:t>
              </a:r>
              <a:br>
                <a:rPr b="0" i="1" lang="en-US" sz="2000" u="none" cap="none" strike="noStrike">
                  <a:solidFill>
                    <a:srgbClr val="C00000"/>
                  </a:solidFill>
                  <a:latin typeface="Calibri"/>
                  <a:ea typeface="Calibri"/>
                  <a:cs typeface="Calibri"/>
                  <a:sym typeface="Calibri"/>
                </a:rPr>
              </a:br>
              <a:endParaRPr b="0" i="0" sz="2400" u="none" cap="none" strike="noStrike">
                <a:solidFill>
                  <a:schemeClr val="dk1"/>
                </a:solidFill>
                <a:latin typeface="Calibri"/>
                <a:ea typeface="Calibri"/>
                <a:cs typeface="Calibri"/>
                <a:sym typeface="Calibri"/>
              </a:endParaRPr>
            </a:p>
          </p:txBody>
        </p:sp>
        <p:grpSp>
          <p:nvGrpSpPr>
            <p:cNvPr id="137" name="Google Shape;137;p4"/>
            <p:cNvGrpSpPr/>
            <p:nvPr/>
          </p:nvGrpSpPr>
          <p:grpSpPr>
            <a:xfrm>
              <a:off x="2428229" y="4382136"/>
              <a:ext cx="457200" cy="733152"/>
              <a:chOff x="6061075" y="1844675"/>
              <a:chExt cx="457200" cy="733152"/>
            </a:xfrm>
          </p:grpSpPr>
          <p:cxnSp>
            <p:nvCxnSpPr>
              <p:cNvPr id="138" name="Google Shape;138;p4"/>
              <p:cNvCxnSpPr/>
              <p:nvPr/>
            </p:nvCxnSpPr>
            <p:spPr>
              <a:xfrm>
                <a:off x="6289675" y="2403475"/>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39" name="Google Shape;139;p4"/>
              <p:cNvGrpSpPr/>
              <p:nvPr/>
            </p:nvGrpSpPr>
            <p:grpSpPr>
              <a:xfrm>
                <a:off x="6061075" y="1844675"/>
                <a:ext cx="457200" cy="631825"/>
                <a:chOff x="742" y="2409"/>
                <a:chExt cx="576" cy="881"/>
              </a:xfrm>
            </p:grpSpPr>
            <p:grpSp>
              <p:nvGrpSpPr>
                <p:cNvPr id="140" name="Google Shape;140;p4"/>
                <p:cNvGrpSpPr/>
                <p:nvPr/>
              </p:nvGrpSpPr>
              <p:grpSpPr>
                <a:xfrm>
                  <a:off x="832" y="2643"/>
                  <a:ext cx="376" cy="647"/>
                  <a:chOff x="3130" y="3288"/>
                  <a:chExt cx="410" cy="742"/>
                </a:xfrm>
              </p:grpSpPr>
              <p:cxnSp>
                <p:nvCxnSpPr>
                  <p:cNvPr id="141" name="Google Shape;141;p4"/>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42" name="Google Shape;142;p4"/>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43" name="Google Shape;143;p4"/>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4" name="Google Shape;144;p4"/>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5" name="Google Shape;145;p4"/>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46" name="Google Shape;146;p4"/>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47" name="Google Shape;147;p4"/>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48" name="Google Shape;148;p4"/>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49" name="Google Shape;149;p4"/>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50" name="Google Shape;150;p4"/>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51" name="Google Shape;151;p4"/>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52" name="Google Shape;152;p4"/>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53" name="Google Shape;153;p4"/>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54" name="Google Shape;154;p4"/>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55" name="Google Shape;155;p4"/>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cell_tower_radiation copy" id="156" name="Google Shape;156;p4"/>
                <p:cNvPicPr preferRelativeResize="0"/>
                <p:nvPr/>
              </p:nvPicPr>
              <p:blipFill rotWithShape="1">
                <a:blip r:embed="rId3">
                  <a:alphaModFix/>
                </a:blip>
                <a:srcRect b="0" l="0" r="0" t="0"/>
                <a:stretch/>
              </p:blipFill>
              <p:spPr>
                <a:xfrm>
                  <a:off x="742" y="2409"/>
                  <a:ext cx="576" cy="464"/>
                </a:xfrm>
                <a:prstGeom prst="rect">
                  <a:avLst/>
                </a:prstGeom>
                <a:noFill/>
                <a:ln>
                  <a:noFill/>
                </a:ln>
              </p:spPr>
            </p:pic>
            <p:sp>
              <p:nvSpPr>
                <p:cNvPr id="157" name="Google Shape;157;p4"/>
                <p:cNvSpPr/>
                <p:nvPr/>
              </p:nvSpPr>
              <p:spPr>
                <a:xfrm>
                  <a:off x="986" y="2597"/>
                  <a:ext cx="66" cy="69"/>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grpSp>
        <p:grpSp>
          <p:nvGrpSpPr>
            <p:cNvPr id="158" name="Google Shape;158;p4"/>
            <p:cNvGrpSpPr/>
            <p:nvPr/>
          </p:nvGrpSpPr>
          <p:grpSpPr>
            <a:xfrm>
              <a:off x="972848" y="4585926"/>
              <a:ext cx="452014" cy="316353"/>
              <a:chOff x="2967" y="478"/>
              <a:chExt cx="788" cy="625"/>
            </a:xfrm>
          </p:grpSpPr>
          <p:pic>
            <p:nvPicPr>
              <p:cNvPr descr="access_point_stylized_small" id="159" name="Google Shape;159;p4"/>
              <p:cNvPicPr preferRelativeResize="0"/>
              <p:nvPr/>
            </p:nvPicPr>
            <p:blipFill rotWithShape="1">
              <a:blip r:embed="rId4">
                <a:alphaModFix/>
              </a:blip>
              <a:srcRect b="0" l="0" r="0" t="0"/>
              <a:stretch/>
            </p:blipFill>
            <p:spPr>
              <a:xfrm>
                <a:off x="3012" y="559"/>
                <a:ext cx="576" cy="544"/>
              </a:xfrm>
              <a:prstGeom prst="rect">
                <a:avLst/>
              </a:prstGeom>
              <a:noFill/>
              <a:ln>
                <a:noFill/>
              </a:ln>
            </p:spPr>
          </p:pic>
          <p:pic>
            <p:nvPicPr>
              <p:cNvPr descr="antenna_radiation_stylized" id="160" name="Google Shape;160;p4"/>
              <p:cNvPicPr preferRelativeResize="0"/>
              <p:nvPr/>
            </p:nvPicPr>
            <p:blipFill rotWithShape="1">
              <a:blip r:embed="rId5">
                <a:alphaModFix/>
              </a:blip>
              <a:srcRect b="0" l="0" r="0" t="0"/>
              <a:stretch/>
            </p:blipFill>
            <p:spPr>
              <a:xfrm>
                <a:off x="2967" y="478"/>
                <a:ext cx="788" cy="188"/>
              </a:xfrm>
              <a:prstGeom prst="rect">
                <a:avLst/>
              </a:prstGeom>
              <a:noFill/>
              <a:ln>
                <a:noFill/>
              </a:ln>
            </p:spPr>
          </p:pic>
        </p:grpSp>
        <p:pic>
          <p:nvPicPr>
            <p:cNvPr descr="Image result for Ethernet cable" id="161" name="Google Shape;161;p4"/>
            <p:cNvPicPr preferRelativeResize="0"/>
            <p:nvPr/>
          </p:nvPicPr>
          <p:blipFill rotWithShape="1">
            <a:blip r:embed="rId6">
              <a:alphaModFix/>
            </a:blip>
            <a:srcRect b="0" l="0" r="0" t="0"/>
            <a:stretch/>
          </p:blipFill>
          <p:spPr>
            <a:xfrm>
              <a:off x="1456310" y="4560750"/>
              <a:ext cx="874495" cy="513355"/>
            </a:xfrm>
            <a:prstGeom prst="rect">
              <a:avLst/>
            </a:prstGeom>
            <a:noFill/>
            <a:ln>
              <a:noFill/>
            </a:ln>
          </p:spPr>
        </p:pic>
      </p:grpSp>
      <p:grpSp>
        <p:nvGrpSpPr>
          <p:cNvPr id="162" name="Google Shape;162;p4"/>
          <p:cNvGrpSpPr/>
          <p:nvPr/>
        </p:nvGrpSpPr>
        <p:grpSpPr>
          <a:xfrm>
            <a:off x="413554" y="1318241"/>
            <a:ext cx="6618129" cy="1705461"/>
            <a:chOff x="413554" y="1318241"/>
            <a:chExt cx="6618129" cy="1705461"/>
          </a:xfrm>
        </p:grpSpPr>
        <p:sp>
          <p:nvSpPr>
            <p:cNvPr id="163" name="Google Shape;163;p4"/>
            <p:cNvSpPr txBox="1"/>
            <p:nvPr/>
          </p:nvSpPr>
          <p:spPr>
            <a:xfrm>
              <a:off x="3142484" y="1318241"/>
              <a:ext cx="3889199" cy="1705461"/>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8"/>
                </a:buClr>
                <a:buSzPts val="2400"/>
                <a:buFont typeface="Noto Sans Symbols"/>
                <a:buNone/>
              </a:pPr>
              <a:r>
                <a:rPr b="0" lang="en-US" sz="2400" u="none">
                  <a:solidFill>
                    <a:schemeClr val="dk1"/>
                  </a:solidFill>
                  <a:latin typeface="Calibri"/>
                  <a:ea typeface="Calibri"/>
                  <a:cs typeface="Calibri"/>
                  <a:sym typeface="Calibri"/>
                </a:rPr>
                <a:t>Billions of connected computing </a:t>
              </a:r>
              <a:r>
                <a:rPr b="0" i="1" lang="en-US" sz="2400" u="none">
                  <a:solidFill>
                    <a:srgbClr val="C00000"/>
                  </a:solidFill>
                  <a:latin typeface="Calibri"/>
                  <a:ea typeface="Calibri"/>
                  <a:cs typeface="Calibri"/>
                  <a:sym typeface="Calibri"/>
                </a:rPr>
                <a:t>devices</a:t>
              </a:r>
              <a:r>
                <a:rPr b="0" lang="en-US" sz="2400" u="none">
                  <a:solidFill>
                    <a:schemeClr val="dk1"/>
                  </a:solidFill>
                  <a:latin typeface="Calibri"/>
                  <a:ea typeface="Calibri"/>
                  <a:cs typeface="Calibri"/>
                  <a:sym typeface="Calibri"/>
                </a:rPr>
                <a:t>: </a:t>
              </a:r>
              <a:endParaRPr/>
            </a:p>
            <a:p>
              <a:pPr indent="-231775" lvl="1" marL="346075" marR="0" rtl="0" algn="l">
                <a:lnSpc>
                  <a:spcPct val="90000"/>
                </a:lnSpc>
                <a:spcBef>
                  <a:spcPts val="300"/>
                </a:spcBef>
                <a:spcAft>
                  <a:spcPts val="0"/>
                </a:spcAft>
                <a:buClr>
                  <a:srgbClr val="0000A3"/>
                </a:buClr>
                <a:buSzPts val="2000"/>
                <a:buFont typeface="Noto Sans Symbols"/>
                <a:buChar char="▪"/>
              </a:pPr>
              <a:r>
                <a:rPr b="0" i="1" lang="en-US" sz="2000" u="none" cap="none" strike="noStrike">
                  <a:solidFill>
                    <a:srgbClr val="C00000"/>
                  </a:solidFill>
                  <a:latin typeface="Calibri"/>
                  <a:ea typeface="Calibri"/>
                  <a:cs typeface="Calibri"/>
                  <a:sym typeface="Calibri"/>
                </a:rPr>
                <a:t>hosts</a:t>
              </a:r>
              <a:r>
                <a:rPr b="0" i="1" lang="en-US" sz="2000" u="none" cap="none" strike="noStrike">
                  <a:solidFill>
                    <a:srgbClr val="CC0000"/>
                  </a:solidFill>
                  <a:latin typeface="Calibri"/>
                  <a:ea typeface="Calibri"/>
                  <a:cs typeface="Calibri"/>
                  <a:sym typeface="Calibri"/>
                </a:rPr>
                <a:t> </a:t>
              </a:r>
              <a:r>
                <a:rPr b="0" i="1" lang="en-US" sz="2000" u="none" cap="none" strike="noStrike">
                  <a:solidFill>
                    <a:schemeClr val="dk1"/>
                  </a:solidFill>
                  <a:latin typeface="Calibri"/>
                  <a:ea typeface="Calibri"/>
                  <a:cs typeface="Calibri"/>
                  <a:sym typeface="Calibri"/>
                </a:rPr>
                <a:t>= end systems </a:t>
              </a:r>
              <a:endParaRPr/>
            </a:p>
            <a:p>
              <a:pPr indent="-231775" lvl="1" marL="346075" marR="0" rtl="0" algn="l">
                <a:lnSpc>
                  <a:spcPct val="90000"/>
                </a:lnSpc>
                <a:spcBef>
                  <a:spcPts val="528"/>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running </a:t>
              </a:r>
              <a:r>
                <a:rPr b="0" i="1" lang="en-US" sz="2000" u="none" cap="none" strike="noStrike">
                  <a:solidFill>
                    <a:schemeClr val="dk1"/>
                  </a:solidFill>
                  <a:latin typeface="Calibri"/>
                  <a:ea typeface="Calibri"/>
                  <a:cs typeface="Calibri"/>
                  <a:sym typeface="Calibri"/>
                </a:rPr>
                <a:t>network </a:t>
              </a:r>
              <a:r>
                <a:rPr b="0" i="1" lang="en-US" sz="2000" u="none" cap="none" strike="noStrike">
                  <a:solidFill>
                    <a:srgbClr val="C00000"/>
                  </a:solidFill>
                  <a:latin typeface="Calibri"/>
                  <a:ea typeface="Calibri"/>
                  <a:cs typeface="Calibri"/>
                  <a:sym typeface="Calibri"/>
                </a:rPr>
                <a:t>apps </a:t>
              </a:r>
              <a:r>
                <a:rPr b="0" i="0" lang="en-US" sz="2000" u="none" cap="none" strike="noStrike">
                  <a:solidFill>
                    <a:schemeClr val="dk1"/>
                  </a:solidFill>
                  <a:latin typeface="Calibri"/>
                  <a:ea typeface="Calibri"/>
                  <a:cs typeface="Calibri"/>
                  <a:sym typeface="Calibri"/>
                </a:rPr>
                <a:t>at Internet’s “edge”</a:t>
              </a:r>
              <a:endParaRPr/>
            </a:p>
          </p:txBody>
        </p:sp>
        <p:grpSp>
          <p:nvGrpSpPr>
            <p:cNvPr id="164" name="Google Shape;164;p4"/>
            <p:cNvGrpSpPr/>
            <p:nvPr/>
          </p:nvGrpSpPr>
          <p:grpSpPr>
            <a:xfrm>
              <a:off x="413554" y="1342201"/>
              <a:ext cx="2520730" cy="1345159"/>
              <a:chOff x="177500" y="1428021"/>
              <a:chExt cx="2679234" cy="1453172"/>
            </a:xfrm>
          </p:grpSpPr>
          <p:grpSp>
            <p:nvGrpSpPr>
              <p:cNvPr id="165" name="Google Shape;165;p4"/>
              <p:cNvGrpSpPr/>
              <p:nvPr/>
            </p:nvGrpSpPr>
            <p:grpSpPr>
              <a:xfrm>
                <a:off x="2228805" y="1490654"/>
                <a:ext cx="627929" cy="619360"/>
                <a:chOff x="877" y="1008"/>
                <a:chExt cx="2747" cy="2626"/>
              </a:xfrm>
            </p:grpSpPr>
            <p:pic>
              <p:nvPicPr>
                <p:cNvPr descr="antenna_stylized" id="166" name="Google Shape;166;p4"/>
                <p:cNvPicPr preferRelativeResize="0"/>
                <p:nvPr/>
              </p:nvPicPr>
              <p:blipFill rotWithShape="1">
                <a:blip r:embed="rId7">
                  <a:alphaModFix/>
                </a:blip>
                <a:srcRect b="0" l="0" r="0" t="0"/>
                <a:stretch/>
              </p:blipFill>
              <p:spPr>
                <a:xfrm>
                  <a:off x="877" y="1008"/>
                  <a:ext cx="2725" cy="1421"/>
                </a:xfrm>
                <a:prstGeom prst="rect">
                  <a:avLst/>
                </a:prstGeom>
                <a:noFill/>
                <a:ln>
                  <a:noFill/>
                </a:ln>
              </p:spPr>
            </p:pic>
            <p:pic>
              <p:nvPicPr>
                <p:cNvPr descr="laptop_keyboard" id="167" name="Google Shape;167;p4"/>
                <p:cNvPicPr preferRelativeResize="0"/>
                <p:nvPr/>
              </p:nvPicPr>
              <p:blipFill rotWithShape="1">
                <a:blip r:embed="rId8">
                  <a:alphaModFix/>
                </a:blip>
                <a:srcRect b="0" l="0" r="0" t="0"/>
                <a:stretch/>
              </p:blipFill>
              <p:spPr>
                <a:xfrm flipH="1" rot="109064">
                  <a:off x="1009" y="2586"/>
                  <a:ext cx="2245" cy="1013"/>
                </a:xfrm>
                <a:prstGeom prst="rect">
                  <a:avLst/>
                </a:prstGeom>
                <a:noFill/>
                <a:ln>
                  <a:noFill/>
                </a:ln>
              </p:spPr>
            </p:pic>
            <p:sp>
              <p:nvSpPr>
                <p:cNvPr id="168" name="Google Shape;168;p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69" name="Google Shape;169;p4"/>
                <p:cNvPicPr preferRelativeResize="0"/>
                <p:nvPr/>
              </p:nvPicPr>
              <p:blipFill rotWithShape="1">
                <a:blip r:embed="rId9">
                  <a:alphaModFix/>
                </a:blip>
                <a:srcRect b="0" l="0" r="0" t="0"/>
                <a:stretch/>
              </p:blipFill>
              <p:spPr>
                <a:xfrm>
                  <a:off x="1842" y="1637"/>
                  <a:ext cx="1642" cy="1203"/>
                </a:xfrm>
                <a:prstGeom prst="rect">
                  <a:avLst/>
                </a:prstGeom>
                <a:noFill/>
                <a:ln>
                  <a:noFill/>
                </a:ln>
              </p:spPr>
            </p:pic>
            <p:sp>
              <p:nvSpPr>
                <p:cNvPr id="170" name="Google Shape;170;p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2" name="Google Shape;172;p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76" name="Google Shape;176;p4"/>
                <p:cNvGrpSpPr/>
                <p:nvPr/>
              </p:nvGrpSpPr>
              <p:grpSpPr>
                <a:xfrm>
                  <a:off x="1709" y="3008"/>
                  <a:ext cx="507" cy="234"/>
                  <a:chOff x="1740" y="2642"/>
                  <a:chExt cx="752" cy="327"/>
                </a:xfrm>
              </p:grpSpPr>
              <p:sp>
                <p:nvSpPr>
                  <p:cNvPr id="177" name="Google Shape;177;p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9" name="Google Shape;179;p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3" name="Google Shape;183;p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9" name="Google Shape;189;p4"/>
              <p:cNvGrpSpPr/>
              <p:nvPr/>
            </p:nvGrpSpPr>
            <p:grpSpPr>
              <a:xfrm>
                <a:off x="1187669" y="1611378"/>
                <a:ext cx="511595" cy="419441"/>
                <a:chOff x="2751" y="1851"/>
                <a:chExt cx="462" cy="478"/>
              </a:xfrm>
            </p:grpSpPr>
            <p:pic>
              <p:nvPicPr>
                <p:cNvPr descr="iphone_stylized_small" id="190" name="Google Shape;190;p4"/>
                <p:cNvPicPr preferRelativeResize="0"/>
                <p:nvPr/>
              </p:nvPicPr>
              <p:blipFill rotWithShape="1">
                <a:blip r:embed="rId10">
                  <a:alphaModFix/>
                </a:blip>
                <a:srcRect b="0" l="0" r="0" t="0"/>
                <a:stretch/>
              </p:blipFill>
              <p:spPr>
                <a:xfrm>
                  <a:off x="2928" y="1922"/>
                  <a:ext cx="152" cy="407"/>
                </a:xfrm>
                <a:prstGeom prst="rect">
                  <a:avLst/>
                </a:prstGeom>
                <a:noFill/>
                <a:ln>
                  <a:noFill/>
                </a:ln>
              </p:spPr>
            </p:pic>
            <p:pic>
              <p:nvPicPr>
                <p:cNvPr descr="antenna_radiation_stylized" id="191" name="Google Shape;191;p4"/>
                <p:cNvPicPr preferRelativeResize="0"/>
                <p:nvPr/>
              </p:nvPicPr>
              <p:blipFill rotWithShape="1">
                <a:blip r:embed="rId11">
                  <a:alphaModFix/>
                </a:blip>
                <a:srcRect b="0" l="0" r="0" t="0"/>
                <a:stretch/>
              </p:blipFill>
              <p:spPr>
                <a:xfrm>
                  <a:off x="2751" y="1851"/>
                  <a:ext cx="462" cy="110"/>
                </a:xfrm>
                <a:prstGeom prst="rect">
                  <a:avLst/>
                </a:prstGeom>
                <a:noFill/>
                <a:ln>
                  <a:noFill/>
                </a:ln>
              </p:spPr>
            </p:pic>
          </p:grpSp>
          <p:grpSp>
            <p:nvGrpSpPr>
              <p:cNvPr id="192" name="Google Shape;192;p4"/>
              <p:cNvGrpSpPr/>
              <p:nvPr/>
            </p:nvGrpSpPr>
            <p:grpSpPr>
              <a:xfrm>
                <a:off x="1346422" y="2111586"/>
                <a:ext cx="580012" cy="769607"/>
                <a:chOff x="7797061" y="3296104"/>
                <a:chExt cx="347997" cy="396620"/>
              </a:xfrm>
            </p:grpSpPr>
            <p:pic>
              <p:nvPicPr>
                <p:cNvPr descr="fridge2.png" id="193" name="Google Shape;193;p4"/>
                <p:cNvPicPr preferRelativeResize="0"/>
                <p:nvPr/>
              </p:nvPicPr>
              <p:blipFill rotWithShape="1">
                <a:blip r:embed="rId12">
                  <a:alphaModFix/>
                </a:blip>
                <a:srcRect b="0" l="0" r="0" t="0"/>
                <a:stretch/>
              </p:blipFill>
              <p:spPr>
                <a:xfrm>
                  <a:off x="7896825" y="3355697"/>
                  <a:ext cx="189578" cy="337027"/>
                </a:xfrm>
                <a:prstGeom prst="rect">
                  <a:avLst/>
                </a:prstGeom>
                <a:noFill/>
                <a:ln>
                  <a:noFill/>
                </a:ln>
              </p:spPr>
            </p:pic>
            <p:pic>
              <p:nvPicPr>
                <p:cNvPr descr="antenna_stylized" id="194" name="Google Shape;194;p4"/>
                <p:cNvPicPr preferRelativeResize="0"/>
                <p:nvPr/>
              </p:nvPicPr>
              <p:blipFill rotWithShape="1">
                <a:blip r:embed="rId13">
                  <a:alphaModFix/>
                </a:blip>
                <a:srcRect b="0" l="0" r="0" t="0"/>
                <a:stretch/>
              </p:blipFill>
              <p:spPr>
                <a:xfrm>
                  <a:off x="7797061" y="3296104"/>
                  <a:ext cx="347997" cy="167557"/>
                </a:xfrm>
                <a:prstGeom prst="rect">
                  <a:avLst/>
                </a:prstGeom>
                <a:noFill/>
                <a:ln>
                  <a:noFill/>
                </a:ln>
              </p:spPr>
            </p:pic>
          </p:grpSp>
          <p:grpSp>
            <p:nvGrpSpPr>
              <p:cNvPr id="195" name="Google Shape;195;p4"/>
              <p:cNvGrpSpPr/>
              <p:nvPr/>
            </p:nvGrpSpPr>
            <p:grpSpPr>
              <a:xfrm>
                <a:off x="1018136" y="2414197"/>
                <a:ext cx="228492" cy="436354"/>
                <a:chOff x="4140" y="429"/>
                <a:chExt cx="1425" cy="2396"/>
              </a:xfrm>
            </p:grpSpPr>
            <p:sp>
              <p:nvSpPr>
                <p:cNvPr id="196" name="Google Shape;196;p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198" name="Google Shape;198;p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201" name="Google Shape;201;p4"/>
                <p:cNvGrpSpPr/>
                <p:nvPr/>
              </p:nvGrpSpPr>
              <p:grpSpPr>
                <a:xfrm>
                  <a:off x="4748" y="666"/>
                  <a:ext cx="578" cy="150"/>
                  <a:chOff x="613" y="2566"/>
                  <a:chExt cx="721" cy="144"/>
                </a:xfrm>
              </p:grpSpPr>
              <p:sp>
                <p:nvSpPr>
                  <p:cNvPr id="202" name="Google Shape;202;p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203" name="Google Shape;203;p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204" name="Google Shape;204;p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205" name="Google Shape;205;p4"/>
                <p:cNvGrpSpPr/>
                <p:nvPr/>
              </p:nvGrpSpPr>
              <p:grpSpPr>
                <a:xfrm>
                  <a:off x="4748" y="990"/>
                  <a:ext cx="578" cy="134"/>
                  <a:chOff x="615" y="2564"/>
                  <a:chExt cx="721" cy="139"/>
                </a:xfrm>
              </p:grpSpPr>
              <p:sp>
                <p:nvSpPr>
                  <p:cNvPr id="206" name="Google Shape;206;p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207" name="Google Shape;207;p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208" name="Google Shape;208;p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209" name="Google Shape;209;p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210" name="Google Shape;210;p4"/>
                <p:cNvGrpSpPr/>
                <p:nvPr/>
              </p:nvGrpSpPr>
              <p:grpSpPr>
                <a:xfrm>
                  <a:off x="4738" y="1647"/>
                  <a:ext cx="578" cy="135"/>
                  <a:chOff x="618" y="2586"/>
                  <a:chExt cx="720" cy="124"/>
                </a:xfrm>
              </p:grpSpPr>
              <p:sp>
                <p:nvSpPr>
                  <p:cNvPr id="211" name="Google Shape;211;p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212" name="Google Shape;212;p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213" name="Google Shape;213;p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14" name="Google Shape;214;p4"/>
                <p:cNvGrpSpPr/>
                <p:nvPr/>
              </p:nvGrpSpPr>
              <p:grpSpPr>
                <a:xfrm>
                  <a:off x="4738" y="1330"/>
                  <a:ext cx="588" cy="134"/>
                  <a:chOff x="613" y="2571"/>
                  <a:chExt cx="732" cy="134"/>
                </a:xfrm>
              </p:grpSpPr>
              <p:sp>
                <p:nvSpPr>
                  <p:cNvPr id="215" name="Google Shape;215;p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216" name="Google Shape;216;p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217" name="Google Shape;217;p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218" name="Google Shape;218;p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221" name="Google Shape;221;p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223" name="Google Shape;223;p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224" name="Google Shape;224;p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225" name="Google Shape;225;p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sz="1800" u="none">
                    <a:solidFill>
                      <a:srgbClr val="FF0000"/>
                    </a:solidFill>
                    <a:latin typeface="Arial"/>
                    <a:ea typeface="Arial"/>
                    <a:cs typeface="Arial"/>
                    <a:sym typeface="Arial"/>
                  </a:endParaRPr>
                </a:p>
              </p:txBody>
            </p:sp>
            <p:sp>
              <p:nvSpPr>
                <p:cNvPr id="226" name="Google Shape;226;p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227" name="Google Shape;227;p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grpSp>
            <p:nvGrpSpPr>
              <p:cNvPr id="228" name="Google Shape;228;p4"/>
              <p:cNvGrpSpPr/>
              <p:nvPr/>
            </p:nvGrpSpPr>
            <p:grpSpPr>
              <a:xfrm>
                <a:off x="2053502" y="2245186"/>
                <a:ext cx="672582" cy="617342"/>
                <a:chOff x="5275406" y="2711455"/>
                <a:chExt cx="452949" cy="405518"/>
              </a:xfrm>
            </p:grpSpPr>
            <p:pic>
              <p:nvPicPr>
                <p:cNvPr descr="server_rack.png" id="229" name="Google Shape;229;p4"/>
                <p:cNvPicPr preferRelativeResize="0"/>
                <p:nvPr/>
              </p:nvPicPr>
              <p:blipFill rotWithShape="1">
                <a:blip r:embed="rId14">
                  <a:alphaModFix/>
                </a:blip>
                <a:srcRect b="0" l="0" r="0" t="0"/>
                <a:stretch/>
              </p:blipFill>
              <p:spPr>
                <a:xfrm>
                  <a:off x="5537367" y="2770786"/>
                  <a:ext cx="190988" cy="313366"/>
                </a:xfrm>
                <a:prstGeom prst="rect">
                  <a:avLst/>
                </a:prstGeom>
                <a:noFill/>
                <a:ln>
                  <a:noFill/>
                </a:ln>
              </p:spPr>
            </p:pic>
            <p:pic>
              <p:nvPicPr>
                <p:cNvPr descr="server_rack.png" id="230" name="Google Shape;230;p4"/>
                <p:cNvPicPr preferRelativeResize="0"/>
                <p:nvPr/>
              </p:nvPicPr>
              <p:blipFill rotWithShape="1">
                <a:blip r:embed="rId14">
                  <a:alphaModFix/>
                </a:blip>
                <a:srcRect b="0" l="0" r="0" t="0"/>
                <a:stretch/>
              </p:blipFill>
              <p:spPr>
                <a:xfrm>
                  <a:off x="5275406" y="2764002"/>
                  <a:ext cx="190988" cy="313366"/>
                </a:xfrm>
                <a:prstGeom prst="rect">
                  <a:avLst/>
                </a:prstGeom>
                <a:noFill/>
                <a:ln>
                  <a:noFill/>
                </a:ln>
              </p:spPr>
            </p:pic>
            <p:pic>
              <p:nvPicPr>
                <p:cNvPr descr="server_rack.png" id="231" name="Google Shape;231;p4"/>
                <p:cNvPicPr preferRelativeResize="0"/>
                <p:nvPr/>
              </p:nvPicPr>
              <p:blipFill rotWithShape="1">
                <a:blip r:embed="rId14">
                  <a:alphaModFix/>
                </a:blip>
                <a:srcRect b="0" l="0" r="0" t="0"/>
                <a:stretch/>
              </p:blipFill>
              <p:spPr>
                <a:xfrm>
                  <a:off x="5385676" y="2711455"/>
                  <a:ext cx="247152" cy="405518"/>
                </a:xfrm>
                <a:prstGeom prst="rect">
                  <a:avLst/>
                </a:prstGeom>
                <a:noFill/>
                <a:ln>
                  <a:noFill/>
                </a:ln>
              </p:spPr>
            </p:pic>
          </p:grpSp>
          <p:grpSp>
            <p:nvGrpSpPr>
              <p:cNvPr id="232" name="Google Shape;232;p4"/>
              <p:cNvGrpSpPr/>
              <p:nvPr/>
            </p:nvGrpSpPr>
            <p:grpSpPr>
              <a:xfrm flipH="1">
                <a:off x="618085" y="1595547"/>
                <a:ext cx="517401" cy="503916"/>
                <a:chOff x="2839" y="3501"/>
                <a:chExt cx="755" cy="803"/>
              </a:xfrm>
            </p:grpSpPr>
            <p:pic>
              <p:nvPicPr>
                <p:cNvPr descr="desktop_computer_stylized_medium" id="233" name="Google Shape;233;p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234" name="Google Shape;234;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35" name="Google Shape;235;p4"/>
              <p:cNvGrpSpPr/>
              <p:nvPr/>
            </p:nvGrpSpPr>
            <p:grpSpPr>
              <a:xfrm>
                <a:off x="1609415" y="1428021"/>
                <a:ext cx="748578" cy="712374"/>
                <a:chOff x="8631407" y="2290407"/>
                <a:chExt cx="530702" cy="478009"/>
              </a:xfrm>
            </p:grpSpPr>
            <p:pic>
              <p:nvPicPr>
                <p:cNvPr descr="light2.png" id="236" name="Google Shape;236;p4"/>
                <p:cNvPicPr preferRelativeResize="0"/>
                <p:nvPr/>
              </p:nvPicPr>
              <p:blipFill rotWithShape="1">
                <a:blip r:embed="rId16">
                  <a:alphaModFix/>
                </a:blip>
                <a:srcRect b="0" l="0" r="0" t="0"/>
                <a:stretch/>
              </p:blipFill>
              <p:spPr>
                <a:xfrm flipH="1">
                  <a:off x="8825293" y="2362969"/>
                  <a:ext cx="92772" cy="405447"/>
                </a:xfrm>
                <a:prstGeom prst="rect">
                  <a:avLst/>
                </a:prstGeom>
                <a:noFill/>
                <a:ln>
                  <a:noFill/>
                </a:ln>
              </p:spPr>
            </p:pic>
            <p:pic>
              <p:nvPicPr>
                <p:cNvPr descr="antenna_stylized" id="237" name="Google Shape;237;p4"/>
                <p:cNvPicPr preferRelativeResize="0"/>
                <p:nvPr/>
              </p:nvPicPr>
              <p:blipFill rotWithShape="1">
                <a:blip r:embed="rId17">
                  <a:alphaModFix/>
                </a:blip>
                <a:srcRect b="0" l="0" r="0" t="0"/>
                <a:stretch/>
              </p:blipFill>
              <p:spPr>
                <a:xfrm>
                  <a:off x="8631407" y="2290407"/>
                  <a:ext cx="530702" cy="223756"/>
                </a:xfrm>
                <a:prstGeom prst="rect">
                  <a:avLst/>
                </a:prstGeom>
                <a:noFill/>
                <a:ln>
                  <a:noFill/>
                </a:ln>
              </p:spPr>
            </p:pic>
          </p:grpSp>
          <p:grpSp>
            <p:nvGrpSpPr>
              <p:cNvPr id="238" name="Google Shape;238;p4"/>
              <p:cNvGrpSpPr/>
              <p:nvPr/>
            </p:nvGrpSpPr>
            <p:grpSpPr>
              <a:xfrm>
                <a:off x="177500" y="2082690"/>
                <a:ext cx="849312" cy="226109"/>
                <a:chOff x="8493165" y="2029804"/>
                <a:chExt cx="849312" cy="226109"/>
              </a:xfrm>
            </p:grpSpPr>
            <p:pic>
              <p:nvPicPr>
                <p:cNvPr descr="car_icon_small" id="239" name="Google Shape;239;p4"/>
                <p:cNvPicPr preferRelativeResize="0"/>
                <p:nvPr/>
              </p:nvPicPr>
              <p:blipFill rotWithShape="1">
                <a:blip r:embed="rId18">
                  <a:alphaModFix/>
                </a:blip>
                <a:srcRect b="0" l="0" r="0" t="0"/>
                <a:stretch/>
              </p:blipFill>
              <p:spPr>
                <a:xfrm>
                  <a:off x="8493165" y="2087638"/>
                  <a:ext cx="849312" cy="168275"/>
                </a:xfrm>
                <a:prstGeom prst="rect">
                  <a:avLst/>
                </a:prstGeom>
                <a:noFill/>
                <a:ln>
                  <a:noFill/>
                </a:ln>
              </p:spPr>
            </p:pic>
            <p:pic>
              <p:nvPicPr>
                <p:cNvPr descr="antenna_stylized" id="240" name="Google Shape;240;p4"/>
                <p:cNvPicPr preferRelativeResize="0"/>
                <p:nvPr/>
              </p:nvPicPr>
              <p:blipFill rotWithShape="1">
                <a:blip r:embed="rId17">
                  <a:alphaModFix/>
                </a:blip>
                <a:srcRect b="0" l="0" r="0" t="0"/>
                <a:stretch/>
              </p:blipFill>
              <p:spPr>
                <a:xfrm>
                  <a:off x="8704645" y="2029804"/>
                  <a:ext cx="530702" cy="223756"/>
                </a:xfrm>
                <a:prstGeom prst="rect">
                  <a:avLst/>
                </a:prstGeom>
                <a:noFill/>
                <a:ln>
                  <a:noFill/>
                </a:ln>
              </p:spPr>
            </p:pic>
          </p:grpSp>
        </p:grpSp>
      </p:grpSp>
      <p:grpSp>
        <p:nvGrpSpPr>
          <p:cNvPr id="241" name="Google Shape;241;p4"/>
          <p:cNvGrpSpPr/>
          <p:nvPr/>
        </p:nvGrpSpPr>
        <p:grpSpPr>
          <a:xfrm>
            <a:off x="7562238" y="2127325"/>
            <a:ext cx="3578867" cy="3640284"/>
            <a:chOff x="7562238" y="2127325"/>
            <a:chExt cx="3578867" cy="3640284"/>
          </a:xfrm>
        </p:grpSpPr>
        <p:cxnSp>
          <p:nvCxnSpPr>
            <p:cNvPr id="242" name="Google Shape;242;p4"/>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243" name="Google Shape;243;p4"/>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244" name="Google Shape;244;p4"/>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245" name="Google Shape;245;p4"/>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246" name="Google Shape;246;p4"/>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247" name="Google Shape;247;p4"/>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248" name="Google Shape;248;p4"/>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249" name="Google Shape;249;p4"/>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250" name="Google Shape;250;p4"/>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251" name="Google Shape;251;p4"/>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252" name="Google Shape;252;p4"/>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253" name="Google Shape;253;p4"/>
            <p:cNvGrpSpPr/>
            <p:nvPr/>
          </p:nvGrpSpPr>
          <p:grpSpPr>
            <a:xfrm>
              <a:off x="7562238" y="2127325"/>
              <a:ext cx="3578867" cy="3640284"/>
              <a:chOff x="7562238" y="2127325"/>
              <a:chExt cx="3578867" cy="3640284"/>
            </a:xfrm>
          </p:grpSpPr>
          <p:grpSp>
            <p:nvGrpSpPr>
              <p:cNvPr id="254" name="Google Shape;254;p4"/>
              <p:cNvGrpSpPr/>
              <p:nvPr/>
            </p:nvGrpSpPr>
            <p:grpSpPr>
              <a:xfrm>
                <a:off x="7857253" y="2127325"/>
                <a:ext cx="3283852" cy="3640284"/>
                <a:chOff x="7881336" y="2104198"/>
                <a:chExt cx="3283852" cy="3640284"/>
              </a:xfrm>
            </p:grpSpPr>
            <p:cxnSp>
              <p:nvCxnSpPr>
                <p:cNvPr id="255" name="Google Shape;255;p4"/>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256" name="Google Shape;256;p4"/>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257" name="Google Shape;257;p4"/>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258" name="Google Shape;258;p4"/>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259" name="Google Shape;259;p4"/>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260" name="Google Shape;260;p4"/>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261" name="Google Shape;261;p4"/>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262" name="Google Shape;262;p4"/>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263" name="Google Shape;263;p4"/>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264" name="Google Shape;264;p4"/>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265" name="Google Shape;265;p4"/>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266" name="Google Shape;266;p4"/>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267" name="Google Shape;267;p4"/>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268" name="Google Shape;268;p4"/>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269" name="Google Shape;269;p4"/>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270" name="Google Shape;270;p4"/>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271" name="Google Shape;271;p4"/>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272" name="Google Shape;272;p4"/>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273" name="Google Shape;273;p4"/>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274" name="Google Shape;274;p4"/>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275" name="Google Shape;275;p4"/>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276" name="Google Shape;276;p4"/>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277" name="Google Shape;277;p4"/>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278" name="Google Shape;278;p4"/>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279" name="Google Shape;279;p4"/>
              <p:cNvPicPr preferRelativeResize="0"/>
              <p:nvPr/>
            </p:nvPicPr>
            <p:blipFill rotWithShape="1">
              <a:blip r:embed="rId19">
                <a:alphaModFix/>
              </a:blip>
              <a:srcRect b="0" l="0" r="0" t="0"/>
              <a:stretch/>
            </p:blipFill>
            <p:spPr>
              <a:xfrm>
                <a:off x="7562238" y="3813930"/>
                <a:ext cx="506412" cy="106009"/>
              </a:xfrm>
              <a:prstGeom prst="rect">
                <a:avLst/>
              </a:prstGeom>
              <a:noFill/>
              <a:ln>
                <a:noFill/>
              </a:ln>
            </p:spPr>
          </p:pic>
          <p:pic>
            <p:nvPicPr>
              <p:cNvPr descr="antenna_radiation_stylized" id="280" name="Google Shape;280;p4"/>
              <p:cNvPicPr preferRelativeResize="0"/>
              <p:nvPr/>
            </p:nvPicPr>
            <p:blipFill rotWithShape="1">
              <a:blip r:embed="rId5">
                <a:alphaModFix/>
              </a:blip>
              <a:srcRect b="0" l="0" r="0" t="0"/>
              <a:stretch/>
            </p:blipFill>
            <p:spPr>
              <a:xfrm>
                <a:off x="9242073" y="5480938"/>
                <a:ext cx="452014" cy="95159"/>
              </a:xfrm>
              <a:prstGeom prst="rect">
                <a:avLst/>
              </a:prstGeom>
              <a:noFill/>
              <a:ln>
                <a:noFill/>
              </a:ln>
            </p:spPr>
          </p:pic>
          <p:pic>
            <p:nvPicPr>
              <p:cNvPr descr="cell_tower_radiation copy" id="281" name="Google Shape;281;p4"/>
              <p:cNvPicPr preferRelativeResize="0"/>
              <p:nvPr/>
            </p:nvPicPr>
            <p:blipFill rotWithShape="1">
              <a:blip r:embed="rId3">
                <a:alphaModFix/>
              </a:blip>
              <a:srcRect b="0" l="0" r="0" t="0"/>
              <a:stretch/>
            </p:blipFill>
            <p:spPr>
              <a:xfrm>
                <a:off x="7980866" y="2158167"/>
                <a:ext cx="457200" cy="332766"/>
              </a:xfrm>
              <a:prstGeom prst="rect">
                <a:avLst/>
              </a:prstGeom>
              <a:noFill/>
              <a:ln>
                <a:noFill/>
              </a:ln>
            </p:spPr>
          </p:pic>
          <p:sp>
            <p:nvSpPr>
              <p:cNvPr id="282" name="Google Shape;282;p4"/>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grpSp>
      <p:grpSp>
        <p:nvGrpSpPr>
          <p:cNvPr id="283" name="Google Shape;283;p4"/>
          <p:cNvGrpSpPr/>
          <p:nvPr/>
        </p:nvGrpSpPr>
        <p:grpSpPr>
          <a:xfrm>
            <a:off x="7414072" y="1891912"/>
            <a:ext cx="4144321" cy="4305092"/>
            <a:chOff x="7432700" y="1830405"/>
            <a:chExt cx="4144321" cy="4305092"/>
          </a:xfrm>
        </p:grpSpPr>
        <p:grpSp>
          <p:nvGrpSpPr>
            <p:cNvPr id="284" name="Google Shape;284;p4"/>
            <p:cNvGrpSpPr/>
            <p:nvPr/>
          </p:nvGrpSpPr>
          <p:grpSpPr>
            <a:xfrm>
              <a:off x="7432700" y="1830405"/>
              <a:ext cx="1909777" cy="938011"/>
              <a:chOff x="7432700" y="1830405"/>
              <a:chExt cx="1909777" cy="938011"/>
            </a:xfrm>
          </p:grpSpPr>
          <p:grpSp>
            <p:nvGrpSpPr>
              <p:cNvPr id="285" name="Google Shape;285;p4"/>
              <p:cNvGrpSpPr/>
              <p:nvPr/>
            </p:nvGrpSpPr>
            <p:grpSpPr>
              <a:xfrm>
                <a:off x="7743850" y="1830405"/>
                <a:ext cx="415925" cy="385763"/>
                <a:chOff x="2751" y="1851"/>
                <a:chExt cx="462" cy="478"/>
              </a:xfrm>
            </p:grpSpPr>
            <p:pic>
              <p:nvPicPr>
                <p:cNvPr descr="iphone_stylized_small" id="286" name="Google Shape;286;p4"/>
                <p:cNvPicPr preferRelativeResize="0"/>
                <p:nvPr/>
              </p:nvPicPr>
              <p:blipFill rotWithShape="1">
                <a:blip r:embed="rId10">
                  <a:alphaModFix/>
                </a:blip>
                <a:srcRect b="0" l="0" r="0" t="0"/>
                <a:stretch/>
              </p:blipFill>
              <p:spPr>
                <a:xfrm>
                  <a:off x="2928" y="1922"/>
                  <a:ext cx="152" cy="407"/>
                </a:xfrm>
                <a:prstGeom prst="rect">
                  <a:avLst/>
                </a:prstGeom>
                <a:noFill/>
                <a:ln>
                  <a:noFill/>
                </a:ln>
              </p:spPr>
            </p:pic>
            <p:pic>
              <p:nvPicPr>
                <p:cNvPr descr="antenna_radiation_stylized" id="287" name="Google Shape;287;p4"/>
                <p:cNvPicPr preferRelativeResize="0"/>
                <p:nvPr/>
              </p:nvPicPr>
              <p:blipFill rotWithShape="1">
                <a:blip r:embed="rId11">
                  <a:alphaModFix/>
                </a:blip>
                <a:srcRect b="0" l="0" r="0" t="0"/>
                <a:stretch/>
              </p:blipFill>
              <p:spPr>
                <a:xfrm>
                  <a:off x="2751" y="1851"/>
                  <a:ext cx="462" cy="110"/>
                </a:xfrm>
                <a:prstGeom prst="rect">
                  <a:avLst/>
                </a:prstGeom>
                <a:noFill/>
                <a:ln>
                  <a:noFill/>
                </a:ln>
              </p:spPr>
            </p:pic>
          </p:grpSp>
          <p:grpSp>
            <p:nvGrpSpPr>
              <p:cNvPr id="288" name="Google Shape;288;p4"/>
              <p:cNvGrpSpPr/>
              <p:nvPr/>
            </p:nvGrpSpPr>
            <p:grpSpPr>
              <a:xfrm>
                <a:off x="7432700" y="2327293"/>
                <a:ext cx="534987" cy="414882"/>
                <a:chOff x="7432700" y="2327293"/>
                <a:chExt cx="534987" cy="414882"/>
              </a:xfrm>
            </p:grpSpPr>
            <p:pic>
              <p:nvPicPr>
                <p:cNvPr descr="antenna_stylized" id="289" name="Google Shape;289;p4"/>
                <p:cNvPicPr preferRelativeResize="0"/>
                <p:nvPr/>
              </p:nvPicPr>
              <p:blipFill rotWithShape="1">
                <a:blip r:embed="rId17">
                  <a:alphaModFix/>
                </a:blip>
                <a:srcRect b="0" l="0" r="0" t="0"/>
                <a:stretch/>
              </p:blipFill>
              <p:spPr>
                <a:xfrm>
                  <a:off x="7432700" y="2327293"/>
                  <a:ext cx="530702" cy="223756"/>
                </a:xfrm>
                <a:prstGeom prst="rect">
                  <a:avLst/>
                </a:prstGeom>
                <a:noFill/>
                <a:ln>
                  <a:noFill/>
                </a:ln>
              </p:spPr>
            </p:pic>
            <p:pic>
              <p:nvPicPr>
                <p:cNvPr descr="laptop_keyboard" id="290" name="Google Shape;290;p4"/>
                <p:cNvPicPr preferRelativeResize="0"/>
                <p:nvPr/>
              </p:nvPicPr>
              <p:blipFill rotWithShape="1">
                <a:blip r:embed="rId20">
                  <a:alphaModFix/>
                </a:blip>
                <a:srcRect b="0" l="0" r="0" t="0"/>
                <a:stretch/>
              </p:blipFill>
              <p:spPr>
                <a:xfrm flipH="1" rot="109064">
                  <a:off x="7458407" y="2575770"/>
                  <a:ext cx="437221" cy="159511"/>
                </a:xfrm>
                <a:prstGeom prst="rect">
                  <a:avLst/>
                </a:prstGeom>
                <a:noFill/>
                <a:ln>
                  <a:noFill/>
                </a:ln>
              </p:spPr>
            </p:pic>
            <p:sp>
              <p:nvSpPr>
                <p:cNvPr id="291" name="Google Shape;291;p4"/>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92" name="Google Shape;292;p4"/>
                <p:cNvPicPr preferRelativeResize="0"/>
                <p:nvPr/>
              </p:nvPicPr>
              <p:blipFill rotWithShape="1">
                <a:blip r:embed="rId21">
                  <a:alphaModFix/>
                </a:blip>
                <a:srcRect b="0" l="0" r="0" t="0"/>
                <a:stretch/>
              </p:blipFill>
              <p:spPr>
                <a:xfrm>
                  <a:off x="7620637" y="2426338"/>
                  <a:ext cx="319785" cy="189429"/>
                </a:xfrm>
                <a:prstGeom prst="rect">
                  <a:avLst/>
                </a:prstGeom>
                <a:noFill/>
                <a:ln>
                  <a:noFill/>
                </a:ln>
              </p:spPr>
            </p:pic>
            <p:sp>
              <p:nvSpPr>
                <p:cNvPr id="293" name="Google Shape;293;p4"/>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4"/>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4"/>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4"/>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4"/>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4"/>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9" name="Google Shape;299;p4"/>
                <p:cNvGrpSpPr/>
                <p:nvPr/>
              </p:nvGrpSpPr>
              <p:grpSpPr>
                <a:xfrm>
                  <a:off x="7594735" y="2642220"/>
                  <a:ext cx="98740" cy="36846"/>
                  <a:chOff x="1740" y="2642"/>
                  <a:chExt cx="752" cy="327"/>
                </a:xfrm>
              </p:grpSpPr>
              <p:sp>
                <p:nvSpPr>
                  <p:cNvPr id="300" name="Google Shape;300;p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6" name="Google Shape;306;p4"/>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4"/>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4"/>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4"/>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4"/>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4"/>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2" name="Google Shape;312;p4"/>
              <p:cNvGrpSpPr/>
              <p:nvPr/>
            </p:nvGrpSpPr>
            <p:grpSpPr>
              <a:xfrm>
                <a:off x="8631407" y="2290407"/>
                <a:ext cx="530702" cy="478009"/>
                <a:chOff x="8631407" y="2290407"/>
                <a:chExt cx="530702" cy="478009"/>
              </a:xfrm>
            </p:grpSpPr>
            <p:pic>
              <p:nvPicPr>
                <p:cNvPr descr="light2.png" id="313" name="Google Shape;313;p4"/>
                <p:cNvPicPr preferRelativeResize="0"/>
                <p:nvPr/>
              </p:nvPicPr>
              <p:blipFill rotWithShape="1">
                <a:blip r:embed="rId16">
                  <a:alphaModFix/>
                </a:blip>
                <a:srcRect b="0" l="0" r="0" t="0"/>
                <a:stretch/>
              </p:blipFill>
              <p:spPr>
                <a:xfrm flipH="1">
                  <a:off x="8825293" y="2362969"/>
                  <a:ext cx="92772" cy="405447"/>
                </a:xfrm>
                <a:prstGeom prst="rect">
                  <a:avLst/>
                </a:prstGeom>
                <a:noFill/>
                <a:ln>
                  <a:noFill/>
                </a:ln>
              </p:spPr>
            </p:pic>
            <p:pic>
              <p:nvPicPr>
                <p:cNvPr descr="antenna_stylized" id="314" name="Google Shape;314;p4"/>
                <p:cNvPicPr preferRelativeResize="0"/>
                <p:nvPr/>
              </p:nvPicPr>
              <p:blipFill rotWithShape="1">
                <a:blip r:embed="rId17">
                  <a:alphaModFix/>
                </a:blip>
                <a:srcRect b="0" l="0" r="0" t="0"/>
                <a:stretch/>
              </p:blipFill>
              <p:spPr>
                <a:xfrm>
                  <a:off x="8631407" y="2290407"/>
                  <a:ext cx="530702" cy="223756"/>
                </a:xfrm>
                <a:prstGeom prst="rect">
                  <a:avLst/>
                </a:prstGeom>
                <a:noFill/>
                <a:ln>
                  <a:noFill/>
                </a:ln>
              </p:spPr>
            </p:pic>
          </p:grpSp>
          <p:grpSp>
            <p:nvGrpSpPr>
              <p:cNvPr id="315" name="Google Shape;315;p4"/>
              <p:cNvGrpSpPr/>
              <p:nvPr/>
            </p:nvGrpSpPr>
            <p:grpSpPr>
              <a:xfrm>
                <a:off x="8493165" y="2029804"/>
                <a:ext cx="849312" cy="226109"/>
                <a:chOff x="8493165" y="2029804"/>
                <a:chExt cx="849312" cy="226109"/>
              </a:xfrm>
            </p:grpSpPr>
            <p:pic>
              <p:nvPicPr>
                <p:cNvPr descr="car_icon_small" id="316" name="Google Shape;316;p4"/>
                <p:cNvPicPr preferRelativeResize="0"/>
                <p:nvPr/>
              </p:nvPicPr>
              <p:blipFill rotWithShape="1">
                <a:blip r:embed="rId18">
                  <a:alphaModFix/>
                </a:blip>
                <a:srcRect b="0" l="0" r="0" t="0"/>
                <a:stretch/>
              </p:blipFill>
              <p:spPr>
                <a:xfrm>
                  <a:off x="8493165" y="2087638"/>
                  <a:ext cx="849312" cy="168275"/>
                </a:xfrm>
                <a:prstGeom prst="rect">
                  <a:avLst/>
                </a:prstGeom>
                <a:noFill/>
                <a:ln>
                  <a:noFill/>
                </a:ln>
              </p:spPr>
            </p:pic>
            <p:pic>
              <p:nvPicPr>
                <p:cNvPr descr="antenna_stylized" id="317" name="Google Shape;317;p4"/>
                <p:cNvPicPr preferRelativeResize="0"/>
                <p:nvPr/>
              </p:nvPicPr>
              <p:blipFill rotWithShape="1">
                <a:blip r:embed="rId17">
                  <a:alphaModFix/>
                </a:blip>
                <a:srcRect b="0" l="0" r="0" t="0"/>
                <a:stretch/>
              </p:blipFill>
              <p:spPr>
                <a:xfrm>
                  <a:off x="8704645" y="2029804"/>
                  <a:ext cx="530702" cy="223756"/>
                </a:xfrm>
                <a:prstGeom prst="rect">
                  <a:avLst/>
                </a:prstGeom>
                <a:noFill/>
                <a:ln>
                  <a:noFill/>
                </a:ln>
              </p:spPr>
            </p:pic>
          </p:grpSp>
        </p:grpSp>
        <p:grpSp>
          <p:nvGrpSpPr>
            <p:cNvPr id="318" name="Google Shape;318;p4"/>
            <p:cNvGrpSpPr/>
            <p:nvPr/>
          </p:nvGrpSpPr>
          <p:grpSpPr>
            <a:xfrm>
              <a:off x="7487144" y="3296104"/>
              <a:ext cx="857739" cy="583764"/>
              <a:chOff x="7487144" y="3296104"/>
              <a:chExt cx="857739" cy="583764"/>
            </a:xfrm>
          </p:grpSpPr>
          <p:grpSp>
            <p:nvGrpSpPr>
              <p:cNvPr id="319" name="Google Shape;319;p4"/>
              <p:cNvGrpSpPr/>
              <p:nvPr/>
            </p:nvGrpSpPr>
            <p:grpSpPr>
              <a:xfrm>
                <a:off x="7487144" y="3389820"/>
                <a:ext cx="350807" cy="310034"/>
                <a:chOff x="7487144" y="3389820"/>
                <a:chExt cx="350807" cy="310034"/>
              </a:xfrm>
            </p:grpSpPr>
            <p:pic>
              <p:nvPicPr>
                <p:cNvPr descr="antenna_stylized" id="320" name="Google Shape;320;p4"/>
                <p:cNvPicPr preferRelativeResize="0"/>
                <p:nvPr/>
              </p:nvPicPr>
              <p:blipFill rotWithShape="1">
                <a:blip r:embed="rId13">
                  <a:alphaModFix/>
                </a:blip>
                <a:srcRect b="0" l="0" r="0" t="0"/>
                <a:stretch/>
              </p:blipFill>
              <p:spPr>
                <a:xfrm>
                  <a:off x="7487144" y="3389820"/>
                  <a:ext cx="347997" cy="167557"/>
                </a:xfrm>
                <a:prstGeom prst="rect">
                  <a:avLst/>
                </a:prstGeom>
                <a:noFill/>
                <a:ln>
                  <a:noFill/>
                </a:ln>
              </p:spPr>
            </p:pic>
            <p:pic>
              <p:nvPicPr>
                <p:cNvPr descr="laptop_keyboard" id="321" name="Google Shape;321;p4"/>
                <p:cNvPicPr preferRelativeResize="0"/>
                <p:nvPr/>
              </p:nvPicPr>
              <p:blipFill rotWithShape="1">
                <a:blip r:embed="rId22">
                  <a:alphaModFix/>
                </a:blip>
                <a:srcRect b="0" l="0" r="0" t="0"/>
                <a:stretch/>
              </p:blipFill>
              <p:spPr>
                <a:xfrm flipH="1" rot="109064">
                  <a:off x="7504001" y="3575889"/>
                  <a:ext cx="286699" cy="119448"/>
                </a:xfrm>
                <a:prstGeom prst="rect">
                  <a:avLst/>
                </a:prstGeom>
                <a:noFill/>
                <a:ln>
                  <a:noFill/>
                </a:ln>
              </p:spPr>
            </p:pic>
            <p:sp>
              <p:nvSpPr>
                <p:cNvPr id="322" name="Google Shape;322;p4"/>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323" name="Google Shape;323;p4"/>
                <p:cNvPicPr preferRelativeResize="0"/>
                <p:nvPr/>
              </p:nvPicPr>
              <p:blipFill rotWithShape="1">
                <a:blip r:embed="rId23">
                  <a:alphaModFix/>
                </a:blip>
                <a:srcRect b="0" l="0" r="0" t="0"/>
                <a:stretch/>
              </p:blipFill>
              <p:spPr>
                <a:xfrm>
                  <a:off x="7610380" y="3463988"/>
                  <a:ext cx="209692" cy="141851"/>
                </a:xfrm>
                <a:prstGeom prst="rect">
                  <a:avLst/>
                </a:prstGeom>
                <a:noFill/>
                <a:ln>
                  <a:noFill/>
                </a:ln>
              </p:spPr>
            </p:pic>
            <p:sp>
              <p:nvSpPr>
                <p:cNvPr id="324" name="Google Shape;324;p4"/>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4"/>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4"/>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4"/>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4"/>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4"/>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0" name="Google Shape;330;p4"/>
                <p:cNvGrpSpPr/>
                <p:nvPr/>
              </p:nvGrpSpPr>
              <p:grpSpPr>
                <a:xfrm>
                  <a:off x="7593395" y="3625649"/>
                  <a:ext cx="64747" cy="27592"/>
                  <a:chOff x="1740" y="2642"/>
                  <a:chExt cx="752" cy="327"/>
                </a:xfrm>
              </p:grpSpPr>
              <p:sp>
                <p:nvSpPr>
                  <p:cNvPr id="331" name="Google Shape;331;p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7" name="Google Shape;337;p4"/>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4"/>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4"/>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4"/>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4"/>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4"/>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3" name="Google Shape;343;p4"/>
              <p:cNvGrpSpPr/>
              <p:nvPr/>
            </p:nvGrpSpPr>
            <p:grpSpPr>
              <a:xfrm flipH="1">
                <a:off x="7985622" y="3537823"/>
                <a:ext cx="359261" cy="342045"/>
                <a:chOff x="2839" y="3501"/>
                <a:chExt cx="755" cy="803"/>
              </a:xfrm>
            </p:grpSpPr>
            <p:pic>
              <p:nvPicPr>
                <p:cNvPr descr="desktop_computer_stylized_medium" id="344" name="Google Shape;344;p4"/>
                <p:cNvPicPr preferRelativeResize="0"/>
                <p:nvPr/>
              </p:nvPicPr>
              <p:blipFill rotWithShape="1">
                <a:blip r:embed="rId24">
                  <a:alphaModFix/>
                </a:blip>
                <a:srcRect b="0" l="0" r="0" t="0"/>
                <a:stretch/>
              </p:blipFill>
              <p:spPr>
                <a:xfrm>
                  <a:off x="2839" y="3501"/>
                  <a:ext cx="755" cy="803"/>
                </a:xfrm>
                <a:prstGeom prst="rect">
                  <a:avLst/>
                </a:prstGeom>
                <a:noFill/>
                <a:ln>
                  <a:noFill/>
                </a:ln>
              </p:spPr>
            </p:pic>
            <p:sp>
              <p:nvSpPr>
                <p:cNvPr id="345" name="Google Shape;345;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6" name="Google Shape;346;p4"/>
              <p:cNvGrpSpPr/>
              <p:nvPr/>
            </p:nvGrpSpPr>
            <p:grpSpPr>
              <a:xfrm>
                <a:off x="7797061" y="3296104"/>
                <a:ext cx="347997" cy="396620"/>
                <a:chOff x="7797061" y="3296104"/>
                <a:chExt cx="347997" cy="396620"/>
              </a:xfrm>
            </p:grpSpPr>
            <p:pic>
              <p:nvPicPr>
                <p:cNvPr descr="fridge2.png" id="347" name="Google Shape;347;p4"/>
                <p:cNvPicPr preferRelativeResize="0"/>
                <p:nvPr/>
              </p:nvPicPr>
              <p:blipFill rotWithShape="1">
                <a:blip r:embed="rId12">
                  <a:alphaModFix/>
                </a:blip>
                <a:srcRect b="0" l="0" r="0" t="0"/>
                <a:stretch/>
              </p:blipFill>
              <p:spPr>
                <a:xfrm>
                  <a:off x="7896825" y="3355697"/>
                  <a:ext cx="189578" cy="337027"/>
                </a:xfrm>
                <a:prstGeom prst="rect">
                  <a:avLst/>
                </a:prstGeom>
                <a:noFill/>
                <a:ln>
                  <a:noFill/>
                </a:ln>
              </p:spPr>
            </p:pic>
            <p:pic>
              <p:nvPicPr>
                <p:cNvPr descr="antenna_stylized" id="348" name="Google Shape;348;p4"/>
                <p:cNvPicPr preferRelativeResize="0"/>
                <p:nvPr/>
              </p:nvPicPr>
              <p:blipFill rotWithShape="1">
                <a:blip r:embed="rId13">
                  <a:alphaModFix/>
                </a:blip>
                <a:srcRect b="0" l="0" r="0" t="0"/>
                <a:stretch/>
              </p:blipFill>
              <p:spPr>
                <a:xfrm>
                  <a:off x="7797061" y="3296104"/>
                  <a:ext cx="347997" cy="167557"/>
                </a:xfrm>
                <a:prstGeom prst="rect">
                  <a:avLst/>
                </a:prstGeom>
                <a:noFill/>
                <a:ln>
                  <a:noFill/>
                </a:ln>
              </p:spPr>
            </p:pic>
          </p:grpSp>
        </p:grpSp>
        <p:grpSp>
          <p:nvGrpSpPr>
            <p:cNvPr id="349" name="Google Shape;349;p4"/>
            <p:cNvGrpSpPr/>
            <p:nvPr/>
          </p:nvGrpSpPr>
          <p:grpSpPr>
            <a:xfrm>
              <a:off x="11058573" y="3399165"/>
              <a:ext cx="518448" cy="1212242"/>
              <a:chOff x="11058573" y="3399165"/>
              <a:chExt cx="518448" cy="1212242"/>
            </a:xfrm>
          </p:grpSpPr>
          <p:grpSp>
            <p:nvGrpSpPr>
              <p:cNvPr id="350" name="Google Shape;350;p4"/>
              <p:cNvGrpSpPr/>
              <p:nvPr/>
            </p:nvGrpSpPr>
            <p:grpSpPr>
              <a:xfrm>
                <a:off x="11087182" y="4159591"/>
                <a:ext cx="489839" cy="451816"/>
                <a:chOff x="5103720" y="2693365"/>
                <a:chExt cx="611650" cy="414788"/>
              </a:xfrm>
            </p:grpSpPr>
            <p:cxnSp>
              <p:nvCxnSpPr>
                <p:cNvPr id="351" name="Google Shape;351;p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52" name="Google Shape;352;p4"/>
                <p:cNvGrpSpPr/>
                <p:nvPr/>
              </p:nvGrpSpPr>
              <p:grpSpPr>
                <a:xfrm>
                  <a:off x="5275406" y="2693365"/>
                  <a:ext cx="439964" cy="414788"/>
                  <a:chOff x="5275406" y="2711455"/>
                  <a:chExt cx="452949" cy="405518"/>
                </a:xfrm>
              </p:grpSpPr>
              <p:pic>
                <p:nvPicPr>
                  <p:cNvPr descr="server_rack.png" id="353" name="Google Shape;353;p4"/>
                  <p:cNvPicPr preferRelativeResize="0"/>
                  <p:nvPr/>
                </p:nvPicPr>
                <p:blipFill rotWithShape="1">
                  <a:blip r:embed="rId14">
                    <a:alphaModFix/>
                  </a:blip>
                  <a:srcRect b="0" l="0" r="0" t="0"/>
                  <a:stretch/>
                </p:blipFill>
                <p:spPr>
                  <a:xfrm>
                    <a:off x="5537367" y="2770786"/>
                    <a:ext cx="190988" cy="313366"/>
                  </a:xfrm>
                  <a:prstGeom prst="rect">
                    <a:avLst/>
                  </a:prstGeom>
                  <a:noFill/>
                  <a:ln>
                    <a:noFill/>
                  </a:ln>
                </p:spPr>
              </p:pic>
              <p:pic>
                <p:nvPicPr>
                  <p:cNvPr descr="server_rack.png" id="354" name="Google Shape;354;p4"/>
                  <p:cNvPicPr preferRelativeResize="0"/>
                  <p:nvPr/>
                </p:nvPicPr>
                <p:blipFill rotWithShape="1">
                  <a:blip r:embed="rId14">
                    <a:alphaModFix/>
                  </a:blip>
                  <a:srcRect b="0" l="0" r="0" t="0"/>
                  <a:stretch/>
                </p:blipFill>
                <p:spPr>
                  <a:xfrm>
                    <a:off x="5275406" y="2764002"/>
                    <a:ext cx="190988" cy="313366"/>
                  </a:xfrm>
                  <a:prstGeom prst="rect">
                    <a:avLst/>
                  </a:prstGeom>
                  <a:noFill/>
                  <a:ln>
                    <a:noFill/>
                  </a:ln>
                </p:spPr>
              </p:pic>
              <p:pic>
                <p:nvPicPr>
                  <p:cNvPr descr="server_rack.png" id="355" name="Google Shape;355;p4"/>
                  <p:cNvPicPr preferRelativeResize="0"/>
                  <p:nvPr/>
                </p:nvPicPr>
                <p:blipFill rotWithShape="1">
                  <a:blip r:embed="rId14">
                    <a:alphaModFix/>
                  </a:blip>
                  <a:srcRect b="0" l="0" r="0" t="0"/>
                  <a:stretch/>
                </p:blipFill>
                <p:spPr>
                  <a:xfrm>
                    <a:off x="5385676" y="2711455"/>
                    <a:ext cx="247152" cy="405518"/>
                  </a:xfrm>
                  <a:prstGeom prst="rect">
                    <a:avLst/>
                  </a:prstGeom>
                  <a:noFill/>
                  <a:ln>
                    <a:noFill/>
                  </a:ln>
                </p:spPr>
              </p:pic>
            </p:grpSp>
          </p:grpSp>
          <p:grpSp>
            <p:nvGrpSpPr>
              <p:cNvPr id="356" name="Google Shape;356;p4"/>
              <p:cNvGrpSpPr/>
              <p:nvPr/>
            </p:nvGrpSpPr>
            <p:grpSpPr>
              <a:xfrm>
                <a:off x="11058573" y="3399165"/>
                <a:ext cx="423724" cy="405973"/>
                <a:chOff x="5103720" y="2693365"/>
                <a:chExt cx="611650" cy="414788"/>
              </a:xfrm>
            </p:grpSpPr>
            <p:cxnSp>
              <p:nvCxnSpPr>
                <p:cNvPr id="357" name="Google Shape;357;p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58" name="Google Shape;358;p4"/>
                <p:cNvGrpSpPr/>
                <p:nvPr/>
              </p:nvGrpSpPr>
              <p:grpSpPr>
                <a:xfrm>
                  <a:off x="5275406" y="2693365"/>
                  <a:ext cx="439964" cy="414788"/>
                  <a:chOff x="5275406" y="2711455"/>
                  <a:chExt cx="452949" cy="405518"/>
                </a:xfrm>
              </p:grpSpPr>
              <p:pic>
                <p:nvPicPr>
                  <p:cNvPr descr="server_rack.png" id="359" name="Google Shape;359;p4"/>
                  <p:cNvPicPr preferRelativeResize="0"/>
                  <p:nvPr/>
                </p:nvPicPr>
                <p:blipFill rotWithShape="1">
                  <a:blip r:embed="rId14">
                    <a:alphaModFix/>
                  </a:blip>
                  <a:srcRect b="0" l="0" r="0" t="0"/>
                  <a:stretch/>
                </p:blipFill>
                <p:spPr>
                  <a:xfrm>
                    <a:off x="5537367" y="2770786"/>
                    <a:ext cx="190988" cy="313366"/>
                  </a:xfrm>
                  <a:prstGeom prst="rect">
                    <a:avLst/>
                  </a:prstGeom>
                  <a:noFill/>
                  <a:ln>
                    <a:noFill/>
                  </a:ln>
                </p:spPr>
              </p:pic>
              <p:pic>
                <p:nvPicPr>
                  <p:cNvPr descr="server_rack.png" id="360" name="Google Shape;360;p4"/>
                  <p:cNvPicPr preferRelativeResize="0"/>
                  <p:nvPr/>
                </p:nvPicPr>
                <p:blipFill rotWithShape="1">
                  <a:blip r:embed="rId14">
                    <a:alphaModFix/>
                  </a:blip>
                  <a:srcRect b="0" l="0" r="0" t="0"/>
                  <a:stretch/>
                </p:blipFill>
                <p:spPr>
                  <a:xfrm>
                    <a:off x="5275406" y="2764002"/>
                    <a:ext cx="190988" cy="313366"/>
                  </a:xfrm>
                  <a:prstGeom prst="rect">
                    <a:avLst/>
                  </a:prstGeom>
                  <a:noFill/>
                  <a:ln>
                    <a:noFill/>
                  </a:ln>
                </p:spPr>
              </p:pic>
              <p:pic>
                <p:nvPicPr>
                  <p:cNvPr descr="server_rack.png" id="361" name="Google Shape;361;p4"/>
                  <p:cNvPicPr preferRelativeResize="0"/>
                  <p:nvPr/>
                </p:nvPicPr>
                <p:blipFill rotWithShape="1">
                  <a:blip r:embed="rId14">
                    <a:alphaModFix/>
                  </a:blip>
                  <a:srcRect b="0" l="0" r="0" t="0"/>
                  <a:stretch/>
                </p:blipFill>
                <p:spPr>
                  <a:xfrm>
                    <a:off x="5385676" y="2711455"/>
                    <a:ext cx="247152" cy="405518"/>
                  </a:xfrm>
                  <a:prstGeom prst="rect">
                    <a:avLst/>
                  </a:prstGeom>
                  <a:noFill/>
                  <a:ln>
                    <a:noFill/>
                  </a:ln>
                </p:spPr>
              </p:pic>
            </p:grpSp>
          </p:grpSp>
        </p:grpSp>
        <p:grpSp>
          <p:nvGrpSpPr>
            <p:cNvPr id="362" name="Google Shape;362;p4"/>
            <p:cNvGrpSpPr/>
            <p:nvPr/>
          </p:nvGrpSpPr>
          <p:grpSpPr>
            <a:xfrm>
              <a:off x="7767607" y="4870841"/>
              <a:ext cx="2692126" cy="1264656"/>
              <a:chOff x="7767607" y="4870841"/>
              <a:chExt cx="2692126" cy="1264656"/>
            </a:xfrm>
          </p:grpSpPr>
          <p:grpSp>
            <p:nvGrpSpPr>
              <p:cNvPr id="363" name="Google Shape;363;p4"/>
              <p:cNvGrpSpPr/>
              <p:nvPr/>
            </p:nvGrpSpPr>
            <p:grpSpPr>
              <a:xfrm>
                <a:off x="10282541" y="5244631"/>
                <a:ext cx="177192" cy="330833"/>
                <a:chOff x="4140" y="429"/>
                <a:chExt cx="1425" cy="2396"/>
              </a:xfrm>
            </p:grpSpPr>
            <p:sp>
              <p:nvSpPr>
                <p:cNvPr id="364" name="Google Shape;364;p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366" name="Google Shape;366;p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369" name="Google Shape;369;p4"/>
                <p:cNvGrpSpPr/>
                <p:nvPr/>
              </p:nvGrpSpPr>
              <p:grpSpPr>
                <a:xfrm>
                  <a:off x="4748" y="666"/>
                  <a:ext cx="578" cy="150"/>
                  <a:chOff x="613" y="2566"/>
                  <a:chExt cx="721" cy="144"/>
                </a:xfrm>
              </p:grpSpPr>
              <p:sp>
                <p:nvSpPr>
                  <p:cNvPr id="370" name="Google Shape;370;p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371" name="Google Shape;371;p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372" name="Google Shape;372;p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373" name="Google Shape;373;p4"/>
                <p:cNvGrpSpPr/>
                <p:nvPr/>
              </p:nvGrpSpPr>
              <p:grpSpPr>
                <a:xfrm>
                  <a:off x="4748" y="990"/>
                  <a:ext cx="578" cy="134"/>
                  <a:chOff x="615" y="2564"/>
                  <a:chExt cx="721" cy="139"/>
                </a:xfrm>
              </p:grpSpPr>
              <p:sp>
                <p:nvSpPr>
                  <p:cNvPr id="374" name="Google Shape;374;p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375" name="Google Shape;375;p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376" name="Google Shape;376;p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377" name="Google Shape;377;p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378" name="Google Shape;378;p4"/>
                <p:cNvGrpSpPr/>
                <p:nvPr/>
              </p:nvGrpSpPr>
              <p:grpSpPr>
                <a:xfrm>
                  <a:off x="4738" y="1647"/>
                  <a:ext cx="578" cy="135"/>
                  <a:chOff x="618" y="2586"/>
                  <a:chExt cx="720" cy="124"/>
                </a:xfrm>
              </p:grpSpPr>
              <p:sp>
                <p:nvSpPr>
                  <p:cNvPr id="379" name="Google Shape;379;p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380" name="Google Shape;380;p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381" name="Google Shape;381;p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82" name="Google Shape;382;p4"/>
                <p:cNvGrpSpPr/>
                <p:nvPr/>
              </p:nvGrpSpPr>
              <p:grpSpPr>
                <a:xfrm>
                  <a:off x="4738" y="1330"/>
                  <a:ext cx="588" cy="134"/>
                  <a:chOff x="613" y="2571"/>
                  <a:chExt cx="732" cy="134"/>
                </a:xfrm>
              </p:grpSpPr>
              <p:sp>
                <p:nvSpPr>
                  <p:cNvPr id="383" name="Google Shape;383;p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384" name="Google Shape;384;p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385" name="Google Shape;385;p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386" name="Google Shape;386;p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389" name="Google Shape;389;p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391" name="Google Shape;391;p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392" name="Google Shape;392;p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393" name="Google Shape;393;p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sz="1800" u="none">
                    <a:solidFill>
                      <a:srgbClr val="FF0000"/>
                    </a:solidFill>
                    <a:latin typeface="Arial"/>
                    <a:ea typeface="Arial"/>
                    <a:cs typeface="Arial"/>
                    <a:sym typeface="Arial"/>
                  </a:endParaRPr>
                </a:p>
              </p:txBody>
            </p:sp>
            <p:sp>
              <p:nvSpPr>
                <p:cNvPr id="394" name="Google Shape;394;p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395" name="Google Shape;395;p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grpSp>
            <p:nvGrpSpPr>
              <p:cNvPr id="396" name="Google Shape;396;p4"/>
              <p:cNvGrpSpPr/>
              <p:nvPr/>
            </p:nvGrpSpPr>
            <p:grpSpPr>
              <a:xfrm>
                <a:off x="7767607" y="4870841"/>
                <a:ext cx="2080029" cy="1264656"/>
                <a:chOff x="7767607" y="4870841"/>
                <a:chExt cx="2080029" cy="1264656"/>
              </a:xfrm>
            </p:grpSpPr>
            <p:grpSp>
              <p:nvGrpSpPr>
                <p:cNvPr id="397" name="Google Shape;397;p4"/>
                <p:cNvGrpSpPr/>
                <p:nvPr/>
              </p:nvGrpSpPr>
              <p:grpSpPr>
                <a:xfrm flipH="1">
                  <a:off x="7974481" y="4870841"/>
                  <a:ext cx="345630" cy="320302"/>
                  <a:chOff x="2839" y="3501"/>
                  <a:chExt cx="755" cy="803"/>
                </a:xfrm>
              </p:grpSpPr>
              <p:pic>
                <p:nvPicPr>
                  <p:cNvPr descr="desktop_computer_stylized_medium" id="398" name="Google Shape;398;p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399" name="Google Shape;399;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00" name="Google Shape;400;p4"/>
                <p:cNvGrpSpPr/>
                <p:nvPr/>
              </p:nvGrpSpPr>
              <p:grpSpPr>
                <a:xfrm>
                  <a:off x="9195307" y="5823489"/>
                  <a:ext cx="310186" cy="312008"/>
                  <a:chOff x="877" y="1008"/>
                  <a:chExt cx="2747" cy="2626"/>
                </a:xfrm>
              </p:grpSpPr>
              <p:pic>
                <p:nvPicPr>
                  <p:cNvPr descr="antenna_stylized" id="401" name="Google Shape;401;p4"/>
                  <p:cNvPicPr preferRelativeResize="0"/>
                  <p:nvPr/>
                </p:nvPicPr>
                <p:blipFill rotWithShape="1">
                  <a:blip r:embed="rId7">
                    <a:alphaModFix/>
                  </a:blip>
                  <a:srcRect b="0" l="0" r="0" t="0"/>
                  <a:stretch/>
                </p:blipFill>
                <p:spPr>
                  <a:xfrm>
                    <a:off x="877" y="1008"/>
                    <a:ext cx="2725" cy="1421"/>
                  </a:xfrm>
                  <a:prstGeom prst="rect">
                    <a:avLst/>
                  </a:prstGeom>
                  <a:noFill/>
                  <a:ln>
                    <a:noFill/>
                  </a:ln>
                </p:spPr>
              </p:pic>
              <p:pic>
                <p:nvPicPr>
                  <p:cNvPr descr="laptop_keyboard" id="402" name="Google Shape;402;p4"/>
                  <p:cNvPicPr preferRelativeResize="0"/>
                  <p:nvPr/>
                </p:nvPicPr>
                <p:blipFill rotWithShape="1">
                  <a:blip r:embed="rId8">
                    <a:alphaModFix/>
                  </a:blip>
                  <a:srcRect b="0" l="0" r="0" t="0"/>
                  <a:stretch/>
                </p:blipFill>
                <p:spPr>
                  <a:xfrm flipH="1" rot="109064">
                    <a:off x="1009" y="2586"/>
                    <a:ext cx="2245" cy="1013"/>
                  </a:xfrm>
                  <a:prstGeom prst="rect">
                    <a:avLst/>
                  </a:prstGeom>
                  <a:noFill/>
                  <a:ln>
                    <a:noFill/>
                  </a:ln>
                </p:spPr>
              </p:pic>
              <p:sp>
                <p:nvSpPr>
                  <p:cNvPr id="403" name="Google Shape;403;p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404" name="Google Shape;404;p4"/>
                  <p:cNvPicPr preferRelativeResize="0"/>
                  <p:nvPr/>
                </p:nvPicPr>
                <p:blipFill rotWithShape="1">
                  <a:blip r:embed="rId9">
                    <a:alphaModFix/>
                  </a:blip>
                  <a:srcRect b="0" l="0" r="0" t="0"/>
                  <a:stretch/>
                </p:blipFill>
                <p:spPr>
                  <a:xfrm>
                    <a:off x="1842" y="1637"/>
                    <a:ext cx="1642" cy="1203"/>
                  </a:xfrm>
                  <a:prstGeom prst="rect">
                    <a:avLst/>
                  </a:prstGeom>
                  <a:noFill/>
                  <a:ln>
                    <a:noFill/>
                  </a:ln>
                </p:spPr>
              </p:pic>
              <p:sp>
                <p:nvSpPr>
                  <p:cNvPr id="405" name="Google Shape;405;p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11" name="Google Shape;411;p4"/>
                  <p:cNvGrpSpPr/>
                  <p:nvPr/>
                </p:nvGrpSpPr>
                <p:grpSpPr>
                  <a:xfrm>
                    <a:off x="1709" y="3008"/>
                    <a:ext cx="507" cy="234"/>
                    <a:chOff x="1740" y="2642"/>
                    <a:chExt cx="752" cy="327"/>
                  </a:xfrm>
                </p:grpSpPr>
                <p:sp>
                  <p:nvSpPr>
                    <p:cNvPr id="412" name="Google Shape;412;p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8" name="Google Shape;418;p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4" name="Google Shape;424;p4"/>
                <p:cNvGrpSpPr/>
                <p:nvPr/>
              </p:nvGrpSpPr>
              <p:grpSpPr>
                <a:xfrm flipH="1">
                  <a:off x="7767607" y="5251740"/>
                  <a:ext cx="345630" cy="320302"/>
                  <a:chOff x="2839" y="3501"/>
                  <a:chExt cx="755" cy="803"/>
                </a:xfrm>
              </p:grpSpPr>
              <p:pic>
                <p:nvPicPr>
                  <p:cNvPr descr="desktop_computer_stylized_medium" id="425" name="Google Shape;425;p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426" name="Google Shape;426;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27" name="Google Shape;427;p4"/>
                <p:cNvGrpSpPr/>
                <p:nvPr/>
              </p:nvGrpSpPr>
              <p:grpSpPr>
                <a:xfrm flipH="1">
                  <a:off x="8147535" y="5475337"/>
                  <a:ext cx="345630" cy="320302"/>
                  <a:chOff x="2839" y="3501"/>
                  <a:chExt cx="755" cy="803"/>
                </a:xfrm>
              </p:grpSpPr>
              <p:pic>
                <p:nvPicPr>
                  <p:cNvPr descr="desktop_computer_stylized_medium" id="428" name="Google Shape;428;p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429" name="Google Shape;429;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0" name="Google Shape;430;p4"/>
                <p:cNvGrpSpPr/>
                <p:nvPr/>
              </p:nvGrpSpPr>
              <p:grpSpPr>
                <a:xfrm flipH="1">
                  <a:off x="8545760" y="5496810"/>
                  <a:ext cx="345630" cy="320302"/>
                  <a:chOff x="2839" y="3501"/>
                  <a:chExt cx="755" cy="803"/>
                </a:xfrm>
              </p:grpSpPr>
              <p:pic>
                <p:nvPicPr>
                  <p:cNvPr descr="desktop_computer_stylized_medium" id="431" name="Google Shape;431;p4"/>
                  <p:cNvPicPr preferRelativeResize="0"/>
                  <p:nvPr/>
                </p:nvPicPr>
                <p:blipFill rotWithShape="1">
                  <a:blip r:embed="rId15">
                    <a:alphaModFix/>
                  </a:blip>
                  <a:srcRect b="0" l="0" r="0" t="0"/>
                  <a:stretch/>
                </p:blipFill>
                <p:spPr>
                  <a:xfrm>
                    <a:off x="2839" y="3501"/>
                    <a:ext cx="755" cy="803"/>
                  </a:xfrm>
                  <a:prstGeom prst="rect">
                    <a:avLst/>
                  </a:prstGeom>
                  <a:noFill/>
                  <a:ln>
                    <a:noFill/>
                  </a:ln>
                </p:spPr>
              </p:pic>
              <p:sp>
                <p:nvSpPr>
                  <p:cNvPr id="432" name="Google Shape;432;p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3" name="Google Shape;433;p4"/>
                <p:cNvGrpSpPr/>
                <p:nvPr/>
              </p:nvGrpSpPr>
              <p:grpSpPr>
                <a:xfrm>
                  <a:off x="9528372" y="5765818"/>
                  <a:ext cx="319264" cy="256836"/>
                  <a:chOff x="877" y="1008"/>
                  <a:chExt cx="2747" cy="2626"/>
                </a:xfrm>
              </p:grpSpPr>
              <p:pic>
                <p:nvPicPr>
                  <p:cNvPr descr="antenna_stylized" id="434" name="Google Shape;434;p4"/>
                  <p:cNvPicPr preferRelativeResize="0"/>
                  <p:nvPr/>
                </p:nvPicPr>
                <p:blipFill rotWithShape="1">
                  <a:blip r:embed="rId7">
                    <a:alphaModFix/>
                  </a:blip>
                  <a:srcRect b="0" l="0" r="0" t="0"/>
                  <a:stretch/>
                </p:blipFill>
                <p:spPr>
                  <a:xfrm>
                    <a:off x="877" y="1008"/>
                    <a:ext cx="2725" cy="1421"/>
                  </a:xfrm>
                  <a:prstGeom prst="rect">
                    <a:avLst/>
                  </a:prstGeom>
                  <a:noFill/>
                  <a:ln>
                    <a:noFill/>
                  </a:ln>
                </p:spPr>
              </p:pic>
              <p:pic>
                <p:nvPicPr>
                  <p:cNvPr descr="laptop_keyboard" id="435" name="Google Shape;435;p4"/>
                  <p:cNvPicPr preferRelativeResize="0"/>
                  <p:nvPr/>
                </p:nvPicPr>
                <p:blipFill rotWithShape="1">
                  <a:blip r:embed="rId8">
                    <a:alphaModFix/>
                  </a:blip>
                  <a:srcRect b="0" l="0" r="0" t="0"/>
                  <a:stretch/>
                </p:blipFill>
                <p:spPr>
                  <a:xfrm flipH="1" rot="109064">
                    <a:off x="1009" y="2586"/>
                    <a:ext cx="2245" cy="1013"/>
                  </a:xfrm>
                  <a:prstGeom prst="rect">
                    <a:avLst/>
                  </a:prstGeom>
                  <a:noFill/>
                  <a:ln>
                    <a:noFill/>
                  </a:ln>
                </p:spPr>
              </p:pic>
              <p:sp>
                <p:nvSpPr>
                  <p:cNvPr id="436" name="Google Shape;436;p4"/>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437" name="Google Shape;437;p4"/>
                  <p:cNvPicPr preferRelativeResize="0"/>
                  <p:nvPr/>
                </p:nvPicPr>
                <p:blipFill rotWithShape="1">
                  <a:blip r:embed="rId9">
                    <a:alphaModFix/>
                  </a:blip>
                  <a:srcRect b="0" l="0" r="0" t="0"/>
                  <a:stretch/>
                </p:blipFill>
                <p:spPr>
                  <a:xfrm>
                    <a:off x="1842" y="1637"/>
                    <a:ext cx="1642" cy="1203"/>
                  </a:xfrm>
                  <a:prstGeom prst="rect">
                    <a:avLst/>
                  </a:prstGeom>
                  <a:noFill/>
                  <a:ln>
                    <a:noFill/>
                  </a:ln>
                </p:spPr>
              </p:pic>
              <p:sp>
                <p:nvSpPr>
                  <p:cNvPr id="438" name="Google Shape;438;p4"/>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4"/>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4"/>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4"/>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4"/>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4"/>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44" name="Google Shape;444;p4"/>
                  <p:cNvGrpSpPr/>
                  <p:nvPr/>
                </p:nvGrpSpPr>
                <p:grpSpPr>
                  <a:xfrm>
                    <a:off x="1709" y="3008"/>
                    <a:ext cx="507" cy="234"/>
                    <a:chOff x="1740" y="2642"/>
                    <a:chExt cx="752" cy="327"/>
                  </a:xfrm>
                </p:grpSpPr>
                <p:sp>
                  <p:nvSpPr>
                    <p:cNvPr id="445" name="Google Shape;445;p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 name="Google Shape;447;p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1" name="Google Shape;451;p4"/>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4"/>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4"/>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4"/>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4"/>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4"/>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457" name="Google Shape;457;p4"/>
              <p:cNvGrpSpPr/>
              <p:nvPr/>
            </p:nvGrpSpPr>
            <p:grpSpPr>
              <a:xfrm>
                <a:off x="10011503" y="5607068"/>
                <a:ext cx="171450" cy="348944"/>
                <a:chOff x="4140" y="429"/>
                <a:chExt cx="1425" cy="2396"/>
              </a:xfrm>
            </p:grpSpPr>
            <p:sp>
              <p:nvSpPr>
                <p:cNvPr id="458" name="Google Shape;458;p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60" name="Google Shape;460;p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463" name="Google Shape;463;p4"/>
                <p:cNvGrpSpPr/>
                <p:nvPr/>
              </p:nvGrpSpPr>
              <p:grpSpPr>
                <a:xfrm>
                  <a:off x="4748" y="666"/>
                  <a:ext cx="578" cy="150"/>
                  <a:chOff x="613" y="2566"/>
                  <a:chExt cx="721" cy="144"/>
                </a:xfrm>
              </p:grpSpPr>
              <p:sp>
                <p:nvSpPr>
                  <p:cNvPr id="464" name="Google Shape;464;p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65" name="Google Shape;465;p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466" name="Google Shape;466;p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467" name="Google Shape;467;p4"/>
                <p:cNvGrpSpPr/>
                <p:nvPr/>
              </p:nvGrpSpPr>
              <p:grpSpPr>
                <a:xfrm>
                  <a:off x="4748" y="990"/>
                  <a:ext cx="578" cy="134"/>
                  <a:chOff x="615" y="2564"/>
                  <a:chExt cx="721" cy="139"/>
                </a:xfrm>
              </p:grpSpPr>
              <p:sp>
                <p:nvSpPr>
                  <p:cNvPr id="468" name="Google Shape;468;p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69" name="Google Shape;469;p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470" name="Google Shape;470;p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71" name="Google Shape;471;p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nvGrpSpPr>
                <p:cNvPr id="472" name="Google Shape;472;p4"/>
                <p:cNvGrpSpPr/>
                <p:nvPr/>
              </p:nvGrpSpPr>
              <p:grpSpPr>
                <a:xfrm>
                  <a:off x="4738" y="1647"/>
                  <a:ext cx="578" cy="135"/>
                  <a:chOff x="618" y="2586"/>
                  <a:chExt cx="720" cy="124"/>
                </a:xfrm>
              </p:grpSpPr>
              <p:sp>
                <p:nvSpPr>
                  <p:cNvPr id="473" name="Google Shape;473;p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74" name="Google Shape;474;p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475" name="Google Shape;475;p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76" name="Google Shape;476;p4"/>
                <p:cNvGrpSpPr/>
                <p:nvPr/>
              </p:nvGrpSpPr>
              <p:grpSpPr>
                <a:xfrm>
                  <a:off x="4738" y="1330"/>
                  <a:ext cx="588" cy="134"/>
                  <a:chOff x="613" y="2571"/>
                  <a:chExt cx="732" cy="134"/>
                </a:xfrm>
              </p:grpSpPr>
              <p:sp>
                <p:nvSpPr>
                  <p:cNvPr id="477" name="Google Shape;477;p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78" name="Google Shape;478;p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sp>
              <p:nvSpPr>
                <p:cNvPr id="479" name="Google Shape;479;p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80" name="Google Shape;480;p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83" name="Google Shape;483;p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85" name="Google Shape;485;p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86" name="Google Shape;486;p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87" name="Google Shape;487;p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b="0" sz="1800" u="none">
                    <a:solidFill>
                      <a:srgbClr val="FF0000"/>
                    </a:solidFill>
                    <a:latin typeface="Arial"/>
                    <a:ea typeface="Arial"/>
                    <a:cs typeface="Arial"/>
                    <a:sym typeface="Arial"/>
                  </a:endParaRPr>
                </a:p>
              </p:txBody>
            </p:sp>
            <p:sp>
              <p:nvSpPr>
                <p:cNvPr id="488" name="Google Shape;488;p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sp>
              <p:nvSpPr>
                <p:cNvPr id="489" name="Google Shape;489;p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b="0" sz="2400" u="none">
                    <a:solidFill>
                      <a:schemeClr val="dk1"/>
                    </a:solidFill>
                    <a:latin typeface="Arial"/>
                    <a:ea typeface="Arial"/>
                    <a:cs typeface="Arial"/>
                    <a:sym typeface="Arial"/>
                  </a:endParaRPr>
                </a:p>
              </p:txBody>
            </p:sp>
          </p:grpSp>
        </p:grpSp>
      </p:grpSp>
      <p:grpSp>
        <p:nvGrpSpPr>
          <p:cNvPr id="490" name="Google Shape;490;p4"/>
          <p:cNvGrpSpPr/>
          <p:nvPr/>
        </p:nvGrpSpPr>
        <p:grpSpPr>
          <a:xfrm>
            <a:off x="7613882" y="2107963"/>
            <a:ext cx="3540395" cy="3733733"/>
            <a:chOff x="7619038" y="2102861"/>
            <a:chExt cx="3540395" cy="3733733"/>
          </a:xfrm>
        </p:grpSpPr>
        <p:cxnSp>
          <p:nvCxnSpPr>
            <p:cNvPr id="491" name="Google Shape;491;p4"/>
            <p:cNvCxnSpPr/>
            <p:nvPr/>
          </p:nvCxnSpPr>
          <p:spPr>
            <a:xfrm>
              <a:off x="8213016" y="2695257"/>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492" name="Google Shape;492;p4"/>
            <p:cNvGrpSpPr/>
            <p:nvPr/>
          </p:nvGrpSpPr>
          <p:grpSpPr>
            <a:xfrm>
              <a:off x="8055854" y="2304274"/>
              <a:ext cx="298450" cy="464008"/>
              <a:chOff x="3130" y="3288"/>
              <a:chExt cx="410" cy="742"/>
            </a:xfrm>
          </p:grpSpPr>
          <p:cxnSp>
            <p:nvCxnSpPr>
              <p:cNvPr id="493" name="Google Shape;493;p4"/>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494" name="Google Shape;494;p4"/>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495" name="Google Shape;495;p4"/>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496" name="Google Shape;496;p4"/>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497" name="Google Shape;497;p4"/>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498" name="Google Shape;498;p4"/>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499" name="Google Shape;499;p4"/>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500" name="Google Shape;500;p4"/>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501" name="Google Shape;501;p4"/>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502" name="Google Shape;502;p4"/>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503" name="Google Shape;503;p4"/>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504" name="Google Shape;504;p4"/>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505" name="Google Shape;505;p4"/>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506" name="Google Shape;506;p4"/>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507" name="Google Shape;507;p4"/>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508" name="Google Shape;508;p4"/>
            <p:cNvPicPr preferRelativeResize="0"/>
            <p:nvPr/>
          </p:nvPicPr>
          <p:blipFill rotWithShape="1">
            <a:blip r:embed="rId4">
              <a:alphaModFix/>
            </a:blip>
            <a:srcRect b="0" l="0" r="0" t="0"/>
            <a:stretch/>
          </p:blipFill>
          <p:spPr>
            <a:xfrm>
              <a:off x="7619038" y="3856797"/>
              <a:ext cx="370169" cy="306751"/>
            </a:xfrm>
            <a:prstGeom prst="rect">
              <a:avLst/>
            </a:prstGeom>
            <a:noFill/>
            <a:ln>
              <a:noFill/>
            </a:ln>
          </p:spPr>
        </p:pic>
        <p:pic>
          <p:nvPicPr>
            <p:cNvPr descr="access_point_stylized_small" id="509" name="Google Shape;509;p4"/>
            <p:cNvPicPr preferRelativeResize="0"/>
            <p:nvPr/>
          </p:nvPicPr>
          <p:blipFill rotWithShape="1">
            <a:blip r:embed="rId4">
              <a:alphaModFix/>
            </a:blip>
            <a:srcRect b="0" l="0" r="0" t="0"/>
            <a:stretch/>
          </p:blipFill>
          <p:spPr>
            <a:xfrm>
              <a:off x="9295766" y="5519130"/>
              <a:ext cx="380935" cy="317464"/>
            </a:xfrm>
            <a:prstGeom prst="rect">
              <a:avLst/>
            </a:prstGeom>
            <a:noFill/>
            <a:ln>
              <a:noFill/>
            </a:ln>
          </p:spPr>
        </p:pic>
        <p:grpSp>
          <p:nvGrpSpPr>
            <p:cNvPr id="510" name="Google Shape;510;p4"/>
            <p:cNvGrpSpPr/>
            <p:nvPr/>
          </p:nvGrpSpPr>
          <p:grpSpPr>
            <a:xfrm>
              <a:off x="9788714" y="4984881"/>
              <a:ext cx="393760" cy="218578"/>
              <a:chOff x="7493876" y="2774731"/>
              <a:chExt cx="1481958" cy="894622"/>
            </a:xfrm>
          </p:grpSpPr>
          <p:sp>
            <p:nvSpPr>
              <p:cNvPr id="511" name="Google Shape;511;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12" name="Google Shape;512;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13" name="Google Shape;513;p4"/>
              <p:cNvGrpSpPr/>
              <p:nvPr/>
            </p:nvGrpSpPr>
            <p:grpSpPr>
              <a:xfrm>
                <a:off x="7713663" y="2848339"/>
                <a:ext cx="1042107" cy="425543"/>
                <a:chOff x="7786941" y="2884917"/>
                <a:chExt cx="897649" cy="353919"/>
              </a:xfrm>
            </p:grpSpPr>
            <p:sp>
              <p:nvSpPr>
                <p:cNvPr id="514" name="Google Shape;514;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5" name="Google Shape;515;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6" name="Google Shape;516;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7" name="Google Shape;517;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18" name="Google Shape;518;p4"/>
            <p:cNvGrpSpPr/>
            <p:nvPr/>
          </p:nvGrpSpPr>
          <p:grpSpPr>
            <a:xfrm>
              <a:off x="9854521" y="5333935"/>
              <a:ext cx="309740" cy="190838"/>
              <a:chOff x="3668110" y="2448910"/>
              <a:chExt cx="3794234" cy="2165130"/>
            </a:xfrm>
          </p:grpSpPr>
          <p:sp>
            <p:nvSpPr>
              <p:cNvPr id="519" name="Google Shape;519;p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0" name="Google Shape;520;p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21" name="Google Shape;521;p4"/>
              <p:cNvGrpSpPr/>
              <p:nvPr/>
            </p:nvGrpSpPr>
            <p:grpSpPr>
              <a:xfrm>
                <a:off x="3941378" y="2603243"/>
                <a:ext cx="3202061" cy="1066110"/>
                <a:chOff x="7939341" y="3037317"/>
                <a:chExt cx="897649" cy="353919"/>
              </a:xfrm>
            </p:grpSpPr>
            <p:sp>
              <p:nvSpPr>
                <p:cNvPr id="522" name="Google Shape;522;p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3" name="Google Shape;523;p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4" name="Google Shape;524;p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5" name="Google Shape;525;p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26" name="Google Shape;526;p4"/>
            <p:cNvGrpSpPr/>
            <p:nvPr/>
          </p:nvGrpSpPr>
          <p:grpSpPr>
            <a:xfrm>
              <a:off x="8681775" y="4962318"/>
              <a:ext cx="393760" cy="218578"/>
              <a:chOff x="7493876" y="2774731"/>
              <a:chExt cx="1481958" cy="894622"/>
            </a:xfrm>
          </p:grpSpPr>
          <p:sp>
            <p:nvSpPr>
              <p:cNvPr id="527" name="Google Shape;527;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28" name="Google Shape;528;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29" name="Google Shape;529;p4"/>
              <p:cNvGrpSpPr/>
              <p:nvPr/>
            </p:nvGrpSpPr>
            <p:grpSpPr>
              <a:xfrm>
                <a:off x="7713663" y="2848339"/>
                <a:ext cx="1042107" cy="425543"/>
                <a:chOff x="7786941" y="2884917"/>
                <a:chExt cx="897649" cy="353919"/>
              </a:xfrm>
            </p:grpSpPr>
            <p:sp>
              <p:nvSpPr>
                <p:cNvPr id="530" name="Google Shape;530;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1" name="Google Shape;531;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2" name="Google Shape;532;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3" name="Google Shape;533;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34" name="Google Shape;534;p4"/>
            <p:cNvGrpSpPr/>
            <p:nvPr/>
          </p:nvGrpSpPr>
          <p:grpSpPr>
            <a:xfrm>
              <a:off x="8316676" y="5189331"/>
              <a:ext cx="309740" cy="190838"/>
              <a:chOff x="3668110" y="2448910"/>
              <a:chExt cx="3794234" cy="2165130"/>
            </a:xfrm>
          </p:grpSpPr>
          <p:sp>
            <p:nvSpPr>
              <p:cNvPr id="535" name="Google Shape;535;p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6" name="Google Shape;536;p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37" name="Google Shape;537;p4"/>
              <p:cNvGrpSpPr/>
              <p:nvPr/>
            </p:nvGrpSpPr>
            <p:grpSpPr>
              <a:xfrm>
                <a:off x="3941378" y="2603243"/>
                <a:ext cx="3202061" cy="1066110"/>
                <a:chOff x="7939341" y="3037317"/>
                <a:chExt cx="897649" cy="353919"/>
              </a:xfrm>
            </p:grpSpPr>
            <p:sp>
              <p:nvSpPr>
                <p:cNvPr id="538" name="Google Shape;538;p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9" name="Google Shape;539;p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0" name="Google Shape;540;p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1" name="Google Shape;541;p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42" name="Google Shape;542;p4"/>
            <p:cNvGrpSpPr/>
            <p:nvPr/>
          </p:nvGrpSpPr>
          <p:grpSpPr>
            <a:xfrm>
              <a:off x="8444983" y="2807207"/>
              <a:ext cx="353678" cy="168275"/>
              <a:chOff x="7493876" y="2774731"/>
              <a:chExt cx="1481958" cy="894622"/>
            </a:xfrm>
          </p:grpSpPr>
          <p:sp>
            <p:nvSpPr>
              <p:cNvPr id="543" name="Google Shape;543;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44" name="Google Shape;544;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45" name="Google Shape;545;p4"/>
              <p:cNvGrpSpPr/>
              <p:nvPr/>
            </p:nvGrpSpPr>
            <p:grpSpPr>
              <a:xfrm>
                <a:off x="7713663" y="2848339"/>
                <a:ext cx="1042107" cy="425543"/>
                <a:chOff x="7786941" y="2884917"/>
                <a:chExt cx="897649" cy="353919"/>
              </a:xfrm>
            </p:grpSpPr>
            <p:sp>
              <p:nvSpPr>
                <p:cNvPr id="546" name="Google Shape;546;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7" name="Google Shape;547;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8" name="Google Shape;548;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9" name="Google Shape;549;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50" name="Google Shape;550;p4"/>
            <p:cNvGrpSpPr/>
            <p:nvPr/>
          </p:nvGrpSpPr>
          <p:grpSpPr>
            <a:xfrm>
              <a:off x="8055226" y="3960892"/>
              <a:ext cx="354986" cy="175668"/>
              <a:chOff x="7493876" y="2774731"/>
              <a:chExt cx="1481958" cy="894622"/>
            </a:xfrm>
          </p:grpSpPr>
          <p:sp>
            <p:nvSpPr>
              <p:cNvPr id="551" name="Google Shape;551;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52" name="Google Shape;552;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53" name="Google Shape;553;p4"/>
              <p:cNvGrpSpPr/>
              <p:nvPr/>
            </p:nvGrpSpPr>
            <p:grpSpPr>
              <a:xfrm>
                <a:off x="7713663" y="2848339"/>
                <a:ext cx="1042107" cy="425543"/>
                <a:chOff x="7786941" y="2884917"/>
                <a:chExt cx="897649" cy="353919"/>
              </a:xfrm>
            </p:grpSpPr>
            <p:sp>
              <p:nvSpPr>
                <p:cNvPr id="554" name="Google Shape;554;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5" name="Google Shape;555;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6" name="Google Shape;556;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7" name="Google Shape;557;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58" name="Google Shape;558;p4"/>
            <p:cNvGrpSpPr/>
            <p:nvPr/>
          </p:nvGrpSpPr>
          <p:grpSpPr>
            <a:xfrm>
              <a:off x="10889241" y="3596263"/>
              <a:ext cx="170989" cy="97052"/>
              <a:chOff x="7493876" y="2774731"/>
              <a:chExt cx="1481958" cy="894622"/>
            </a:xfrm>
          </p:grpSpPr>
          <p:sp>
            <p:nvSpPr>
              <p:cNvPr id="559" name="Google Shape;559;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60" name="Google Shape;560;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61" name="Google Shape;561;p4"/>
              <p:cNvGrpSpPr/>
              <p:nvPr/>
            </p:nvGrpSpPr>
            <p:grpSpPr>
              <a:xfrm>
                <a:off x="7713663" y="2848339"/>
                <a:ext cx="1042107" cy="425543"/>
                <a:chOff x="7786941" y="2884917"/>
                <a:chExt cx="897649" cy="353919"/>
              </a:xfrm>
            </p:grpSpPr>
            <p:sp>
              <p:nvSpPr>
                <p:cNvPr id="562" name="Google Shape;562;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3" name="Google Shape;563;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4" name="Google Shape;564;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5" name="Google Shape;565;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66" name="Google Shape;566;p4"/>
            <p:cNvGrpSpPr/>
            <p:nvPr/>
          </p:nvGrpSpPr>
          <p:grpSpPr>
            <a:xfrm>
              <a:off x="10415765" y="3491036"/>
              <a:ext cx="353678" cy="198344"/>
              <a:chOff x="7493876" y="2774731"/>
              <a:chExt cx="1481958" cy="894622"/>
            </a:xfrm>
          </p:grpSpPr>
          <p:sp>
            <p:nvSpPr>
              <p:cNvPr id="567" name="Google Shape;567;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68" name="Google Shape;568;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69" name="Google Shape;569;p4"/>
              <p:cNvGrpSpPr/>
              <p:nvPr/>
            </p:nvGrpSpPr>
            <p:grpSpPr>
              <a:xfrm>
                <a:off x="7713663" y="2848339"/>
                <a:ext cx="1042107" cy="425543"/>
                <a:chOff x="7786941" y="2884917"/>
                <a:chExt cx="897649" cy="353919"/>
              </a:xfrm>
            </p:grpSpPr>
            <p:sp>
              <p:nvSpPr>
                <p:cNvPr id="570" name="Google Shape;570;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1" name="Google Shape;571;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2" name="Google Shape;572;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3" name="Google Shape;573;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74" name="Google Shape;574;p4"/>
            <p:cNvGrpSpPr/>
            <p:nvPr/>
          </p:nvGrpSpPr>
          <p:grpSpPr>
            <a:xfrm>
              <a:off x="9953880" y="2197190"/>
              <a:ext cx="353678" cy="198344"/>
              <a:chOff x="7493876" y="2774731"/>
              <a:chExt cx="1481958" cy="894622"/>
            </a:xfrm>
          </p:grpSpPr>
          <p:sp>
            <p:nvSpPr>
              <p:cNvPr id="575" name="Google Shape;575;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76" name="Google Shape;576;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77" name="Google Shape;577;p4"/>
              <p:cNvGrpSpPr/>
              <p:nvPr/>
            </p:nvGrpSpPr>
            <p:grpSpPr>
              <a:xfrm>
                <a:off x="7713663" y="2848339"/>
                <a:ext cx="1042107" cy="425543"/>
                <a:chOff x="7786941" y="2884917"/>
                <a:chExt cx="897649" cy="353919"/>
              </a:xfrm>
            </p:grpSpPr>
            <p:sp>
              <p:nvSpPr>
                <p:cNvPr id="578" name="Google Shape;578;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9" name="Google Shape;579;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0" name="Google Shape;580;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1" name="Google Shape;581;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82" name="Google Shape;582;p4"/>
            <p:cNvGrpSpPr/>
            <p:nvPr/>
          </p:nvGrpSpPr>
          <p:grpSpPr>
            <a:xfrm>
              <a:off x="10532370" y="2608265"/>
              <a:ext cx="353678" cy="198344"/>
              <a:chOff x="7493876" y="2774731"/>
              <a:chExt cx="1481958" cy="894622"/>
            </a:xfrm>
          </p:grpSpPr>
          <p:sp>
            <p:nvSpPr>
              <p:cNvPr id="583" name="Google Shape;583;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84" name="Google Shape;584;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85" name="Google Shape;585;p4"/>
              <p:cNvGrpSpPr/>
              <p:nvPr/>
            </p:nvGrpSpPr>
            <p:grpSpPr>
              <a:xfrm>
                <a:off x="7713663" y="2848339"/>
                <a:ext cx="1042107" cy="425543"/>
                <a:chOff x="7786941" y="2884917"/>
                <a:chExt cx="897649" cy="353919"/>
              </a:xfrm>
            </p:grpSpPr>
            <p:sp>
              <p:nvSpPr>
                <p:cNvPr id="586" name="Google Shape;586;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7" name="Google Shape;587;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8" name="Google Shape;588;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9" name="Google Shape;589;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90" name="Google Shape;590;p4"/>
            <p:cNvGrpSpPr/>
            <p:nvPr/>
          </p:nvGrpSpPr>
          <p:grpSpPr>
            <a:xfrm>
              <a:off x="10648981" y="2102861"/>
              <a:ext cx="353678" cy="198344"/>
              <a:chOff x="7493876" y="2774731"/>
              <a:chExt cx="1481958" cy="894622"/>
            </a:xfrm>
          </p:grpSpPr>
          <p:sp>
            <p:nvSpPr>
              <p:cNvPr id="591" name="Google Shape;591;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92" name="Google Shape;592;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93" name="Google Shape;593;p4"/>
              <p:cNvGrpSpPr/>
              <p:nvPr/>
            </p:nvGrpSpPr>
            <p:grpSpPr>
              <a:xfrm>
                <a:off x="7713663" y="2848339"/>
                <a:ext cx="1042107" cy="425543"/>
                <a:chOff x="7786941" y="2884917"/>
                <a:chExt cx="897649" cy="353919"/>
              </a:xfrm>
            </p:grpSpPr>
            <p:sp>
              <p:nvSpPr>
                <p:cNvPr id="594" name="Google Shape;594;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5" name="Google Shape;595;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6" name="Google Shape;596;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7" name="Google Shape;597;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98" name="Google Shape;598;p4"/>
            <p:cNvGrpSpPr/>
            <p:nvPr/>
          </p:nvGrpSpPr>
          <p:grpSpPr>
            <a:xfrm>
              <a:off x="9103944" y="3951522"/>
              <a:ext cx="367224" cy="240304"/>
              <a:chOff x="7493876" y="2774731"/>
              <a:chExt cx="1481958" cy="894622"/>
            </a:xfrm>
          </p:grpSpPr>
          <p:sp>
            <p:nvSpPr>
              <p:cNvPr id="599" name="Google Shape;599;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00" name="Google Shape;600;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01" name="Google Shape;601;p4"/>
              <p:cNvGrpSpPr/>
              <p:nvPr/>
            </p:nvGrpSpPr>
            <p:grpSpPr>
              <a:xfrm>
                <a:off x="7713663" y="2848339"/>
                <a:ext cx="1042107" cy="425543"/>
                <a:chOff x="7786941" y="2884917"/>
                <a:chExt cx="897649" cy="353919"/>
              </a:xfrm>
            </p:grpSpPr>
            <p:sp>
              <p:nvSpPr>
                <p:cNvPr id="602" name="Google Shape;602;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3" name="Google Shape;603;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4" name="Google Shape;604;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5" name="Google Shape;605;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06" name="Google Shape;606;p4"/>
            <p:cNvGrpSpPr/>
            <p:nvPr/>
          </p:nvGrpSpPr>
          <p:grpSpPr>
            <a:xfrm>
              <a:off x="9985282" y="2656463"/>
              <a:ext cx="353678" cy="198344"/>
              <a:chOff x="7493876" y="2774731"/>
              <a:chExt cx="1481958" cy="894622"/>
            </a:xfrm>
          </p:grpSpPr>
          <p:sp>
            <p:nvSpPr>
              <p:cNvPr id="607" name="Google Shape;607;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08" name="Google Shape;608;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09" name="Google Shape;609;p4"/>
              <p:cNvGrpSpPr/>
              <p:nvPr/>
            </p:nvGrpSpPr>
            <p:grpSpPr>
              <a:xfrm>
                <a:off x="7713663" y="2848339"/>
                <a:ext cx="1042107" cy="425543"/>
                <a:chOff x="7786941" y="2884917"/>
                <a:chExt cx="897649" cy="353919"/>
              </a:xfrm>
            </p:grpSpPr>
            <p:sp>
              <p:nvSpPr>
                <p:cNvPr id="610" name="Google Shape;610;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1" name="Google Shape;611;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2" name="Google Shape;612;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3" name="Google Shape;613;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14" name="Google Shape;614;p4"/>
            <p:cNvGrpSpPr/>
            <p:nvPr/>
          </p:nvGrpSpPr>
          <p:grpSpPr>
            <a:xfrm>
              <a:off x="9502294" y="3388930"/>
              <a:ext cx="367224" cy="240304"/>
              <a:chOff x="7493876" y="2774731"/>
              <a:chExt cx="1481958" cy="894622"/>
            </a:xfrm>
          </p:grpSpPr>
          <p:sp>
            <p:nvSpPr>
              <p:cNvPr id="615" name="Google Shape;615;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16" name="Google Shape;616;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17" name="Google Shape;617;p4"/>
              <p:cNvGrpSpPr/>
              <p:nvPr/>
            </p:nvGrpSpPr>
            <p:grpSpPr>
              <a:xfrm>
                <a:off x="7713663" y="2848339"/>
                <a:ext cx="1042107" cy="425543"/>
                <a:chOff x="7786941" y="2884917"/>
                <a:chExt cx="897649" cy="353919"/>
              </a:xfrm>
            </p:grpSpPr>
            <p:sp>
              <p:nvSpPr>
                <p:cNvPr id="618" name="Google Shape;618;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9" name="Google Shape;619;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0" name="Google Shape;620;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1" name="Google Shape;621;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22" name="Google Shape;622;p4"/>
            <p:cNvGrpSpPr/>
            <p:nvPr/>
          </p:nvGrpSpPr>
          <p:grpSpPr>
            <a:xfrm>
              <a:off x="9606710" y="3994661"/>
              <a:ext cx="367224" cy="240304"/>
              <a:chOff x="7493876" y="2774731"/>
              <a:chExt cx="1481958" cy="894622"/>
            </a:xfrm>
          </p:grpSpPr>
          <p:sp>
            <p:nvSpPr>
              <p:cNvPr id="623" name="Google Shape;623;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24" name="Google Shape;624;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25" name="Google Shape;625;p4"/>
              <p:cNvGrpSpPr/>
              <p:nvPr/>
            </p:nvGrpSpPr>
            <p:grpSpPr>
              <a:xfrm>
                <a:off x="7713663" y="2848339"/>
                <a:ext cx="1042107" cy="425543"/>
                <a:chOff x="7786941" y="2884917"/>
                <a:chExt cx="897649" cy="353919"/>
              </a:xfrm>
            </p:grpSpPr>
            <p:sp>
              <p:nvSpPr>
                <p:cNvPr id="626" name="Google Shape;626;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7" name="Google Shape;627;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8" name="Google Shape;628;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9" name="Google Shape;629;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30" name="Google Shape;630;p4"/>
            <p:cNvGrpSpPr/>
            <p:nvPr/>
          </p:nvGrpSpPr>
          <p:grpSpPr>
            <a:xfrm>
              <a:off x="10380415" y="3987223"/>
              <a:ext cx="353678" cy="198344"/>
              <a:chOff x="7493876" y="2774731"/>
              <a:chExt cx="1481958" cy="894622"/>
            </a:xfrm>
          </p:grpSpPr>
          <p:sp>
            <p:nvSpPr>
              <p:cNvPr id="631" name="Google Shape;631;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32" name="Google Shape;632;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33" name="Google Shape;633;p4"/>
              <p:cNvGrpSpPr/>
              <p:nvPr/>
            </p:nvGrpSpPr>
            <p:grpSpPr>
              <a:xfrm>
                <a:off x="7713663" y="2848339"/>
                <a:ext cx="1042107" cy="425543"/>
                <a:chOff x="7786941" y="2884917"/>
                <a:chExt cx="897649" cy="353919"/>
              </a:xfrm>
            </p:grpSpPr>
            <p:sp>
              <p:nvSpPr>
                <p:cNvPr id="634" name="Google Shape;634;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5" name="Google Shape;635;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6" name="Google Shape;636;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7" name="Google Shape;637;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38" name="Google Shape;638;p4"/>
            <p:cNvGrpSpPr/>
            <p:nvPr/>
          </p:nvGrpSpPr>
          <p:grpSpPr>
            <a:xfrm>
              <a:off x="9253049" y="4770584"/>
              <a:ext cx="393760" cy="218578"/>
              <a:chOff x="7493876" y="2774731"/>
              <a:chExt cx="1481958" cy="894622"/>
            </a:xfrm>
          </p:grpSpPr>
          <p:sp>
            <p:nvSpPr>
              <p:cNvPr id="639" name="Google Shape;639;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40" name="Google Shape;640;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41" name="Google Shape;641;p4"/>
              <p:cNvGrpSpPr/>
              <p:nvPr/>
            </p:nvGrpSpPr>
            <p:grpSpPr>
              <a:xfrm>
                <a:off x="7713663" y="2848339"/>
                <a:ext cx="1042107" cy="425543"/>
                <a:chOff x="7786941" y="2884917"/>
                <a:chExt cx="897649" cy="353919"/>
              </a:xfrm>
            </p:grpSpPr>
            <p:sp>
              <p:nvSpPr>
                <p:cNvPr id="642" name="Google Shape;642;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3" name="Google Shape;643;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4" name="Google Shape;644;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5" name="Google Shape;645;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46" name="Google Shape;646;p4"/>
            <p:cNvGrpSpPr/>
            <p:nvPr/>
          </p:nvGrpSpPr>
          <p:grpSpPr>
            <a:xfrm>
              <a:off x="10931138" y="4364023"/>
              <a:ext cx="228295" cy="120400"/>
              <a:chOff x="7493876" y="2774731"/>
              <a:chExt cx="1481958" cy="894622"/>
            </a:xfrm>
          </p:grpSpPr>
          <p:sp>
            <p:nvSpPr>
              <p:cNvPr id="647" name="Google Shape;647;p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48" name="Google Shape;648;p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49" name="Google Shape;649;p4"/>
              <p:cNvGrpSpPr/>
              <p:nvPr/>
            </p:nvGrpSpPr>
            <p:grpSpPr>
              <a:xfrm>
                <a:off x="7713663" y="2848339"/>
                <a:ext cx="1042107" cy="425543"/>
                <a:chOff x="7786941" y="2884917"/>
                <a:chExt cx="897649" cy="353919"/>
              </a:xfrm>
            </p:grpSpPr>
            <p:sp>
              <p:nvSpPr>
                <p:cNvPr id="650" name="Google Shape;650;p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 name="Google Shape;651;p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2" name="Google Shape;652;p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3" name="Google Shape;653;p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nvGrpSpPr>
          <p:cNvPr id="654" name="Google Shape;654;p4"/>
          <p:cNvGrpSpPr/>
          <p:nvPr/>
        </p:nvGrpSpPr>
        <p:grpSpPr>
          <a:xfrm>
            <a:off x="1728873" y="5539150"/>
            <a:ext cx="5446393" cy="1149445"/>
            <a:chOff x="1728873" y="5539150"/>
            <a:chExt cx="5446393" cy="1149445"/>
          </a:xfrm>
        </p:grpSpPr>
        <p:sp>
          <p:nvSpPr>
            <p:cNvPr id="655" name="Google Shape;655;p4"/>
            <p:cNvSpPr/>
            <p:nvPr/>
          </p:nvSpPr>
          <p:spPr>
            <a:xfrm>
              <a:off x="1728873" y="5660145"/>
              <a:ext cx="1143514" cy="68053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4"/>
            <p:cNvSpPr txBox="1"/>
            <p:nvPr/>
          </p:nvSpPr>
          <p:spPr>
            <a:xfrm>
              <a:off x="3142713" y="5539150"/>
              <a:ext cx="4032553" cy="1149445"/>
            </a:xfrm>
            <a:prstGeom prst="rect">
              <a:avLst/>
            </a:prstGeom>
            <a:noFill/>
            <a:ln>
              <a:noFill/>
            </a:ln>
          </p:spPr>
          <p:txBody>
            <a:bodyPr anchorCtr="0" anchor="t" bIns="45700" lIns="91425" spcFirstLastPara="1" rIns="91425" wrap="square" tIns="45700">
              <a:normAutofit/>
            </a:bodyPr>
            <a:lstStyle/>
            <a:p>
              <a:pPr indent="0" lvl="0" marL="6858" marR="0" rtl="0" algn="l">
                <a:lnSpc>
                  <a:spcPct val="90000"/>
                </a:lnSpc>
                <a:spcBef>
                  <a:spcPts val="0"/>
                </a:spcBef>
                <a:spcAft>
                  <a:spcPts val="0"/>
                </a:spcAft>
                <a:buClr>
                  <a:srgbClr val="0000A8"/>
                </a:buClr>
                <a:buSzPts val="2400"/>
                <a:buFont typeface="Noto Sans Symbols"/>
                <a:buNone/>
              </a:pPr>
              <a:r>
                <a:rPr b="0" i="1" lang="en-US" sz="2400" u="none">
                  <a:solidFill>
                    <a:srgbClr val="C00000"/>
                  </a:solidFill>
                  <a:latin typeface="Calibri"/>
                  <a:ea typeface="Calibri"/>
                  <a:cs typeface="Calibri"/>
                  <a:sym typeface="Calibri"/>
                </a:rPr>
                <a:t>Networks</a:t>
              </a:r>
              <a:endParaRPr/>
            </a:p>
            <a:p>
              <a:pPr indent="-231775" lvl="1" marL="346075" marR="0" rtl="0" algn="l">
                <a:lnSpc>
                  <a:spcPct val="90000"/>
                </a:lnSpc>
                <a:spcBef>
                  <a:spcPts val="528"/>
                </a:spcBef>
                <a:spcAft>
                  <a:spcPts val="0"/>
                </a:spcAft>
                <a:buClr>
                  <a:srgbClr val="0000A3"/>
                </a:buClr>
                <a:buSzPts val="2000"/>
                <a:buFont typeface="Noto Sans Symbols"/>
                <a:buChar char="▪"/>
              </a:pPr>
              <a:r>
                <a:rPr b="0" i="0" lang="en-US" sz="2000" u="none" cap="none" strike="noStrike">
                  <a:solidFill>
                    <a:schemeClr val="dk1"/>
                  </a:solidFill>
                  <a:latin typeface="Calibri"/>
                  <a:ea typeface="Calibri"/>
                  <a:cs typeface="Calibri"/>
                  <a:sym typeface="Calibri"/>
                </a:rPr>
                <a:t>collection of devices, routers, links: managed by an organization</a:t>
              </a:r>
              <a:endParaRPr b="0" i="0" sz="2400" u="none" cap="none" strike="noStrike">
                <a:solidFill>
                  <a:schemeClr val="dk1"/>
                </a:solidFill>
                <a:latin typeface="Calibri"/>
                <a:ea typeface="Calibri"/>
                <a:cs typeface="Calibri"/>
                <a:sym typeface="Calibri"/>
              </a:endParaRPr>
            </a:p>
          </p:txBody>
        </p:sp>
      </p:grpSp>
      <p:sp>
        <p:nvSpPr>
          <p:cNvPr id="657" name="Google Shape;657;p4"/>
          <p:cNvSpPr/>
          <p:nvPr/>
        </p:nvSpPr>
        <p:spPr>
          <a:xfrm>
            <a:off x="7189291" y="1641975"/>
            <a:ext cx="4101062" cy="4254341"/>
          </a:xfrm>
          <a:custGeom>
            <a:rect b="b" l="l" r="r" t="t"/>
            <a:pathLst>
              <a:path extrusionOk="0" h="4254341" w="4101062">
                <a:moveTo>
                  <a:pt x="1996750" y="1290412"/>
                </a:moveTo>
                <a:cubicBezTo>
                  <a:pt x="1909164" y="1300922"/>
                  <a:pt x="1814571" y="1293915"/>
                  <a:pt x="1712971" y="1216839"/>
                </a:cubicBezTo>
                <a:cubicBezTo>
                  <a:pt x="1611371" y="1139763"/>
                  <a:pt x="1483495" y="948825"/>
                  <a:pt x="1387150" y="827956"/>
                </a:cubicBezTo>
                <a:cubicBezTo>
                  <a:pt x="1290805" y="707087"/>
                  <a:pt x="1225992" y="500384"/>
                  <a:pt x="1134902" y="491625"/>
                </a:cubicBezTo>
                <a:cubicBezTo>
                  <a:pt x="1043812" y="482866"/>
                  <a:pt x="912433" y="644025"/>
                  <a:pt x="840612" y="775404"/>
                </a:cubicBezTo>
                <a:cubicBezTo>
                  <a:pt x="768791" y="906783"/>
                  <a:pt x="637412" y="1095970"/>
                  <a:pt x="703978" y="1279901"/>
                </a:cubicBezTo>
                <a:cubicBezTo>
                  <a:pt x="770544" y="1463832"/>
                  <a:pt x="1140158" y="1709074"/>
                  <a:pt x="1240006" y="1878991"/>
                </a:cubicBezTo>
                <a:cubicBezTo>
                  <a:pt x="1339854" y="2048908"/>
                  <a:pt x="1472985" y="2241597"/>
                  <a:pt x="1303068" y="2299404"/>
                </a:cubicBezTo>
                <a:cubicBezTo>
                  <a:pt x="1133151" y="2357211"/>
                  <a:pt x="423702" y="2131239"/>
                  <a:pt x="220502" y="2225832"/>
                </a:cubicBezTo>
                <a:cubicBezTo>
                  <a:pt x="17302" y="2320425"/>
                  <a:pt x="-82546" y="2707556"/>
                  <a:pt x="83868" y="2866963"/>
                </a:cubicBezTo>
                <a:cubicBezTo>
                  <a:pt x="250282" y="3026370"/>
                  <a:pt x="1045564" y="3064908"/>
                  <a:pt x="1218985" y="3182273"/>
                </a:cubicBezTo>
                <a:cubicBezTo>
                  <a:pt x="1392406" y="3299638"/>
                  <a:pt x="1173440" y="3487073"/>
                  <a:pt x="1124392" y="3571156"/>
                </a:cubicBezTo>
                <a:cubicBezTo>
                  <a:pt x="1075344" y="3655239"/>
                  <a:pt x="891412" y="3634218"/>
                  <a:pt x="924695" y="3686770"/>
                </a:cubicBezTo>
                <a:cubicBezTo>
                  <a:pt x="957978" y="3739322"/>
                  <a:pt x="1215481" y="3863694"/>
                  <a:pt x="1324088" y="3886466"/>
                </a:cubicBezTo>
                <a:cubicBezTo>
                  <a:pt x="1432695" y="3909238"/>
                  <a:pt x="1494006" y="3811142"/>
                  <a:pt x="1576337" y="3823404"/>
                </a:cubicBezTo>
                <a:cubicBezTo>
                  <a:pt x="1658668" y="3835666"/>
                  <a:pt x="1748006" y="3893474"/>
                  <a:pt x="1818075" y="3960039"/>
                </a:cubicBezTo>
                <a:cubicBezTo>
                  <a:pt x="1888144" y="4026604"/>
                  <a:pt x="1891647" y="4179004"/>
                  <a:pt x="1996750" y="4222797"/>
                </a:cubicBezTo>
                <a:cubicBezTo>
                  <a:pt x="2101853" y="4266590"/>
                  <a:pt x="2320819" y="4263087"/>
                  <a:pt x="2448695" y="4222797"/>
                </a:cubicBezTo>
                <a:cubicBezTo>
                  <a:pt x="2576571" y="4182507"/>
                  <a:pt x="2672916" y="4026604"/>
                  <a:pt x="2764006" y="3981059"/>
                </a:cubicBezTo>
                <a:cubicBezTo>
                  <a:pt x="2855096" y="3935514"/>
                  <a:pt x="2953192" y="4003831"/>
                  <a:pt x="2995233" y="3949528"/>
                </a:cubicBezTo>
                <a:cubicBezTo>
                  <a:pt x="3037274" y="3895225"/>
                  <a:pt x="2982971" y="3776108"/>
                  <a:pt x="3016254" y="3655239"/>
                </a:cubicBezTo>
                <a:cubicBezTo>
                  <a:pt x="3049537" y="3534370"/>
                  <a:pt x="3035523" y="3325915"/>
                  <a:pt x="3194930" y="3224315"/>
                </a:cubicBezTo>
                <a:cubicBezTo>
                  <a:pt x="3354337" y="3122715"/>
                  <a:pt x="3853578" y="3292632"/>
                  <a:pt x="3972695" y="3045639"/>
                </a:cubicBezTo>
                <a:cubicBezTo>
                  <a:pt x="4091812" y="2798646"/>
                  <a:pt x="3897371" y="2111970"/>
                  <a:pt x="3909633" y="1742356"/>
                </a:cubicBezTo>
                <a:cubicBezTo>
                  <a:pt x="3921895" y="1372742"/>
                  <a:pt x="4037509" y="1106480"/>
                  <a:pt x="4046268" y="827956"/>
                </a:cubicBezTo>
                <a:cubicBezTo>
                  <a:pt x="4055027" y="549432"/>
                  <a:pt x="4207426" y="197335"/>
                  <a:pt x="3962185" y="71211"/>
                </a:cubicBezTo>
                <a:cubicBezTo>
                  <a:pt x="3716944" y="-54913"/>
                  <a:pt x="2856847" y="13404"/>
                  <a:pt x="2574819" y="71211"/>
                </a:cubicBezTo>
                <a:cubicBezTo>
                  <a:pt x="2292791" y="129018"/>
                  <a:pt x="2310309" y="223611"/>
                  <a:pt x="2270019" y="418052"/>
                </a:cubicBezTo>
                <a:cubicBezTo>
                  <a:pt x="2229729" y="612493"/>
                  <a:pt x="2284033" y="1008384"/>
                  <a:pt x="2238488" y="1153777"/>
                </a:cubicBezTo>
                <a:cubicBezTo>
                  <a:pt x="2192943" y="1299170"/>
                  <a:pt x="2084336" y="1279902"/>
                  <a:pt x="1996750" y="1290412"/>
                </a:cubicBezTo>
                <a:close/>
              </a:path>
            </a:pathLst>
          </a:custGeom>
          <a:noFill/>
          <a:ln cap="flat" cmpd="sng" w="12700">
            <a:solidFill>
              <a:srgbClr val="31538F">
                <a:alpha val="57647"/>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par>
                                <p:cTn fill="hold" nodeType="with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500"/>
                                        <p:tgtEl>
                                          <p:spTgt spid="657"/>
                                        </p:tgtEl>
                                      </p:cBhvr>
                                    </p:animEffect>
                                  </p:childTnLst>
                                </p:cTn>
                              </p:par>
                              <p:par>
                                <p:cTn fill="hold" nodeType="withEffect" presetClass="exit" presetID="10" presetSubtype="0">
                                  <p:stCondLst>
                                    <p:cond delay="0"/>
                                  </p:stCondLst>
                                  <p:childTnLst>
                                    <p:animEffect filter="fade" transition="out">
                                      <p:cBhvr>
                                        <p:cTn dur="500"/>
                                        <p:tgtEl>
                                          <p:spTgt spid="78"/>
                                        </p:tgtEl>
                                      </p:cBhvr>
                                    </p:animEffect>
                                    <p:set>
                                      <p:cBhvr>
                                        <p:cTn dur="1" fill="hold">
                                          <p:stCondLst>
                                            <p:cond delay="500"/>
                                          </p:stCondLst>
                                        </p:cTn>
                                        <p:tgtEl>
                                          <p:spTgt spid="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0"/>
                                        </p:tgtEl>
                                        <p:attrNameLst>
                                          <p:attrName>style.visibility</p:attrName>
                                        </p:attrNameLst>
                                      </p:cBhvr>
                                      <p:to>
                                        <p:strVal val="visible"/>
                                      </p:to>
                                    </p:set>
                                    <p:animEffect filter="fade" transition="in">
                                      <p:cBhvr>
                                        <p:cTn dur="500"/>
                                        <p:tgtEl>
                                          <p:spTgt spid="490"/>
                                        </p:tgtEl>
                                      </p:cBhvr>
                                    </p:animEffect>
                                  </p:childTnLst>
                                </p:cTn>
                              </p:par>
                              <p:par>
                                <p:cTn fill="hold" nodeType="with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par>
                                <p:cTn fill="hold" nodeType="withEffect" presetClass="entr" presetID="10" presetSubtype="0">
                                  <p:stCondLst>
                                    <p:cond delay="0"/>
                                  </p:stCondLst>
                                  <p:childTnLst>
                                    <p:set>
                                      <p:cBhvr>
                                        <p:cTn dur="1" fill="hold">
                                          <p:stCondLst>
                                            <p:cond delay="0"/>
                                          </p:stCondLst>
                                        </p:cTn>
                                        <p:tgtEl>
                                          <p:spTgt spid="78"/>
                                        </p:tgtEl>
                                        <p:attrNameLst>
                                          <p:attrName>style.visibility</p:attrName>
                                        </p:attrNameLst>
                                      </p:cBhvr>
                                      <p:to>
                                        <p:strVal val="visible"/>
                                      </p:to>
                                    </p:set>
                                    <p:animEffect filter="fade" transition="in">
                                      <p:cBhvr>
                                        <p:cTn dur="500"/>
                                        <p:tgtEl>
                                          <p:spTgt spid="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500"/>
                                        <p:tgtEl>
                                          <p:spTgt spid="81"/>
                                        </p:tgtEl>
                                      </p:cBhvr>
                                    </p:animEffect>
                                  </p:childTnLst>
                                </p:cTn>
                              </p:par>
                              <p:par>
                                <p:cTn fill="hold" nodeType="withEffect" presetClass="exit" presetID="10" presetSubtype="0">
                                  <p:stCondLst>
                                    <p:cond delay="0"/>
                                  </p:stCondLst>
                                  <p:childTnLst>
                                    <p:animEffect filter="fade" transition="out">
                                      <p:cBhvr>
                                        <p:cTn dur="500"/>
                                        <p:tgtEl>
                                          <p:spTgt spid="657"/>
                                        </p:tgtEl>
                                      </p:cBhvr>
                                    </p:animEffect>
                                    <p:set>
                                      <p:cBhvr>
                                        <p:cTn dur="1" fill="hold">
                                          <p:stCondLst>
                                            <p:cond delay="500"/>
                                          </p:stCondLst>
                                        </p:cTn>
                                        <p:tgtEl>
                                          <p:spTgt spid="65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654"/>
                                        </p:tgtEl>
                                        <p:attrNameLst>
                                          <p:attrName>style.visibility</p:attrName>
                                        </p:attrNameLst>
                                      </p:cBhvr>
                                      <p:to>
                                        <p:strVal val="visible"/>
                                      </p:to>
                                    </p:set>
                                    <p:animEffect filter="fade" transition="in">
                                      <p:cBhvr>
                                        <p:cTn dur="500"/>
                                        <p:tgtEl>
                                          <p:spTgt spid="6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5"/>
          <p:cNvSpPr txBox="1"/>
          <p:nvPr>
            <p:ph idx="1" type="body"/>
          </p:nvPr>
        </p:nvSpPr>
        <p:spPr>
          <a:xfrm>
            <a:off x="838200" y="1317240"/>
            <a:ext cx="5394571" cy="957996"/>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100"/>
              <a:buChar char="▪"/>
            </a:pPr>
            <a:r>
              <a:rPr i="1" lang="en-US">
                <a:solidFill>
                  <a:srgbClr val="CC0000"/>
                </a:solidFill>
              </a:rPr>
              <a:t>Internet: “</a:t>
            </a:r>
            <a:r>
              <a:rPr lang="en-US">
                <a:solidFill>
                  <a:srgbClr val="CC0000"/>
                </a:solidFill>
              </a:rPr>
              <a:t>network of networks”</a:t>
            </a:r>
            <a:endParaRPr/>
          </a:p>
          <a:p>
            <a:pPr indent="-231775" lvl="1" marL="695325" rtl="0" algn="l">
              <a:lnSpc>
                <a:spcPct val="90000"/>
              </a:lnSpc>
              <a:spcBef>
                <a:spcPts val="500"/>
              </a:spcBef>
              <a:spcAft>
                <a:spcPts val="0"/>
              </a:spcAft>
              <a:buSzPts val="2400"/>
              <a:buChar char="•"/>
            </a:pPr>
            <a:r>
              <a:rPr lang="en-US"/>
              <a:t>Interconnected ISPs</a:t>
            </a:r>
            <a:endParaRPr/>
          </a:p>
          <a:p>
            <a:pPr indent="0" lvl="0" marL="0" rtl="0" algn="l">
              <a:lnSpc>
                <a:spcPct val="90000"/>
              </a:lnSpc>
              <a:spcBef>
                <a:spcPts val="1000"/>
              </a:spcBef>
              <a:spcAft>
                <a:spcPts val="0"/>
              </a:spcAft>
              <a:buSzPts val="2800"/>
              <a:buNone/>
            </a:pPr>
            <a:r>
              <a:t/>
            </a:r>
            <a:endParaRPr/>
          </a:p>
        </p:txBody>
      </p:sp>
      <p:sp>
        <p:nvSpPr>
          <p:cNvPr id="663" name="Google Shape;663;p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Internet: a “nuts and bolts” view</a:t>
            </a:r>
            <a:endParaRPr/>
          </a:p>
        </p:txBody>
      </p:sp>
      <p:sp>
        <p:nvSpPr>
          <p:cNvPr id="664" name="Google Shape;664;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665" name="Google Shape;665;p5"/>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6" name="Google Shape;666;p5"/>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67" name="Google Shape;667;p5"/>
          <p:cNvGrpSpPr/>
          <p:nvPr/>
        </p:nvGrpSpPr>
        <p:grpSpPr>
          <a:xfrm>
            <a:off x="7205350" y="3289251"/>
            <a:ext cx="1458912" cy="933450"/>
            <a:chOff x="2889" y="1631"/>
            <a:chExt cx="980" cy="743"/>
          </a:xfrm>
        </p:grpSpPr>
        <p:sp>
          <p:nvSpPr>
            <p:cNvPr id="668" name="Google Shape;668;p5"/>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669" name="Google Shape;669;p5"/>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grpSp>
      <p:sp>
        <p:nvSpPr>
          <p:cNvPr id="670" name="Google Shape;670;p5"/>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5"/>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a:p>
        </p:txBody>
      </p:sp>
      <p:sp>
        <p:nvSpPr>
          <p:cNvPr id="672" name="Google Shape;672;p5"/>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a:p>
        </p:txBody>
      </p:sp>
      <p:sp>
        <p:nvSpPr>
          <p:cNvPr id="673" name="Google Shape;673;p5"/>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a:p>
        </p:txBody>
      </p:sp>
      <p:sp>
        <p:nvSpPr>
          <p:cNvPr id="674" name="Google Shape;674;p5"/>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9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675" name="Google Shape;675;p5"/>
          <p:cNvGrpSpPr/>
          <p:nvPr/>
        </p:nvGrpSpPr>
        <p:grpSpPr>
          <a:xfrm>
            <a:off x="10837700" y="3928050"/>
            <a:ext cx="687393" cy="721548"/>
            <a:chOff x="5203089" y="1751190"/>
            <a:chExt cx="858331" cy="662414"/>
          </a:xfrm>
        </p:grpSpPr>
        <p:sp>
          <p:nvSpPr>
            <p:cNvPr id="676" name="Google Shape;676;p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7" name="Google Shape;677;p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678" name="Google Shape;678;p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679" name="Google Shape;679;p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680" name="Google Shape;680;p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681" name="Google Shape;681;p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682" name="Google Shape;682;p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683" name="Google Shape;683;p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684" name="Google Shape;684;p5"/>
          <p:cNvGrpSpPr/>
          <p:nvPr/>
        </p:nvGrpSpPr>
        <p:grpSpPr>
          <a:xfrm>
            <a:off x="10771171" y="3194171"/>
            <a:ext cx="594613" cy="648336"/>
            <a:chOff x="5203089" y="1751190"/>
            <a:chExt cx="858331" cy="662414"/>
          </a:xfrm>
        </p:grpSpPr>
        <p:sp>
          <p:nvSpPr>
            <p:cNvPr id="685" name="Google Shape;685;p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6" name="Google Shape;686;p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687" name="Google Shape;687;p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688" name="Google Shape;688;p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689" name="Google Shape;689;p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690" name="Google Shape;690;p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691" name="Google Shape;691;p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692" name="Google Shape;692;p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693" name="Google Shape;693;p5"/>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4" name="Google Shape;694;p5"/>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a:p>
        </p:txBody>
      </p:sp>
      <p:sp>
        <p:nvSpPr>
          <p:cNvPr id="695" name="Google Shape;695;p5"/>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6" name="Google Shape;696;p5"/>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a:p>
        </p:txBody>
      </p:sp>
      <p:sp>
        <p:nvSpPr>
          <p:cNvPr id="697" name="Google Shape;697;p5"/>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a:p>
        </p:txBody>
      </p:sp>
      <p:sp>
        <p:nvSpPr>
          <p:cNvPr id="698" name="Google Shape;698;p5"/>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grpSp>
        <p:nvGrpSpPr>
          <p:cNvPr id="699" name="Google Shape;699;p5"/>
          <p:cNvGrpSpPr/>
          <p:nvPr/>
        </p:nvGrpSpPr>
        <p:grpSpPr>
          <a:xfrm>
            <a:off x="7562238" y="2127325"/>
            <a:ext cx="3578867" cy="3640284"/>
            <a:chOff x="7562238" y="2127325"/>
            <a:chExt cx="3578867" cy="3640284"/>
          </a:xfrm>
        </p:grpSpPr>
        <p:cxnSp>
          <p:nvCxnSpPr>
            <p:cNvPr id="700" name="Google Shape;700;p5"/>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701" name="Google Shape;701;p5"/>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702" name="Google Shape;702;p5"/>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703" name="Google Shape;703;p5"/>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704" name="Google Shape;704;p5"/>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705" name="Google Shape;705;p5"/>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706" name="Google Shape;706;p5"/>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707" name="Google Shape;707;p5"/>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708" name="Google Shape;708;p5"/>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709" name="Google Shape;709;p5"/>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710" name="Google Shape;710;p5"/>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711" name="Google Shape;711;p5"/>
            <p:cNvGrpSpPr/>
            <p:nvPr/>
          </p:nvGrpSpPr>
          <p:grpSpPr>
            <a:xfrm>
              <a:off x="7562238" y="2127325"/>
              <a:ext cx="3578867" cy="3640284"/>
              <a:chOff x="7562238" y="2127325"/>
              <a:chExt cx="3578867" cy="3640284"/>
            </a:xfrm>
          </p:grpSpPr>
          <p:grpSp>
            <p:nvGrpSpPr>
              <p:cNvPr id="712" name="Google Shape;712;p5"/>
              <p:cNvGrpSpPr/>
              <p:nvPr/>
            </p:nvGrpSpPr>
            <p:grpSpPr>
              <a:xfrm>
                <a:off x="7857253" y="2127325"/>
                <a:ext cx="3283852" cy="3640284"/>
                <a:chOff x="7881336" y="2104198"/>
                <a:chExt cx="3283852" cy="3640284"/>
              </a:xfrm>
            </p:grpSpPr>
            <p:cxnSp>
              <p:nvCxnSpPr>
                <p:cNvPr id="713" name="Google Shape;713;p5"/>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714" name="Google Shape;714;p5"/>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715" name="Google Shape;715;p5"/>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716" name="Google Shape;716;p5"/>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717" name="Google Shape;717;p5"/>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718" name="Google Shape;718;p5"/>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719" name="Google Shape;719;p5"/>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720" name="Google Shape;720;p5"/>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721" name="Google Shape;721;p5"/>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722" name="Google Shape;722;p5"/>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723" name="Google Shape;723;p5"/>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724" name="Google Shape;724;p5"/>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725" name="Google Shape;725;p5"/>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726" name="Google Shape;726;p5"/>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727" name="Google Shape;727;p5"/>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728" name="Google Shape;728;p5"/>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729" name="Google Shape;729;p5"/>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730" name="Google Shape;730;p5"/>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731" name="Google Shape;731;p5"/>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732" name="Google Shape;732;p5"/>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733" name="Google Shape;733;p5"/>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734" name="Google Shape;734;p5"/>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735" name="Google Shape;735;p5"/>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736" name="Google Shape;736;p5"/>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737" name="Google Shape;737;p5"/>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738" name="Google Shape;738;p5"/>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739" name="Google Shape;739;p5"/>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740" name="Google Shape;740;p5"/>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nvGrpSpPr>
          <p:cNvPr id="741" name="Google Shape;741;p5"/>
          <p:cNvGrpSpPr/>
          <p:nvPr/>
        </p:nvGrpSpPr>
        <p:grpSpPr>
          <a:xfrm>
            <a:off x="7414072" y="1891912"/>
            <a:ext cx="1909777" cy="938011"/>
            <a:chOff x="7432700" y="1830405"/>
            <a:chExt cx="1909777" cy="938011"/>
          </a:xfrm>
        </p:grpSpPr>
        <p:grpSp>
          <p:nvGrpSpPr>
            <p:cNvPr id="742" name="Google Shape;742;p5"/>
            <p:cNvGrpSpPr/>
            <p:nvPr/>
          </p:nvGrpSpPr>
          <p:grpSpPr>
            <a:xfrm>
              <a:off x="7743850" y="1830405"/>
              <a:ext cx="415925" cy="385763"/>
              <a:chOff x="2751" y="1851"/>
              <a:chExt cx="462" cy="478"/>
            </a:xfrm>
          </p:grpSpPr>
          <p:pic>
            <p:nvPicPr>
              <p:cNvPr descr="iphone_stylized_small" id="743" name="Google Shape;743;p5"/>
              <p:cNvPicPr preferRelativeResize="0"/>
              <p:nvPr/>
            </p:nvPicPr>
            <p:blipFill rotWithShape="1">
              <a:blip r:embed="rId6">
                <a:alphaModFix/>
              </a:blip>
              <a:srcRect b="0" l="0" r="0" t="0"/>
              <a:stretch/>
            </p:blipFill>
            <p:spPr>
              <a:xfrm>
                <a:off x="2928" y="1922"/>
                <a:ext cx="152" cy="407"/>
              </a:xfrm>
              <a:prstGeom prst="rect">
                <a:avLst/>
              </a:prstGeom>
              <a:noFill/>
              <a:ln>
                <a:noFill/>
              </a:ln>
            </p:spPr>
          </p:pic>
          <p:pic>
            <p:nvPicPr>
              <p:cNvPr descr="antenna_radiation_stylized" id="744" name="Google Shape;744;p5"/>
              <p:cNvPicPr preferRelativeResize="0"/>
              <p:nvPr/>
            </p:nvPicPr>
            <p:blipFill rotWithShape="1">
              <a:blip r:embed="rId7">
                <a:alphaModFix/>
              </a:blip>
              <a:srcRect b="0" l="0" r="0" t="0"/>
              <a:stretch/>
            </p:blipFill>
            <p:spPr>
              <a:xfrm>
                <a:off x="2751" y="1851"/>
                <a:ext cx="462" cy="110"/>
              </a:xfrm>
              <a:prstGeom prst="rect">
                <a:avLst/>
              </a:prstGeom>
              <a:noFill/>
              <a:ln>
                <a:noFill/>
              </a:ln>
            </p:spPr>
          </p:pic>
        </p:grpSp>
        <p:grpSp>
          <p:nvGrpSpPr>
            <p:cNvPr id="745" name="Google Shape;745;p5"/>
            <p:cNvGrpSpPr/>
            <p:nvPr/>
          </p:nvGrpSpPr>
          <p:grpSpPr>
            <a:xfrm>
              <a:off x="7432700" y="2327293"/>
              <a:ext cx="534987" cy="414882"/>
              <a:chOff x="7432700" y="2327293"/>
              <a:chExt cx="534987" cy="414882"/>
            </a:xfrm>
          </p:grpSpPr>
          <p:pic>
            <p:nvPicPr>
              <p:cNvPr descr="antenna_stylized" id="746" name="Google Shape;746;p5"/>
              <p:cNvPicPr preferRelativeResize="0"/>
              <p:nvPr/>
            </p:nvPicPr>
            <p:blipFill rotWithShape="1">
              <a:blip r:embed="rId8">
                <a:alphaModFix/>
              </a:blip>
              <a:srcRect b="0" l="0" r="0" t="0"/>
              <a:stretch/>
            </p:blipFill>
            <p:spPr>
              <a:xfrm>
                <a:off x="7432700" y="2327293"/>
                <a:ext cx="530702" cy="223756"/>
              </a:xfrm>
              <a:prstGeom prst="rect">
                <a:avLst/>
              </a:prstGeom>
              <a:noFill/>
              <a:ln>
                <a:noFill/>
              </a:ln>
            </p:spPr>
          </p:pic>
          <p:pic>
            <p:nvPicPr>
              <p:cNvPr descr="laptop_keyboard" id="747" name="Google Shape;747;p5"/>
              <p:cNvPicPr preferRelativeResize="0"/>
              <p:nvPr/>
            </p:nvPicPr>
            <p:blipFill rotWithShape="1">
              <a:blip r:embed="rId9">
                <a:alphaModFix/>
              </a:blip>
              <a:srcRect b="0" l="0" r="0" t="0"/>
              <a:stretch/>
            </p:blipFill>
            <p:spPr>
              <a:xfrm flipH="1" rot="109064">
                <a:off x="7458407" y="2575770"/>
                <a:ext cx="437221" cy="159511"/>
              </a:xfrm>
              <a:prstGeom prst="rect">
                <a:avLst/>
              </a:prstGeom>
              <a:noFill/>
              <a:ln>
                <a:noFill/>
              </a:ln>
            </p:spPr>
          </p:pic>
          <p:sp>
            <p:nvSpPr>
              <p:cNvPr id="748" name="Google Shape;748;p5"/>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749" name="Google Shape;749;p5"/>
              <p:cNvPicPr preferRelativeResize="0"/>
              <p:nvPr/>
            </p:nvPicPr>
            <p:blipFill rotWithShape="1">
              <a:blip r:embed="rId10">
                <a:alphaModFix/>
              </a:blip>
              <a:srcRect b="0" l="0" r="0" t="0"/>
              <a:stretch/>
            </p:blipFill>
            <p:spPr>
              <a:xfrm>
                <a:off x="7620637" y="2426338"/>
                <a:ext cx="319785" cy="189429"/>
              </a:xfrm>
              <a:prstGeom prst="rect">
                <a:avLst/>
              </a:prstGeom>
              <a:noFill/>
              <a:ln>
                <a:noFill/>
              </a:ln>
            </p:spPr>
          </p:pic>
          <p:sp>
            <p:nvSpPr>
              <p:cNvPr id="750" name="Google Shape;750;p5"/>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1" name="Google Shape;751;p5"/>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2" name="Google Shape;752;p5"/>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3" name="Google Shape;753;p5"/>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4" name="Google Shape;754;p5"/>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5" name="Google Shape;755;p5"/>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56" name="Google Shape;756;p5"/>
              <p:cNvGrpSpPr/>
              <p:nvPr/>
            </p:nvGrpSpPr>
            <p:grpSpPr>
              <a:xfrm>
                <a:off x="7594735" y="2642220"/>
                <a:ext cx="98740" cy="36846"/>
                <a:chOff x="1740" y="2642"/>
                <a:chExt cx="752" cy="327"/>
              </a:xfrm>
            </p:grpSpPr>
            <p:sp>
              <p:nvSpPr>
                <p:cNvPr id="757" name="Google Shape;757;p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8" name="Google Shape;758;p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9" name="Google Shape;759;p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0" name="Google Shape;760;p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1" name="Google Shape;761;p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2" name="Google Shape;762;p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63" name="Google Shape;763;p5"/>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4" name="Google Shape;764;p5"/>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5" name="Google Shape;765;p5"/>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6" name="Google Shape;766;p5"/>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7" name="Google Shape;767;p5"/>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8" name="Google Shape;768;p5"/>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769" name="Google Shape;769;p5"/>
            <p:cNvGrpSpPr/>
            <p:nvPr/>
          </p:nvGrpSpPr>
          <p:grpSpPr>
            <a:xfrm>
              <a:off x="8631407" y="2290407"/>
              <a:ext cx="530702" cy="478009"/>
              <a:chOff x="8631407" y="2290407"/>
              <a:chExt cx="530702" cy="478009"/>
            </a:xfrm>
          </p:grpSpPr>
          <p:pic>
            <p:nvPicPr>
              <p:cNvPr descr="light2.png" id="770" name="Google Shape;770;p5"/>
              <p:cNvPicPr preferRelativeResize="0"/>
              <p:nvPr/>
            </p:nvPicPr>
            <p:blipFill rotWithShape="1">
              <a:blip r:embed="rId11">
                <a:alphaModFix/>
              </a:blip>
              <a:srcRect b="0" l="0" r="0" t="0"/>
              <a:stretch/>
            </p:blipFill>
            <p:spPr>
              <a:xfrm flipH="1">
                <a:off x="8825293" y="2362969"/>
                <a:ext cx="92772" cy="405447"/>
              </a:xfrm>
              <a:prstGeom prst="rect">
                <a:avLst/>
              </a:prstGeom>
              <a:noFill/>
              <a:ln>
                <a:noFill/>
              </a:ln>
            </p:spPr>
          </p:pic>
          <p:pic>
            <p:nvPicPr>
              <p:cNvPr descr="antenna_stylized" id="771" name="Google Shape;771;p5"/>
              <p:cNvPicPr preferRelativeResize="0"/>
              <p:nvPr/>
            </p:nvPicPr>
            <p:blipFill rotWithShape="1">
              <a:blip r:embed="rId8">
                <a:alphaModFix/>
              </a:blip>
              <a:srcRect b="0" l="0" r="0" t="0"/>
              <a:stretch/>
            </p:blipFill>
            <p:spPr>
              <a:xfrm>
                <a:off x="8631407" y="2290407"/>
                <a:ext cx="530702" cy="223756"/>
              </a:xfrm>
              <a:prstGeom prst="rect">
                <a:avLst/>
              </a:prstGeom>
              <a:noFill/>
              <a:ln>
                <a:noFill/>
              </a:ln>
            </p:spPr>
          </p:pic>
        </p:grpSp>
        <p:grpSp>
          <p:nvGrpSpPr>
            <p:cNvPr id="772" name="Google Shape;772;p5"/>
            <p:cNvGrpSpPr/>
            <p:nvPr/>
          </p:nvGrpSpPr>
          <p:grpSpPr>
            <a:xfrm>
              <a:off x="8493165" y="2029804"/>
              <a:ext cx="849312" cy="226109"/>
              <a:chOff x="8493165" y="2029804"/>
              <a:chExt cx="849312" cy="226109"/>
            </a:xfrm>
          </p:grpSpPr>
          <p:pic>
            <p:nvPicPr>
              <p:cNvPr descr="car_icon_small" id="773" name="Google Shape;773;p5"/>
              <p:cNvPicPr preferRelativeResize="0"/>
              <p:nvPr/>
            </p:nvPicPr>
            <p:blipFill rotWithShape="1">
              <a:blip r:embed="rId12">
                <a:alphaModFix/>
              </a:blip>
              <a:srcRect b="0" l="0" r="0" t="0"/>
              <a:stretch/>
            </p:blipFill>
            <p:spPr>
              <a:xfrm>
                <a:off x="8493165" y="2087638"/>
                <a:ext cx="849312" cy="168275"/>
              </a:xfrm>
              <a:prstGeom prst="rect">
                <a:avLst/>
              </a:prstGeom>
              <a:noFill/>
              <a:ln>
                <a:noFill/>
              </a:ln>
            </p:spPr>
          </p:pic>
          <p:pic>
            <p:nvPicPr>
              <p:cNvPr descr="antenna_stylized" id="774" name="Google Shape;774;p5"/>
              <p:cNvPicPr preferRelativeResize="0"/>
              <p:nvPr/>
            </p:nvPicPr>
            <p:blipFill rotWithShape="1">
              <a:blip r:embed="rId8">
                <a:alphaModFix/>
              </a:blip>
              <a:srcRect b="0" l="0" r="0" t="0"/>
              <a:stretch/>
            </p:blipFill>
            <p:spPr>
              <a:xfrm>
                <a:off x="8704645" y="2029804"/>
                <a:ext cx="530702" cy="223756"/>
              </a:xfrm>
              <a:prstGeom prst="rect">
                <a:avLst/>
              </a:prstGeom>
              <a:noFill/>
              <a:ln>
                <a:noFill/>
              </a:ln>
            </p:spPr>
          </p:pic>
        </p:grpSp>
      </p:grpSp>
      <p:grpSp>
        <p:nvGrpSpPr>
          <p:cNvPr id="775" name="Google Shape;775;p5"/>
          <p:cNvGrpSpPr/>
          <p:nvPr/>
        </p:nvGrpSpPr>
        <p:grpSpPr>
          <a:xfrm>
            <a:off x="7468516" y="3357611"/>
            <a:ext cx="857739" cy="583764"/>
            <a:chOff x="7487144" y="3296104"/>
            <a:chExt cx="857739" cy="583764"/>
          </a:xfrm>
        </p:grpSpPr>
        <p:grpSp>
          <p:nvGrpSpPr>
            <p:cNvPr id="776" name="Google Shape;776;p5"/>
            <p:cNvGrpSpPr/>
            <p:nvPr/>
          </p:nvGrpSpPr>
          <p:grpSpPr>
            <a:xfrm>
              <a:off x="7487144" y="3389820"/>
              <a:ext cx="350807" cy="310034"/>
              <a:chOff x="7487144" y="3389820"/>
              <a:chExt cx="350807" cy="310034"/>
            </a:xfrm>
          </p:grpSpPr>
          <p:pic>
            <p:nvPicPr>
              <p:cNvPr descr="antenna_stylized" id="777" name="Google Shape;777;p5"/>
              <p:cNvPicPr preferRelativeResize="0"/>
              <p:nvPr/>
            </p:nvPicPr>
            <p:blipFill rotWithShape="1">
              <a:blip r:embed="rId13">
                <a:alphaModFix/>
              </a:blip>
              <a:srcRect b="0" l="0" r="0" t="0"/>
              <a:stretch/>
            </p:blipFill>
            <p:spPr>
              <a:xfrm>
                <a:off x="7487144" y="3389820"/>
                <a:ext cx="347997" cy="167557"/>
              </a:xfrm>
              <a:prstGeom prst="rect">
                <a:avLst/>
              </a:prstGeom>
              <a:noFill/>
              <a:ln>
                <a:noFill/>
              </a:ln>
            </p:spPr>
          </p:pic>
          <p:pic>
            <p:nvPicPr>
              <p:cNvPr descr="laptop_keyboard" id="778" name="Google Shape;778;p5"/>
              <p:cNvPicPr preferRelativeResize="0"/>
              <p:nvPr/>
            </p:nvPicPr>
            <p:blipFill rotWithShape="1">
              <a:blip r:embed="rId14">
                <a:alphaModFix/>
              </a:blip>
              <a:srcRect b="0" l="0" r="0" t="0"/>
              <a:stretch/>
            </p:blipFill>
            <p:spPr>
              <a:xfrm flipH="1" rot="109064">
                <a:off x="7504001" y="3575889"/>
                <a:ext cx="286699" cy="119448"/>
              </a:xfrm>
              <a:prstGeom prst="rect">
                <a:avLst/>
              </a:prstGeom>
              <a:noFill/>
              <a:ln>
                <a:noFill/>
              </a:ln>
            </p:spPr>
          </p:pic>
          <p:sp>
            <p:nvSpPr>
              <p:cNvPr id="779" name="Google Shape;779;p5"/>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780" name="Google Shape;780;p5"/>
              <p:cNvPicPr preferRelativeResize="0"/>
              <p:nvPr/>
            </p:nvPicPr>
            <p:blipFill rotWithShape="1">
              <a:blip r:embed="rId15">
                <a:alphaModFix/>
              </a:blip>
              <a:srcRect b="0" l="0" r="0" t="0"/>
              <a:stretch/>
            </p:blipFill>
            <p:spPr>
              <a:xfrm>
                <a:off x="7610380" y="3463988"/>
                <a:ext cx="209692" cy="141851"/>
              </a:xfrm>
              <a:prstGeom prst="rect">
                <a:avLst/>
              </a:prstGeom>
              <a:noFill/>
              <a:ln>
                <a:noFill/>
              </a:ln>
            </p:spPr>
          </p:pic>
          <p:sp>
            <p:nvSpPr>
              <p:cNvPr id="781" name="Google Shape;781;p5"/>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2" name="Google Shape;782;p5"/>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3" name="Google Shape;783;p5"/>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4" name="Google Shape;784;p5"/>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5" name="Google Shape;785;p5"/>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6" name="Google Shape;786;p5"/>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87" name="Google Shape;787;p5"/>
              <p:cNvGrpSpPr/>
              <p:nvPr/>
            </p:nvGrpSpPr>
            <p:grpSpPr>
              <a:xfrm>
                <a:off x="7593395" y="3625649"/>
                <a:ext cx="64747" cy="27592"/>
                <a:chOff x="1740" y="2642"/>
                <a:chExt cx="752" cy="327"/>
              </a:xfrm>
            </p:grpSpPr>
            <p:sp>
              <p:nvSpPr>
                <p:cNvPr id="788" name="Google Shape;788;p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9" name="Google Shape;789;p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0" name="Google Shape;790;p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1" name="Google Shape;791;p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2" name="Google Shape;792;p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3" name="Google Shape;793;p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94" name="Google Shape;794;p5"/>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5" name="Google Shape;795;p5"/>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6" name="Google Shape;796;p5"/>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7" name="Google Shape;797;p5"/>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8" name="Google Shape;798;p5"/>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9" name="Google Shape;799;p5"/>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00" name="Google Shape;800;p5"/>
            <p:cNvGrpSpPr/>
            <p:nvPr/>
          </p:nvGrpSpPr>
          <p:grpSpPr>
            <a:xfrm flipH="1">
              <a:off x="7985622" y="3537823"/>
              <a:ext cx="359261" cy="342045"/>
              <a:chOff x="2839" y="3501"/>
              <a:chExt cx="755" cy="803"/>
            </a:xfrm>
          </p:grpSpPr>
          <p:pic>
            <p:nvPicPr>
              <p:cNvPr descr="desktop_computer_stylized_medium" id="801" name="Google Shape;801;p5"/>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802" name="Google Shape;802;p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03" name="Google Shape;803;p5"/>
            <p:cNvGrpSpPr/>
            <p:nvPr/>
          </p:nvGrpSpPr>
          <p:grpSpPr>
            <a:xfrm>
              <a:off x="7797061" y="3296104"/>
              <a:ext cx="347997" cy="396620"/>
              <a:chOff x="7797061" y="3296104"/>
              <a:chExt cx="347997" cy="396620"/>
            </a:xfrm>
          </p:grpSpPr>
          <p:pic>
            <p:nvPicPr>
              <p:cNvPr descr="fridge2.png" id="804" name="Google Shape;804;p5"/>
              <p:cNvPicPr preferRelativeResize="0"/>
              <p:nvPr/>
            </p:nvPicPr>
            <p:blipFill rotWithShape="1">
              <a:blip r:embed="rId17">
                <a:alphaModFix/>
              </a:blip>
              <a:srcRect b="0" l="0" r="0" t="0"/>
              <a:stretch/>
            </p:blipFill>
            <p:spPr>
              <a:xfrm>
                <a:off x="7896825" y="3355697"/>
                <a:ext cx="189578" cy="337027"/>
              </a:xfrm>
              <a:prstGeom prst="rect">
                <a:avLst/>
              </a:prstGeom>
              <a:noFill/>
              <a:ln>
                <a:noFill/>
              </a:ln>
            </p:spPr>
          </p:pic>
          <p:pic>
            <p:nvPicPr>
              <p:cNvPr descr="antenna_stylized" id="805" name="Google Shape;805;p5"/>
              <p:cNvPicPr preferRelativeResize="0"/>
              <p:nvPr/>
            </p:nvPicPr>
            <p:blipFill rotWithShape="1">
              <a:blip r:embed="rId13">
                <a:alphaModFix/>
              </a:blip>
              <a:srcRect b="0" l="0" r="0" t="0"/>
              <a:stretch/>
            </p:blipFill>
            <p:spPr>
              <a:xfrm>
                <a:off x="7797061" y="3296104"/>
                <a:ext cx="347997" cy="167557"/>
              </a:xfrm>
              <a:prstGeom prst="rect">
                <a:avLst/>
              </a:prstGeom>
              <a:noFill/>
              <a:ln>
                <a:noFill/>
              </a:ln>
            </p:spPr>
          </p:pic>
        </p:grpSp>
      </p:grpSp>
      <p:grpSp>
        <p:nvGrpSpPr>
          <p:cNvPr id="806" name="Google Shape;806;p5"/>
          <p:cNvGrpSpPr/>
          <p:nvPr/>
        </p:nvGrpSpPr>
        <p:grpSpPr>
          <a:xfrm>
            <a:off x="11039945" y="3460672"/>
            <a:ext cx="518448" cy="1212242"/>
            <a:chOff x="11058573" y="3399165"/>
            <a:chExt cx="518448" cy="1212242"/>
          </a:xfrm>
        </p:grpSpPr>
        <p:grpSp>
          <p:nvGrpSpPr>
            <p:cNvPr id="807" name="Google Shape;807;p5"/>
            <p:cNvGrpSpPr/>
            <p:nvPr/>
          </p:nvGrpSpPr>
          <p:grpSpPr>
            <a:xfrm>
              <a:off x="11087182" y="4159591"/>
              <a:ext cx="489839" cy="451816"/>
              <a:chOff x="5103720" y="2693365"/>
              <a:chExt cx="611650" cy="414788"/>
            </a:xfrm>
          </p:grpSpPr>
          <p:cxnSp>
            <p:nvCxnSpPr>
              <p:cNvPr id="808" name="Google Shape;808;p5"/>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809" name="Google Shape;809;p5"/>
              <p:cNvGrpSpPr/>
              <p:nvPr/>
            </p:nvGrpSpPr>
            <p:grpSpPr>
              <a:xfrm>
                <a:off x="5275406" y="2693365"/>
                <a:ext cx="439964" cy="414788"/>
                <a:chOff x="5275406" y="2711455"/>
                <a:chExt cx="452949" cy="405518"/>
              </a:xfrm>
            </p:grpSpPr>
            <p:pic>
              <p:nvPicPr>
                <p:cNvPr descr="server_rack.png" id="810" name="Google Shape;810;p5"/>
                <p:cNvPicPr preferRelativeResize="0"/>
                <p:nvPr/>
              </p:nvPicPr>
              <p:blipFill rotWithShape="1">
                <a:blip r:embed="rId18">
                  <a:alphaModFix/>
                </a:blip>
                <a:srcRect b="0" l="0" r="0" t="0"/>
                <a:stretch/>
              </p:blipFill>
              <p:spPr>
                <a:xfrm>
                  <a:off x="5537367" y="2770786"/>
                  <a:ext cx="190988" cy="313366"/>
                </a:xfrm>
                <a:prstGeom prst="rect">
                  <a:avLst/>
                </a:prstGeom>
                <a:noFill/>
                <a:ln>
                  <a:noFill/>
                </a:ln>
              </p:spPr>
            </p:pic>
            <p:pic>
              <p:nvPicPr>
                <p:cNvPr descr="server_rack.png" id="811" name="Google Shape;811;p5"/>
                <p:cNvPicPr preferRelativeResize="0"/>
                <p:nvPr/>
              </p:nvPicPr>
              <p:blipFill rotWithShape="1">
                <a:blip r:embed="rId18">
                  <a:alphaModFix/>
                </a:blip>
                <a:srcRect b="0" l="0" r="0" t="0"/>
                <a:stretch/>
              </p:blipFill>
              <p:spPr>
                <a:xfrm>
                  <a:off x="5275406" y="2764002"/>
                  <a:ext cx="190988" cy="313366"/>
                </a:xfrm>
                <a:prstGeom prst="rect">
                  <a:avLst/>
                </a:prstGeom>
                <a:noFill/>
                <a:ln>
                  <a:noFill/>
                </a:ln>
              </p:spPr>
            </p:pic>
            <p:pic>
              <p:nvPicPr>
                <p:cNvPr descr="server_rack.png" id="812" name="Google Shape;812;p5"/>
                <p:cNvPicPr preferRelativeResize="0"/>
                <p:nvPr/>
              </p:nvPicPr>
              <p:blipFill rotWithShape="1">
                <a:blip r:embed="rId18">
                  <a:alphaModFix/>
                </a:blip>
                <a:srcRect b="0" l="0" r="0" t="0"/>
                <a:stretch/>
              </p:blipFill>
              <p:spPr>
                <a:xfrm>
                  <a:off x="5385676" y="2711455"/>
                  <a:ext cx="247152" cy="405518"/>
                </a:xfrm>
                <a:prstGeom prst="rect">
                  <a:avLst/>
                </a:prstGeom>
                <a:noFill/>
                <a:ln>
                  <a:noFill/>
                </a:ln>
              </p:spPr>
            </p:pic>
          </p:grpSp>
        </p:grpSp>
        <p:grpSp>
          <p:nvGrpSpPr>
            <p:cNvPr id="813" name="Google Shape;813;p5"/>
            <p:cNvGrpSpPr/>
            <p:nvPr/>
          </p:nvGrpSpPr>
          <p:grpSpPr>
            <a:xfrm>
              <a:off x="11058573" y="3399165"/>
              <a:ext cx="423724" cy="405973"/>
              <a:chOff x="5103720" y="2693365"/>
              <a:chExt cx="611650" cy="414788"/>
            </a:xfrm>
          </p:grpSpPr>
          <p:cxnSp>
            <p:nvCxnSpPr>
              <p:cNvPr id="814" name="Google Shape;814;p5"/>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815" name="Google Shape;815;p5"/>
              <p:cNvGrpSpPr/>
              <p:nvPr/>
            </p:nvGrpSpPr>
            <p:grpSpPr>
              <a:xfrm>
                <a:off x="5275406" y="2693365"/>
                <a:ext cx="439964" cy="414788"/>
                <a:chOff x="5275406" y="2711455"/>
                <a:chExt cx="452949" cy="405518"/>
              </a:xfrm>
            </p:grpSpPr>
            <p:pic>
              <p:nvPicPr>
                <p:cNvPr descr="server_rack.png" id="816" name="Google Shape;816;p5"/>
                <p:cNvPicPr preferRelativeResize="0"/>
                <p:nvPr/>
              </p:nvPicPr>
              <p:blipFill rotWithShape="1">
                <a:blip r:embed="rId18">
                  <a:alphaModFix/>
                </a:blip>
                <a:srcRect b="0" l="0" r="0" t="0"/>
                <a:stretch/>
              </p:blipFill>
              <p:spPr>
                <a:xfrm>
                  <a:off x="5537367" y="2770786"/>
                  <a:ext cx="190988" cy="313366"/>
                </a:xfrm>
                <a:prstGeom prst="rect">
                  <a:avLst/>
                </a:prstGeom>
                <a:noFill/>
                <a:ln>
                  <a:noFill/>
                </a:ln>
              </p:spPr>
            </p:pic>
            <p:pic>
              <p:nvPicPr>
                <p:cNvPr descr="server_rack.png" id="817" name="Google Shape;817;p5"/>
                <p:cNvPicPr preferRelativeResize="0"/>
                <p:nvPr/>
              </p:nvPicPr>
              <p:blipFill rotWithShape="1">
                <a:blip r:embed="rId18">
                  <a:alphaModFix/>
                </a:blip>
                <a:srcRect b="0" l="0" r="0" t="0"/>
                <a:stretch/>
              </p:blipFill>
              <p:spPr>
                <a:xfrm>
                  <a:off x="5275406" y="2764002"/>
                  <a:ext cx="190988" cy="313366"/>
                </a:xfrm>
                <a:prstGeom prst="rect">
                  <a:avLst/>
                </a:prstGeom>
                <a:noFill/>
                <a:ln>
                  <a:noFill/>
                </a:ln>
              </p:spPr>
            </p:pic>
            <p:pic>
              <p:nvPicPr>
                <p:cNvPr descr="server_rack.png" id="818" name="Google Shape;818;p5"/>
                <p:cNvPicPr preferRelativeResize="0"/>
                <p:nvPr/>
              </p:nvPicPr>
              <p:blipFill rotWithShape="1">
                <a:blip r:embed="rId18">
                  <a:alphaModFix/>
                </a:blip>
                <a:srcRect b="0" l="0" r="0" t="0"/>
                <a:stretch/>
              </p:blipFill>
              <p:spPr>
                <a:xfrm>
                  <a:off x="5385676" y="2711455"/>
                  <a:ext cx="247152" cy="405518"/>
                </a:xfrm>
                <a:prstGeom prst="rect">
                  <a:avLst/>
                </a:prstGeom>
                <a:noFill/>
                <a:ln>
                  <a:noFill/>
                </a:ln>
              </p:spPr>
            </p:pic>
          </p:grpSp>
        </p:grpSp>
      </p:grpSp>
      <p:grpSp>
        <p:nvGrpSpPr>
          <p:cNvPr id="819" name="Google Shape;819;p5"/>
          <p:cNvGrpSpPr/>
          <p:nvPr/>
        </p:nvGrpSpPr>
        <p:grpSpPr>
          <a:xfrm>
            <a:off x="10263913" y="5306138"/>
            <a:ext cx="177192" cy="330833"/>
            <a:chOff x="4140" y="429"/>
            <a:chExt cx="1425" cy="2396"/>
          </a:xfrm>
        </p:grpSpPr>
        <p:sp>
          <p:nvSpPr>
            <p:cNvPr id="820" name="Google Shape;820;p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1" name="Google Shape;821;p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822" name="Google Shape;822;p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3" name="Google Shape;823;p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4" name="Google Shape;824;p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825" name="Google Shape;825;p5"/>
            <p:cNvGrpSpPr/>
            <p:nvPr/>
          </p:nvGrpSpPr>
          <p:grpSpPr>
            <a:xfrm>
              <a:off x="4748" y="666"/>
              <a:ext cx="578" cy="150"/>
              <a:chOff x="613" y="2566"/>
              <a:chExt cx="721" cy="144"/>
            </a:xfrm>
          </p:grpSpPr>
          <p:sp>
            <p:nvSpPr>
              <p:cNvPr id="826" name="Google Shape;826;p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827" name="Google Shape;827;p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828" name="Google Shape;828;p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829" name="Google Shape;829;p5"/>
            <p:cNvGrpSpPr/>
            <p:nvPr/>
          </p:nvGrpSpPr>
          <p:grpSpPr>
            <a:xfrm>
              <a:off x="4748" y="990"/>
              <a:ext cx="578" cy="134"/>
              <a:chOff x="615" y="2564"/>
              <a:chExt cx="721" cy="139"/>
            </a:xfrm>
          </p:grpSpPr>
          <p:sp>
            <p:nvSpPr>
              <p:cNvPr id="830" name="Google Shape;830;p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831" name="Google Shape;831;p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832" name="Google Shape;832;p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833" name="Google Shape;833;p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834" name="Google Shape;834;p5"/>
            <p:cNvGrpSpPr/>
            <p:nvPr/>
          </p:nvGrpSpPr>
          <p:grpSpPr>
            <a:xfrm>
              <a:off x="4738" y="1647"/>
              <a:ext cx="578" cy="135"/>
              <a:chOff x="618" y="2586"/>
              <a:chExt cx="720" cy="124"/>
            </a:xfrm>
          </p:grpSpPr>
          <p:sp>
            <p:nvSpPr>
              <p:cNvPr id="835" name="Google Shape;835;p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836" name="Google Shape;836;p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837" name="Google Shape;837;p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38" name="Google Shape;838;p5"/>
            <p:cNvGrpSpPr/>
            <p:nvPr/>
          </p:nvGrpSpPr>
          <p:grpSpPr>
            <a:xfrm>
              <a:off x="4738" y="1330"/>
              <a:ext cx="588" cy="134"/>
              <a:chOff x="613" y="2571"/>
              <a:chExt cx="732" cy="134"/>
            </a:xfrm>
          </p:grpSpPr>
          <p:sp>
            <p:nvSpPr>
              <p:cNvPr id="839" name="Google Shape;839;p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840" name="Google Shape;840;p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841" name="Google Shape;841;p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842" name="Google Shape;842;p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3" name="Google Shape;843;p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4" name="Google Shape;844;p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845" name="Google Shape;845;p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6" name="Google Shape;846;p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847" name="Google Shape;847;p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848" name="Google Shape;848;p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849" name="Google Shape;849;p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850" name="Google Shape;850;p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851" name="Google Shape;851;p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852" name="Google Shape;852;p5"/>
          <p:cNvGrpSpPr/>
          <p:nvPr/>
        </p:nvGrpSpPr>
        <p:grpSpPr>
          <a:xfrm flipH="1">
            <a:off x="7955853" y="4932348"/>
            <a:ext cx="345630" cy="320302"/>
            <a:chOff x="2839" y="3501"/>
            <a:chExt cx="755" cy="803"/>
          </a:xfrm>
        </p:grpSpPr>
        <p:pic>
          <p:nvPicPr>
            <p:cNvPr descr="desktop_computer_stylized_medium" id="853" name="Google Shape;853;p5"/>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854" name="Google Shape;854;p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55" name="Google Shape;855;p5"/>
          <p:cNvGrpSpPr/>
          <p:nvPr/>
        </p:nvGrpSpPr>
        <p:grpSpPr>
          <a:xfrm>
            <a:off x="9010801" y="5861358"/>
            <a:ext cx="310186" cy="312008"/>
            <a:chOff x="877" y="1008"/>
            <a:chExt cx="2747" cy="2626"/>
          </a:xfrm>
        </p:grpSpPr>
        <p:pic>
          <p:nvPicPr>
            <p:cNvPr descr="antenna_stylized" id="856" name="Google Shape;856;p5"/>
            <p:cNvPicPr preferRelativeResize="0"/>
            <p:nvPr/>
          </p:nvPicPr>
          <p:blipFill rotWithShape="1">
            <a:blip r:embed="rId20">
              <a:alphaModFix/>
            </a:blip>
            <a:srcRect b="0" l="0" r="0" t="0"/>
            <a:stretch/>
          </p:blipFill>
          <p:spPr>
            <a:xfrm>
              <a:off x="877" y="1008"/>
              <a:ext cx="2725" cy="1421"/>
            </a:xfrm>
            <a:prstGeom prst="rect">
              <a:avLst/>
            </a:prstGeom>
            <a:noFill/>
            <a:ln>
              <a:noFill/>
            </a:ln>
          </p:spPr>
        </p:pic>
        <p:pic>
          <p:nvPicPr>
            <p:cNvPr descr="laptop_keyboard" id="857" name="Google Shape;857;p5"/>
            <p:cNvPicPr preferRelativeResize="0"/>
            <p:nvPr/>
          </p:nvPicPr>
          <p:blipFill rotWithShape="1">
            <a:blip r:embed="rId21">
              <a:alphaModFix/>
            </a:blip>
            <a:srcRect b="0" l="0" r="0" t="0"/>
            <a:stretch/>
          </p:blipFill>
          <p:spPr>
            <a:xfrm flipH="1" rot="109064">
              <a:off x="1009" y="2586"/>
              <a:ext cx="2245" cy="1013"/>
            </a:xfrm>
            <a:prstGeom prst="rect">
              <a:avLst/>
            </a:prstGeom>
            <a:noFill/>
            <a:ln>
              <a:noFill/>
            </a:ln>
          </p:spPr>
        </p:pic>
        <p:sp>
          <p:nvSpPr>
            <p:cNvPr id="858" name="Google Shape;858;p5"/>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859" name="Google Shape;859;p5"/>
            <p:cNvPicPr preferRelativeResize="0"/>
            <p:nvPr/>
          </p:nvPicPr>
          <p:blipFill rotWithShape="1">
            <a:blip r:embed="rId22">
              <a:alphaModFix/>
            </a:blip>
            <a:srcRect b="0" l="0" r="0" t="0"/>
            <a:stretch/>
          </p:blipFill>
          <p:spPr>
            <a:xfrm>
              <a:off x="1842" y="1637"/>
              <a:ext cx="1642" cy="1203"/>
            </a:xfrm>
            <a:prstGeom prst="rect">
              <a:avLst/>
            </a:prstGeom>
            <a:noFill/>
            <a:ln>
              <a:noFill/>
            </a:ln>
          </p:spPr>
        </p:pic>
        <p:sp>
          <p:nvSpPr>
            <p:cNvPr id="860" name="Google Shape;860;p5"/>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1" name="Google Shape;861;p5"/>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2" name="Google Shape;862;p5"/>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3" name="Google Shape;863;p5"/>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4" name="Google Shape;864;p5"/>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5" name="Google Shape;865;p5"/>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66" name="Google Shape;866;p5"/>
            <p:cNvGrpSpPr/>
            <p:nvPr/>
          </p:nvGrpSpPr>
          <p:grpSpPr>
            <a:xfrm>
              <a:off x="1709" y="3008"/>
              <a:ext cx="507" cy="234"/>
              <a:chOff x="1740" y="2642"/>
              <a:chExt cx="752" cy="327"/>
            </a:xfrm>
          </p:grpSpPr>
          <p:sp>
            <p:nvSpPr>
              <p:cNvPr id="867" name="Google Shape;867;p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8" name="Google Shape;868;p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9" name="Google Shape;869;p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0" name="Google Shape;870;p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1" name="Google Shape;871;p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2" name="Google Shape;872;p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73" name="Google Shape;873;p5"/>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4" name="Google Shape;874;p5"/>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5" name="Google Shape;875;p5"/>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6" name="Google Shape;876;p5"/>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7" name="Google Shape;877;p5"/>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8" name="Google Shape;878;p5"/>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79" name="Google Shape;879;p5"/>
          <p:cNvGrpSpPr/>
          <p:nvPr/>
        </p:nvGrpSpPr>
        <p:grpSpPr>
          <a:xfrm flipH="1">
            <a:off x="7748979" y="5313247"/>
            <a:ext cx="345630" cy="320302"/>
            <a:chOff x="2839" y="3501"/>
            <a:chExt cx="755" cy="803"/>
          </a:xfrm>
        </p:grpSpPr>
        <p:pic>
          <p:nvPicPr>
            <p:cNvPr descr="desktop_computer_stylized_medium" id="880" name="Google Shape;880;p5"/>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881" name="Google Shape;881;p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82" name="Google Shape;882;p5"/>
          <p:cNvGrpSpPr/>
          <p:nvPr/>
        </p:nvGrpSpPr>
        <p:grpSpPr>
          <a:xfrm flipH="1">
            <a:off x="8128907" y="5536844"/>
            <a:ext cx="345630" cy="320302"/>
            <a:chOff x="2839" y="3501"/>
            <a:chExt cx="755" cy="803"/>
          </a:xfrm>
        </p:grpSpPr>
        <p:pic>
          <p:nvPicPr>
            <p:cNvPr descr="desktop_computer_stylized_medium" id="883" name="Google Shape;883;p5"/>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884" name="Google Shape;884;p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85" name="Google Shape;885;p5"/>
          <p:cNvGrpSpPr/>
          <p:nvPr/>
        </p:nvGrpSpPr>
        <p:grpSpPr>
          <a:xfrm flipH="1">
            <a:off x="8527132" y="5558317"/>
            <a:ext cx="345630" cy="320302"/>
            <a:chOff x="2839" y="3501"/>
            <a:chExt cx="755" cy="803"/>
          </a:xfrm>
        </p:grpSpPr>
        <p:pic>
          <p:nvPicPr>
            <p:cNvPr descr="desktop_computer_stylized_medium" id="886" name="Google Shape;886;p5"/>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887" name="Google Shape;887;p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88" name="Google Shape;888;p5"/>
          <p:cNvGrpSpPr/>
          <p:nvPr/>
        </p:nvGrpSpPr>
        <p:grpSpPr>
          <a:xfrm>
            <a:off x="9647169" y="6015687"/>
            <a:ext cx="319264" cy="256836"/>
            <a:chOff x="877" y="1008"/>
            <a:chExt cx="2747" cy="2626"/>
          </a:xfrm>
        </p:grpSpPr>
        <p:pic>
          <p:nvPicPr>
            <p:cNvPr descr="antenna_stylized" id="889" name="Google Shape;889;p5"/>
            <p:cNvPicPr preferRelativeResize="0"/>
            <p:nvPr/>
          </p:nvPicPr>
          <p:blipFill rotWithShape="1">
            <a:blip r:embed="rId20">
              <a:alphaModFix/>
            </a:blip>
            <a:srcRect b="0" l="0" r="0" t="0"/>
            <a:stretch/>
          </p:blipFill>
          <p:spPr>
            <a:xfrm>
              <a:off x="877" y="1008"/>
              <a:ext cx="2725" cy="1421"/>
            </a:xfrm>
            <a:prstGeom prst="rect">
              <a:avLst/>
            </a:prstGeom>
            <a:noFill/>
            <a:ln>
              <a:noFill/>
            </a:ln>
          </p:spPr>
        </p:pic>
        <p:pic>
          <p:nvPicPr>
            <p:cNvPr descr="laptop_keyboard" id="890" name="Google Shape;890;p5"/>
            <p:cNvPicPr preferRelativeResize="0"/>
            <p:nvPr/>
          </p:nvPicPr>
          <p:blipFill rotWithShape="1">
            <a:blip r:embed="rId21">
              <a:alphaModFix/>
            </a:blip>
            <a:srcRect b="0" l="0" r="0" t="0"/>
            <a:stretch/>
          </p:blipFill>
          <p:spPr>
            <a:xfrm flipH="1" rot="109064">
              <a:off x="1009" y="2586"/>
              <a:ext cx="2245" cy="1013"/>
            </a:xfrm>
            <a:prstGeom prst="rect">
              <a:avLst/>
            </a:prstGeom>
            <a:noFill/>
            <a:ln>
              <a:noFill/>
            </a:ln>
          </p:spPr>
        </p:pic>
        <p:sp>
          <p:nvSpPr>
            <p:cNvPr id="891" name="Google Shape;891;p5"/>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892" name="Google Shape;892;p5"/>
            <p:cNvPicPr preferRelativeResize="0"/>
            <p:nvPr/>
          </p:nvPicPr>
          <p:blipFill rotWithShape="1">
            <a:blip r:embed="rId22">
              <a:alphaModFix/>
            </a:blip>
            <a:srcRect b="0" l="0" r="0" t="0"/>
            <a:stretch/>
          </p:blipFill>
          <p:spPr>
            <a:xfrm>
              <a:off x="1842" y="1637"/>
              <a:ext cx="1642" cy="1203"/>
            </a:xfrm>
            <a:prstGeom prst="rect">
              <a:avLst/>
            </a:prstGeom>
            <a:noFill/>
            <a:ln>
              <a:noFill/>
            </a:ln>
          </p:spPr>
        </p:pic>
        <p:sp>
          <p:nvSpPr>
            <p:cNvPr id="893" name="Google Shape;893;p5"/>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4" name="Google Shape;894;p5"/>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5" name="Google Shape;895;p5"/>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6" name="Google Shape;896;p5"/>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7" name="Google Shape;897;p5"/>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8" name="Google Shape;898;p5"/>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99" name="Google Shape;899;p5"/>
            <p:cNvGrpSpPr/>
            <p:nvPr/>
          </p:nvGrpSpPr>
          <p:grpSpPr>
            <a:xfrm>
              <a:off x="1709" y="3008"/>
              <a:ext cx="507" cy="234"/>
              <a:chOff x="1740" y="2642"/>
              <a:chExt cx="752" cy="327"/>
            </a:xfrm>
          </p:grpSpPr>
          <p:sp>
            <p:nvSpPr>
              <p:cNvPr id="900" name="Google Shape;900;p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1" name="Google Shape;901;p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2" name="Google Shape;902;p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3" name="Google Shape;903;p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4" name="Google Shape;904;p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5" name="Google Shape;905;p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06" name="Google Shape;906;p5"/>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7" name="Google Shape;907;p5"/>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8" name="Google Shape;908;p5"/>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9" name="Google Shape;909;p5"/>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0" name="Google Shape;910;p5"/>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1" name="Google Shape;911;p5"/>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12" name="Google Shape;912;p5"/>
          <p:cNvGrpSpPr/>
          <p:nvPr/>
        </p:nvGrpSpPr>
        <p:grpSpPr>
          <a:xfrm>
            <a:off x="9992875" y="5668575"/>
            <a:ext cx="171450" cy="348944"/>
            <a:chOff x="4140" y="429"/>
            <a:chExt cx="1425" cy="2396"/>
          </a:xfrm>
        </p:grpSpPr>
        <p:sp>
          <p:nvSpPr>
            <p:cNvPr id="913" name="Google Shape;913;p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4" name="Google Shape;914;p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15" name="Google Shape;915;p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6" name="Google Shape;916;p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7" name="Google Shape;917;p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918" name="Google Shape;918;p5"/>
            <p:cNvGrpSpPr/>
            <p:nvPr/>
          </p:nvGrpSpPr>
          <p:grpSpPr>
            <a:xfrm>
              <a:off x="4748" y="666"/>
              <a:ext cx="578" cy="150"/>
              <a:chOff x="613" y="2566"/>
              <a:chExt cx="721" cy="144"/>
            </a:xfrm>
          </p:grpSpPr>
          <p:sp>
            <p:nvSpPr>
              <p:cNvPr id="919" name="Google Shape;919;p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20" name="Google Shape;920;p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921" name="Google Shape;921;p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922" name="Google Shape;922;p5"/>
            <p:cNvGrpSpPr/>
            <p:nvPr/>
          </p:nvGrpSpPr>
          <p:grpSpPr>
            <a:xfrm>
              <a:off x="4748" y="990"/>
              <a:ext cx="578" cy="134"/>
              <a:chOff x="615" y="2564"/>
              <a:chExt cx="721" cy="139"/>
            </a:xfrm>
          </p:grpSpPr>
          <p:sp>
            <p:nvSpPr>
              <p:cNvPr id="923" name="Google Shape;923;p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24" name="Google Shape;924;p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925" name="Google Shape;925;p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26" name="Google Shape;926;p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927" name="Google Shape;927;p5"/>
            <p:cNvGrpSpPr/>
            <p:nvPr/>
          </p:nvGrpSpPr>
          <p:grpSpPr>
            <a:xfrm>
              <a:off x="4738" y="1647"/>
              <a:ext cx="578" cy="135"/>
              <a:chOff x="618" y="2586"/>
              <a:chExt cx="720" cy="124"/>
            </a:xfrm>
          </p:grpSpPr>
          <p:sp>
            <p:nvSpPr>
              <p:cNvPr id="928" name="Google Shape;928;p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29" name="Google Shape;929;p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930" name="Google Shape;930;p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31" name="Google Shape;931;p5"/>
            <p:cNvGrpSpPr/>
            <p:nvPr/>
          </p:nvGrpSpPr>
          <p:grpSpPr>
            <a:xfrm>
              <a:off x="4738" y="1330"/>
              <a:ext cx="588" cy="134"/>
              <a:chOff x="613" y="2571"/>
              <a:chExt cx="732" cy="134"/>
            </a:xfrm>
          </p:grpSpPr>
          <p:sp>
            <p:nvSpPr>
              <p:cNvPr id="932" name="Google Shape;932;p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3" name="Google Shape;933;p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934" name="Google Shape;934;p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5" name="Google Shape;935;p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6" name="Google Shape;936;p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7" name="Google Shape;937;p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8" name="Google Shape;938;p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9" name="Google Shape;939;p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40" name="Google Shape;940;p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41" name="Google Shape;941;p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42" name="Google Shape;942;p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943" name="Google Shape;943;p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44" name="Google Shape;944;p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945" name="Google Shape;945;p5"/>
          <p:cNvGrpSpPr/>
          <p:nvPr/>
        </p:nvGrpSpPr>
        <p:grpSpPr>
          <a:xfrm>
            <a:off x="7613882" y="2107963"/>
            <a:ext cx="3540395" cy="3733733"/>
            <a:chOff x="7619038" y="2102861"/>
            <a:chExt cx="3540395" cy="3733733"/>
          </a:xfrm>
        </p:grpSpPr>
        <p:cxnSp>
          <p:nvCxnSpPr>
            <p:cNvPr id="946" name="Google Shape;946;p5"/>
            <p:cNvCxnSpPr/>
            <p:nvPr/>
          </p:nvCxnSpPr>
          <p:spPr>
            <a:xfrm>
              <a:off x="8213016" y="2695257"/>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947" name="Google Shape;947;p5"/>
            <p:cNvGrpSpPr/>
            <p:nvPr/>
          </p:nvGrpSpPr>
          <p:grpSpPr>
            <a:xfrm>
              <a:off x="8055854" y="2304274"/>
              <a:ext cx="298450" cy="464008"/>
              <a:chOff x="3130" y="3288"/>
              <a:chExt cx="410" cy="742"/>
            </a:xfrm>
          </p:grpSpPr>
          <p:cxnSp>
            <p:nvCxnSpPr>
              <p:cNvPr id="948" name="Google Shape;948;p5"/>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949" name="Google Shape;949;p5"/>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950" name="Google Shape;950;p5"/>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951" name="Google Shape;951;p5"/>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952" name="Google Shape;952;p5"/>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953" name="Google Shape;953;p5"/>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954" name="Google Shape;954;p5"/>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955" name="Google Shape;955;p5"/>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956" name="Google Shape;956;p5"/>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957" name="Google Shape;957;p5"/>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958" name="Google Shape;958;p5"/>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959" name="Google Shape;959;p5"/>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960" name="Google Shape;960;p5"/>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961" name="Google Shape;961;p5"/>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962" name="Google Shape;962;p5"/>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963" name="Google Shape;963;p5"/>
            <p:cNvPicPr preferRelativeResize="0"/>
            <p:nvPr/>
          </p:nvPicPr>
          <p:blipFill rotWithShape="1">
            <a:blip r:embed="rId23">
              <a:alphaModFix/>
            </a:blip>
            <a:srcRect b="0" l="0" r="0" t="0"/>
            <a:stretch/>
          </p:blipFill>
          <p:spPr>
            <a:xfrm>
              <a:off x="7619038" y="3856797"/>
              <a:ext cx="370169" cy="306751"/>
            </a:xfrm>
            <a:prstGeom prst="rect">
              <a:avLst/>
            </a:prstGeom>
            <a:noFill/>
            <a:ln>
              <a:noFill/>
            </a:ln>
          </p:spPr>
        </p:pic>
        <p:pic>
          <p:nvPicPr>
            <p:cNvPr descr="access_point_stylized_small" id="964" name="Google Shape;964;p5"/>
            <p:cNvPicPr preferRelativeResize="0"/>
            <p:nvPr/>
          </p:nvPicPr>
          <p:blipFill rotWithShape="1">
            <a:blip r:embed="rId23">
              <a:alphaModFix/>
            </a:blip>
            <a:srcRect b="0" l="0" r="0" t="0"/>
            <a:stretch/>
          </p:blipFill>
          <p:spPr>
            <a:xfrm>
              <a:off x="9295766" y="5519130"/>
              <a:ext cx="380935" cy="317464"/>
            </a:xfrm>
            <a:prstGeom prst="rect">
              <a:avLst/>
            </a:prstGeom>
            <a:noFill/>
            <a:ln>
              <a:noFill/>
            </a:ln>
          </p:spPr>
        </p:pic>
        <p:grpSp>
          <p:nvGrpSpPr>
            <p:cNvPr id="965" name="Google Shape;965;p5"/>
            <p:cNvGrpSpPr/>
            <p:nvPr/>
          </p:nvGrpSpPr>
          <p:grpSpPr>
            <a:xfrm>
              <a:off x="9788714" y="4984881"/>
              <a:ext cx="393760" cy="218578"/>
              <a:chOff x="7493876" y="2774731"/>
              <a:chExt cx="1481958" cy="894622"/>
            </a:xfrm>
          </p:grpSpPr>
          <p:sp>
            <p:nvSpPr>
              <p:cNvPr id="966" name="Google Shape;966;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967" name="Google Shape;967;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968" name="Google Shape;968;p5"/>
              <p:cNvGrpSpPr/>
              <p:nvPr/>
            </p:nvGrpSpPr>
            <p:grpSpPr>
              <a:xfrm>
                <a:off x="7713663" y="2848339"/>
                <a:ext cx="1042107" cy="425543"/>
                <a:chOff x="7786941" y="2884917"/>
                <a:chExt cx="897649" cy="353919"/>
              </a:xfrm>
            </p:grpSpPr>
            <p:sp>
              <p:nvSpPr>
                <p:cNvPr id="969" name="Google Shape;969;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0" name="Google Shape;970;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1" name="Google Shape;971;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2" name="Google Shape;972;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973" name="Google Shape;973;p5"/>
            <p:cNvGrpSpPr/>
            <p:nvPr/>
          </p:nvGrpSpPr>
          <p:grpSpPr>
            <a:xfrm>
              <a:off x="9854521" y="5333935"/>
              <a:ext cx="309740" cy="190838"/>
              <a:chOff x="3668110" y="2448910"/>
              <a:chExt cx="3794234" cy="2165130"/>
            </a:xfrm>
          </p:grpSpPr>
          <p:sp>
            <p:nvSpPr>
              <p:cNvPr id="974" name="Google Shape;974;p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5" name="Google Shape;975;p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76" name="Google Shape;976;p5"/>
              <p:cNvGrpSpPr/>
              <p:nvPr/>
            </p:nvGrpSpPr>
            <p:grpSpPr>
              <a:xfrm>
                <a:off x="3941378" y="2603243"/>
                <a:ext cx="3202061" cy="1066110"/>
                <a:chOff x="7939341" y="3037317"/>
                <a:chExt cx="897649" cy="353919"/>
              </a:xfrm>
            </p:grpSpPr>
            <p:sp>
              <p:nvSpPr>
                <p:cNvPr id="977" name="Google Shape;977;p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8" name="Google Shape;978;p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9" name="Google Shape;979;p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0" name="Google Shape;980;p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981" name="Google Shape;981;p5"/>
            <p:cNvGrpSpPr/>
            <p:nvPr/>
          </p:nvGrpSpPr>
          <p:grpSpPr>
            <a:xfrm>
              <a:off x="8681775" y="4962318"/>
              <a:ext cx="393760" cy="218578"/>
              <a:chOff x="7493876" y="2774731"/>
              <a:chExt cx="1481958" cy="894622"/>
            </a:xfrm>
          </p:grpSpPr>
          <p:sp>
            <p:nvSpPr>
              <p:cNvPr id="982" name="Google Shape;982;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983" name="Google Shape;983;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984" name="Google Shape;984;p5"/>
              <p:cNvGrpSpPr/>
              <p:nvPr/>
            </p:nvGrpSpPr>
            <p:grpSpPr>
              <a:xfrm>
                <a:off x="7713663" y="2848339"/>
                <a:ext cx="1042107" cy="425543"/>
                <a:chOff x="7786941" y="2884917"/>
                <a:chExt cx="897649" cy="353919"/>
              </a:xfrm>
            </p:grpSpPr>
            <p:sp>
              <p:nvSpPr>
                <p:cNvPr id="985" name="Google Shape;985;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6" name="Google Shape;986;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7" name="Google Shape;987;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8" name="Google Shape;988;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989" name="Google Shape;989;p5"/>
            <p:cNvGrpSpPr/>
            <p:nvPr/>
          </p:nvGrpSpPr>
          <p:grpSpPr>
            <a:xfrm>
              <a:off x="8316676" y="5189331"/>
              <a:ext cx="309740" cy="190838"/>
              <a:chOff x="3668110" y="2448910"/>
              <a:chExt cx="3794234" cy="2165130"/>
            </a:xfrm>
          </p:grpSpPr>
          <p:sp>
            <p:nvSpPr>
              <p:cNvPr id="990" name="Google Shape;990;p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1" name="Google Shape;991;p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92" name="Google Shape;992;p5"/>
              <p:cNvGrpSpPr/>
              <p:nvPr/>
            </p:nvGrpSpPr>
            <p:grpSpPr>
              <a:xfrm>
                <a:off x="3941378" y="2603243"/>
                <a:ext cx="3202061" cy="1066110"/>
                <a:chOff x="7939341" y="3037317"/>
                <a:chExt cx="897649" cy="353919"/>
              </a:xfrm>
            </p:grpSpPr>
            <p:sp>
              <p:nvSpPr>
                <p:cNvPr id="993" name="Google Shape;993;p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4" name="Google Shape;994;p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5" name="Google Shape;995;p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6" name="Google Shape;996;p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997" name="Google Shape;997;p5"/>
            <p:cNvGrpSpPr/>
            <p:nvPr/>
          </p:nvGrpSpPr>
          <p:grpSpPr>
            <a:xfrm>
              <a:off x="8444983" y="2807207"/>
              <a:ext cx="353678" cy="168275"/>
              <a:chOff x="7493876" y="2774731"/>
              <a:chExt cx="1481958" cy="894622"/>
            </a:xfrm>
          </p:grpSpPr>
          <p:sp>
            <p:nvSpPr>
              <p:cNvPr id="998" name="Google Shape;998;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999" name="Google Shape;999;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000" name="Google Shape;1000;p5"/>
              <p:cNvGrpSpPr/>
              <p:nvPr/>
            </p:nvGrpSpPr>
            <p:grpSpPr>
              <a:xfrm>
                <a:off x="7713663" y="2848339"/>
                <a:ext cx="1042107" cy="425543"/>
                <a:chOff x="7786941" y="2884917"/>
                <a:chExt cx="897649" cy="353919"/>
              </a:xfrm>
            </p:grpSpPr>
            <p:sp>
              <p:nvSpPr>
                <p:cNvPr id="1001" name="Google Shape;1001;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2" name="Google Shape;1002;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3" name="Google Shape;1003;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4" name="Google Shape;1004;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005" name="Google Shape;1005;p5"/>
            <p:cNvGrpSpPr/>
            <p:nvPr/>
          </p:nvGrpSpPr>
          <p:grpSpPr>
            <a:xfrm>
              <a:off x="8055226" y="3960892"/>
              <a:ext cx="354986" cy="175668"/>
              <a:chOff x="7493876" y="2774731"/>
              <a:chExt cx="1481958" cy="894622"/>
            </a:xfrm>
          </p:grpSpPr>
          <p:sp>
            <p:nvSpPr>
              <p:cNvPr id="1006" name="Google Shape;1006;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007" name="Google Shape;1007;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008" name="Google Shape;1008;p5"/>
              <p:cNvGrpSpPr/>
              <p:nvPr/>
            </p:nvGrpSpPr>
            <p:grpSpPr>
              <a:xfrm>
                <a:off x="7713663" y="2848339"/>
                <a:ext cx="1042107" cy="425543"/>
                <a:chOff x="7786941" y="2884917"/>
                <a:chExt cx="897649" cy="353919"/>
              </a:xfrm>
            </p:grpSpPr>
            <p:sp>
              <p:nvSpPr>
                <p:cNvPr id="1009" name="Google Shape;1009;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0" name="Google Shape;1010;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1" name="Google Shape;1011;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2" name="Google Shape;1012;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013" name="Google Shape;1013;p5"/>
            <p:cNvGrpSpPr/>
            <p:nvPr/>
          </p:nvGrpSpPr>
          <p:grpSpPr>
            <a:xfrm>
              <a:off x="10889241" y="3596263"/>
              <a:ext cx="170989" cy="97052"/>
              <a:chOff x="7493876" y="2774731"/>
              <a:chExt cx="1481958" cy="894622"/>
            </a:xfrm>
          </p:grpSpPr>
          <p:sp>
            <p:nvSpPr>
              <p:cNvPr id="1014" name="Google Shape;1014;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015" name="Google Shape;1015;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016" name="Google Shape;1016;p5"/>
              <p:cNvGrpSpPr/>
              <p:nvPr/>
            </p:nvGrpSpPr>
            <p:grpSpPr>
              <a:xfrm>
                <a:off x="7713663" y="2848339"/>
                <a:ext cx="1042107" cy="425543"/>
                <a:chOff x="7786941" y="2884917"/>
                <a:chExt cx="897649" cy="353919"/>
              </a:xfrm>
            </p:grpSpPr>
            <p:sp>
              <p:nvSpPr>
                <p:cNvPr id="1017" name="Google Shape;1017;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8" name="Google Shape;1018;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9" name="Google Shape;1019;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0" name="Google Shape;1020;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021" name="Google Shape;1021;p5"/>
            <p:cNvGrpSpPr/>
            <p:nvPr/>
          </p:nvGrpSpPr>
          <p:grpSpPr>
            <a:xfrm>
              <a:off x="10415765" y="3491036"/>
              <a:ext cx="353678" cy="198344"/>
              <a:chOff x="7493876" y="2774731"/>
              <a:chExt cx="1481958" cy="894622"/>
            </a:xfrm>
          </p:grpSpPr>
          <p:sp>
            <p:nvSpPr>
              <p:cNvPr id="1022" name="Google Shape;1022;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023" name="Google Shape;1023;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024" name="Google Shape;1024;p5"/>
              <p:cNvGrpSpPr/>
              <p:nvPr/>
            </p:nvGrpSpPr>
            <p:grpSpPr>
              <a:xfrm>
                <a:off x="7713663" y="2848339"/>
                <a:ext cx="1042107" cy="425543"/>
                <a:chOff x="7786941" y="2884917"/>
                <a:chExt cx="897649" cy="353919"/>
              </a:xfrm>
            </p:grpSpPr>
            <p:sp>
              <p:nvSpPr>
                <p:cNvPr id="1025" name="Google Shape;1025;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6" name="Google Shape;1026;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7" name="Google Shape;1027;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8" name="Google Shape;1028;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029" name="Google Shape;1029;p5"/>
            <p:cNvGrpSpPr/>
            <p:nvPr/>
          </p:nvGrpSpPr>
          <p:grpSpPr>
            <a:xfrm>
              <a:off x="9953880" y="2197190"/>
              <a:ext cx="353678" cy="198344"/>
              <a:chOff x="7493876" y="2774731"/>
              <a:chExt cx="1481958" cy="894622"/>
            </a:xfrm>
          </p:grpSpPr>
          <p:sp>
            <p:nvSpPr>
              <p:cNvPr id="1030" name="Google Shape;1030;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031" name="Google Shape;1031;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032" name="Google Shape;1032;p5"/>
              <p:cNvGrpSpPr/>
              <p:nvPr/>
            </p:nvGrpSpPr>
            <p:grpSpPr>
              <a:xfrm>
                <a:off x="7713663" y="2848339"/>
                <a:ext cx="1042107" cy="425543"/>
                <a:chOff x="7786941" y="2884917"/>
                <a:chExt cx="897649" cy="353919"/>
              </a:xfrm>
            </p:grpSpPr>
            <p:sp>
              <p:nvSpPr>
                <p:cNvPr id="1033" name="Google Shape;1033;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4" name="Google Shape;1034;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5" name="Google Shape;1035;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6" name="Google Shape;1036;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037" name="Google Shape;1037;p5"/>
            <p:cNvGrpSpPr/>
            <p:nvPr/>
          </p:nvGrpSpPr>
          <p:grpSpPr>
            <a:xfrm>
              <a:off x="10532370" y="2608265"/>
              <a:ext cx="353678" cy="198344"/>
              <a:chOff x="7493876" y="2774731"/>
              <a:chExt cx="1481958" cy="894622"/>
            </a:xfrm>
          </p:grpSpPr>
          <p:sp>
            <p:nvSpPr>
              <p:cNvPr id="1038" name="Google Shape;1038;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039" name="Google Shape;1039;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040" name="Google Shape;1040;p5"/>
              <p:cNvGrpSpPr/>
              <p:nvPr/>
            </p:nvGrpSpPr>
            <p:grpSpPr>
              <a:xfrm>
                <a:off x="7713663" y="2848339"/>
                <a:ext cx="1042107" cy="425543"/>
                <a:chOff x="7786941" y="2884917"/>
                <a:chExt cx="897649" cy="353919"/>
              </a:xfrm>
            </p:grpSpPr>
            <p:sp>
              <p:nvSpPr>
                <p:cNvPr id="1041" name="Google Shape;1041;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2" name="Google Shape;1042;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3" name="Google Shape;1043;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4" name="Google Shape;1044;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045" name="Google Shape;1045;p5"/>
            <p:cNvGrpSpPr/>
            <p:nvPr/>
          </p:nvGrpSpPr>
          <p:grpSpPr>
            <a:xfrm>
              <a:off x="10648981" y="2102861"/>
              <a:ext cx="353678" cy="198344"/>
              <a:chOff x="7493876" y="2774731"/>
              <a:chExt cx="1481958" cy="894622"/>
            </a:xfrm>
          </p:grpSpPr>
          <p:sp>
            <p:nvSpPr>
              <p:cNvPr id="1046" name="Google Shape;1046;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047" name="Google Shape;1047;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048" name="Google Shape;1048;p5"/>
              <p:cNvGrpSpPr/>
              <p:nvPr/>
            </p:nvGrpSpPr>
            <p:grpSpPr>
              <a:xfrm>
                <a:off x="7713663" y="2848339"/>
                <a:ext cx="1042107" cy="425543"/>
                <a:chOff x="7786941" y="2884917"/>
                <a:chExt cx="897649" cy="353919"/>
              </a:xfrm>
            </p:grpSpPr>
            <p:sp>
              <p:nvSpPr>
                <p:cNvPr id="1049" name="Google Shape;1049;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0" name="Google Shape;1050;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1" name="Google Shape;1051;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2" name="Google Shape;1052;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053" name="Google Shape;1053;p5"/>
            <p:cNvGrpSpPr/>
            <p:nvPr/>
          </p:nvGrpSpPr>
          <p:grpSpPr>
            <a:xfrm>
              <a:off x="9103944" y="3951522"/>
              <a:ext cx="367224" cy="240304"/>
              <a:chOff x="7493876" y="2774731"/>
              <a:chExt cx="1481958" cy="894622"/>
            </a:xfrm>
          </p:grpSpPr>
          <p:sp>
            <p:nvSpPr>
              <p:cNvPr id="1054" name="Google Shape;1054;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055" name="Google Shape;1055;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056" name="Google Shape;1056;p5"/>
              <p:cNvGrpSpPr/>
              <p:nvPr/>
            </p:nvGrpSpPr>
            <p:grpSpPr>
              <a:xfrm>
                <a:off x="7713663" y="2848339"/>
                <a:ext cx="1042107" cy="425543"/>
                <a:chOff x="7786941" y="2884917"/>
                <a:chExt cx="897649" cy="353919"/>
              </a:xfrm>
            </p:grpSpPr>
            <p:sp>
              <p:nvSpPr>
                <p:cNvPr id="1057" name="Google Shape;1057;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8" name="Google Shape;1058;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9" name="Google Shape;1059;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0" name="Google Shape;1060;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061" name="Google Shape;1061;p5"/>
            <p:cNvGrpSpPr/>
            <p:nvPr/>
          </p:nvGrpSpPr>
          <p:grpSpPr>
            <a:xfrm>
              <a:off x="9985282" y="2656463"/>
              <a:ext cx="353678" cy="198344"/>
              <a:chOff x="7493876" y="2774731"/>
              <a:chExt cx="1481958" cy="894622"/>
            </a:xfrm>
          </p:grpSpPr>
          <p:sp>
            <p:nvSpPr>
              <p:cNvPr id="1062" name="Google Shape;1062;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063" name="Google Shape;1063;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064" name="Google Shape;1064;p5"/>
              <p:cNvGrpSpPr/>
              <p:nvPr/>
            </p:nvGrpSpPr>
            <p:grpSpPr>
              <a:xfrm>
                <a:off x="7713663" y="2848339"/>
                <a:ext cx="1042107" cy="425543"/>
                <a:chOff x="7786941" y="2884917"/>
                <a:chExt cx="897649" cy="353919"/>
              </a:xfrm>
            </p:grpSpPr>
            <p:sp>
              <p:nvSpPr>
                <p:cNvPr id="1065" name="Google Shape;1065;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6" name="Google Shape;1066;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7" name="Google Shape;1067;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68" name="Google Shape;1068;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069" name="Google Shape;1069;p5"/>
            <p:cNvGrpSpPr/>
            <p:nvPr/>
          </p:nvGrpSpPr>
          <p:grpSpPr>
            <a:xfrm>
              <a:off x="9502294" y="3388930"/>
              <a:ext cx="367224" cy="240304"/>
              <a:chOff x="7493876" y="2774731"/>
              <a:chExt cx="1481958" cy="894622"/>
            </a:xfrm>
          </p:grpSpPr>
          <p:sp>
            <p:nvSpPr>
              <p:cNvPr id="1070" name="Google Shape;1070;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071" name="Google Shape;1071;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072" name="Google Shape;1072;p5"/>
              <p:cNvGrpSpPr/>
              <p:nvPr/>
            </p:nvGrpSpPr>
            <p:grpSpPr>
              <a:xfrm>
                <a:off x="7713663" y="2848339"/>
                <a:ext cx="1042107" cy="425543"/>
                <a:chOff x="7786941" y="2884917"/>
                <a:chExt cx="897649" cy="353919"/>
              </a:xfrm>
            </p:grpSpPr>
            <p:sp>
              <p:nvSpPr>
                <p:cNvPr id="1073" name="Google Shape;1073;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4" name="Google Shape;1074;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5" name="Google Shape;1075;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76" name="Google Shape;1076;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077" name="Google Shape;1077;p5"/>
            <p:cNvGrpSpPr/>
            <p:nvPr/>
          </p:nvGrpSpPr>
          <p:grpSpPr>
            <a:xfrm>
              <a:off x="9606710" y="3994661"/>
              <a:ext cx="367224" cy="240304"/>
              <a:chOff x="7493876" y="2774731"/>
              <a:chExt cx="1481958" cy="894622"/>
            </a:xfrm>
          </p:grpSpPr>
          <p:sp>
            <p:nvSpPr>
              <p:cNvPr id="1078" name="Google Shape;1078;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079" name="Google Shape;1079;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080" name="Google Shape;1080;p5"/>
              <p:cNvGrpSpPr/>
              <p:nvPr/>
            </p:nvGrpSpPr>
            <p:grpSpPr>
              <a:xfrm>
                <a:off x="7713663" y="2848339"/>
                <a:ext cx="1042107" cy="425543"/>
                <a:chOff x="7786941" y="2884917"/>
                <a:chExt cx="897649" cy="353919"/>
              </a:xfrm>
            </p:grpSpPr>
            <p:sp>
              <p:nvSpPr>
                <p:cNvPr id="1081" name="Google Shape;1081;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2" name="Google Shape;1082;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3" name="Google Shape;1083;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84" name="Google Shape;1084;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085" name="Google Shape;1085;p5"/>
            <p:cNvGrpSpPr/>
            <p:nvPr/>
          </p:nvGrpSpPr>
          <p:grpSpPr>
            <a:xfrm>
              <a:off x="10380415" y="3987223"/>
              <a:ext cx="353678" cy="198344"/>
              <a:chOff x="7493876" y="2774731"/>
              <a:chExt cx="1481958" cy="894622"/>
            </a:xfrm>
          </p:grpSpPr>
          <p:sp>
            <p:nvSpPr>
              <p:cNvPr id="1086" name="Google Shape;1086;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087" name="Google Shape;1087;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088" name="Google Shape;1088;p5"/>
              <p:cNvGrpSpPr/>
              <p:nvPr/>
            </p:nvGrpSpPr>
            <p:grpSpPr>
              <a:xfrm>
                <a:off x="7713663" y="2848339"/>
                <a:ext cx="1042107" cy="425543"/>
                <a:chOff x="7786941" y="2884917"/>
                <a:chExt cx="897649" cy="353919"/>
              </a:xfrm>
            </p:grpSpPr>
            <p:sp>
              <p:nvSpPr>
                <p:cNvPr id="1089" name="Google Shape;1089;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0" name="Google Shape;1090;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1" name="Google Shape;1091;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2" name="Google Shape;1092;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093" name="Google Shape;1093;p5"/>
            <p:cNvGrpSpPr/>
            <p:nvPr/>
          </p:nvGrpSpPr>
          <p:grpSpPr>
            <a:xfrm>
              <a:off x="9253049" y="4770584"/>
              <a:ext cx="393760" cy="218578"/>
              <a:chOff x="7493876" y="2774731"/>
              <a:chExt cx="1481958" cy="894622"/>
            </a:xfrm>
          </p:grpSpPr>
          <p:sp>
            <p:nvSpPr>
              <p:cNvPr id="1094" name="Google Shape;1094;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095" name="Google Shape;1095;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096" name="Google Shape;1096;p5"/>
              <p:cNvGrpSpPr/>
              <p:nvPr/>
            </p:nvGrpSpPr>
            <p:grpSpPr>
              <a:xfrm>
                <a:off x="7713663" y="2848339"/>
                <a:ext cx="1042107" cy="425543"/>
                <a:chOff x="7786941" y="2884917"/>
                <a:chExt cx="897649" cy="353919"/>
              </a:xfrm>
            </p:grpSpPr>
            <p:sp>
              <p:nvSpPr>
                <p:cNvPr id="1097" name="Google Shape;1097;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8" name="Google Shape;1098;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9" name="Google Shape;1099;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0" name="Google Shape;1100;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101" name="Google Shape;1101;p5"/>
            <p:cNvGrpSpPr/>
            <p:nvPr/>
          </p:nvGrpSpPr>
          <p:grpSpPr>
            <a:xfrm>
              <a:off x="10931138" y="4364023"/>
              <a:ext cx="228295" cy="120400"/>
              <a:chOff x="7493876" y="2774731"/>
              <a:chExt cx="1481958" cy="894622"/>
            </a:xfrm>
          </p:grpSpPr>
          <p:sp>
            <p:nvSpPr>
              <p:cNvPr id="1102" name="Google Shape;1102;p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103" name="Google Shape;1103;p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104" name="Google Shape;1104;p5"/>
              <p:cNvGrpSpPr/>
              <p:nvPr/>
            </p:nvGrpSpPr>
            <p:grpSpPr>
              <a:xfrm>
                <a:off x="7713663" y="2848339"/>
                <a:ext cx="1042107" cy="425543"/>
                <a:chOff x="7786941" y="2884917"/>
                <a:chExt cx="897649" cy="353919"/>
              </a:xfrm>
            </p:grpSpPr>
            <p:sp>
              <p:nvSpPr>
                <p:cNvPr id="1105" name="Google Shape;1105;p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6" name="Google Shape;1106;p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7" name="Google Shape;1107;p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08" name="Google Shape;1108;p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nvGrpSpPr>
          <p:cNvPr id="1109" name="Google Shape;1109;p5"/>
          <p:cNvGrpSpPr/>
          <p:nvPr/>
        </p:nvGrpSpPr>
        <p:grpSpPr>
          <a:xfrm>
            <a:off x="903234" y="2211213"/>
            <a:ext cx="5467985" cy="3728445"/>
            <a:chOff x="903234" y="2258690"/>
            <a:chExt cx="5467985" cy="3388633"/>
          </a:xfrm>
        </p:grpSpPr>
        <p:sp>
          <p:nvSpPr>
            <p:cNvPr id="1110" name="Google Shape;1110;p5"/>
            <p:cNvSpPr txBox="1"/>
            <p:nvPr/>
          </p:nvSpPr>
          <p:spPr>
            <a:xfrm>
              <a:off x="903234" y="2258690"/>
              <a:ext cx="5394571" cy="1658665"/>
            </a:xfrm>
            <a:prstGeom prst="rect">
              <a:avLst/>
            </a:prstGeom>
            <a:noFill/>
            <a:ln>
              <a:noFill/>
            </a:ln>
          </p:spPr>
          <p:txBody>
            <a:bodyPr anchorCtr="0" anchor="t" bIns="45700" lIns="91425" spcFirstLastPara="1" rIns="91425" wrap="square" tIns="45700">
              <a:normAutofit lnSpcReduction="10000"/>
            </a:bodyPr>
            <a:lstStyle/>
            <a:p>
              <a:pPr indent="-228600" lvl="0" marL="228600" marR="0" rtl="0" algn="l">
                <a:lnSpc>
                  <a:spcPct val="90000"/>
                </a:lnSpc>
                <a:spcBef>
                  <a:spcPts val="0"/>
                </a:spcBef>
                <a:spcAft>
                  <a:spcPts val="0"/>
                </a:spcAft>
                <a:buClr>
                  <a:srgbClr val="0000A3"/>
                </a:buClr>
                <a:buSzPts val="2100"/>
                <a:buFont typeface="Noto Sans Symbols"/>
                <a:buChar char="▪"/>
              </a:pPr>
              <a:r>
                <a:rPr i="1" lang="en-US" sz="2800">
                  <a:solidFill>
                    <a:srgbClr val="CC0000"/>
                  </a:solidFill>
                  <a:latin typeface="Calibri"/>
                  <a:ea typeface="Calibri"/>
                  <a:cs typeface="Calibri"/>
                  <a:sym typeface="Calibri"/>
                </a:rPr>
                <a:t>protocols</a:t>
              </a:r>
              <a:r>
                <a:rPr lang="en-US" sz="2800">
                  <a:solidFill>
                    <a:srgbClr val="FF0000"/>
                  </a:solidFill>
                  <a:latin typeface="Calibri"/>
                  <a:ea typeface="Calibri"/>
                  <a:cs typeface="Calibri"/>
                  <a:sym typeface="Calibri"/>
                </a:rPr>
                <a:t> </a:t>
              </a:r>
              <a:r>
                <a:rPr lang="en-US" sz="2800">
                  <a:solidFill>
                    <a:schemeClr val="dk1"/>
                  </a:solidFill>
                  <a:latin typeface="Calibri"/>
                  <a:ea typeface="Calibri"/>
                  <a:cs typeface="Calibri"/>
                  <a:sym typeface="Calibri"/>
                </a:rPr>
                <a:t>are </a:t>
              </a:r>
              <a:r>
                <a:rPr i="1" lang="en-US" sz="2800">
                  <a:solidFill>
                    <a:schemeClr val="dk1"/>
                  </a:solidFill>
                  <a:latin typeface="Calibri"/>
                  <a:ea typeface="Calibri"/>
                  <a:cs typeface="Calibri"/>
                  <a:sym typeface="Calibri"/>
                </a:rPr>
                <a:t>everywhere</a:t>
              </a:r>
              <a:endParaRPr/>
            </a:p>
            <a:p>
              <a:pPr indent="-228600" lvl="1" marL="685800" marR="0" rtl="0" algn="l">
                <a:lnSpc>
                  <a:spcPct val="90000"/>
                </a:lnSpc>
                <a:spcBef>
                  <a:spcPts val="500"/>
                </a:spcBef>
                <a:spcAft>
                  <a:spcPts val="0"/>
                </a:spcAft>
                <a:buClr>
                  <a:srgbClr val="0000A8"/>
                </a:buClr>
                <a:buSzPts val="1800"/>
                <a:buFont typeface="Arial"/>
                <a:buChar char="•"/>
              </a:pPr>
              <a:r>
                <a:rPr b="0" i="0" lang="en-US" sz="2400" u="none" cap="none" strike="noStrike">
                  <a:solidFill>
                    <a:schemeClr val="dk1"/>
                  </a:solidFill>
                  <a:latin typeface="Calibri"/>
                  <a:ea typeface="Calibri"/>
                  <a:cs typeface="Calibri"/>
                  <a:sym typeface="Calibri"/>
                </a:rPr>
                <a:t>control sending, receiving of messages</a:t>
              </a:r>
              <a:endParaRPr/>
            </a:p>
            <a:p>
              <a:pPr indent="-228600" lvl="1" marL="685800"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e.g., HTTP (Web), streaming video, Skype, TCP, IP, WiFi, 4G, Ethernet</a:t>
              </a:r>
              <a:endParaRPr b="0" i="0" sz="2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
          <p:nvSpPr>
            <p:cNvPr id="1111" name="Google Shape;1111;p5"/>
            <p:cNvSpPr txBox="1"/>
            <p:nvPr/>
          </p:nvSpPr>
          <p:spPr>
            <a:xfrm>
              <a:off x="976648" y="3949219"/>
              <a:ext cx="5394571" cy="169810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A3"/>
                </a:buClr>
                <a:buSzPts val="2100"/>
                <a:buFont typeface="Noto Sans Symbols"/>
                <a:buChar char="▪"/>
              </a:pPr>
              <a:r>
                <a:rPr i="1" lang="en-US" sz="2800">
                  <a:solidFill>
                    <a:srgbClr val="C00000"/>
                  </a:solidFill>
                  <a:latin typeface="Calibri"/>
                  <a:ea typeface="Calibri"/>
                  <a:cs typeface="Calibri"/>
                  <a:sym typeface="Calibri"/>
                </a:rPr>
                <a:t>Internet  standards</a:t>
              </a:r>
              <a:endParaRPr/>
            </a:p>
            <a:p>
              <a:pPr indent="-228600" lvl="1" marL="685800"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RFC: Request for Comments</a:t>
              </a:r>
              <a:endParaRPr/>
            </a:p>
            <a:p>
              <a:pPr indent="-228600" lvl="1" marL="685800"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IETF: Internet Engineering Task Force</a:t>
              </a:r>
              <a:endParaRPr/>
            </a:p>
            <a:p>
              <a:pPr indent="0" lvl="0" marL="0"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grpSp>
      <p:grpSp>
        <p:nvGrpSpPr>
          <p:cNvPr id="1112" name="Google Shape;1112;p5"/>
          <p:cNvGrpSpPr/>
          <p:nvPr/>
        </p:nvGrpSpPr>
        <p:grpSpPr>
          <a:xfrm>
            <a:off x="6860324" y="4962204"/>
            <a:ext cx="1547658" cy="518734"/>
            <a:chOff x="6860324" y="4962204"/>
            <a:chExt cx="1547658" cy="518734"/>
          </a:xfrm>
        </p:grpSpPr>
        <p:cxnSp>
          <p:nvCxnSpPr>
            <p:cNvPr id="1113" name="Google Shape;1113;p5"/>
            <p:cNvCxnSpPr/>
            <p:nvPr/>
          </p:nvCxnSpPr>
          <p:spPr>
            <a:xfrm flipH="1">
              <a:off x="7968718" y="5327774"/>
              <a:ext cx="439264" cy="153164"/>
            </a:xfrm>
            <a:prstGeom prst="straightConnector1">
              <a:avLst/>
            </a:prstGeom>
            <a:noFill/>
            <a:ln cap="flat" cmpd="sng" w="31750">
              <a:solidFill>
                <a:srgbClr val="C00000"/>
              </a:solidFill>
              <a:prstDash val="solid"/>
              <a:miter lim="800000"/>
              <a:headEnd len="med" w="med" type="triangle"/>
              <a:tailEnd len="med" w="med" type="triangle"/>
            </a:ln>
          </p:spPr>
        </p:cxnSp>
        <p:sp>
          <p:nvSpPr>
            <p:cNvPr id="1114" name="Google Shape;1114;p5"/>
            <p:cNvSpPr txBox="1"/>
            <p:nvPr/>
          </p:nvSpPr>
          <p:spPr>
            <a:xfrm>
              <a:off x="6860324" y="4962204"/>
              <a:ext cx="91210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Ethernet</a:t>
              </a:r>
              <a:endParaRPr i="1" sz="1800">
                <a:solidFill>
                  <a:srgbClr val="C00000"/>
                </a:solidFill>
                <a:latin typeface="Calibri"/>
                <a:ea typeface="Calibri"/>
                <a:cs typeface="Calibri"/>
                <a:sym typeface="Calibri"/>
              </a:endParaRPr>
            </a:p>
          </p:txBody>
        </p:sp>
        <p:cxnSp>
          <p:nvCxnSpPr>
            <p:cNvPr id="1115" name="Google Shape;1115;p5"/>
            <p:cNvCxnSpPr/>
            <p:nvPr/>
          </p:nvCxnSpPr>
          <p:spPr>
            <a:xfrm>
              <a:off x="7704138" y="5144424"/>
              <a:ext cx="470403" cy="216744"/>
            </a:xfrm>
            <a:prstGeom prst="straightConnector1">
              <a:avLst/>
            </a:prstGeom>
            <a:noFill/>
            <a:ln cap="flat" cmpd="sng" w="9525">
              <a:solidFill>
                <a:srgbClr val="C00000"/>
              </a:solidFill>
              <a:prstDash val="solid"/>
              <a:miter lim="800000"/>
              <a:headEnd len="sm" w="sm" type="none"/>
              <a:tailEnd len="sm" w="sm" type="none"/>
            </a:ln>
          </p:spPr>
        </p:cxnSp>
      </p:grpSp>
      <p:grpSp>
        <p:nvGrpSpPr>
          <p:cNvPr id="1116" name="Google Shape;1116;p5"/>
          <p:cNvGrpSpPr/>
          <p:nvPr/>
        </p:nvGrpSpPr>
        <p:grpSpPr>
          <a:xfrm>
            <a:off x="7562720" y="3698398"/>
            <a:ext cx="3589569" cy="1371857"/>
            <a:chOff x="7562720" y="3668418"/>
            <a:chExt cx="3589569" cy="1371857"/>
          </a:xfrm>
        </p:grpSpPr>
        <p:cxnSp>
          <p:nvCxnSpPr>
            <p:cNvPr id="1117" name="Google Shape;1117;p5"/>
            <p:cNvCxnSpPr/>
            <p:nvPr/>
          </p:nvCxnSpPr>
          <p:spPr>
            <a:xfrm flipH="1">
              <a:off x="8285300" y="3668418"/>
              <a:ext cx="2866989" cy="1371857"/>
            </a:xfrm>
            <a:prstGeom prst="straightConnector1">
              <a:avLst/>
            </a:prstGeom>
            <a:noFill/>
            <a:ln cap="flat" cmpd="sng" w="31750">
              <a:solidFill>
                <a:srgbClr val="C00000"/>
              </a:solidFill>
              <a:prstDash val="solid"/>
              <a:miter lim="800000"/>
              <a:headEnd len="med" w="med" type="triangle"/>
              <a:tailEnd len="med" w="med" type="triangle"/>
            </a:ln>
          </p:spPr>
        </p:cxnSp>
        <p:sp>
          <p:nvSpPr>
            <p:cNvPr id="1118" name="Google Shape;1118;p5"/>
            <p:cNvSpPr txBox="1"/>
            <p:nvPr/>
          </p:nvSpPr>
          <p:spPr>
            <a:xfrm>
              <a:off x="7562720" y="4539626"/>
              <a:ext cx="62036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HTTP</a:t>
              </a:r>
              <a:endParaRPr i="1" sz="1800">
                <a:solidFill>
                  <a:srgbClr val="C00000"/>
                </a:solidFill>
                <a:latin typeface="Calibri"/>
                <a:ea typeface="Calibri"/>
                <a:cs typeface="Calibri"/>
                <a:sym typeface="Calibri"/>
              </a:endParaRPr>
            </a:p>
          </p:txBody>
        </p:sp>
        <p:cxnSp>
          <p:nvCxnSpPr>
            <p:cNvPr id="1119" name="Google Shape;1119;p5"/>
            <p:cNvCxnSpPr/>
            <p:nvPr/>
          </p:nvCxnSpPr>
          <p:spPr>
            <a:xfrm>
              <a:off x="8099825" y="4723687"/>
              <a:ext cx="402218" cy="115861"/>
            </a:xfrm>
            <a:prstGeom prst="straightConnector1">
              <a:avLst/>
            </a:prstGeom>
            <a:noFill/>
            <a:ln cap="flat" cmpd="sng" w="9525">
              <a:solidFill>
                <a:srgbClr val="C00000"/>
              </a:solidFill>
              <a:prstDash val="solid"/>
              <a:miter lim="800000"/>
              <a:headEnd len="sm" w="sm" type="none"/>
              <a:tailEnd len="sm" w="sm" type="none"/>
            </a:ln>
          </p:spPr>
        </p:cxnSp>
      </p:grpSp>
      <p:grpSp>
        <p:nvGrpSpPr>
          <p:cNvPr id="1120" name="Google Shape;1120;p5"/>
          <p:cNvGrpSpPr/>
          <p:nvPr/>
        </p:nvGrpSpPr>
        <p:grpSpPr>
          <a:xfrm>
            <a:off x="6371219" y="2787427"/>
            <a:ext cx="1271296" cy="663900"/>
            <a:chOff x="6371219" y="2787427"/>
            <a:chExt cx="1271296" cy="663900"/>
          </a:xfrm>
        </p:grpSpPr>
        <p:cxnSp>
          <p:nvCxnSpPr>
            <p:cNvPr id="1121" name="Google Shape;1121;p5"/>
            <p:cNvCxnSpPr>
              <a:endCxn id="777" idx="0"/>
            </p:cNvCxnSpPr>
            <p:nvPr/>
          </p:nvCxnSpPr>
          <p:spPr>
            <a:xfrm>
              <a:off x="7631115" y="2787427"/>
              <a:ext cx="11400" cy="663900"/>
            </a:xfrm>
            <a:prstGeom prst="straightConnector1">
              <a:avLst/>
            </a:prstGeom>
            <a:noFill/>
            <a:ln cap="flat" cmpd="sng" w="31750">
              <a:solidFill>
                <a:srgbClr val="C00000"/>
              </a:solidFill>
              <a:prstDash val="solid"/>
              <a:miter lim="800000"/>
              <a:headEnd len="med" w="med" type="triangle"/>
              <a:tailEnd len="med" w="med" type="triangle"/>
            </a:ln>
          </p:spPr>
        </p:cxnSp>
        <p:sp>
          <p:nvSpPr>
            <p:cNvPr id="1122" name="Google Shape;1122;p5"/>
            <p:cNvSpPr txBox="1"/>
            <p:nvPr/>
          </p:nvSpPr>
          <p:spPr>
            <a:xfrm>
              <a:off x="6371219" y="2944679"/>
              <a:ext cx="66556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Skype</a:t>
              </a:r>
              <a:endParaRPr i="1" sz="1800">
                <a:solidFill>
                  <a:srgbClr val="C00000"/>
                </a:solidFill>
                <a:latin typeface="Calibri"/>
                <a:ea typeface="Calibri"/>
                <a:cs typeface="Calibri"/>
                <a:sym typeface="Calibri"/>
              </a:endParaRPr>
            </a:p>
          </p:txBody>
        </p:sp>
        <p:cxnSp>
          <p:nvCxnSpPr>
            <p:cNvPr id="1123" name="Google Shape;1123;p5"/>
            <p:cNvCxnSpPr/>
            <p:nvPr/>
          </p:nvCxnSpPr>
          <p:spPr>
            <a:xfrm>
              <a:off x="6973411" y="3119431"/>
              <a:ext cx="559043" cy="0"/>
            </a:xfrm>
            <a:prstGeom prst="straightConnector1">
              <a:avLst/>
            </a:prstGeom>
            <a:noFill/>
            <a:ln cap="flat" cmpd="sng" w="9525">
              <a:solidFill>
                <a:srgbClr val="C00000"/>
              </a:solidFill>
              <a:prstDash val="solid"/>
              <a:miter lim="800000"/>
              <a:headEnd len="sm" w="sm" type="none"/>
              <a:tailEnd len="sm" w="sm" type="none"/>
            </a:ln>
          </p:spPr>
        </p:cxnSp>
      </p:grpSp>
      <p:grpSp>
        <p:nvGrpSpPr>
          <p:cNvPr id="1124" name="Google Shape;1124;p5"/>
          <p:cNvGrpSpPr/>
          <p:nvPr/>
        </p:nvGrpSpPr>
        <p:grpSpPr>
          <a:xfrm>
            <a:off x="9335579" y="2816377"/>
            <a:ext cx="675986" cy="552257"/>
            <a:chOff x="6710761" y="2934593"/>
            <a:chExt cx="675986" cy="552257"/>
          </a:xfrm>
        </p:grpSpPr>
        <p:cxnSp>
          <p:nvCxnSpPr>
            <p:cNvPr id="1125" name="Google Shape;1125;p5"/>
            <p:cNvCxnSpPr/>
            <p:nvPr/>
          </p:nvCxnSpPr>
          <p:spPr>
            <a:xfrm flipH="1">
              <a:off x="7084556" y="2978118"/>
              <a:ext cx="302191" cy="508732"/>
            </a:xfrm>
            <a:prstGeom prst="straightConnector1">
              <a:avLst/>
            </a:prstGeom>
            <a:noFill/>
            <a:ln cap="flat" cmpd="sng" w="31750">
              <a:solidFill>
                <a:srgbClr val="C00000"/>
              </a:solidFill>
              <a:prstDash val="solid"/>
              <a:miter lim="800000"/>
              <a:headEnd len="med" w="med" type="triangle"/>
              <a:tailEnd len="med" w="med" type="triangle"/>
            </a:ln>
          </p:spPr>
        </p:cxnSp>
        <p:sp>
          <p:nvSpPr>
            <p:cNvPr id="1126" name="Google Shape;1126;p5"/>
            <p:cNvSpPr txBox="1"/>
            <p:nvPr/>
          </p:nvSpPr>
          <p:spPr>
            <a:xfrm>
              <a:off x="6710761" y="2934593"/>
              <a:ext cx="34176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IP</a:t>
              </a:r>
              <a:endParaRPr i="1" sz="1800">
                <a:solidFill>
                  <a:srgbClr val="C00000"/>
                </a:solidFill>
                <a:latin typeface="Calibri"/>
                <a:ea typeface="Calibri"/>
                <a:cs typeface="Calibri"/>
                <a:sym typeface="Calibri"/>
              </a:endParaRPr>
            </a:p>
          </p:txBody>
        </p:sp>
        <p:cxnSp>
          <p:nvCxnSpPr>
            <p:cNvPr id="1127" name="Google Shape;1127;p5"/>
            <p:cNvCxnSpPr/>
            <p:nvPr/>
          </p:nvCxnSpPr>
          <p:spPr>
            <a:xfrm>
              <a:off x="6973411" y="3119431"/>
              <a:ext cx="262240" cy="0"/>
            </a:xfrm>
            <a:prstGeom prst="straightConnector1">
              <a:avLst/>
            </a:prstGeom>
            <a:noFill/>
            <a:ln cap="flat" cmpd="sng" w="9525">
              <a:solidFill>
                <a:srgbClr val="C00000"/>
              </a:solidFill>
              <a:prstDash val="solid"/>
              <a:miter lim="800000"/>
              <a:headEnd len="sm" w="sm" type="none"/>
              <a:tailEnd len="sm" w="sm" type="none"/>
            </a:ln>
          </p:spPr>
        </p:cxnSp>
      </p:grpSp>
      <p:grpSp>
        <p:nvGrpSpPr>
          <p:cNvPr id="1128" name="Google Shape;1128;p5"/>
          <p:cNvGrpSpPr/>
          <p:nvPr/>
        </p:nvGrpSpPr>
        <p:grpSpPr>
          <a:xfrm>
            <a:off x="9064971" y="5697822"/>
            <a:ext cx="554960" cy="927829"/>
            <a:chOff x="6934147" y="3177198"/>
            <a:chExt cx="554960" cy="927829"/>
          </a:xfrm>
        </p:grpSpPr>
        <p:cxnSp>
          <p:nvCxnSpPr>
            <p:cNvPr id="1129" name="Google Shape;1129;p5"/>
            <p:cNvCxnSpPr/>
            <p:nvPr/>
          </p:nvCxnSpPr>
          <p:spPr>
            <a:xfrm flipH="1">
              <a:off x="7091527" y="3177198"/>
              <a:ext cx="204850" cy="289979"/>
            </a:xfrm>
            <a:prstGeom prst="straightConnector1">
              <a:avLst/>
            </a:prstGeom>
            <a:noFill/>
            <a:ln cap="flat" cmpd="sng" w="31750">
              <a:solidFill>
                <a:srgbClr val="C00000"/>
              </a:solidFill>
              <a:prstDash val="solid"/>
              <a:miter lim="800000"/>
              <a:headEnd len="med" w="med" type="triangle"/>
              <a:tailEnd len="med" w="med" type="triangle"/>
            </a:ln>
          </p:spPr>
        </p:cxnSp>
        <p:sp>
          <p:nvSpPr>
            <p:cNvPr id="1130" name="Google Shape;1130;p5"/>
            <p:cNvSpPr txBox="1"/>
            <p:nvPr/>
          </p:nvSpPr>
          <p:spPr>
            <a:xfrm>
              <a:off x="6934147" y="3766473"/>
              <a:ext cx="55496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WiFi</a:t>
              </a:r>
              <a:endParaRPr i="1" sz="1800">
                <a:solidFill>
                  <a:srgbClr val="C00000"/>
                </a:solidFill>
                <a:latin typeface="Calibri"/>
                <a:ea typeface="Calibri"/>
                <a:cs typeface="Calibri"/>
                <a:sym typeface="Calibri"/>
              </a:endParaRPr>
            </a:p>
          </p:txBody>
        </p:sp>
        <p:cxnSp>
          <p:nvCxnSpPr>
            <p:cNvPr id="1131" name="Google Shape;1131;p5"/>
            <p:cNvCxnSpPr/>
            <p:nvPr/>
          </p:nvCxnSpPr>
          <p:spPr>
            <a:xfrm flipH="1" rot="10800000">
              <a:off x="7230890" y="3377014"/>
              <a:ext cx="1" cy="450784"/>
            </a:xfrm>
            <a:prstGeom prst="straightConnector1">
              <a:avLst/>
            </a:prstGeom>
            <a:noFill/>
            <a:ln cap="flat" cmpd="sng" w="9525">
              <a:solidFill>
                <a:srgbClr val="C00000"/>
              </a:solidFill>
              <a:prstDash val="solid"/>
              <a:miter lim="800000"/>
              <a:headEnd len="sm" w="sm" type="none"/>
              <a:tailEnd len="sm" w="sm" type="none"/>
            </a:ln>
          </p:spPr>
        </p:cxnSp>
      </p:grpSp>
      <p:grpSp>
        <p:nvGrpSpPr>
          <p:cNvPr id="1132" name="Google Shape;1132;p5"/>
          <p:cNvGrpSpPr/>
          <p:nvPr/>
        </p:nvGrpSpPr>
        <p:grpSpPr>
          <a:xfrm>
            <a:off x="8229600" y="1604463"/>
            <a:ext cx="1050146" cy="671367"/>
            <a:chOff x="7375489" y="2684454"/>
            <a:chExt cx="1050146" cy="671367"/>
          </a:xfrm>
        </p:grpSpPr>
        <p:cxnSp>
          <p:nvCxnSpPr>
            <p:cNvPr id="1133" name="Google Shape;1133;p5"/>
            <p:cNvCxnSpPr/>
            <p:nvPr/>
          </p:nvCxnSpPr>
          <p:spPr>
            <a:xfrm flipH="1" rot="10800000">
              <a:off x="7375489" y="3222818"/>
              <a:ext cx="628291" cy="133003"/>
            </a:xfrm>
            <a:prstGeom prst="straightConnector1">
              <a:avLst/>
            </a:prstGeom>
            <a:noFill/>
            <a:ln cap="flat" cmpd="sng" w="31750">
              <a:solidFill>
                <a:srgbClr val="C00000"/>
              </a:solidFill>
              <a:prstDash val="solid"/>
              <a:miter lim="800000"/>
              <a:headEnd len="med" w="med" type="triangle"/>
              <a:tailEnd len="med" w="med" type="triangle"/>
            </a:ln>
          </p:spPr>
        </p:cxnSp>
        <p:sp>
          <p:nvSpPr>
            <p:cNvPr id="1134" name="Google Shape;1134;p5"/>
            <p:cNvSpPr txBox="1"/>
            <p:nvPr/>
          </p:nvSpPr>
          <p:spPr>
            <a:xfrm>
              <a:off x="8006931" y="2684454"/>
              <a:ext cx="41870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4G</a:t>
              </a:r>
              <a:endParaRPr i="1" sz="1800">
                <a:solidFill>
                  <a:srgbClr val="C00000"/>
                </a:solidFill>
                <a:latin typeface="Calibri"/>
                <a:ea typeface="Calibri"/>
                <a:cs typeface="Calibri"/>
                <a:sym typeface="Calibri"/>
              </a:endParaRPr>
            </a:p>
          </p:txBody>
        </p:sp>
        <p:cxnSp>
          <p:nvCxnSpPr>
            <p:cNvPr id="1135" name="Google Shape;1135;p5"/>
            <p:cNvCxnSpPr>
              <a:stCxn id="773" idx="1"/>
            </p:cNvCxnSpPr>
            <p:nvPr/>
          </p:nvCxnSpPr>
          <p:spPr>
            <a:xfrm flipH="1" rot="10800000">
              <a:off x="7620426" y="2864174"/>
              <a:ext cx="430500" cy="449100"/>
            </a:xfrm>
            <a:prstGeom prst="straightConnector1">
              <a:avLst/>
            </a:prstGeom>
            <a:noFill/>
            <a:ln cap="flat" cmpd="sng" w="9525">
              <a:solidFill>
                <a:srgbClr val="C00000"/>
              </a:solidFill>
              <a:prstDash val="solid"/>
              <a:miter lim="800000"/>
              <a:headEnd len="sm" w="sm" type="none"/>
              <a:tailEnd len="sm" w="sm" type="none"/>
            </a:ln>
          </p:spPr>
        </p:cxnSp>
      </p:grpSp>
      <p:grpSp>
        <p:nvGrpSpPr>
          <p:cNvPr id="1136" name="Google Shape;1136;p5"/>
          <p:cNvGrpSpPr/>
          <p:nvPr/>
        </p:nvGrpSpPr>
        <p:grpSpPr>
          <a:xfrm>
            <a:off x="10484543" y="4543615"/>
            <a:ext cx="1037942" cy="1262658"/>
            <a:chOff x="6559961" y="3177198"/>
            <a:chExt cx="1037942" cy="1262658"/>
          </a:xfrm>
        </p:grpSpPr>
        <p:cxnSp>
          <p:nvCxnSpPr>
            <p:cNvPr id="1137" name="Google Shape;1137;p5"/>
            <p:cNvCxnSpPr/>
            <p:nvPr/>
          </p:nvCxnSpPr>
          <p:spPr>
            <a:xfrm flipH="1">
              <a:off x="6559961" y="3177198"/>
              <a:ext cx="736416" cy="894404"/>
            </a:xfrm>
            <a:prstGeom prst="straightConnector1">
              <a:avLst/>
            </a:prstGeom>
            <a:noFill/>
            <a:ln cap="flat" cmpd="sng" w="31750">
              <a:solidFill>
                <a:srgbClr val="C00000"/>
              </a:solidFill>
              <a:prstDash val="solid"/>
              <a:miter lim="800000"/>
              <a:headEnd len="med" w="med" type="triangle"/>
              <a:tailEnd len="med" w="med" type="triangle"/>
            </a:ln>
          </p:spPr>
        </p:cxnSp>
        <p:sp>
          <p:nvSpPr>
            <p:cNvPr id="1138" name="Google Shape;1138;p5"/>
            <p:cNvSpPr txBox="1"/>
            <p:nvPr/>
          </p:nvSpPr>
          <p:spPr>
            <a:xfrm>
              <a:off x="7104370" y="4101302"/>
              <a:ext cx="49353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TCP</a:t>
              </a:r>
              <a:endParaRPr i="1" sz="1800">
                <a:solidFill>
                  <a:srgbClr val="C00000"/>
                </a:solidFill>
                <a:latin typeface="Calibri"/>
                <a:ea typeface="Calibri"/>
                <a:cs typeface="Calibri"/>
                <a:sym typeface="Calibri"/>
              </a:endParaRPr>
            </a:p>
          </p:txBody>
        </p:sp>
        <p:cxnSp>
          <p:nvCxnSpPr>
            <p:cNvPr id="1139" name="Google Shape;1139;p5"/>
            <p:cNvCxnSpPr/>
            <p:nvPr/>
          </p:nvCxnSpPr>
          <p:spPr>
            <a:xfrm rot="10800000">
              <a:off x="6929789" y="3709511"/>
              <a:ext cx="297918" cy="450784"/>
            </a:xfrm>
            <a:prstGeom prst="straightConnector1">
              <a:avLst/>
            </a:prstGeom>
            <a:noFill/>
            <a:ln cap="flat" cmpd="sng" w="9525">
              <a:solidFill>
                <a:srgbClr val="C00000"/>
              </a:solidFill>
              <a:prstDash val="solid"/>
              <a:miter lim="800000"/>
              <a:headEnd len="sm" w="sm" type="none"/>
              <a:tailEnd len="sm" w="sm" type="none"/>
            </a:ln>
          </p:spPr>
        </p:cxnSp>
      </p:grpSp>
      <p:grpSp>
        <p:nvGrpSpPr>
          <p:cNvPr id="1140" name="Google Shape;1140;p5"/>
          <p:cNvGrpSpPr/>
          <p:nvPr/>
        </p:nvGrpSpPr>
        <p:grpSpPr>
          <a:xfrm>
            <a:off x="9218788" y="2327787"/>
            <a:ext cx="2594095" cy="1025465"/>
            <a:chOff x="9218788" y="2327787"/>
            <a:chExt cx="2594095" cy="1025465"/>
          </a:xfrm>
        </p:grpSpPr>
        <p:cxnSp>
          <p:nvCxnSpPr>
            <p:cNvPr id="1141" name="Google Shape;1141;p5"/>
            <p:cNvCxnSpPr/>
            <p:nvPr/>
          </p:nvCxnSpPr>
          <p:spPr>
            <a:xfrm>
              <a:off x="9218788" y="2327787"/>
              <a:ext cx="1698979" cy="1025465"/>
            </a:xfrm>
            <a:prstGeom prst="straightConnector1">
              <a:avLst/>
            </a:prstGeom>
            <a:noFill/>
            <a:ln cap="flat" cmpd="sng" w="31750">
              <a:solidFill>
                <a:srgbClr val="C00000"/>
              </a:solidFill>
              <a:prstDash val="solid"/>
              <a:miter lim="800000"/>
              <a:headEnd len="med" w="med" type="triangle"/>
              <a:tailEnd len="med" w="med" type="triangle"/>
            </a:ln>
          </p:spPr>
        </p:cxnSp>
        <p:sp>
          <p:nvSpPr>
            <p:cNvPr id="1142" name="Google Shape;1142;p5"/>
            <p:cNvSpPr txBox="1"/>
            <p:nvPr/>
          </p:nvSpPr>
          <p:spPr>
            <a:xfrm>
              <a:off x="10772213" y="2684297"/>
              <a:ext cx="104067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Streaming</a:t>
              </a:r>
              <a:endParaRPr/>
            </a:p>
            <a:p>
              <a:pPr indent="0" lvl="0" marL="0" marR="0" rtl="0" algn="l">
                <a:spcBef>
                  <a:spcPts val="0"/>
                </a:spcBef>
                <a:spcAft>
                  <a:spcPts val="0"/>
                </a:spcAft>
                <a:buNone/>
              </a:pPr>
              <a:r>
                <a:rPr i="1" lang="en-US" sz="1600">
                  <a:solidFill>
                    <a:srgbClr val="C00000"/>
                  </a:solidFill>
                  <a:latin typeface="Calibri"/>
                  <a:ea typeface="Calibri"/>
                  <a:cs typeface="Calibri"/>
                  <a:sym typeface="Calibri"/>
                </a:rPr>
                <a:t>video</a:t>
              </a:r>
              <a:endParaRPr i="1" sz="1800">
                <a:solidFill>
                  <a:srgbClr val="C00000"/>
                </a:solidFill>
                <a:latin typeface="Calibri"/>
                <a:ea typeface="Calibri"/>
                <a:cs typeface="Calibri"/>
                <a:sym typeface="Calibri"/>
              </a:endParaRPr>
            </a:p>
          </p:txBody>
        </p:sp>
        <p:cxnSp>
          <p:nvCxnSpPr>
            <p:cNvPr id="1143" name="Google Shape;1143;p5"/>
            <p:cNvCxnSpPr/>
            <p:nvPr/>
          </p:nvCxnSpPr>
          <p:spPr>
            <a:xfrm flipH="1" rot="10800000">
              <a:off x="10569552" y="2937299"/>
              <a:ext cx="405322" cy="147574"/>
            </a:xfrm>
            <a:prstGeom prst="straightConnector1">
              <a:avLst/>
            </a:prstGeom>
            <a:noFill/>
            <a:ln cap="flat" cmpd="sng" w="9525">
              <a:solidFill>
                <a:srgbClr val="C00000"/>
              </a:solidFill>
              <a:prstDash val="solid"/>
              <a:miter lim="800000"/>
              <a:headEnd len="sm" w="sm" type="none"/>
              <a:tailEnd len="sm" w="sm" type="none"/>
            </a:ln>
          </p:spPr>
        </p:cxnSp>
      </p:grpSp>
      <p:sp>
        <p:nvSpPr>
          <p:cNvPr id="1144" name="Google Shape;1144;p5"/>
          <p:cNvSpPr txBox="1"/>
          <p:nvPr/>
        </p:nvSpPr>
        <p:spPr>
          <a:xfrm>
            <a:off x="822847" y="5589031"/>
            <a:ext cx="6093372" cy="1200329"/>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All the pieces of the Internet run </a:t>
            </a:r>
            <a:r>
              <a:rPr i="1" lang="en-US" sz="1800">
                <a:solidFill>
                  <a:srgbClr val="C00000"/>
                </a:solidFill>
                <a:latin typeface="Arial"/>
                <a:ea typeface="Arial"/>
                <a:cs typeface="Arial"/>
                <a:sym typeface="Arial"/>
              </a:rPr>
              <a:t>protocols</a:t>
            </a:r>
            <a:r>
              <a:rPr b="1" lang="en-US" sz="1800">
                <a:solidFill>
                  <a:schemeClr val="dk1"/>
                </a:solidFill>
                <a:latin typeface="Arial"/>
                <a:ea typeface="Arial"/>
                <a:cs typeface="Arial"/>
                <a:sym typeface="Arial"/>
              </a:rPr>
              <a:t> </a:t>
            </a:r>
            <a:r>
              <a:rPr lang="en-US" sz="1800">
                <a:solidFill>
                  <a:schemeClr val="dk1"/>
                </a:solidFill>
                <a:latin typeface="Arial"/>
                <a:ea typeface="Arial"/>
                <a:cs typeface="Arial"/>
                <a:sym typeface="Arial"/>
              </a:rPr>
              <a:t>that controls the sending and receiving of information</a:t>
            </a:r>
            <a:endParaRPr/>
          </a:p>
          <a:p>
            <a:pPr indent="-114300" lvl="0" marL="0" marR="0" rtl="0" algn="l">
              <a:lnSpc>
                <a:spcPct val="100000"/>
              </a:lnSpc>
              <a:spcBef>
                <a:spcPts val="0"/>
              </a:spcBef>
              <a:spcAft>
                <a:spcPts val="0"/>
              </a:spcAft>
              <a:buClr>
                <a:srgbClr val="C00000"/>
              </a:buClr>
              <a:buSzPts val="1800"/>
              <a:buFont typeface="Arial"/>
              <a:buChar char="•"/>
            </a:pPr>
            <a:r>
              <a:rPr lang="en-US" sz="1800">
                <a:solidFill>
                  <a:srgbClr val="C00000"/>
                </a:solidFill>
                <a:latin typeface="Arial"/>
                <a:ea typeface="Arial"/>
                <a:cs typeface="Arial"/>
                <a:sym typeface="Arial"/>
              </a:rPr>
              <a:t>TCP/IP</a:t>
            </a:r>
            <a:r>
              <a:rPr b="1" lang="en-US" sz="1800">
                <a:solidFill>
                  <a:schemeClr val="dk1"/>
                </a:solidFill>
                <a:latin typeface="Arial"/>
                <a:ea typeface="Arial"/>
                <a:cs typeface="Arial"/>
                <a:sym typeface="Arial"/>
              </a:rPr>
              <a:t>  </a:t>
            </a:r>
            <a:r>
              <a:rPr lang="en-US" sz="1800">
                <a:solidFill>
                  <a:schemeClr val="dk1"/>
                </a:solidFill>
                <a:latin typeface="Arial"/>
                <a:ea typeface="Arial"/>
                <a:cs typeface="Arial"/>
                <a:sym typeface="Arial"/>
              </a:rPr>
              <a:t>are two of the most important protocols in the Internet</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9"/>
                                        </p:tgtEl>
                                        <p:attrNameLst>
                                          <p:attrName>style.visibility</p:attrName>
                                        </p:attrNameLst>
                                      </p:cBhvr>
                                      <p:to>
                                        <p:strVal val="visible"/>
                                      </p:to>
                                    </p:set>
                                    <p:animEffect filter="fade" transition="in">
                                      <p:cBhvr>
                                        <p:cTn dur="500"/>
                                        <p:tgtEl>
                                          <p:spTgt spid="1109"/>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1116"/>
                                        </p:tgtEl>
                                        <p:attrNameLst>
                                          <p:attrName>style.visibility</p:attrName>
                                        </p:attrNameLst>
                                      </p:cBhvr>
                                      <p:to>
                                        <p:strVal val="visible"/>
                                      </p:to>
                                    </p:set>
                                    <p:animEffect filter="fade" transition="in">
                                      <p:cBhvr>
                                        <p:cTn dur="500"/>
                                        <p:tgtEl>
                                          <p:spTgt spid="1116"/>
                                        </p:tgtEl>
                                      </p:cBhvr>
                                    </p:animEffect>
                                  </p:childTnLst>
                                </p:cTn>
                              </p:par>
                            </p:childTnLst>
                          </p:cTn>
                        </p:par>
                        <p:par>
                          <p:cTn fill="hold">
                            <p:stCondLst>
                              <p:cond delay="1000"/>
                            </p:stCondLst>
                            <p:childTnLst>
                              <p:par>
                                <p:cTn fill="hold" nodeType="afterEffect" presetClass="entr" presetID="10" presetSubtype="0">
                                  <p:stCondLst>
                                    <p:cond delay="500"/>
                                  </p:stCondLst>
                                  <p:childTnLst>
                                    <p:set>
                                      <p:cBhvr>
                                        <p:cTn dur="1" fill="hold">
                                          <p:stCondLst>
                                            <p:cond delay="0"/>
                                          </p:stCondLst>
                                        </p:cTn>
                                        <p:tgtEl>
                                          <p:spTgt spid="1120"/>
                                        </p:tgtEl>
                                        <p:attrNameLst>
                                          <p:attrName>style.visibility</p:attrName>
                                        </p:attrNameLst>
                                      </p:cBhvr>
                                      <p:to>
                                        <p:strVal val="visible"/>
                                      </p:to>
                                    </p:set>
                                    <p:animEffect filter="fade" transition="in">
                                      <p:cBhvr>
                                        <p:cTn dur="500"/>
                                        <p:tgtEl>
                                          <p:spTgt spid="112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140"/>
                                        </p:tgtEl>
                                        <p:attrNameLst>
                                          <p:attrName>style.visibility</p:attrName>
                                        </p:attrNameLst>
                                      </p:cBhvr>
                                      <p:to>
                                        <p:strVal val="visible"/>
                                      </p:to>
                                    </p:set>
                                    <p:animEffect filter="fade" transition="in">
                                      <p:cBhvr>
                                        <p:cTn dur="500"/>
                                        <p:tgtEl>
                                          <p:spTgt spid="1140"/>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1136"/>
                                        </p:tgtEl>
                                        <p:attrNameLst>
                                          <p:attrName>style.visibility</p:attrName>
                                        </p:attrNameLst>
                                      </p:cBhvr>
                                      <p:to>
                                        <p:strVal val="visible"/>
                                      </p:to>
                                    </p:set>
                                    <p:animEffect filter="fade" transition="in">
                                      <p:cBhvr>
                                        <p:cTn dur="500"/>
                                        <p:tgtEl>
                                          <p:spTgt spid="1136"/>
                                        </p:tgtEl>
                                      </p:cBhvr>
                                    </p:animEffect>
                                  </p:childTnLst>
                                </p:cTn>
                              </p:par>
                            </p:childTnLst>
                          </p:cTn>
                        </p:par>
                        <p:par>
                          <p:cTn fill="hold">
                            <p:stCondLst>
                              <p:cond delay="2500"/>
                            </p:stCondLst>
                            <p:childTnLst>
                              <p:par>
                                <p:cTn fill="hold" nodeType="afterEffect" presetClass="entr" presetID="10" presetSubtype="0">
                                  <p:stCondLst>
                                    <p:cond delay="500"/>
                                  </p:stCondLst>
                                  <p:childTnLst>
                                    <p:set>
                                      <p:cBhvr>
                                        <p:cTn dur="1" fill="hold">
                                          <p:stCondLst>
                                            <p:cond delay="0"/>
                                          </p:stCondLst>
                                        </p:cTn>
                                        <p:tgtEl>
                                          <p:spTgt spid="1124"/>
                                        </p:tgtEl>
                                        <p:attrNameLst>
                                          <p:attrName>style.visibility</p:attrName>
                                        </p:attrNameLst>
                                      </p:cBhvr>
                                      <p:to>
                                        <p:strVal val="visible"/>
                                      </p:to>
                                    </p:set>
                                    <p:animEffect filter="fade" transition="in">
                                      <p:cBhvr>
                                        <p:cTn dur="500"/>
                                        <p:tgtEl>
                                          <p:spTgt spid="1124"/>
                                        </p:tgtEl>
                                      </p:cBhvr>
                                    </p:animEffect>
                                  </p:childTnLst>
                                </p:cTn>
                              </p:par>
                            </p:childTnLst>
                          </p:cTn>
                        </p:par>
                        <p:par>
                          <p:cTn fill="hold">
                            <p:stCondLst>
                              <p:cond delay="3000"/>
                            </p:stCondLst>
                            <p:childTnLst>
                              <p:par>
                                <p:cTn fill="hold" nodeType="afterEffect" presetClass="entr" presetID="10" presetSubtype="0">
                                  <p:stCondLst>
                                    <p:cond delay="500"/>
                                  </p:stCondLst>
                                  <p:childTnLst>
                                    <p:set>
                                      <p:cBhvr>
                                        <p:cTn dur="1" fill="hold">
                                          <p:stCondLst>
                                            <p:cond delay="0"/>
                                          </p:stCondLst>
                                        </p:cTn>
                                        <p:tgtEl>
                                          <p:spTgt spid="1128"/>
                                        </p:tgtEl>
                                        <p:attrNameLst>
                                          <p:attrName>style.visibility</p:attrName>
                                        </p:attrNameLst>
                                      </p:cBhvr>
                                      <p:to>
                                        <p:strVal val="visible"/>
                                      </p:to>
                                    </p:set>
                                    <p:animEffect filter="fade" transition="in">
                                      <p:cBhvr>
                                        <p:cTn dur="500"/>
                                        <p:tgtEl>
                                          <p:spTgt spid="1128"/>
                                        </p:tgtEl>
                                      </p:cBhvr>
                                    </p:animEffect>
                                  </p:childTnLst>
                                </p:cTn>
                              </p:par>
                            </p:childTnLst>
                          </p:cTn>
                        </p:par>
                        <p:par>
                          <p:cTn fill="hold">
                            <p:stCondLst>
                              <p:cond delay="3500"/>
                            </p:stCondLst>
                            <p:childTnLst>
                              <p:par>
                                <p:cTn fill="hold" nodeType="afterEffect" presetClass="entr" presetID="10" presetSubtype="0">
                                  <p:stCondLst>
                                    <p:cond delay="500"/>
                                  </p:stCondLst>
                                  <p:childTnLst>
                                    <p:set>
                                      <p:cBhvr>
                                        <p:cTn dur="1" fill="hold">
                                          <p:stCondLst>
                                            <p:cond delay="0"/>
                                          </p:stCondLst>
                                        </p:cTn>
                                        <p:tgtEl>
                                          <p:spTgt spid="1132"/>
                                        </p:tgtEl>
                                        <p:attrNameLst>
                                          <p:attrName>style.visibility</p:attrName>
                                        </p:attrNameLst>
                                      </p:cBhvr>
                                      <p:to>
                                        <p:strVal val="visible"/>
                                      </p:to>
                                    </p:set>
                                    <p:animEffect filter="fade" transition="in">
                                      <p:cBhvr>
                                        <p:cTn dur="500"/>
                                        <p:tgtEl>
                                          <p:spTgt spid="1132"/>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1112"/>
                                        </p:tgtEl>
                                        <p:attrNameLst>
                                          <p:attrName>style.visibility</p:attrName>
                                        </p:attrNameLst>
                                      </p:cBhvr>
                                      <p:to>
                                        <p:strVal val="visible"/>
                                      </p:to>
                                    </p:set>
                                    <p:animEffect filter="fade" transition="in">
                                      <p:cBhvr>
                                        <p:cTn dur="500"/>
                                        <p:tgtEl>
                                          <p:spTgt spid="1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6"/>
          <p:cNvSpPr txBox="1"/>
          <p:nvPr>
            <p:ph idx="1" type="body"/>
          </p:nvPr>
        </p:nvSpPr>
        <p:spPr>
          <a:xfrm>
            <a:off x="868663" y="1426343"/>
            <a:ext cx="5394571" cy="2251565"/>
          </a:xfrm>
          <a:prstGeom prst="rect">
            <a:avLst/>
          </a:prstGeom>
          <a:noFill/>
          <a:ln>
            <a:noFill/>
          </a:ln>
        </p:spPr>
        <p:txBody>
          <a:bodyPr anchorCtr="0" anchor="t" bIns="45700" lIns="91425" spcFirstLastPara="1" rIns="91425" wrap="square" tIns="45700">
            <a:noAutofit/>
          </a:bodyPr>
          <a:lstStyle/>
          <a:p>
            <a:pPr indent="-222250" lvl="0" marL="352425" rtl="0" algn="l">
              <a:lnSpc>
                <a:spcPct val="90000"/>
              </a:lnSpc>
              <a:spcBef>
                <a:spcPts val="0"/>
              </a:spcBef>
              <a:spcAft>
                <a:spcPts val="0"/>
              </a:spcAft>
              <a:buSzPts val="2100"/>
              <a:buChar char="▪"/>
            </a:pPr>
            <a:r>
              <a:rPr i="1" lang="en-US">
                <a:solidFill>
                  <a:srgbClr val="CC0000"/>
                </a:solidFill>
              </a:rPr>
              <a:t>Infrastructure </a:t>
            </a:r>
            <a:r>
              <a:rPr lang="en-US"/>
              <a:t>that provides services to applications:</a:t>
            </a:r>
            <a:endParaRPr sz="2400"/>
          </a:p>
          <a:p>
            <a:pPr indent="-231775" lvl="1" marL="695325" rtl="0" algn="l">
              <a:lnSpc>
                <a:spcPct val="90000"/>
              </a:lnSpc>
              <a:spcBef>
                <a:spcPts val="500"/>
              </a:spcBef>
              <a:spcAft>
                <a:spcPts val="0"/>
              </a:spcAft>
              <a:buSzPts val="2400"/>
              <a:buChar char="•"/>
            </a:pPr>
            <a:r>
              <a:rPr lang="en-US"/>
              <a:t>Web, streaming video, multimedia teleconferencing, email, games, e-commerce, social media, inter-connected appliances, …</a:t>
            </a:r>
            <a:endParaRPr/>
          </a:p>
          <a:p>
            <a:pPr indent="0" lvl="0" marL="130175" rtl="0" algn="l">
              <a:lnSpc>
                <a:spcPct val="90000"/>
              </a:lnSpc>
              <a:spcBef>
                <a:spcPts val="1000"/>
              </a:spcBef>
              <a:spcAft>
                <a:spcPts val="0"/>
              </a:spcAft>
              <a:buSzPts val="2800"/>
              <a:buNone/>
            </a:pPr>
            <a:r>
              <a:t/>
            </a:r>
            <a:endParaRPr/>
          </a:p>
          <a:p>
            <a:pPr indent="0" lvl="0" marL="0" rtl="0" algn="l">
              <a:lnSpc>
                <a:spcPct val="90000"/>
              </a:lnSpc>
              <a:spcBef>
                <a:spcPts val="1000"/>
              </a:spcBef>
              <a:spcAft>
                <a:spcPts val="0"/>
              </a:spcAft>
              <a:buSzPts val="2800"/>
              <a:buNone/>
            </a:pPr>
            <a:r>
              <a:t/>
            </a:r>
            <a:endParaRPr/>
          </a:p>
        </p:txBody>
      </p:sp>
      <p:sp>
        <p:nvSpPr>
          <p:cNvPr id="1150" name="Google Shape;1150;p6"/>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Internet: a “service” view</a:t>
            </a:r>
            <a:endParaRPr/>
          </a:p>
        </p:txBody>
      </p:sp>
      <p:sp>
        <p:nvSpPr>
          <p:cNvPr id="1151" name="Google Shape;1151;p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1152" name="Google Shape;1152;p6"/>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3" name="Google Shape;1153;p6"/>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54" name="Google Shape;1154;p6"/>
          <p:cNvGrpSpPr/>
          <p:nvPr/>
        </p:nvGrpSpPr>
        <p:grpSpPr>
          <a:xfrm>
            <a:off x="7205350" y="3289251"/>
            <a:ext cx="1458912" cy="933450"/>
            <a:chOff x="2889" y="1631"/>
            <a:chExt cx="980" cy="743"/>
          </a:xfrm>
        </p:grpSpPr>
        <p:sp>
          <p:nvSpPr>
            <p:cNvPr id="1155" name="Google Shape;1155;p6"/>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156" name="Google Shape;1156;p6"/>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grpSp>
      <p:sp>
        <p:nvSpPr>
          <p:cNvPr id="1157" name="Google Shape;1157;p6"/>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8" name="Google Shape;1158;p6"/>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a:p>
        </p:txBody>
      </p:sp>
      <p:sp>
        <p:nvSpPr>
          <p:cNvPr id="1159" name="Google Shape;1159;p6"/>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a:p>
        </p:txBody>
      </p:sp>
      <p:sp>
        <p:nvSpPr>
          <p:cNvPr id="1160" name="Google Shape;1160;p6"/>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a:p>
        </p:txBody>
      </p:sp>
      <p:sp>
        <p:nvSpPr>
          <p:cNvPr id="1161" name="Google Shape;1161;p6"/>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9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162" name="Google Shape;1162;p6"/>
          <p:cNvGrpSpPr/>
          <p:nvPr/>
        </p:nvGrpSpPr>
        <p:grpSpPr>
          <a:xfrm>
            <a:off x="10837700" y="3928050"/>
            <a:ext cx="687393" cy="721548"/>
            <a:chOff x="5203089" y="1751190"/>
            <a:chExt cx="858331" cy="662414"/>
          </a:xfrm>
        </p:grpSpPr>
        <p:sp>
          <p:nvSpPr>
            <p:cNvPr id="1163" name="Google Shape;1163;p6"/>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4" name="Google Shape;1164;p6"/>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165" name="Google Shape;1165;p6"/>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166" name="Google Shape;1166;p6"/>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167" name="Google Shape;1167;p6"/>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168" name="Google Shape;1168;p6"/>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169" name="Google Shape;1169;p6"/>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170" name="Google Shape;1170;p6"/>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171" name="Google Shape;1171;p6"/>
          <p:cNvGrpSpPr/>
          <p:nvPr/>
        </p:nvGrpSpPr>
        <p:grpSpPr>
          <a:xfrm>
            <a:off x="10771171" y="3194171"/>
            <a:ext cx="594613" cy="648336"/>
            <a:chOff x="5203089" y="1751190"/>
            <a:chExt cx="858331" cy="662414"/>
          </a:xfrm>
        </p:grpSpPr>
        <p:sp>
          <p:nvSpPr>
            <p:cNvPr id="1172" name="Google Shape;1172;p6"/>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3" name="Google Shape;1173;p6"/>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174" name="Google Shape;1174;p6"/>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175" name="Google Shape;1175;p6"/>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176" name="Google Shape;1176;p6"/>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177" name="Google Shape;1177;p6"/>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178" name="Google Shape;1178;p6"/>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179" name="Google Shape;1179;p6"/>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180" name="Google Shape;1180;p6"/>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1" name="Google Shape;1181;p6"/>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a:p>
        </p:txBody>
      </p:sp>
      <p:sp>
        <p:nvSpPr>
          <p:cNvPr id="1182" name="Google Shape;1182;p6"/>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3" name="Google Shape;1183;p6"/>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a:p>
        </p:txBody>
      </p:sp>
      <p:sp>
        <p:nvSpPr>
          <p:cNvPr id="1184" name="Google Shape;1184;p6"/>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a:p>
        </p:txBody>
      </p:sp>
      <p:sp>
        <p:nvSpPr>
          <p:cNvPr id="1185" name="Google Shape;1185;p6"/>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grpSp>
        <p:nvGrpSpPr>
          <p:cNvPr id="1186" name="Google Shape;1186;p6"/>
          <p:cNvGrpSpPr/>
          <p:nvPr/>
        </p:nvGrpSpPr>
        <p:grpSpPr>
          <a:xfrm>
            <a:off x="7562238" y="2127325"/>
            <a:ext cx="3578867" cy="3640284"/>
            <a:chOff x="7562238" y="2127325"/>
            <a:chExt cx="3578867" cy="3640284"/>
          </a:xfrm>
        </p:grpSpPr>
        <p:cxnSp>
          <p:nvCxnSpPr>
            <p:cNvPr id="1187" name="Google Shape;1187;p6"/>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1188" name="Google Shape;1188;p6"/>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1189" name="Google Shape;1189;p6"/>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190" name="Google Shape;1190;p6"/>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191" name="Google Shape;1191;p6"/>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192" name="Google Shape;1192;p6"/>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193" name="Google Shape;1193;p6"/>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194" name="Google Shape;1194;p6"/>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195" name="Google Shape;1195;p6"/>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196" name="Google Shape;1196;p6"/>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197" name="Google Shape;1197;p6"/>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198" name="Google Shape;1198;p6"/>
            <p:cNvGrpSpPr/>
            <p:nvPr/>
          </p:nvGrpSpPr>
          <p:grpSpPr>
            <a:xfrm>
              <a:off x="7562238" y="2127325"/>
              <a:ext cx="3578867" cy="3640284"/>
              <a:chOff x="7562238" y="2127325"/>
              <a:chExt cx="3578867" cy="3640284"/>
            </a:xfrm>
          </p:grpSpPr>
          <p:grpSp>
            <p:nvGrpSpPr>
              <p:cNvPr id="1199" name="Google Shape;1199;p6"/>
              <p:cNvGrpSpPr/>
              <p:nvPr/>
            </p:nvGrpSpPr>
            <p:grpSpPr>
              <a:xfrm>
                <a:off x="7857253" y="2127325"/>
                <a:ext cx="3283852" cy="3640284"/>
                <a:chOff x="7881336" y="2104198"/>
                <a:chExt cx="3283852" cy="3640284"/>
              </a:xfrm>
            </p:grpSpPr>
            <p:cxnSp>
              <p:nvCxnSpPr>
                <p:cNvPr id="1200" name="Google Shape;1200;p6"/>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201" name="Google Shape;1201;p6"/>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202" name="Google Shape;1202;p6"/>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203" name="Google Shape;1203;p6"/>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204" name="Google Shape;1204;p6"/>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205" name="Google Shape;1205;p6"/>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206" name="Google Shape;1206;p6"/>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207" name="Google Shape;1207;p6"/>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208" name="Google Shape;1208;p6"/>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209" name="Google Shape;1209;p6"/>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210" name="Google Shape;1210;p6"/>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211" name="Google Shape;1211;p6"/>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212" name="Google Shape;1212;p6"/>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1213" name="Google Shape;1213;p6"/>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1214" name="Google Shape;1214;p6"/>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215" name="Google Shape;1215;p6"/>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216" name="Google Shape;1216;p6"/>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217" name="Google Shape;1217;p6"/>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218" name="Google Shape;1218;p6"/>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219" name="Google Shape;1219;p6"/>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220" name="Google Shape;1220;p6"/>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221" name="Google Shape;1221;p6"/>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222" name="Google Shape;1222;p6"/>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223" name="Google Shape;1223;p6"/>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1224" name="Google Shape;1224;p6"/>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225" name="Google Shape;1225;p6"/>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226" name="Google Shape;1226;p6"/>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227" name="Google Shape;1227;p6"/>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nvGrpSpPr>
          <p:cNvPr id="1228" name="Google Shape;1228;p6"/>
          <p:cNvGrpSpPr/>
          <p:nvPr/>
        </p:nvGrpSpPr>
        <p:grpSpPr>
          <a:xfrm>
            <a:off x="7414072" y="1891912"/>
            <a:ext cx="1909777" cy="938011"/>
            <a:chOff x="7432700" y="1830405"/>
            <a:chExt cx="1909777" cy="938011"/>
          </a:xfrm>
        </p:grpSpPr>
        <p:grpSp>
          <p:nvGrpSpPr>
            <p:cNvPr id="1229" name="Google Shape;1229;p6"/>
            <p:cNvGrpSpPr/>
            <p:nvPr/>
          </p:nvGrpSpPr>
          <p:grpSpPr>
            <a:xfrm>
              <a:off x="7743850" y="1830405"/>
              <a:ext cx="415925" cy="385763"/>
              <a:chOff x="2751" y="1851"/>
              <a:chExt cx="462" cy="478"/>
            </a:xfrm>
          </p:grpSpPr>
          <p:pic>
            <p:nvPicPr>
              <p:cNvPr descr="iphone_stylized_small" id="1230" name="Google Shape;1230;p6"/>
              <p:cNvPicPr preferRelativeResize="0"/>
              <p:nvPr/>
            </p:nvPicPr>
            <p:blipFill rotWithShape="1">
              <a:blip r:embed="rId6">
                <a:alphaModFix/>
              </a:blip>
              <a:srcRect b="0" l="0" r="0" t="0"/>
              <a:stretch/>
            </p:blipFill>
            <p:spPr>
              <a:xfrm>
                <a:off x="2928" y="1922"/>
                <a:ext cx="152" cy="407"/>
              </a:xfrm>
              <a:prstGeom prst="rect">
                <a:avLst/>
              </a:prstGeom>
              <a:noFill/>
              <a:ln>
                <a:noFill/>
              </a:ln>
            </p:spPr>
          </p:pic>
          <p:pic>
            <p:nvPicPr>
              <p:cNvPr descr="antenna_radiation_stylized" id="1231" name="Google Shape;1231;p6"/>
              <p:cNvPicPr preferRelativeResize="0"/>
              <p:nvPr/>
            </p:nvPicPr>
            <p:blipFill rotWithShape="1">
              <a:blip r:embed="rId7">
                <a:alphaModFix/>
              </a:blip>
              <a:srcRect b="0" l="0" r="0" t="0"/>
              <a:stretch/>
            </p:blipFill>
            <p:spPr>
              <a:xfrm>
                <a:off x="2751" y="1851"/>
                <a:ext cx="462" cy="110"/>
              </a:xfrm>
              <a:prstGeom prst="rect">
                <a:avLst/>
              </a:prstGeom>
              <a:noFill/>
              <a:ln>
                <a:noFill/>
              </a:ln>
            </p:spPr>
          </p:pic>
        </p:grpSp>
        <p:grpSp>
          <p:nvGrpSpPr>
            <p:cNvPr id="1232" name="Google Shape;1232;p6"/>
            <p:cNvGrpSpPr/>
            <p:nvPr/>
          </p:nvGrpSpPr>
          <p:grpSpPr>
            <a:xfrm>
              <a:off x="7432700" y="2327293"/>
              <a:ext cx="534987" cy="414882"/>
              <a:chOff x="7432700" y="2327293"/>
              <a:chExt cx="534987" cy="414882"/>
            </a:xfrm>
          </p:grpSpPr>
          <p:pic>
            <p:nvPicPr>
              <p:cNvPr descr="antenna_stylized" id="1233" name="Google Shape;1233;p6"/>
              <p:cNvPicPr preferRelativeResize="0"/>
              <p:nvPr/>
            </p:nvPicPr>
            <p:blipFill rotWithShape="1">
              <a:blip r:embed="rId8">
                <a:alphaModFix/>
              </a:blip>
              <a:srcRect b="0" l="0" r="0" t="0"/>
              <a:stretch/>
            </p:blipFill>
            <p:spPr>
              <a:xfrm>
                <a:off x="7432700" y="2327293"/>
                <a:ext cx="530702" cy="223756"/>
              </a:xfrm>
              <a:prstGeom prst="rect">
                <a:avLst/>
              </a:prstGeom>
              <a:noFill/>
              <a:ln>
                <a:noFill/>
              </a:ln>
            </p:spPr>
          </p:pic>
          <p:pic>
            <p:nvPicPr>
              <p:cNvPr descr="laptop_keyboard" id="1234" name="Google Shape;1234;p6"/>
              <p:cNvPicPr preferRelativeResize="0"/>
              <p:nvPr/>
            </p:nvPicPr>
            <p:blipFill rotWithShape="1">
              <a:blip r:embed="rId9">
                <a:alphaModFix/>
              </a:blip>
              <a:srcRect b="0" l="0" r="0" t="0"/>
              <a:stretch/>
            </p:blipFill>
            <p:spPr>
              <a:xfrm flipH="1" rot="109064">
                <a:off x="7458407" y="2575770"/>
                <a:ext cx="437221" cy="159511"/>
              </a:xfrm>
              <a:prstGeom prst="rect">
                <a:avLst/>
              </a:prstGeom>
              <a:noFill/>
              <a:ln>
                <a:noFill/>
              </a:ln>
            </p:spPr>
          </p:pic>
          <p:sp>
            <p:nvSpPr>
              <p:cNvPr id="1235" name="Google Shape;1235;p6"/>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236" name="Google Shape;1236;p6"/>
              <p:cNvPicPr preferRelativeResize="0"/>
              <p:nvPr/>
            </p:nvPicPr>
            <p:blipFill rotWithShape="1">
              <a:blip r:embed="rId10">
                <a:alphaModFix/>
              </a:blip>
              <a:srcRect b="0" l="0" r="0" t="0"/>
              <a:stretch/>
            </p:blipFill>
            <p:spPr>
              <a:xfrm>
                <a:off x="7620637" y="2426338"/>
                <a:ext cx="319785" cy="189429"/>
              </a:xfrm>
              <a:prstGeom prst="rect">
                <a:avLst/>
              </a:prstGeom>
              <a:noFill/>
              <a:ln>
                <a:noFill/>
              </a:ln>
            </p:spPr>
          </p:pic>
          <p:sp>
            <p:nvSpPr>
              <p:cNvPr id="1237" name="Google Shape;1237;p6"/>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8" name="Google Shape;1238;p6"/>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9" name="Google Shape;1239;p6"/>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0" name="Google Shape;1240;p6"/>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1" name="Google Shape;1241;p6"/>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2" name="Google Shape;1242;p6"/>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243" name="Google Shape;1243;p6"/>
              <p:cNvGrpSpPr/>
              <p:nvPr/>
            </p:nvGrpSpPr>
            <p:grpSpPr>
              <a:xfrm>
                <a:off x="7594735" y="2642220"/>
                <a:ext cx="98740" cy="36846"/>
                <a:chOff x="1740" y="2642"/>
                <a:chExt cx="752" cy="327"/>
              </a:xfrm>
            </p:grpSpPr>
            <p:sp>
              <p:nvSpPr>
                <p:cNvPr id="1244" name="Google Shape;1244;p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5" name="Google Shape;1245;p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6" name="Google Shape;1246;p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7" name="Google Shape;1247;p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8" name="Google Shape;1248;p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9" name="Google Shape;1249;p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50" name="Google Shape;1250;p6"/>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1" name="Google Shape;1251;p6"/>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2" name="Google Shape;1252;p6"/>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3" name="Google Shape;1253;p6"/>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4" name="Google Shape;1254;p6"/>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5" name="Google Shape;1255;p6"/>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56" name="Google Shape;1256;p6"/>
            <p:cNvGrpSpPr/>
            <p:nvPr/>
          </p:nvGrpSpPr>
          <p:grpSpPr>
            <a:xfrm>
              <a:off x="8631407" y="2290407"/>
              <a:ext cx="530702" cy="478009"/>
              <a:chOff x="8631407" y="2290407"/>
              <a:chExt cx="530702" cy="478009"/>
            </a:xfrm>
          </p:grpSpPr>
          <p:pic>
            <p:nvPicPr>
              <p:cNvPr descr="light2.png" id="1257" name="Google Shape;1257;p6"/>
              <p:cNvPicPr preferRelativeResize="0"/>
              <p:nvPr/>
            </p:nvPicPr>
            <p:blipFill rotWithShape="1">
              <a:blip r:embed="rId11">
                <a:alphaModFix/>
              </a:blip>
              <a:srcRect b="0" l="0" r="0" t="0"/>
              <a:stretch/>
            </p:blipFill>
            <p:spPr>
              <a:xfrm flipH="1">
                <a:off x="8825293" y="2362969"/>
                <a:ext cx="92772" cy="405447"/>
              </a:xfrm>
              <a:prstGeom prst="rect">
                <a:avLst/>
              </a:prstGeom>
              <a:noFill/>
              <a:ln>
                <a:noFill/>
              </a:ln>
            </p:spPr>
          </p:pic>
          <p:pic>
            <p:nvPicPr>
              <p:cNvPr descr="antenna_stylized" id="1258" name="Google Shape;1258;p6"/>
              <p:cNvPicPr preferRelativeResize="0"/>
              <p:nvPr/>
            </p:nvPicPr>
            <p:blipFill rotWithShape="1">
              <a:blip r:embed="rId8">
                <a:alphaModFix/>
              </a:blip>
              <a:srcRect b="0" l="0" r="0" t="0"/>
              <a:stretch/>
            </p:blipFill>
            <p:spPr>
              <a:xfrm>
                <a:off x="8631407" y="2290407"/>
                <a:ext cx="530702" cy="223756"/>
              </a:xfrm>
              <a:prstGeom prst="rect">
                <a:avLst/>
              </a:prstGeom>
              <a:noFill/>
              <a:ln>
                <a:noFill/>
              </a:ln>
            </p:spPr>
          </p:pic>
        </p:grpSp>
        <p:grpSp>
          <p:nvGrpSpPr>
            <p:cNvPr id="1259" name="Google Shape;1259;p6"/>
            <p:cNvGrpSpPr/>
            <p:nvPr/>
          </p:nvGrpSpPr>
          <p:grpSpPr>
            <a:xfrm>
              <a:off x="8493165" y="2029804"/>
              <a:ext cx="849312" cy="226109"/>
              <a:chOff x="8493165" y="2029804"/>
              <a:chExt cx="849312" cy="226109"/>
            </a:xfrm>
          </p:grpSpPr>
          <p:pic>
            <p:nvPicPr>
              <p:cNvPr descr="car_icon_small" id="1260" name="Google Shape;1260;p6"/>
              <p:cNvPicPr preferRelativeResize="0"/>
              <p:nvPr/>
            </p:nvPicPr>
            <p:blipFill rotWithShape="1">
              <a:blip r:embed="rId12">
                <a:alphaModFix/>
              </a:blip>
              <a:srcRect b="0" l="0" r="0" t="0"/>
              <a:stretch/>
            </p:blipFill>
            <p:spPr>
              <a:xfrm>
                <a:off x="8493165" y="2087638"/>
                <a:ext cx="849312" cy="168275"/>
              </a:xfrm>
              <a:prstGeom prst="rect">
                <a:avLst/>
              </a:prstGeom>
              <a:noFill/>
              <a:ln>
                <a:noFill/>
              </a:ln>
            </p:spPr>
          </p:pic>
          <p:pic>
            <p:nvPicPr>
              <p:cNvPr descr="antenna_stylized" id="1261" name="Google Shape;1261;p6"/>
              <p:cNvPicPr preferRelativeResize="0"/>
              <p:nvPr/>
            </p:nvPicPr>
            <p:blipFill rotWithShape="1">
              <a:blip r:embed="rId8">
                <a:alphaModFix/>
              </a:blip>
              <a:srcRect b="0" l="0" r="0" t="0"/>
              <a:stretch/>
            </p:blipFill>
            <p:spPr>
              <a:xfrm>
                <a:off x="8704645" y="2029804"/>
                <a:ext cx="530702" cy="223756"/>
              </a:xfrm>
              <a:prstGeom prst="rect">
                <a:avLst/>
              </a:prstGeom>
              <a:noFill/>
              <a:ln>
                <a:noFill/>
              </a:ln>
            </p:spPr>
          </p:pic>
        </p:grpSp>
      </p:grpSp>
      <p:grpSp>
        <p:nvGrpSpPr>
          <p:cNvPr id="1262" name="Google Shape;1262;p6"/>
          <p:cNvGrpSpPr/>
          <p:nvPr/>
        </p:nvGrpSpPr>
        <p:grpSpPr>
          <a:xfrm>
            <a:off x="7468516" y="3357611"/>
            <a:ext cx="857739" cy="583764"/>
            <a:chOff x="7487144" y="3296104"/>
            <a:chExt cx="857739" cy="583764"/>
          </a:xfrm>
        </p:grpSpPr>
        <p:grpSp>
          <p:nvGrpSpPr>
            <p:cNvPr id="1263" name="Google Shape;1263;p6"/>
            <p:cNvGrpSpPr/>
            <p:nvPr/>
          </p:nvGrpSpPr>
          <p:grpSpPr>
            <a:xfrm>
              <a:off x="7487144" y="3389820"/>
              <a:ext cx="350807" cy="310034"/>
              <a:chOff x="7487144" y="3389820"/>
              <a:chExt cx="350807" cy="310034"/>
            </a:xfrm>
          </p:grpSpPr>
          <p:pic>
            <p:nvPicPr>
              <p:cNvPr descr="antenna_stylized" id="1264" name="Google Shape;1264;p6"/>
              <p:cNvPicPr preferRelativeResize="0"/>
              <p:nvPr/>
            </p:nvPicPr>
            <p:blipFill rotWithShape="1">
              <a:blip r:embed="rId13">
                <a:alphaModFix/>
              </a:blip>
              <a:srcRect b="0" l="0" r="0" t="0"/>
              <a:stretch/>
            </p:blipFill>
            <p:spPr>
              <a:xfrm>
                <a:off x="7487144" y="3389820"/>
                <a:ext cx="347997" cy="167557"/>
              </a:xfrm>
              <a:prstGeom prst="rect">
                <a:avLst/>
              </a:prstGeom>
              <a:noFill/>
              <a:ln>
                <a:noFill/>
              </a:ln>
            </p:spPr>
          </p:pic>
          <p:pic>
            <p:nvPicPr>
              <p:cNvPr descr="laptop_keyboard" id="1265" name="Google Shape;1265;p6"/>
              <p:cNvPicPr preferRelativeResize="0"/>
              <p:nvPr/>
            </p:nvPicPr>
            <p:blipFill rotWithShape="1">
              <a:blip r:embed="rId14">
                <a:alphaModFix/>
              </a:blip>
              <a:srcRect b="0" l="0" r="0" t="0"/>
              <a:stretch/>
            </p:blipFill>
            <p:spPr>
              <a:xfrm flipH="1" rot="109064">
                <a:off x="7504001" y="3575889"/>
                <a:ext cx="286699" cy="119448"/>
              </a:xfrm>
              <a:prstGeom prst="rect">
                <a:avLst/>
              </a:prstGeom>
              <a:noFill/>
              <a:ln>
                <a:noFill/>
              </a:ln>
            </p:spPr>
          </p:pic>
          <p:sp>
            <p:nvSpPr>
              <p:cNvPr id="1266" name="Google Shape;1266;p6"/>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267" name="Google Shape;1267;p6"/>
              <p:cNvPicPr preferRelativeResize="0"/>
              <p:nvPr/>
            </p:nvPicPr>
            <p:blipFill rotWithShape="1">
              <a:blip r:embed="rId15">
                <a:alphaModFix/>
              </a:blip>
              <a:srcRect b="0" l="0" r="0" t="0"/>
              <a:stretch/>
            </p:blipFill>
            <p:spPr>
              <a:xfrm>
                <a:off x="7610380" y="3463988"/>
                <a:ext cx="209692" cy="141851"/>
              </a:xfrm>
              <a:prstGeom prst="rect">
                <a:avLst/>
              </a:prstGeom>
              <a:noFill/>
              <a:ln>
                <a:noFill/>
              </a:ln>
            </p:spPr>
          </p:pic>
          <p:sp>
            <p:nvSpPr>
              <p:cNvPr id="1268" name="Google Shape;1268;p6"/>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9" name="Google Shape;1269;p6"/>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0" name="Google Shape;1270;p6"/>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1" name="Google Shape;1271;p6"/>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2" name="Google Shape;1272;p6"/>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3" name="Google Shape;1273;p6"/>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274" name="Google Shape;1274;p6"/>
              <p:cNvGrpSpPr/>
              <p:nvPr/>
            </p:nvGrpSpPr>
            <p:grpSpPr>
              <a:xfrm>
                <a:off x="7593395" y="3625649"/>
                <a:ext cx="64747" cy="27592"/>
                <a:chOff x="1740" y="2642"/>
                <a:chExt cx="752" cy="327"/>
              </a:xfrm>
            </p:grpSpPr>
            <p:sp>
              <p:nvSpPr>
                <p:cNvPr id="1275" name="Google Shape;1275;p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6" name="Google Shape;1276;p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7" name="Google Shape;1277;p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8" name="Google Shape;1278;p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9" name="Google Shape;1279;p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0" name="Google Shape;1280;p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81" name="Google Shape;1281;p6"/>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2" name="Google Shape;1282;p6"/>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3" name="Google Shape;1283;p6"/>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4" name="Google Shape;1284;p6"/>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5" name="Google Shape;1285;p6"/>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6" name="Google Shape;1286;p6"/>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87" name="Google Shape;1287;p6"/>
            <p:cNvGrpSpPr/>
            <p:nvPr/>
          </p:nvGrpSpPr>
          <p:grpSpPr>
            <a:xfrm flipH="1">
              <a:off x="7985622" y="3537823"/>
              <a:ext cx="359261" cy="342045"/>
              <a:chOff x="2839" y="3501"/>
              <a:chExt cx="755" cy="803"/>
            </a:xfrm>
          </p:grpSpPr>
          <p:pic>
            <p:nvPicPr>
              <p:cNvPr descr="desktop_computer_stylized_medium" id="1288" name="Google Shape;1288;p6"/>
              <p:cNvPicPr preferRelativeResize="0"/>
              <p:nvPr/>
            </p:nvPicPr>
            <p:blipFill rotWithShape="1">
              <a:blip r:embed="rId16">
                <a:alphaModFix/>
              </a:blip>
              <a:srcRect b="0" l="0" r="0" t="0"/>
              <a:stretch/>
            </p:blipFill>
            <p:spPr>
              <a:xfrm>
                <a:off x="2839" y="3501"/>
                <a:ext cx="755" cy="803"/>
              </a:xfrm>
              <a:prstGeom prst="rect">
                <a:avLst/>
              </a:prstGeom>
              <a:noFill/>
              <a:ln>
                <a:noFill/>
              </a:ln>
            </p:spPr>
          </p:pic>
          <p:sp>
            <p:nvSpPr>
              <p:cNvPr id="1289" name="Google Shape;1289;p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90" name="Google Shape;1290;p6"/>
            <p:cNvGrpSpPr/>
            <p:nvPr/>
          </p:nvGrpSpPr>
          <p:grpSpPr>
            <a:xfrm>
              <a:off x="7797061" y="3296104"/>
              <a:ext cx="347997" cy="396620"/>
              <a:chOff x="7797061" y="3296104"/>
              <a:chExt cx="347997" cy="396620"/>
            </a:xfrm>
          </p:grpSpPr>
          <p:pic>
            <p:nvPicPr>
              <p:cNvPr descr="fridge2.png" id="1291" name="Google Shape;1291;p6"/>
              <p:cNvPicPr preferRelativeResize="0"/>
              <p:nvPr/>
            </p:nvPicPr>
            <p:blipFill rotWithShape="1">
              <a:blip r:embed="rId17">
                <a:alphaModFix/>
              </a:blip>
              <a:srcRect b="0" l="0" r="0" t="0"/>
              <a:stretch/>
            </p:blipFill>
            <p:spPr>
              <a:xfrm>
                <a:off x="7896825" y="3355697"/>
                <a:ext cx="189578" cy="337027"/>
              </a:xfrm>
              <a:prstGeom prst="rect">
                <a:avLst/>
              </a:prstGeom>
              <a:noFill/>
              <a:ln>
                <a:noFill/>
              </a:ln>
            </p:spPr>
          </p:pic>
          <p:pic>
            <p:nvPicPr>
              <p:cNvPr descr="antenna_stylized" id="1292" name="Google Shape;1292;p6"/>
              <p:cNvPicPr preferRelativeResize="0"/>
              <p:nvPr/>
            </p:nvPicPr>
            <p:blipFill rotWithShape="1">
              <a:blip r:embed="rId13">
                <a:alphaModFix/>
              </a:blip>
              <a:srcRect b="0" l="0" r="0" t="0"/>
              <a:stretch/>
            </p:blipFill>
            <p:spPr>
              <a:xfrm>
                <a:off x="7797061" y="3296104"/>
                <a:ext cx="347997" cy="167557"/>
              </a:xfrm>
              <a:prstGeom prst="rect">
                <a:avLst/>
              </a:prstGeom>
              <a:noFill/>
              <a:ln>
                <a:noFill/>
              </a:ln>
            </p:spPr>
          </p:pic>
        </p:grpSp>
      </p:grpSp>
      <p:grpSp>
        <p:nvGrpSpPr>
          <p:cNvPr id="1293" name="Google Shape;1293;p6"/>
          <p:cNvGrpSpPr/>
          <p:nvPr/>
        </p:nvGrpSpPr>
        <p:grpSpPr>
          <a:xfrm>
            <a:off x="11039945" y="3460672"/>
            <a:ext cx="518448" cy="1212242"/>
            <a:chOff x="11058573" y="3399165"/>
            <a:chExt cx="518448" cy="1212242"/>
          </a:xfrm>
        </p:grpSpPr>
        <p:grpSp>
          <p:nvGrpSpPr>
            <p:cNvPr id="1294" name="Google Shape;1294;p6"/>
            <p:cNvGrpSpPr/>
            <p:nvPr/>
          </p:nvGrpSpPr>
          <p:grpSpPr>
            <a:xfrm>
              <a:off x="11087182" y="4159591"/>
              <a:ext cx="489839" cy="451816"/>
              <a:chOff x="5103720" y="2693365"/>
              <a:chExt cx="611650" cy="414788"/>
            </a:xfrm>
          </p:grpSpPr>
          <p:cxnSp>
            <p:nvCxnSpPr>
              <p:cNvPr id="1295" name="Google Shape;1295;p6"/>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296" name="Google Shape;1296;p6"/>
              <p:cNvGrpSpPr/>
              <p:nvPr/>
            </p:nvGrpSpPr>
            <p:grpSpPr>
              <a:xfrm>
                <a:off x="5275406" y="2693365"/>
                <a:ext cx="439964" cy="414788"/>
                <a:chOff x="5275406" y="2711455"/>
                <a:chExt cx="452949" cy="405518"/>
              </a:xfrm>
            </p:grpSpPr>
            <p:pic>
              <p:nvPicPr>
                <p:cNvPr descr="server_rack.png" id="1297" name="Google Shape;1297;p6"/>
                <p:cNvPicPr preferRelativeResize="0"/>
                <p:nvPr/>
              </p:nvPicPr>
              <p:blipFill rotWithShape="1">
                <a:blip r:embed="rId18">
                  <a:alphaModFix/>
                </a:blip>
                <a:srcRect b="0" l="0" r="0" t="0"/>
                <a:stretch/>
              </p:blipFill>
              <p:spPr>
                <a:xfrm>
                  <a:off x="5537367" y="2770786"/>
                  <a:ext cx="190988" cy="313366"/>
                </a:xfrm>
                <a:prstGeom prst="rect">
                  <a:avLst/>
                </a:prstGeom>
                <a:noFill/>
                <a:ln>
                  <a:noFill/>
                </a:ln>
              </p:spPr>
            </p:pic>
            <p:pic>
              <p:nvPicPr>
                <p:cNvPr descr="server_rack.png" id="1298" name="Google Shape;1298;p6"/>
                <p:cNvPicPr preferRelativeResize="0"/>
                <p:nvPr/>
              </p:nvPicPr>
              <p:blipFill rotWithShape="1">
                <a:blip r:embed="rId18">
                  <a:alphaModFix/>
                </a:blip>
                <a:srcRect b="0" l="0" r="0" t="0"/>
                <a:stretch/>
              </p:blipFill>
              <p:spPr>
                <a:xfrm>
                  <a:off x="5275406" y="2764002"/>
                  <a:ext cx="190988" cy="313366"/>
                </a:xfrm>
                <a:prstGeom prst="rect">
                  <a:avLst/>
                </a:prstGeom>
                <a:noFill/>
                <a:ln>
                  <a:noFill/>
                </a:ln>
              </p:spPr>
            </p:pic>
            <p:pic>
              <p:nvPicPr>
                <p:cNvPr descr="server_rack.png" id="1299" name="Google Shape;1299;p6"/>
                <p:cNvPicPr preferRelativeResize="0"/>
                <p:nvPr/>
              </p:nvPicPr>
              <p:blipFill rotWithShape="1">
                <a:blip r:embed="rId18">
                  <a:alphaModFix/>
                </a:blip>
                <a:srcRect b="0" l="0" r="0" t="0"/>
                <a:stretch/>
              </p:blipFill>
              <p:spPr>
                <a:xfrm>
                  <a:off x="5385676" y="2711455"/>
                  <a:ext cx="247152" cy="405518"/>
                </a:xfrm>
                <a:prstGeom prst="rect">
                  <a:avLst/>
                </a:prstGeom>
                <a:noFill/>
                <a:ln>
                  <a:noFill/>
                </a:ln>
              </p:spPr>
            </p:pic>
          </p:grpSp>
        </p:grpSp>
        <p:grpSp>
          <p:nvGrpSpPr>
            <p:cNvPr id="1300" name="Google Shape;1300;p6"/>
            <p:cNvGrpSpPr/>
            <p:nvPr/>
          </p:nvGrpSpPr>
          <p:grpSpPr>
            <a:xfrm>
              <a:off x="11058573" y="3399165"/>
              <a:ext cx="423724" cy="405973"/>
              <a:chOff x="5103720" y="2693365"/>
              <a:chExt cx="611650" cy="414788"/>
            </a:xfrm>
          </p:grpSpPr>
          <p:cxnSp>
            <p:nvCxnSpPr>
              <p:cNvPr id="1301" name="Google Shape;1301;p6"/>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1302" name="Google Shape;1302;p6"/>
              <p:cNvGrpSpPr/>
              <p:nvPr/>
            </p:nvGrpSpPr>
            <p:grpSpPr>
              <a:xfrm>
                <a:off x="5275406" y="2693365"/>
                <a:ext cx="439964" cy="414788"/>
                <a:chOff x="5275406" y="2711455"/>
                <a:chExt cx="452949" cy="405518"/>
              </a:xfrm>
            </p:grpSpPr>
            <p:pic>
              <p:nvPicPr>
                <p:cNvPr descr="server_rack.png" id="1303" name="Google Shape;1303;p6"/>
                <p:cNvPicPr preferRelativeResize="0"/>
                <p:nvPr/>
              </p:nvPicPr>
              <p:blipFill rotWithShape="1">
                <a:blip r:embed="rId18">
                  <a:alphaModFix/>
                </a:blip>
                <a:srcRect b="0" l="0" r="0" t="0"/>
                <a:stretch/>
              </p:blipFill>
              <p:spPr>
                <a:xfrm>
                  <a:off x="5537367" y="2770786"/>
                  <a:ext cx="190988" cy="313366"/>
                </a:xfrm>
                <a:prstGeom prst="rect">
                  <a:avLst/>
                </a:prstGeom>
                <a:noFill/>
                <a:ln>
                  <a:noFill/>
                </a:ln>
              </p:spPr>
            </p:pic>
            <p:pic>
              <p:nvPicPr>
                <p:cNvPr descr="server_rack.png" id="1304" name="Google Shape;1304;p6"/>
                <p:cNvPicPr preferRelativeResize="0"/>
                <p:nvPr/>
              </p:nvPicPr>
              <p:blipFill rotWithShape="1">
                <a:blip r:embed="rId18">
                  <a:alphaModFix/>
                </a:blip>
                <a:srcRect b="0" l="0" r="0" t="0"/>
                <a:stretch/>
              </p:blipFill>
              <p:spPr>
                <a:xfrm>
                  <a:off x="5275406" y="2764002"/>
                  <a:ext cx="190988" cy="313366"/>
                </a:xfrm>
                <a:prstGeom prst="rect">
                  <a:avLst/>
                </a:prstGeom>
                <a:noFill/>
                <a:ln>
                  <a:noFill/>
                </a:ln>
              </p:spPr>
            </p:pic>
            <p:pic>
              <p:nvPicPr>
                <p:cNvPr descr="server_rack.png" id="1305" name="Google Shape;1305;p6"/>
                <p:cNvPicPr preferRelativeResize="0"/>
                <p:nvPr/>
              </p:nvPicPr>
              <p:blipFill rotWithShape="1">
                <a:blip r:embed="rId18">
                  <a:alphaModFix/>
                </a:blip>
                <a:srcRect b="0" l="0" r="0" t="0"/>
                <a:stretch/>
              </p:blipFill>
              <p:spPr>
                <a:xfrm>
                  <a:off x="5385676" y="2711455"/>
                  <a:ext cx="247152" cy="405518"/>
                </a:xfrm>
                <a:prstGeom prst="rect">
                  <a:avLst/>
                </a:prstGeom>
                <a:noFill/>
                <a:ln>
                  <a:noFill/>
                </a:ln>
              </p:spPr>
            </p:pic>
          </p:grpSp>
        </p:grpSp>
      </p:grpSp>
      <p:grpSp>
        <p:nvGrpSpPr>
          <p:cNvPr id="1306" name="Google Shape;1306;p6"/>
          <p:cNvGrpSpPr/>
          <p:nvPr/>
        </p:nvGrpSpPr>
        <p:grpSpPr>
          <a:xfrm>
            <a:off x="10263913" y="5306138"/>
            <a:ext cx="177192" cy="330833"/>
            <a:chOff x="4140" y="429"/>
            <a:chExt cx="1425" cy="2396"/>
          </a:xfrm>
        </p:grpSpPr>
        <p:sp>
          <p:nvSpPr>
            <p:cNvPr id="1307" name="Google Shape;1307;p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8" name="Google Shape;1308;p6"/>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309" name="Google Shape;1309;p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0" name="Google Shape;1310;p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1" name="Google Shape;1311;p6"/>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312" name="Google Shape;1312;p6"/>
            <p:cNvGrpSpPr/>
            <p:nvPr/>
          </p:nvGrpSpPr>
          <p:grpSpPr>
            <a:xfrm>
              <a:off x="4748" y="666"/>
              <a:ext cx="578" cy="150"/>
              <a:chOff x="613" y="2566"/>
              <a:chExt cx="721" cy="144"/>
            </a:xfrm>
          </p:grpSpPr>
          <p:sp>
            <p:nvSpPr>
              <p:cNvPr id="1313" name="Google Shape;1313;p6"/>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314" name="Google Shape;1314;p6"/>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315" name="Google Shape;1315;p6"/>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316" name="Google Shape;1316;p6"/>
            <p:cNvGrpSpPr/>
            <p:nvPr/>
          </p:nvGrpSpPr>
          <p:grpSpPr>
            <a:xfrm>
              <a:off x="4748" y="990"/>
              <a:ext cx="578" cy="134"/>
              <a:chOff x="615" y="2564"/>
              <a:chExt cx="721" cy="139"/>
            </a:xfrm>
          </p:grpSpPr>
          <p:sp>
            <p:nvSpPr>
              <p:cNvPr id="1317" name="Google Shape;1317;p6"/>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318" name="Google Shape;1318;p6"/>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319" name="Google Shape;1319;p6"/>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320" name="Google Shape;1320;p6"/>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321" name="Google Shape;1321;p6"/>
            <p:cNvGrpSpPr/>
            <p:nvPr/>
          </p:nvGrpSpPr>
          <p:grpSpPr>
            <a:xfrm>
              <a:off x="4738" y="1647"/>
              <a:ext cx="578" cy="135"/>
              <a:chOff x="618" y="2586"/>
              <a:chExt cx="720" cy="124"/>
            </a:xfrm>
          </p:grpSpPr>
          <p:sp>
            <p:nvSpPr>
              <p:cNvPr id="1322" name="Google Shape;1322;p6"/>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323" name="Google Shape;1323;p6"/>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324" name="Google Shape;1324;p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325" name="Google Shape;1325;p6"/>
            <p:cNvGrpSpPr/>
            <p:nvPr/>
          </p:nvGrpSpPr>
          <p:grpSpPr>
            <a:xfrm>
              <a:off x="4738" y="1330"/>
              <a:ext cx="588" cy="134"/>
              <a:chOff x="613" y="2571"/>
              <a:chExt cx="732" cy="134"/>
            </a:xfrm>
          </p:grpSpPr>
          <p:sp>
            <p:nvSpPr>
              <p:cNvPr id="1326" name="Google Shape;1326;p6"/>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327" name="Google Shape;1327;p6"/>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328" name="Google Shape;1328;p6"/>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329" name="Google Shape;1329;p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0" name="Google Shape;1330;p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1" name="Google Shape;1331;p6"/>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332" name="Google Shape;1332;p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3" name="Google Shape;1333;p6"/>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334" name="Google Shape;1334;p6"/>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335" name="Google Shape;1335;p6"/>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336" name="Google Shape;1336;p6"/>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1337" name="Google Shape;1337;p6"/>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338" name="Google Shape;1338;p6"/>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1339" name="Google Shape;1339;p6"/>
          <p:cNvGrpSpPr/>
          <p:nvPr/>
        </p:nvGrpSpPr>
        <p:grpSpPr>
          <a:xfrm flipH="1">
            <a:off x="7955853" y="4932348"/>
            <a:ext cx="345630" cy="320302"/>
            <a:chOff x="2839" y="3501"/>
            <a:chExt cx="755" cy="803"/>
          </a:xfrm>
        </p:grpSpPr>
        <p:pic>
          <p:nvPicPr>
            <p:cNvPr descr="desktop_computer_stylized_medium" id="1340" name="Google Shape;1340;p6"/>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1341" name="Google Shape;1341;p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42" name="Google Shape;1342;p6"/>
          <p:cNvGrpSpPr/>
          <p:nvPr/>
        </p:nvGrpSpPr>
        <p:grpSpPr>
          <a:xfrm>
            <a:off x="9010801" y="5861358"/>
            <a:ext cx="310186" cy="312008"/>
            <a:chOff x="877" y="1008"/>
            <a:chExt cx="2747" cy="2626"/>
          </a:xfrm>
        </p:grpSpPr>
        <p:pic>
          <p:nvPicPr>
            <p:cNvPr descr="antenna_stylized" id="1343" name="Google Shape;1343;p6"/>
            <p:cNvPicPr preferRelativeResize="0"/>
            <p:nvPr/>
          </p:nvPicPr>
          <p:blipFill rotWithShape="1">
            <a:blip r:embed="rId20">
              <a:alphaModFix/>
            </a:blip>
            <a:srcRect b="0" l="0" r="0" t="0"/>
            <a:stretch/>
          </p:blipFill>
          <p:spPr>
            <a:xfrm>
              <a:off x="877" y="1008"/>
              <a:ext cx="2725" cy="1421"/>
            </a:xfrm>
            <a:prstGeom prst="rect">
              <a:avLst/>
            </a:prstGeom>
            <a:noFill/>
            <a:ln>
              <a:noFill/>
            </a:ln>
          </p:spPr>
        </p:pic>
        <p:pic>
          <p:nvPicPr>
            <p:cNvPr descr="laptop_keyboard" id="1344" name="Google Shape;1344;p6"/>
            <p:cNvPicPr preferRelativeResize="0"/>
            <p:nvPr/>
          </p:nvPicPr>
          <p:blipFill rotWithShape="1">
            <a:blip r:embed="rId21">
              <a:alphaModFix/>
            </a:blip>
            <a:srcRect b="0" l="0" r="0" t="0"/>
            <a:stretch/>
          </p:blipFill>
          <p:spPr>
            <a:xfrm flipH="1" rot="109064">
              <a:off x="1009" y="2586"/>
              <a:ext cx="2245" cy="1013"/>
            </a:xfrm>
            <a:prstGeom prst="rect">
              <a:avLst/>
            </a:prstGeom>
            <a:noFill/>
            <a:ln>
              <a:noFill/>
            </a:ln>
          </p:spPr>
        </p:pic>
        <p:sp>
          <p:nvSpPr>
            <p:cNvPr id="1345" name="Google Shape;1345;p6"/>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346" name="Google Shape;1346;p6"/>
            <p:cNvPicPr preferRelativeResize="0"/>
            <p:nvPr/>
          </p:nvPicPr>
          <p:blipFill rotWithShape="1">
            <a:blip r:embed="rId22">
              <a:alphaModFix/>
            </a:blip>
            <a:srcRect b="0" l="0" r="0" t="0"/>
            <a:stretch/>
          </p:blipFill>
          <p:spPr>
            <a:xfrm>
              <a:off x="1842" y="1637"/>
              <a:ext cx="1642" cy="1203"/>
            </a:xfrm>
            <a:prstGeom prst="rect">
              <a:avLst/>
            </a:prstGeom>
            <a:noFill/>
            <a:ln>
              <a:noFill/>
            </a:ln>
          </p:spPr>
        </p:pic>
        <p:sp>
          <p:nvSpPr>
            <p:cNvPr id="1347" name="Google Shape;1347;p6"/>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8" name="Google Shape;1348;p6"/>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9" name="Google Shape;1349;p6"/>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0" name="Google Shape;1350;p6"/>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1" name="Google Shape;1351;p6"/>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2" name="Google Shape;1352;p6"/>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353" name="Google Shape;1353;p6"/>
            <p:cNvGrpSpPr/>
            <p:nvPr/>
          </p:nvGrpSpPr>
          <p:grpSpPr>
            <a:xfrm>
              <a:off x="1709" y="3008"/>
              <a:ext cx="507" cy="234"/>
              <a:chOff x="1740" y="2642"/>
              <a:chExt cx="752" cy="327"/>
            </a:xfrm>
          </p:grpSpPr>
          <p:sp>
            <p:nvSpPr>
              <p:cNvPr id="1354" name="Google Shape;1354;p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5" name="Google Shape;1355;p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6" name="Google Shape;1356;p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7" name="Google Shape;1357;p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8" name="Google Shape;1358;p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9" name="Google Shape;1359;p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60" name="Google Shape;1360;p6"/>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1" name="Google Shape;1361;p6"/>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2" name="Google Shape;1362;p6"/>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3" name="Google Shape;1363;p6"/>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4" name="Google Shape;1364;p6"/>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5" name="Google Shape;1365;p6"/>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66" name="Google Shape;1366;p6"/>
          <p:cNvGrpSpPr/>
          <p:nvPr/>
        </p:nvGrpSpPr>
        <p:grpSpPr>
          <a:xfrm flipH="1">
            <a:off x="7748979" y="5313247"/>
            <a:ext cx="345630" cy="320302"/>
            <a:chOff x="2839" y="3501"/>
            <a:chExt cx="755" cy="803"/>
          </a:xfrm>
        </p:grpSpPr>
        <p:pic>
          <p:nvPicPr>
            <p:cNvPr descr="desktop_computer_stylized_medium" id="1367" name="Google Shape;1367;p6"/>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1368" name="Google Shape;1368;p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69" name="Google Shape;1369;p6"/>
          <p:cNvGrpSpPr/>
          <p:nvPr/>
        </p:nvGrpSpPr>
        <p:grpSpPr>
          <a:xfrm flipH="1">
            <a:off x="8128907" y="5536844"/>
            <a:ext cx="345630" cy="320302"/>
            <a:chOff x="2839" y="3501"/>
            <a:chExt cx="755" cy="803"/>
          </a:xfrm>
        </p:grpSpPr>
        <p:pic>
          <p:nvPicPr>
            <p:cNvPr descr="desktop_computer_stylized_medium" id="1370" name="Google Shape;1370;p6"/>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1371" name="Google Shape;1371;p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72" name="Google Shape;1372;p6"/>
          <p:cNvGrpSpPr/>
          <p:nvPr/>
        </p:nvGrpSpPr>
        <p:grpSpPr>
          <a:xfrm flipH="1">
            <a:off x="8527132" y="5558317"/>
            <a:ext cx="345630" cy="320302"/>
            <a:chOff x="2839" y="3501"/>
            <a:chExt cx="755" cy="803"/>
          </a:xfrm>
        </p:grpSpPr>
        <p:pic>
          <p:nvPicPr>
            <p:cNvPr descr="desktop_computer_stylized_medium" id="1373" name="Google Shape;1373;p6"/>
            <p:cNvPicPr preferRelativeResize="0"/>
            <p:nvPr/>
          </p:nvPicPr>
          <p:blipFill rotWithShape="1">
            <a:blip r:embed="rId19">
              <a:alphaModFix/>
            </a:blip>
            <a:srcRect b="0" l="0" r="0" t="0"/>
            <a:stretch/>
          </p:blipFill>
          <p:spPr>
            <a:xfrm>
              <a:off x="2839" y="3501"/>
              <a:ext cx="755" cy="803"/>
            </a:xfrm>
            <a:prstGeom prst="rect">
              <a:avLst/>
            </a:prstGeom>
            <a:noFill/>
            <a:ln>
              <a:noFill/>
            </a:ln>
          </p:spPr>
        </p:pic>
        <p:sp>
          <p:nvSpPr>
            <p:cNvPr id="1374" name="Google Shape;1374;p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75" name="Google Shape;1375;p6"/>
          <p:cNvGrpSpPr/>
          <p:nvPr/>
        </p:nvGrpSpPr>
        <p:grpSpPr>
          <a:xfrm>
            <a:off x="9647169" y="6015687"/>
            <a:ext cx="319264" cy="256836"/>
            <a:chOff x="877" y="1008"/>
            <a:chExt cx="2747" cy="2626"/>
          </a:xfrm>
        </p:grpSpPr>
        <p:pic>
          <p:nvPicPr>
            <p:cNvPr descr="antenna_stylized" id="1376" name="Google Shape;1376;p6"/>
            <p:cNvPicPr preferRelativeResize="0"/>
            <p:nvPr/>
          </p:nvPicPr>
          <p:blipFill rotWithShape="1">
            <a:blip r:embed="rId20">
              <a:alphaModFix/>
            </a:blip>
            <a:srcRect b="0" l="0" r="0" t="0"/>
            <a:stretch/>
          </p:blipFill>
          <p:spPr>
            <a:xfrm>
              <a:off x="877" y="1008"/>
              <a:ext cx="2725" cy="1421"/>
            </a:xfrm>
            <a:prstGeom prst="rect">
              <a:avLst/>
            </a:prstGeom>
            <a:noFill/>
            <a:ln>
              <a:noFill/>
            </a:ln>
          </p:spPr>
        </p:pic>
        <p:pic>
          <p:nvPicPr>
            <p:cNvPr descr="laptop_keyboard" id="1377" name="Google Shape;1377;p6"/>
            <p:cNvPicPr preferRelativeResize="0"/>
            <p:nvPr/>
          </p:nvPicPr>
          <p:blipFill rotWithShape="1">
            <a:blip r:embed="rId21">
              <a:alphaModFix/>
            </a:blip>
            <a:srcRect b="0" l="0" r="0" t="0"/>
            <a:stretch/>
          </p:blipFill>
          <p:spPr>
            <a:xfrm flipH="1" rot="109064">
              <a:off x="1009" y="2586"/>
              <a:ext cx="2245" cy="1013"/>
            </a:xfrm>
            <a:prstGeom prst="rect">
              <a:avLst/>
            </a:prstGeom>
            <a:noFill/>
            <a:ln>
              <a:noFill/>
            </a:ln>
          </p:spPr>
        </p:pic>
        <p:sp>
          <p:nvSpPr>
            <p:cNvPr id="1378" name="Google Shape;1378;p6"/>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1379" name="Google Shape;1379;p6"/>
            <p:cNvPicPr preferRelativeResize="0"/>
            <p:nvPr/>
          </p:nvPicPr>
          <p:blipFill rotWithShape="1">
            <a:blip r:embed="rId22">
              <a:alphaModFix/>
            </a:blip>
            <a:srcRect b="0" l="0" r="0" t="0"/>
            <a:stretch/>
          </p:blipFill>
          <p:spPr>
            <a:xfrm>
              <a:off x="1842" y="1637"/>
              <a:ext cx="1642" cy="1203"/>
            </a:xfrm>
            <a:prstGeom prst="rect">
              <a:avLst/>
            </a:prstGeom>
            <a:noFill/>
            <a:ln>
              <a:noFill/>
            </a:ln>
          </p:spPr>
        </p:pic>
        <p:sp>
          <p:nvSpPr>
            <p:cNvPr id="1380" name="Google Shape;1380;p6"/>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1" name="Google Shape;1381;p6"/>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2" name="Google Shape;1382;p6"/>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3" name="Google Shape;1383;p6"/>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4" name="Google Shape;1384;p6"/>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5" name="Google Shape;1385;p6"/>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386" name="Google Shape;1386;p6"/>
            <p:cNvGrpSpPr/>
            <p:nvPr/>
          </p:nvGrpSpPr>
          <p:grpSpPr>
            <a:xfrm>
              <a:off x="1709" y="3008"/>
              <a:ext cx="507" cy="234"/>
              <a:chOff x="1740" y="2642"/>
              <a:chExt cx="752" cy="327"/>
            </a:xfrm>
          </p:grpSpPr>
          <p:sp>
            <p:nvSpPr>
              <p:cNvPr id="1387" name="Google Shape;1387;p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8" name="Google Shape;1388;p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9" name="Google Shape;1389;p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0" name="Google Shape;1390;p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1" name="Google Shape;1391;p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2" name="Google Shape;1392;p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93" name="Google Shape;1393;p6"/>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4" name="Google Shape;1394;p6"/>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5" name="Google Shape;1395;p6"/>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6" name="Google Shape;1396;p6"/>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7" name="Google Shape;1397;p6"/>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8" name="Google Shape;1398;p6"/>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99" name="Google Shape;1399;p6"/>
          <p:cNvGrpSpPr/>
          <p:nvPr/>
        </p:nvGrpSpPr>
        <p:grpSpPr>
          <a:xfrm>
            <a:off x="9992875" y="5668575"/>
            <a:ext cx="171450" cy="348944"/>
            <a:chOff x="4140" y="429"/>
            <a:chExt cx="1425" cy="2396"/>
          </a:xfrm>
        </p:grpSpPr>
        <p:sp>
          <p:nvSpPr>
            <p:cNvPr id="1400" name="Google Shape;1400;p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1" name="Google Shape;1401;p6"/>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02" name="Google Shape;1402;p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3" name="Google Shape;1403;p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4" name="Google Shape;1404;p6"/>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405" name="Google Shape;1405;p6"/>
            <p:cNvGrpSpPr/>
            <p:nvPr/>
          </p:nvGrpSpPr>
          <p:grpSpPr>
            <a:xfrm>
              <a:off x="4748" y="666"/>
              <a:ext cx="578" cy="150"/>
              <a:chOff x="613" y="2566"/>
              <a:chExt cx="721" cy="144"/>
            </a:xfrm>
          </p:grpSpPr>
          <p:sp>
            <p:nvSpPr>
              <p:cNvPr id="1406" name="Google Shape;1406;p6"/>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07" name="Google Shape;1407;p6"/>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408" name="Google Shape;1408;p6"/>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409" name="Google Shape;1409;p6"/>
            <p:cNvGrpSpPr/>
            <p:nvPr/>
          </p:nvGrpSpPr>
          <p:grpSpPr>
            <a:xfrm>
              <a:off x="4748" y="990"/>
              <a:ext cx="578" cy="134"/>
              <a:chOff x="615" y="2564"/>
              <a:chExt cx="721" cy="139"/>
            </a:xfrm>
          </p:grpSpPr>
          <p:sp>
            <p:nvSpPr>
              <p:cNvPr id="1410" name="Google Shape;1410;p6"/>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11" name="Google Shape;1411;p6"/>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412" name="Google Shape;1412;p6"/>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13" name="Google Shape;1413;p6"/>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1414" name="Google Shape;1414;p6"/>
            <p:cNvGrpSpPr/>
            <p:nvPr/>
          </p:nvGrpSpPr>
          <p:grpSpPr>
            <a:xfrm>
              <a:off x="4738" y="1647"/>
              <a:ext cx="578" cy="135"/>
              <a:chOff x="618" y="2586"/>
              <a:chExt cx="720" cy="124"/>
            </a:xfrm>
          </p:grpSpPr>
          <p:sp>
            <p:nvSpPr>
              <p:cNvPr id="1415" name="Google Shape;1415;p6"/>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16" name="Google Shape;1416;p6"/>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417" name="Google Shape;1417;p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18" name="Google Shape;1418;p6"/>
            <p:cNvGrpSpPr/>
            <p:nvPr/>
          </p:nvGrpSpPr>
          <p:grpSpPr>
            <a:xfrm>
              <a:off x="4738" y="1330"/>
              <a:ext cx="588" cy="134"/>
              <a:chOff x="613" y="2571"/>
              <a:chExt cx="732" cy="134"/>
            </a:xfrm>
          </p:grpSpPr>
          <p:sp>
            <p:nvSpPr>
              <p:cNvPr id="1419" name="Google Shape;1419;p6"/>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20" name="Google Shape;1420;p6"/>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1421" name="Google Shape;1421;p6"/>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22" name="Google Shape;1422;p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3" name="Google Shape;1423;p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4" name="Google Shape;1424;p6"/>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25" name="Google Shape;1425;p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6" name="Google Shape;1426;p6"/>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27" name="Google Shape;1427;p6"/>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28" name="Google Shape;1428;p6"/>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29" name="Google Shape;1429;p6"/>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1430" name="Google Shape;1430;p6"/>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431" name="Google Shape;1431;p6"/>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1432" name="Google Shape;1432;p6"/>
          <p:cNvGrpSpPr/>
          <p:nvPr/>
        </p:nvGrpSpPr>
        <p:grpSpPr>
          <a:xfrm>
            <a:off x="7613882" y="2107963"/>
            <a:ext cx="3540395" cy="3733733"/>
            <a:chOff x="7619038" y="2102861"/>
            <a:chExt cx="3540395" cy="3733733"/>
          </a:xfrm>
        </p:grpSpPr>
        <p:cxnSp>
          <p:nvCxnSpPr>
            <p:cNvPr id="1433" name="Google Shape;1433;p6"/>
            <p:cNvCxnSpPr/>
            <p:nvPr/>
          </p:nvCxnSpPr>
          <p:spPr>
            <a:xfrm>
              <a:off x="8213016" y="2695257"/>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434" name="Google Shape;1434;p6"/>
            <p:cNvGrpSpPr/>
            <p:nvPr/>
          </p:nvGrpSpPr>
          <p:grpSpPr>
            <a:xfrm>
              <a:off x="8055854" y="2304274"/>
              <a:ext cx="298450" cy="464008"/>
              <a:chOff x="3130" y="3288"/>
              <a:chExt cx="410" cy="742"/>
            </a:xfrm>
          </p:grpSpPr>
          <p:cxnSp>
            <p:nvCxnSpPr>
              <p:cNvPr id="1435" name="Google Shape;1435;p6"/>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436" name="Google Shape;1436;p6"/>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437" name="Google Shape;1437;p6"/>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38" name="Google Shape;1438;p6"/>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439" name="Google Shape;1439;p6"/>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440" name="Google Shape;1440;p6"/>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441" name="Google Shape;1441;p6"/>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442" name="Google Shape;1442;p6"/>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443" name="Google Shape;1443;p6"/>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444" name="Google Shape;1444;p6"/>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445" name="Google Shape;1445;p6"/>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446" name="Google Shape;1446;p6"/>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447" name="Google Shape;1447;p6"/>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448" name="Google Shape;1448;p6"/>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449" name="Google Shape;1449;p6"/>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1450" name="Google Shape;1450;p6"/>
            <p:cNvPicPr preferRelativeResize="0"/>
            <p:nvPr/>
          </p:nvPicPr>
          <p:blipFill rotWithShape="1">
            <a:blip r:embed="rId23">
              <a:alphaModFix/>
            </a:blip>
            <a:srcRect b="0" l="0" r="0" t="0"/>
            <a:stretch/>
          </p:blipFill>
          <p:spPr>
            <a:xfrm>
              <a:off x="7619038" y="3856797"/>
              <a:ext cx="370169" cy="306751"/>
            </a:xfrm>
            <a:prstGeom prst="rect">
              <a:avLst/>
            </a:prstGeom>
            <a:noFill/>
            <a:ln>
              <a:noFill/>
            </a:ln>
          </p:spPr>
        </p:pic>
        <p:pic>
          <p:nvPicPr>
            <p:cNvPr descr="access_point_stylized_small" id="1451" name="Google Shape;1451;p6"/>
            <p:cNvPicPr preferRelativeResize="0"/>
            <p:nvPr/>
          </p:nvPicPr>
          <p:blipFill rotWithShape="1">
            <a:blip r:embed="rId23">
              <a:alphaModFix/>
            </a:blip>
            <a:srcRect b="0" l="0" r="0" t="0"/>
            <a:stretch/>
          </p:blipFill>
          <p:spPr>
            <a:xfrm>
              <a:off x="9295766" y="5519130"/>
              <a:ext cx="380935" cy="317464"/>
            </a:xfrm>
            <a:prstGeom prst="rect">
              <a:avLst/>
            </a:prstGeom>
            <a:noFill/>
            <a:ln>
              <a:noFill/>
            </a:ln>
          </p:spPr>
        </p:pic>
        <p:grpSp>
          <p:nvGrpSpPr>
            <p:cNvPr id="1452" name="Google Shape;1452;p6"/>
            <p:cNvGrpSpPr/>
            <p:nvPr/>
          </p:nvGrpSpPr>
          <p:grpSpPr>
            <a:xfrm>
              <a:off x="9788714" y="4984881"/>
              <a:ext cx="393760" cy="218578"/>
              <a:chOff x="7493876" y="2774731"/>
              <a:chExt cx="1481958" cy="894622"/>
            </a:xfrm>
          </p:grpSpPr>
          <p:sp>
            <p:nvSpPr>
              <p:cNvPr id="1453" name="Google Shape;1453;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454" name="Google Shape;1454;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455" name="Google Shape;1455;p6"/>
              <p:cNvGrpSpPr/>
              <p:nvPr/>
            </p:nvGrpSpPr>
            <p:grpSpPr>
              <a:xfrm>
                <a:off x="7713663" y="2848339"/>
                <a:ext cx="1042107" cy="425543"/>
                <a:chOff x="7786941" y="2884917"/>
                <a:chExt cx="897649" cy="353919"/>
              </a:xfrm>
            </p:grpSpPr>
            <p:sp>
              <p:nvSpPr>
                <p:cNvPr id="1456" name="Google Shape;1456;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7" name="Google Shape;1457;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8" name="Google Shape;1458;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9" name="Google Shape;1459;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460" name="Google Shape;1460;p6"/>
            <p:cNvGrpSpPr/>
            <p:nvPr/>
          </p:nvGrpSpPr>
          <p:grpSpPr>
            <a:xfrm>
              <a:off x="9854521" y="5333935"/>
              <a:ext cx="309740" cy="190838"/>
              <a:chOff x="3668110" y="2448910"/>
              <a:chExt cx="3794234" cy="2165130"/>
            </a:xfrm>
          </p:grpSpPr>
          <p:sp>
            <p:nvSpPr>
              <p:cNvPr id="1461" name="Google Shape;1461;p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2" name="Google Shape;1462;p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463" name="Google Shape;1463;p6"/>
              <p:cNvGrpSpPr/>
              <p:nvPr/>
            </p:nvGrpSpPr>
            <p:grpSpPr>
              <a:xfrm>
                <a:off x="3941378" y="2603243"/>
                <a:ext cx="3202061" cy="1066110"/>
                <a:chOff x="7939341" y="3037317"/>
                <a:chExt cx="897649" cy="353919"/>
              </a:xfrm>
            </p:grpSpPr>
            <p:sp>
              <p:nvSpPr>
                <p:cNvPr id="1464" name="Google Shape;1464;p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5" name="Google Shape;1465;p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6" name="Google Shape;1466;p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7" name="Google Shape;1467;p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468" name="Google Shape;1468;p6"/>
            <p:cNvGrpSpPr/>
            <p:nvPr/>
          </p:nvGrpSpPr>
          <p:grpSpPr>
            <a:xfrm>
              <a:off x="8681775" y="4962318"/>
              <a:ext cx="393760" cy="218578"/>
              <a:chOff x="7493876" y="2774731"/>
              <a:chExt cx="1481958" cy="894622"/>
            </a:xfrm>
          </p:grpSpPr>
          <p:sp>
            <p:nvSpPr>
              <p:cNvPr id="1469" name="Google Shape;1469;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470" name="Google Shape;1470;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471" name="Google Shape;1471;p6"/>
              <p:cNvGrpSpPr/>
              <p:nvPr/>
            </p:nvGrpSpPr>
            <p:grpSpPr>
              <a:xfrm>
                <a:off x="7713663" y="2848339"/>
                <a:ext cx="1042107" cy="425543"/>
                <a:chOff x="7786941" y="2884917"/>
                <a:chExt cx="897649" cy="353919"/>
              </a:xfrm>
            </p:grpSpPr>
            <p:sp>
              <p:nvSpPr>
                <p:cNvPr id="1472" name="Google Shape;1472;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3" name="Google Shape;1473;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4" name="Google Shape;1474;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5" name="Google Shape;1475;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476" name="Google Shape;1476;p6"/>
            <p:cNvGrpSpPr/>
            <p:nvPr/>
          </p:nvGrpSpPr>
          <p:grpSpPr>
            <a:xfrm>
              <a:off x="8316676" y="5189331"/>
              <a:ext cx="309740" cy="190838"/>
              <a:chOff x="3668110" y="2448910"/>
              <a:chExt cx="3794234" cy="2165130"/>
            </a:xfrm>
          </p:grpSpPr>
          <p:sp>
            <p:nvSpPr>
              <p:cNvPr id="1477" name="Google Shape;1477;p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8" name="Google Shape;1478;p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479" name="Google Shape;1479;p6"/>
              <p:cNvGrpSpPr/>
              <p:nvPr/>
            </p:nvGrpSpPr>
            <p:grpSpPr>
              <a:xfrm>
                <a:off x="3941378" y="2603243"/>
                <a:ext cx="3202061" cy="1066110"/>
                <a:chOff x="7939341" y="3037317"/>
                <a:chExt cx="897649" cy="353919"/>
              </a:xfrm>
            </p:grpSpPr>
            <p:sp>
              <p:nvSpPr>
                <p:cNvPr id="1480" name="Google Shape;1480;p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1" name="Google Shape;1481;p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2" name="Google Shape;1482;p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3" name="Google Shape;1483;p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484" name="Google Shape;1484;p6"/>
            <p:cNvGrpSpPr/>
            <p:nvPr/>
          </p:nvGrpSpPr>
          <p:grpSpPr>
            <a:xfrm>
              <a:off x="8444983" y="2807207"/>
              <a:ext cx="353678" cy="168275"/>
              <a:chOff x="7493876" y="2774731"/>
              <a:chExt cx="1481958" cy="894622"/>
            </a:xfrm>
          </p:grpSpPr>
          <p:sp>
            <p:nvSpPr>
              <p:cNvPr id="1485" name="Google Shape;1485;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486" name="Google Shape;1486;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487" name="Google Shape;1487;p6"/>
              <p:cNvGrpSpPr/>
              <p:nvPr/>
            </p:nvGrpSpPr>
            <p:grpSpPr>
              <a:xfrm>
                <a:off x="7713663" y="2848339"/>
                <a:ext cx="1042107" cy="425543"/>
                <a:chOff x="7786941" y="2884917"/>
                <a:chExt cx="897649" cy="353919"/>
              </a:xfrm>
            </p:grpSpPr>
            <p:sp>
              <p:nvSpPr>
                <p:cNvPr id="1488" name="Google Shape;1488;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9" name="Google Shape;1489;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0" name="Google Shape;1490;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1" name="Google Shape;1491;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492" name="Google Shape;1492;p6"/>
            <p:cNvGrpSpPr/>
            <p:nvPr/>
          </p:nvGrpSpPr>
          <p:grpSpPr>
            <a:xfrm>
              <a:off x="8055226" y="3960892"/>
              <a:ext cx="354986" cy="175668"/>
              <a:chOff x="7493876" y="2774731"/>
              <a:chExt cx="1481958" cy="894622"/>
            </a:xfrm>
          </p:grpSpPr>
          <p:sp>
            <p:nvSpPr>
              <p:cNvPr id="1493" name="Google Shape;1493;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494" name="Google Shape;1494;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495" name="Google Shape;1495;p6"/>
              <p:cNvGrpSpPr/>
              <p:nvPr/>
            </p:nvGrpSpPr>
            <p:grpSpPr>
              <a:xfrm>
                <a:off x="7713663" y="2848339"/>
                <a:ext cx="1042107" cy="425543"/>
                <a:chOff x="7786941" y="2884917"/>
                <a:chExt cx="897649" cy="353919"/>
              </a:xfrm>
            </p:grpSpPr>
            <p:sp>
              <p:nvSpPr>
                <p:cNvPr id="1496" name="Google Shape;1496;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7" name="Google Shape;1497;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8" name="Google Shape;1498;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9" name="Google Shape;1499;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500" name="Google Shape;1500;p6"/>
            <p:cNvGrpSpPr/>
            <p:nvPr/>
          </p:nvGrpSpPr>
          <p:grpSpPr>
            <a:xfrm>
              <a:off x="10889241" y="3596263"/>
              <a:ext cx="170989" cy="97052"/>
              <a:chOff x="7493876" y="2774731"/>
              <a:chExt cx="1481958" cy="894622"/>
            </a:xfrm>
          </p:grpSpPr>
          <p:sp>
            <p:nvSpPr>
              <p:cNvPr id="1501" name="Google Shape;1501;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502" name="Google Shape;1502;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503" name="Google Shape;1503;p6"/>
              <p:cNvGrpSpPr/>
              <p:nvPr/>
            </p:nvGrpSpPr>
            <p:grpSpPr>
              <a:xfrm>
                <a:off x="7713663" y="2848339"/>
                <a:ext cx="1042107" cy="425543"/>
                <a:chOff x="7786941" y="2884917"/>
                <a:chExt cx="897649" cy="353919"/>
              </a:xfrm>
            </p:grpSpPr>
            <p:sp>
              <p:nvSpPr>
                <p:cNvPr id="1504" name="Google Shape;1504;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5" name="Google Shape;1505;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6" name="Google Shape;1506;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7" name="Google Shape;1507;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508" name="Google Shape;1508;p6"/>
            <p:cNvGrpSpPr/>
            <p:nvPr/>
          </p:nvGrpSpPr>
          <p:grpSpPr>
            <a:xfrm>
              <a:off x="10415765" y="3491036"/>
              <a:ext cx="353678" cy="198344"/>
              <a:chOff x="7493876" y="2774731"/>
              <a:chExt cx="1481958" cy="894622"/>
            </a:xfrm>
          </p:grpSpPr>
          <p:sp>
            <p:nvSpPr>
              <p:cNvPr id="1509" name="Google Shape;1509;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510" name="Google Shape;1510;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511" name="Google Shape;1511;p6"/>
              <p:cNvGrpSpPr/>
              <p:nvPr/>
            </p:nvGrpSpPr>
            <p:grpSpPr>
              <a:xfrm>
                <a:off x="7713663" y="2848339"/>
                <a:ext cx="1042107" cy="425543"/>
                <a:chOff x="7786941" y="2884917"/>
                <a:chExt cx="897649" cy="353919"/>
              </a:xfrm>
            </p:grpSpPr>
            <p:sp>
              <p:nvSpPr>
                <p:cNvPr id="1512" name="Google Shape;1512;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3" name="Google Shape;1513;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4" name="Google Shape;1514;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5" name="Google Shape;1515;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516" name="Google Shape;1516;p6"/>
            <p:cNvGrpSpPr/>
            <p:nvPr/>
          </p:nvGrpSpPr>
          <p:grpSpPr>
            <a:xfrm>
              <a:off x="9953880" y="2197190"/>
              <a:ext cx="353678" cy="198344"/>
              <a:chOff x="7493876" y="2774731"/>
              <a:chExt cx="1481958" cy="894622"/>
            </a:xfrm>
          </p:grpSpPr>
          <p:sp>
            <p:nvSpPr>
              <p:cNvPr id="1517" name="Google Shape;1517;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518" name="Google Shape;1518;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519" name="Google Shape;1519;p6"/>
              <p:cNvGrpSpPr/>
              <p:nvPr/>
            </p:nvGrpSpPr>
            <p:grpSpPr>
              <a:xfrm>
                <a:off x="7713663" y="2848339"/>
                <a:ext cx="1042107" cy="425543"/>
                <a:chOff x="7786941" y="2884917"/>
                <a:chExt cx="897649" cy="353919"/>
              </a:xfrm>
            </p:grpSpPr>
            <p:sp>
              <p:nvSpPr>
                <p:cNvPr id="1520" name="Google Shape;1520;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1" name="Google Shape;1521;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2" name="Google Shape;1522;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3" name="Google Shape;1523;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524" name="Google Shape;1524;p6"/>
            <p:cNvGrpSpPr/>
            <p:nvPr/>
          </p:nvGrpSpPr>
          <p:grpSpPr>
            <a:xfrm>
              <a:off x="10532370" y="2608265"/>
              <a:ext cx="353678" cy="198344"/>
              <a:chOff x="7493876" y="2774731"/>
              <a:chExt cx="1481958" cy="894622"/>
            </a:xfrm>
          </p:grpSpPr>
          <p:sp>
            <p:nvSpPr>
              <p:cNvPr id="1525" name="Google Shape;1525;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526" name="Google Shape;1526;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527" name="Google Shape;1527;p6"/>
              <p:cNvGrpSpPr/>
              <p:nvPr/>
            </p:nvGrpSpPr>
            <p:grpSpPr>
              <a:xfrm>
                <a:off x="7713663" y="2848339"/>
                <a:ext cx="1042107" cy="425543"/>
                <a:chOff x="7786941" y="2884917"/>
                <a:chExt cx="897649" cy="353919"/>
              </a:xfrm>
            </p:grpSpPr>
            <p:sp>
              <p:nvSpPr>
                <p:cNvPr id="1528" name="Google Shape;1528;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9" name="Google Shape;1529;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0" name="Google Shape;1530;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1" name="Google Shape;1531;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532" name="Google Shape;1532;p6"/>
            <p:cNvGrpSpPr/>
            <p:nvPr/>
          </p:nvGrpSpPr>
          <p:grpSpPr>
            <a:xfrm>
              <a:off x="10648981" y="2102861"/>
              <a:ext cx="353678" cy="198344"/>
              <a:chOff x="7493876" y="2774731"/>
              <a:chExt cx="1481958" cy="894622"/>
            </a:xfrm>
          </p:grpSpPr>
          <p:sp>
            <p:nvSpPr>
              <p:cNvPr id="1533" name="Google Shape;1533;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534" name="Google Shape;1534;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535" name="Google Shape;1535;p6"/>
              <p:cNvGrpSpPr/>
              <p:nvPr/>
            </p:nvGrpSpPr>
            <p:grpSpPr>
              <a:xfrm>
                <a:off x="7713663" y="2848339"/>
                <a:ext cx="1042107" cy="425543"/>
                <a:chOff x="7786941" y="2884917"/>
                <a:chExt cx="897649" cy="353919"/>
              </a:xfrm>
            </p:grpSpPr>
            <p:sp>
              <p:nvSpPr>
                <p:cNvPr id="1536" name="Google Shape;1536;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7" name="Google Shape;1537;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8" name="Google Shape;1538;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9" name="Google Shape;1539;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540" name="Google Shape;1540;p6"/>
            <p:cNvGrpSpPr/>
            <p:nvPr/>
          </p:nvGrpSpPr>
          <p:grpSpPr>
            <a:xfrm>
              <a:off x="9103944" y="3951522"/>
              <a:ext cx="367224" cy="240304"/>
              <a:chOff x="7493876" y="2774731"/>
              <a:chExt cx="1481958" cy="894622"/>
            </a:xfrm>
          </p:grpSpPr>
          <p:sp>
            <p:nvSpPr>
              <p:cNvPr id="1541" name="Google Shape;1541;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542" name="Google Shape;1542;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543" name="Google Shape;1543;p6"/>
              <p:cNvGrpSpPr/>
              <p:nvPr/>
            </p:nvGrpSpPr>
            <p:grpSpPr>
              <a:xfrm>
                <a:off x="7713663" y="2848339"/>
                <a:ext cx="1042107" cy="425543"/>
                <a:chOff x="7786941" y="2884917"/>
                <a:chExt cx="897649" cy="353919"/>
              </a:xfrm>
            </p:grpSpPr>
            <p:sp>
              <p:nvSpPr>
                <p:cNvPr id="1544" name="Google Shape;1544;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5" name="Google Shape;1545;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6" name="Google Shape;1546;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7" name="Google Shape;1547;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548" name="Google Shape;1548;p6"/>
            <p:cNvGrpSpPr/>
            <p:nvPr/>
          </p:nvGrpSpPr>
          <p:grpSpPr>
            <a:xfrm>
              <a:off x="9985282" y="2656463"/>
              <a:ext cx="353678" cy="198344"/>
              <a:chOff x="7493876" y="2774731"/>
              <a:chExt cx="1481958" cy="894622"/>
            </a:xfrm>
          </p:grpSpPr>
          <p:sp>
            <p:nvSpPr>
              <p:cNvPr id="1549" name="Google Shape;1549;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550" name="Google Shape;1550;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551" name="Google Shape;1551;p6"/>
              <p:cNvGrpSpPr/>
              <p:nvPr/>
            </p:nvGrpSpPr>
            <p:grpSpPr>
              <a:xfrm>
                <a:off x="7713663" y="2848339"/>
                <a:ext cx="1042107" cy="425543"/>
                <a:chOff x="7786941" y="2884917"/>
                <a:chExt cx="897649" cy="353919"/>
              </a:xfrm>
            </p:grpSpPr>
            <p:sp>
              <p:nvSpPr>
                <p:cNvPr id="1552" name="Google Shape;1552;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3" name="Google Shape;1553;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4" name="Google Shape;1554;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5" name="Google Shape;1555;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556" name="Google Shape;1556;p6"/>
            <p:cNvGrpSpPr/>
            <p:nvPr/>
          </p:nvGrpSpPr>
          <p:grpSpPr>
            <a:xfrm>
              <a:off x="9502294" y="3388930"/>
              <a:ext cx="367224" cy="240304"/>
              <a:chOff x="7493876" y="2774731"/>
              <a:chExt cx="1481958" cy="894622"/>
            </a:xfrm>
          </p:grpSpPr>
          <p:sp>
            <p:nvSpPr>
              <p:cNvPr id="1557" name="Google Shape;1557;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558" name="Google Shape;1558;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559" name="Google Shape;1559;p6"/>
              <p:cNvGrpSpPr/>
              <p:nvPr/>
            </p:nvGrpSpPr>
            <p:grpSpPr>
              <a:xfrm>
                <a:off x="7713663" y="2848339"/>
                <a:ext cx="1042107" cy="425543"/>
                <a:chOff x="7786941" y="2884917"/>
                <a:chExt cx="897649" cy="353919"/>
              </a:xfrm>
            </p:grpSpPr>
            <p:sp>
              <p:nvSpPr>
                <p:cNvPr id="1560" name="Google Shape;1560;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1" name="Google Shape;1561;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2" name="Google Shape;1562;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3" name="Google Shape;1563;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564" name="Google Shape;1564;p6"/>
            <p:cNvGrpSpPr/>
            <p:nvPr/>
          </p:nvGrpSpPr>
          <p:grpSpPr>
            <a:xfrm>
              <a:off x="9606710" y="3994661"/>
              <a:ext cx="367224" cy="240304"/>
              <a:chOff x="7493876" y="2774731"/>
              <a:chExt cx="1481958" cy="894622"/>
            </a:xfrm>
          </p:grpSpPr>
          <p:sp>
            <p:nvSpPr>
              <p:cNvPr id="1565" name="Google Shape;1565;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566" name="Google Shape;1566;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567" name="Google Shape;1567;p6"/>
              <p:cNvGrpSpPr/>
              <p:nvPr/>
            </p:nvGrpSpPr>
            <p:grpSpPr>
              <a:xfrm>
                <a:off x="7713663" y="2848339"/>
                <a:ext cx="1042107" cy="425543"/>
                <a:chOff x="7786941" y="2884917"/>
                <a:chExt cx="897649" cy="353919"/>
              </a:xfrm>
            </p:grpSpPr>
            <p:sp>
              <p:nvSpPr>
                <p:cNvPr id="1568" name="Google Shape;1568;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9" name="Google Shape;1569;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0" name="Google Shape;1570;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1" name="Google Shape;1571;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572" name="Google Shape;1572;p6"/>
            <p:cNvGrpSpPr/>
            <p:nvPr/>
          </p:nvGrpSpPr>
          <p:grpSpPr>
            <a:xfrm>
              <a:off x="10380415" y="3987223"/>
              <a:ext cx="353678" cy="198344"/>
              <a:chOff x="7493876" y="2774731"/>
              <a:chExt cx="1481958" cy="894622"/>
            </a:xfrm>
          </p:grpSpPr>
          <p:sp>
            <p:nvSpPr>
              <p:cNvPr id="1573" name="Google Shape;1573;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574" name="Google Shape;1574;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575" name="Google Shape;1575;p6"/>
              <p:cNvGrpSpPr/>
              <p:nvPr/>
            </p:nvGrpSpPr>
            <p:grpSpPr>
              <a:xfrm>
                <a:off x="7713663" y="2848339"/>
                <a:ext cx="1042107" cy="425543"/>
                <a:chOff x="7786941" y="2884917"/>
                <a:chExt cx="897649" cy="353919"/>
              </a:xfrm>
            </p:grpSpPr>
            <p:sp>
              <p:nvSpPr>
                <p:cNvPr id="1576" name="Google Shape;1576;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7" name="Google Shape;1577;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8" name="Google Shape;1578;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9" name="Google Shape;1579;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580" name="Google Shape;1580;p6"/>
            <p:cNvGrpSpPr/>
            <p:nvPr/>
          </p:nvGrpSpPr>
          <p:grpSpPr>
            <a:xfrm>
              <a:off x="9253049" y="4770584"/>
              <a:ext cx="393760" cy="218578"/>
              <a:chOff x="7493876" y="2774731"/>
              <a:chExt cx="1481958" cy="894622"/>
            </a:xfrm>
          </p:grpSpPr>
          <p:sp>
            <p:nvSpPr>
              <p:cNvPr id="1581" name="Google Shape;1581;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582" name="Google Shape;1582;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583" name="Google Shape;1583;p6"/>
              <p:cNvGrpSpPr/>
              <p:nvPr/>
            </p:nvGrpSpPr>
            <p:grpSpPr>
              <a:xfrm>
                <a:off x="7713663" y="2848339"/>
                <a:ext cx="1042107" cy="425543"/>
                <a:chOff x="7786941" y="2884917"/>
                <a:chExt cx="897649" cy="353919"/>
              </a:xfrm>
            </p:grpSpPr>
            <p:sp>
              <p:nvSpPr>
                <p:cNvPr id="1584" name="Google Shape;1584;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5" name="Google Shape;1585;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6" name="Google Shape;1586;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7" name="Google Shape;1587;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588" name="Google Shape;1588;p6"/>
            <p:cNvGrpSpPr/>
            <p:nvPr/>
          </p:nvGrpSpPr>
          <p:grpSpPr>
            <a:xfrm>
              <a:off x="10931138" y="4364023"/>
              <a:ext cx="228295" cy="120400"/>
              <a:chOff x="7493876" y="2774731"/>
              <a:chExt cx="1481958" cy="894622"/>
            </a:xfrm>
          </p:grpSpPr>
          <p:sp>
            <p:nvSpPr>
              <p:cNvPr id="1589" name="Google Shape;1589;p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590" name="Google Shape;1590;p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591" name="Google Shape;1591;p6"/>
              <p:cNvGrpSpPr/>
              <p:nvPr/>
            </p:nvGrpSpPr>
            <p:grpSpPr>
              <a:xfrm>
                <a:off x="7713663" y="2848339"/>
                <a:ext cx="1042107" cy="425543"/>
                <a:chOff x="7786941" y="2884917"/>
                <a:chExt cx="897649" cy="353919"/>
              </a:xfrm>
            </p:grpSpPr>
            <p:sp>
              <p:nvSpPr>
                <p:cNvPr id="1592" name="Google Shape;1592;p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3" name="Google Shape;1593;p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4" name="Google Shape;1594;p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5" name="Google Shape;1595;p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nvGrpSpPr>
          <p:cNvPr id="1596" name="Google Shape;1596;p6"/>
          <p:cNvGrpSpPr/>
          <p:nvPr/>
        </p:nvGrpSpPr>
        <p:grpSpPr>
          <a:xfrm>
            <a:off x="7562720" y="3698398"/>
            <a:ext cx="3589569" cy="1371857"/>
            <a:chOff x="7562720" y="3668418"/>
            <a:chExt cx="3589569" cy="1371857"/>
          </a:xfrm>
        </p:grpSpPr>
        <p:cxnSp>
          <p:nvCxnSpPr>
            <p:cNvPr id="1597" name="Google Shape;1597;p6"/>
            <p:cNvCxnSpPr/>
            <p:nvPr/>
          </p:nvCxnSpPr>
          <p:spPr>
            <a:xfrm flipH="1">
              <a:off x="8285300" y="3668418"/>
              <a:ext cx="2866989" cy="1371857"/>
            </a:xfrm>
            <a:prstGeom prst="straightConnector1">
              <a:avLst/>
            </a:prstGeom>
            <a:noFill/>
            <a:ln cap="flat" cmpd="sng" w="31750">
              <a:solidFill>
                <a:srgbClr val="C00000"/>
              </a:solidFill>
              <a:prstDash val="solid"/>
              <a:miter lim="800000"/>
              <a:headEnd len="med" w="med" type="triangle"/>
              <a:tailEnd len="med" w="med" type="triangle"/>
            </a:ln>
          </p:spPr>
        </p:cxnSp>
        <p:sp>
          <p:nvSpPr>
            <p:cNvPr id="1598" name="Google Shape;1598;p6"/>
            <p:cNvSpPr txBox="1"/>
            <p:nvPr/>
          </p:nvSpPr>
          <p:spPr>
            <a:xfrm>
              <a:off x="7562720" y="4539626"/>
              <a:ext cx="62036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HTTP</a:t>
              </a:r>
              <a:endParaRPr i="1" sz="1800">
                <a:solidFill>
                  <a:srgbClr val="C00000"/>
                </a:solidFill>
                <a:latin typeface="Calibri"/>
                <a:ea typeface="Calibri"/>
                <a:cs typeface="Calibri"/>
                <a:sym typeface="Calibri"/>
              </a:endParaRPr>
            </a:p>
          </p:txBody>
        </p:sp>
        <p:cxnSp>
          <p:nvCxnSpPr>
            <p:cNvPr id="1599" name="Google Shape;1599;p6"/>
            <p:cNvCxnSpPr/>
            <p:nvPr/>
          </p:nvCxnSpPr>
          <p:spPr>
            <a:xfrm>
              <a:off x="8099825" y="4723687"/>
              <a:ext cx="402218" cy="115861"/>
            </a:xfrm>
            <a:prstGeom prst="straightConnector1">
              <a:avLst/>
            </a:prstGeom>
            <a:noFill/>
            <a:ln cap="flat" cmpd="sng" w="9525">
              <a:solidFill>
                <a:srgbClr val="C00000"/>
              </a:solidFill>
              <a:prstDash val="solid"/>
              <a:miter lim="800000"/>
              <a:headEnd len="sm" w="sm" type="none"/>
              <a:tailEnd len="sm" w="sm" type="none"/>
            </a:ln>
          </p:spPr>
        </p:cxnSp>
      </p:grpSp>
      <p:grpSp>
        <p:nvGrpSpPr>
          <p:cNvPr id="1600" name="Google Shape;1600;p6"/>
          <p:cNvGrpSpPr/>
          <p:nvPr/>
        </p:nvGrpSpPr>
        <p:grpSpPr>
          <a:xfrm>
            <a:off x="6371219" y="2787535"/>
            <a:ext cx="1271296" cy="663792"/>
            <a:chOff x="6371219" y="2787535"/>
            <a:chExt cx="1271296" cy="663792"/>
          </a:xfrm>
        </p:grpSpPr>
        <p:cxnSp>
          <p:nvCxnSpPr>
            <p:cNvPr id="1601" name="Google Shape;1601;p6"/>
            <p:cNvCxnSpPr/>
            <p:nvPr/>
          </p:nvCxnSpPr>
          <p:spPr>
            <a:xfrm>
              <a:off x="7631020" y="2787535"/>
              <a:ext cx="11495" cy="663792"/>
            </a:xfrm>
            <a:prstGeom prst="straightConnector1">
              <a:avLst/>
            </a:prstGeom>
            <a:noFill/>
            <a:ln cap="flat" cmpd="sng" w="31750">
              <a:solidFill>
                <a:srgbClr val="C00000"/>
              </a:solidFill>
              <a:prstDash val="solid"/>
              <a:miter lim="800000"/>
              <a:headEnd len="med" w="med" type="triangle"/>
              <a:tailEnd len="med" w="med" type="triangle"/>
            </a:ln>
          </p:spPr>
        </p:cxnSp>
        <p:sp>
          <p:nvSpPr>
            <p:cNvPr id="1602" name="Google Shape;1602;p6"/>
            <p:cNvSpPr txBox="1"/>
            <p:nvPr/>
          </p:nvSpPr>
          <p:spPr>
            <a:xfrm>
              <a:off x="6371219" y="2944679"/>
              <a:ext cx="66556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Skype</a:t>
              </a:r>
              <a:endParaRPr i="1" sz="1800">
                <a:solidFill>
                  <a:srgbClr val="C00000"/>
                </a:solidFill>
                <a:latin typeface="Calibri"/>
                <a:ea typeface="Calibri"/>
                <a:cs typeface="Calibri"/>
                <a:sym typeface="Calibri"/>
              </a:endParaRPr>
            </a:p>
          </p:txBody>
        </p:sp>
        <p:cxnSp>
          <p:nvCxnSpPr>
            <p:cNvPr id="1603" name="Google Shape;1603;p6"/>
            <p:cNvCxnSpPr/>
            <p:nvPr/>
          </p:nvCxnSpPr>
          <p:spPr>
            <a:xfrm>
              <a:off x="6973411" y="3119431"/>
              <a:ext cx="559043" cy="0"/>
            </a:xfrm>
            <a:prstGeom prst="straightConnector1">
              <a:avLst/>
            </a:prstGeom>
            <a:noFill/>
            <a:ln cap="flat" cmpd="sng" w="9525">
              <a:solidFill>
                <a:srgbClr val="C00000"/>
              </a:solidFill>
              <a:prstDash val="solid"/>
              <a:miter lim="800000"/>
              <a:headEnd len="sm" w="sm" type="none"/>
              <a:tailEnd len="sm" w="sm" type="none"/>
            </a:ln>
          </p:spPr>
        </p:cxnSp>
      </p:grpSp>
      <p:grpSp>
        <p:nvGrpSpPr>
          <p:cNvPr id="1604" name="Google Shape;1604;p6"/>
          <p:cNvGrpSpPr/>
          <p:nvPr/>
        </p:nvGrpSpPr>
        <p:grpSpPr>
          <a:xfrm>
            <a:off x="9218788" y="2327787"/>
            <a:ext cx="2594095" cy="1025465"/>
            <a:chOff x="9218788" y="2327787"/>
            <a:chExt cx="2594095" cy="1025465"/>
          </a:xfrm>
        </p:grpSpPr>
        <p:cxnSp>
          <p:nvCxnSpPr>
            <p:cNvPr id="1605" name="Google Shape;1605;p6"/>
            <p:cNvCxnSpPr/>
            <p:nvPr/>
          </p:nvCxnSpPr>
          <p:spPr>
            <a:xfrm>
              <a:off x="9218788" y="2327787"/>
              <a:ext cx="1698979" cy="1025465"/>
            </a:xfrm>
            <a:prstGeom prst="straightConnector1">
              <a:avLst/>
            </a:prstGeom>
            <a:noFill/>
            <a:ln cap="flat" cmpd="sng" w="31750">
              <a:solidFill>
                <a:srgbClr val="C00000"/>
              </a:solidFill>
              <a:prstDash val="solid"/>
              <a:miter lim="800000"/>
              <a:headEnd len="med" w="med" type="triangle"/>
              <a:tailEnd len="med" w="med" type="triangle"/>
            </a:ln>
          </p:spPr>
        </p:cxnSp>
        <p:sp>
          <p:nvSpPr>
            <p:cNvPr id="1606" name="Google Shape;1606;p6"/>
            <p:cNvSpPr txBox="1"/>
            <p:nvPr/>
          </p:nvSpPr>
          <p:spPr>
            <a:xfrm>
              <a:off x="10772213" y="2684297"/>
              <a:ext cx="104067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C00000"/>
                  </a:solidFill>
                  <a:latin typeface="Calibri"/>
                  <a:ea typeface="Calibri"/>
                  <a:cs typeface="Calibri"/>
                  <a:sym typeface="Calibri"/>
                </a:rPr>
                <a:t>Streaming</a:t>
              </a:r>
              <a:endParaRPr/>
            </a:p>
            <a:p>
              <a:pPr indent="0" lvl="0" marL="0" marR="0" rtl="0" algn="l">
                <a:spcBef>
                  <a:spcPts val="0"/>
                </a:spcBef>
                <a:spcAft>
                  <a:spcPts val="0"/>
                </a:spcAft>
                <a:buNone/>
              </a:pPr>
              <a:r>
                <a:rPr i="1" lang="en-US" sz="1600">
                  <a:solidFill>
                    <a:srgbClr val="C00000"/>
                  </a:solidFill>
                  <a:latin typeface="Calibri"/>
                  <a:ea typeface="Calibri"/>
                  <a:cs typeface="Calibri"/>
                  <a:sym typeface="Calibri"/>
                </a:rPr>
                <a:t>video</a:t>
              </a:r>
              <a:endParaRPr i="1" sz="1800">
                <a:solidFill>
                  <a:srgbClr val="C00000"/>
                </a:solidFill>
                <a:latin typeface="Calibri"/>
                <a:ea typeface="Calibri"/>
                <a:cs typeface="Calibri"/>
                <a:sym typeface="Calibri"/>
              </a:endParaRPr>
            </a:p>
          </p:txBody>
        </p:sp>
        <p:cxnSp>
          <p:nvCxnSpPr>
            <p:cNvPr id="1607" name="Google Shape;1607;p6"/>
            <p:cNvCxnSpPr/>
            <p:nvPr/>
          </p:nvCxnSpPr>
          <p:spPr>
            <a:xfrm flipH="1" rot="10800000">
              <a:off x="10569552" y="2937299"/>
              <a:ext cx="405322" cy="147574"/>
            </a:xfrm>
            <a:prstGeom prst="straightConnector1">
              <a:avLst/>
            </a:prstGeom>
            <a:noFill/>
            <a:ln cap="flat" cmpd="sng" w="9525">
              <a:solidFill>
                <a:srgbClr val="C00000"/>
              </a:solidFill>
              <a:prstDash val="solid"/>
              <a:miter lim="800000"/>
              <a:headEnd len="sm" w="sm" type="none"/>
              <a:tailEnd len="sm" w="sm" type="none"/>
            </a:ln>
          </p:spPr>
        </p:cxnSp>
      </p:grpSp>
      <p:sp>
        <p:nvSpPr>
          <p:cNvPr id="1608" name="Google Shape;1608;p6"/>
          <p:cNvSpPr txBox="1"/>
          <p:nvPr/>
        </p:nvSpPr>
        <p:spPr>
          <a:xfrm>
            <a:off x="868663" y="3677908"/>
            <a:ext cx="5394571" cy="2721011"/>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100"/>
              <a:buFont typeface="Noto Sans Symbols"/>
              <a:buChar char="▪"/>
            </a:pPr>
            <a:r>
              <a:rPr lang="en-US" sz="2800">
                <a:solidFill>
                  <a:schemeClr val="dk1"/>
                </a:solidFill>
                <a:latin typeface="Calibri"/>
                <a:ea typeface="Calibri"/>
                <a:cs typeface="Calibri"/>
                <a:sym typeface="Calibri"/>
              </a:rPr>
              <a:t>provides </a:t>
            </a:r>
            <a:r>
              <a:rPr i="1" lang="en-US" sz="2800">
                <a:solidFill>
                  <a:srgbClr val="C00000"/>
                </a:solidFill>
                <a:latin typeface="Calibri"/>
                <a:ea typeface="Calibri"/>
                <a:cs typeface="Calibri"/>
                <a:sym typeface="Calibri"/>
              </a:rPr>
              <a:t>programming interface </a:t>
            </a:r>
            <a:r>
              <a:rPr lang="en-US" sz="2800">
                <a:solidFill>
                  <a:schemeClr val="dk1"/>
                </a:solidFill>
                <a:latin typeface="Calibri"/>
                <a:ea typeface="Calibri"/>
                <a:cs typeface="Calibri"/>
                <a:sym typeface="Calibri"/>
              </a:rPr>
              <a:t>to distributed applications: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“hooks” allowing sending/receiving  apps to “connect” to, use  Internet transport service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provides service options, analogous to postal service</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gtEl>
                                        <p:attrNameLst>
                                          <p:attrName>style.visibility</p:attrName>
                                        </p:attrNameLst>
                                      </p:cBhvr>
                                      <p:to>
                                        <p:strVal val="visible"/>
                                      </p:to>
                                    </p:set>
                                    <p:animEffect filter="fade" transition="in">
                                      <p:cBhvr>
                                        <p:cTn dur="500"/>
                                        <p:tgtEl>
                                          <p:spTgt spid="16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3" name="Shape 1613"/>
        <p:cNvGrpSpPr/>
        <p:nvPr/>
      </p:nvGrpSpPr>
      <p:grpSpPr>
        <a:xfrm>
          <a:off x="0" y="0"/>
          <a:ext cx="0" cy="0"/>
          <a:chOff x="0" y="0"/>
          <a:chExt cx="0" cy="0"/>
        </a:xfrm>
      </p:grpSpPr>
      <p:pic>
        <p:nvPicPr>
          <p:cNvPr id="1614" name="Google Shape;1614;p7"/>
          <p:cNvPicPr preferRelativeResize="0"/>
          <p:nvPr/>
        </p:nvPicPr>
        <p:blipFill rotWithShape="1">
          <a:blip r:embed="rId3">
            <a:alphaModFix/>
          </a:blip>
          <a:srcRect b="0" l="0" r="0" t="0"/>
          <a:stretch/>
        </p:blipFill>
        <p:spPr>
          <a:xfrm>
            <a:off x="1847850" y="981076"/>
            <a:ext cx="4457700" cy="5318125"/>
          </a:xfrm>
          <a:prstGeom prst="rect">
            <a:avLst/>
          </a:prstGeom>
          <a:noFill/>
          <a:ln>
            <a:noFill/>
          </a:ln>
        </p:spPr>
      </p:pic>
      <p:pic>
        <p:nvPicPr>
          <p:cNvPr id="1615" name="Google Shape;1615;p7"/>
          <p:cNvPicPr preferRelativeResize="0"/>
          <p:nvPr/>
        </p:nvPicPr>
        <p:blipFill rotWithShape="1">
          <a:blip r:embed="rId4">
            <a:alphaModFix/>
          </a:blip>
          <a:srcRect b="0" l="0" r="0" t="0"/>
          <a:stretch/>
        </p:blipFill>
        <p:spPr>
          <a:xfrm>
            <a:off x="7207250" y="456944"/>
            <a:ext cx="3136900" cy="687388"/>
          </a:xfrm>
          <a:prstGeom prst="rect">
            <a:avLst/>
          </a:prstGeom>
          <a:noFill/>
          <a:ln>
            <a:noFill/>
          </a:ln>
        </p:spPr>
      </p:pic>
      <p:sp>
        <p:nvSpPr>
          <p:cNvPr id="1616" name="Google Shape;1616;p7"/>
          <p:cNvSpPr/>
          <p:nvPr/>
        </p:nvSpPr>
        <p:spPr>
          <a:xfrm>
            <a:off x="1847850" y="188914"/>
            <a:ext cx="286873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Noto Sans Symbols"/>
              <a:buNone/>
            </a:pPr>
            <a:r>
              <a:rPr b="1" i="1" lang="en-US" sz="2400">
                <a:solidFill>
                  <a:srgbClr val="C00000"/>
                </a:solidFill>
                <a:latin typeface="Arial"/>
                <a:ea typeface="Arial"/>
                <a:cs typeface="Arial"/>
                <a:sym typeface="Arial"/>
              </a:rPr>
              <a:t>The ‘service</a:t>
            </a:r>
            <a:r>
              <a:rPr b="1" lang="en-US" sz="2400">
                <a:solidFill>
                  <a:srgbClr val="C00000"/>
                </a:solidFill>
                <a:latin typeface="Arial"/>
                <a:ea typeface="Arial"/>
                <a:cs typeface="Arial"/>
                <a:sym typeface="Arial"/>
              </a:rPr>
              <a:t>’ view </a:t>
            </a:r>
            <a:endParaRPr b="1" sz="2400">
              <a:solidFill>
                <a:srgbClr val="C00000"/>
              </a:solidFill>
              <a:latin typeface="Arial"/>
              <a:ea typeface="Arial"/>
              <a:cs typeface="Arial"/>
              <a:sym typeface="Arial"/>
            </a:endParaRPr>
          </a:p>
        </p:txBody>
      </p:sp>
      <p:sp>
        <p:nvSpPr>
          <p:cNvPr id="1617" name="Google Shape;1617;p7"/>
          <p:cNvSpPr/>
          <p:nvPr/>
        </p:nvSpPr>
        <p:spPr>
          <a:xfrm>
            <a:off x="6305550" y="1307587"/>
            <a:ext cx="4643437" cy="4708525"/>
          </a:xfrm>
          <a:prstGeom prst="rect">
            <a:avLst/>
          </a:prstGeom>
          <a:noFill/>
          <a:ln>
            <a:noFill/>
          </a:ln>
        </p:spPr>
        <p:txBody>
          <a:bodyPr anchorCtr="0" anchor="t" bIns="45700" lIns="91425" spcFirstLastPara="1" rIns="91425" wrap="square" tIns="45700">
            <a:spAutoFit/>
          </a:bodyPr>
          <a:lstStyle/>
          <a:p>
            <a:pPr indent="-127000" lvl="0" marL="0" marR="0" rtl="0" algn="l">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These applications include </a:t>
            </a:r>
            <a:endParaRPr/>
          </a:p>
          <a:p>
            <a:pPr indent="-127000" lvl="1" marL="457200" marR="0" rtl="0" algn="l">
              <a:lnSpc>
                <a:spcPct val="100000"/>
              </a:lnSpc>
              <a:spcBef>
                <a:spcPts val="0"/>
              </a:spcBef>
              <a:spcAft>
                <a:spcPts val="0"/>
              </a:spcAft>
              <a:buClr>
                <a:schemeClr val="dk1"/>
              </a:buClr>
              <a:buSzPts val="2000"/>
              <a:buFont typeface="Arial"/>
              <a:buChar char="•"/>
            </a:pPr>
            <a:r>
              <a:rPr b="0" i="1" lang="en-US" sz="2000" u="none" cap="none" strike="noStrike">
                <a:solidFill>
                  <a:schemeClr val="dk1"/>
                </a:solidFill>
                <a:latin typeface="Arial"/>
                <a:ea typeface="Arial"/>
                <a:cs typeface="Arial"/>
                <a:sym typeface="Arial"/>
              </a:rPr>
              <a:t> </a:t>
            </a:r>
            <a:r>
              <a:rPr b="0" i="1" lang="en-US" sz="2000" u="none" cap="none" strike="noStrike">
                <a:solidFill>
                  <a:srgbClr val="0070C0"/>
                </a:solidFill>
                <a:latin typeface="Arial"/>
                <a:ea typeface="Arial"/>
                <a:cs typeface="Arial"/>
                <a:sym typeface="Arial"/>
              </a:rPr>
              <a:t>email, Web surfing, social networks, instant messaging, Voiceover-IP (VoIP), video streaming, distributed games, peer-to-peer (P2P) file sharing</a:t>
            </a:r>
            <a:r>
              <a:rPr b="0" i="1" lang="en-US" sz="2000" u="none" cap="none" strike="noStrike">
                <a:solidFill>
                  <a:schemeClr val="dk1"/>
                </a:solidFill>
                <a:latin typeface="Arial"/>
                <a:ea typeface="Arial"/>
                <a:cs typeface="Arial"/>
                <a:sym typeface="Arial"/>
              </a:rPr>
              <a:t>, etc </a:t>
            </a:r>
            <a:endParaRPr/>
          </a:p>
          <a:p>
            <a:pPr indent="-127000" lvl="1" marL="4572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 </a:t>
            </a:r>
            <a:r>
              <a:rPr b="0" i="1" lang="en-US" sz="2000" u="none" cap="none" strike="noStrike">
                <a:solidFill>
                  <a:srgbClr val="C00000"/>
                </a:solidFill>
                <a:latin typeface="Arial"/>
                <a:ea typeface="Arial"/>
                <a:cs typeface="Arial"/>
                <a:sym typeface="Arial"/>
              </a:rPr>
              <a:t>Distributed applications </a:t>
            </a:r>
            <a:r>
              <a:rPr b="1" i="0" lang="en-US" sz="2000" u="none" cap="none" strike="noStrike">
                <a:solidFill>
                  <a:schemeClr val="dk1"/>
                </a:solidFill>
                <a:latin typeface="Arial"/>
                <a:ea typeface="Arial"/>
                <a:cs typeface="Arial"/>
                <a:sym typeface="Arial"/>
              </a:rPr>
              <a:t>🡺 </a:t>
            </a:r>
            <a:r>
              <a:rPr b="0" i="0" lang="en-US" sz="2000" u="none" cap="none" strike="noStrike">
                <a:solidFill>
                  <a:schemeClr val="dk1"/>
                </a:solidFill>
                <a:latin typeface="Arial"/>
                <a:ea typeface="Arial"/>
                <a:cs typeface="Arial"/>
                <a:sym typeface="Arial"/>
              </a:rPr>
              <a:t>involve </a:t>
            </a:r>
            <a:r>
              <a:rPr b="0" i="0" lang="en-US" sz="2000" u="none" cap="none" strike="noStrike">
                <a:solidFill>
                  <a:srgbClr val="C00000"/>
                </a:solidFill>
                <a:latin typeface="Arial"/>
                <a:ea typeface="Arial"/>
                <a:cs typeface="Arial"/>
                <a:sym typeface="Arial"/>
              </a:rPr>
              <a:t>multiple end systems</a:t>
            </a:r>
            <a:r>
              <a:rPr b="0" i="0" lang="en-US" sz="2000" u="none" cap="none" strike="noStrike">
                <a:solidFill>
                  <a:schemeClr val="dk1"/>
                </a:solidFill>
                <a:latin typeface="Arial"/>
                <a:ea typeface="Arial"/>
                <a:cs typeface="Arial"/>
                <a:sym typeface="Arial"/>
              </a:rPr>
              <a:t> exchanging data</a:t>
            </a:r>
            <a:endParaRPr/>
          </a:p>
          <a:p>
            <a:pPr indent="-127000" lvl="0" marL="0" marR="0" rtl="0" algn="l">
              <a:lnSpc>
                <a:spcPct val="10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 Have </a:t>
            </a:r>
            <a:r>
              <a:rPr i="1" lang="en-US" sz="2000">
                <a:solidFill>
                  <a:srgbClr val="C00000"/>
                </a:solidFill>
                <a:latin typeface="Arial"/>
                <a:ea typeface="Arial"/>
                <a:cs typeface="Arial"/>
                <a:sym typeface="Arial"/>
              </a:rPr>
              <a:t>Application Programming Interface (API)</a:t>
            </a:r>
            <a:endParaRPr/>
          </a:p>
          <a:p>
            <a:pPr indent="-127000" lvl="1" marL="457200" marR="0" rtl="0" algn="l">
              <a:lnSpc>
                <a:spcPct val="100000"/>
              </a:lnSpc>
              <a:spcBef>
                <a:spcPts val="0"/>
              </a:spcBef>
              <a:spcAft>
                <a:spcPts val="0"/>
              </a:spcAft>
              <a:buClr>
                <a:srgbClr val="C00000"/>
              </a:buClr>
              <a:buSzPts val="2000"/>
              <a:buFont typeface="Arial"/>
              <a:buChar char="•"/>
            </a:pPr>
            <a:r>
              <a:rPr b="0" i="1" lang="en-US" sz="2000" u="none" cap="none" strike="noStrike">
                <a:solidFill>
                  <a:srgbClr val="C00000"/>
                </a:solidFill>
                <a:latin typeface="Arial"/>
                <a:ea typeface="Arial"/>
                <a:cs typeface="Arial"/>
                <a:sym typeface="Arial"/>
              </a:rPr>
              <a:t> </a:t>
            </a:r>
            <a:r>
              <a:rPr b="0" i="0" lang="en-US" sz="2000" u="none" cap="none" strike="noStrike">
                <a:solidFill>
                  <a:schemeClr val="dk1"/>
                </a:solidFill>
                <a:latin typeface="Arial"/>
                <a:ea typeface="Arial"/>
                <a:cs typeface="Arial"/>
                <a:sym typeface="Arial"/>
              </a:rPr>
              <a:t>to communicate between different platforms through the Internet</a:t>
            </a:r>
            <a:endParaRPr/>
          </a:p>
          <a:p>
            <a:pPr indent="-127000" lvl="0" marL="0" marR="0" rtl="0" algn="l">
              <a:lnSpc>
                <a:spcPct val="100000"/>
              </a:lnSpc>
              <a:spcBef>
                <a:spcPts val="0"/>
              </a:spcBef>
              <a:spcAft>
                <a:spcPts val="0"/>
              </a:spcAft>
              <a:buClr>
                <a:srgbClr val="C00000"/>
              </a:buClr>
              <a:buSzPts val="2000"/>
              <a:buFont typeface="Arial"/>
              <a:buChar char="•"/>
            </a:pPr>
            <a:r>
              <a:rPr lang="en-US" sz="2000">
                <a:solidFill>
                  <a:srgbClr val="C00000"/>
                </a:solidFill>
                <a:latin typeface="Arial"/>
                <a:ea typeface="Arial"/>
                <a:cs typeface="Arial"/>
                <a:sym typeface="Arial"/>
              </a:rPr>
              <a:t>Internet is  a network of networks </a:t>
            </a:r>
            <a:endParaRPr/>
          </a:p>
          <a:p>
            <a:pPr indent="-127000" lvl="1"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Interconnected ISPs</a:t>
            </a:r>
            <a:endParaRPr b="0" i="0" sz="2000" u="none" cap="none" strike="noStrike">
              <a:solidFill>
                <a:schemeClr val="dk1"/>
              </a:solidFill>
              <a:latin typeface="Arial"/>
              <a:ea typeface="Arial"/>
              <a:cs typeface="Arial"/>
              <a:sym typeface="Arial"/>
            </a:endParaRPr>
          </a:p>
        </p:txBody>
      </p:sp>
      <p:sp>
        <p:nvSpPr>
          <p:cNvPr id="1618" name="Google Shape;1618;p7"/>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8"/>
          <p:cNvSpPr txBox="1"/>
          <p:nvPr>
            <p:ph type="title"/>
          </p:nvPr>
        </p:nvSpPr>
        <p:spPr>
          <a:xfrm>
            <a:off x="787400" y="335989"/>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“Fun” Internet-connected devices</a:t>
            </a:r>
            <a:endParaRPr/>
          </a:p>
        </p:txBody>
      </p:sp>
      <p:sp>
        <p:nvSpPr>
          <p:cNvPr id="1624" name="Google Shape;1624;p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pic>
        <p:nvPicPr>
          <p:cNvPr descr="whisper" id="1625" name="Google Shape;1625;p8"/>
          <p:cNvPicPr preferRelativeResize="0"/>
          <p:nvPr/>
        </p:nvPicPr>
        <p:blipFill rotWithShape="1">
          <a:blip r:embed="rId4">
            <a:alphaModFix/>
          </a:blip>
          <a:srcRect b="0" l="0" r="0" t="0"/>
          <a:stretch/>
        </p:blipFill>
        <p:spPr>
          <a:xfrm>
            <a:off x="3363111" y="1717360"/>
            <a:ext cx="1895475" cy="1560513"/>
          </a:xfrm>
          <a:prstGeom prst="rect">
            <a:avLst/>
          </a:prstGeom>
          <a:noFill/>
          <a:ln>
            <a:noFill/>
          </a:ln>
        </p:spPr>
      </p:pic>
      <p:pic>
        <p:nvPicPr>
          <p:cNvPr descr="toaster" id="1626" name="Google Shape;1626;p8"/>
          <p:cNvPicPr preferRelativeResize="0"/>
          <p:nvPr/>
        </p:nvPicPr>
        <p:blipFill rotWithShape="1">
          <a:blip r:embed="rId5">
            <a:alphaModFix/>
          </a:blip>
          <a:srcRect b="0" l="0" r="0" t="0"/>
          <a:stretch/>
        </p:blipFill>
        <p:spPr>
          <a:xfrm>
            <a:off x="6042101" y="2878043"/>
            <a:ext cx="1675416" cy="1970639"/>
          </a:xfrm>
          <a:prstGeom prst="rect">
            <a:avLst/>
          </a:prstGeom>
          <a:noFill/>
          <a:ln>
            <a:noFill/>
          </a:ln>
        </p:spPr>
      </p:pic>
      <p:sp>
        <p:nvSpPr>
          <p:cNvPr id="1627" name="Google Shape;1627;p8"/>
          <p:cNvSpPr txBox="1"/>
          <p:nvPr/>
        </p:nvSpPr>
        <p:spPr>
          <a:xfrm>
            <a:off x="3460474" y="3117609"/>
            <a:ext cx="1631665"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IP picture frame</a:t>
            </a:r>
            <a:endParaRPr/>
          </a:p>
        </p:txBody>
      </p:sp>
      <p:sp>
        <p:nvSpPr>
          <p:cNvPr id="1628" name="Google Shape;1628;p8"/>
          <p:cNvSpPr txBox="1"/>
          <p:nvPr/>
        </p:nvSpPr>
        <p:spPr>
          <a:xfrm>
            <a:off x="7685668" y="3125184"/>
            <a:ext cx="2246313"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Web-enabled toaster +</a:t>
            </a:r>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weather forecaster</a:t>
            </a:r>
            <a:endParaRPr/>
          </a:p>
        </p:txBody>
      </p:sp>
      <p:pic>
        <p:nvPicPr>
          <p:cNvPr descr="cisco" id="1629" name="Google Shape;1629;p8"/>
          <p:cNvPicPr preferRelativeResize="0"/>
          <p:nvPr/>
        </p:nvPicPr>
        <p:blipFill rotWithShape="1">
          <a:blip r:embed="rId6">
            <a:alphaModFix/>
          </a:blip>
          <a:srcRect b="0" l="0" r="0" t="0"/>
          <a:stretch/>
        </p:blipFill>
        <p:spPr>
          <a:xfrm>
            <a:off x="2094807" y="5026276"/>
            <a:ext cx="1768379" cy="1416813"/>
          </a:xfrm>
          <a:prstGeom prst="rect">
            <a:avLst/>
          </a:prstGeom>
          <a:noFill/>
          <a:ln>
            <a:noFill/>
          </a:ln>
        </p:spPr>
      </p:pic>
      <p:sp>
        <p:nvSpPr>
          <p:cNvPr id="1630" name="Google Shape;1630;p8"/>
          <p:cNvSpPr txBox="1"/>
          <p:nvPr/>
        </p:nvSpPr>
        <p:spPr>
          <a:xfrm>
            <a:off x="592259" y="5554753"/>
            <a:ext cx="1597025"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Internet phones</a:t>
            </a:r>
            <a:endParaRPr/>
          </a:p>
        </p:txBody>
      </p:sp>
      <p:grpSp>
        <p:nvGrpSpPr>
          <p:cNvPr id="1631" name="Google Shape;1631;p8"/>
          <p:cNvGrpSpPr/>
          <p:nvPr/>
        </p:nvGrpSpPr>
        <p:grpSpPr>
          <a:xfrm>
            <a:off x="2055482" y="1410532"/>
            <a:ext cx="1179513" cy="2761796"/>
            <a:chOff x="2506141" y="1897178"/>
            <a:chExt cx="1179513" cy="2761796"/>
          </a:xfrm>
        </p:grpSpPr>
        <p:graphicFrame>
          <p:nvGraphicFramePr>
            <p:cNvPr id="1632" name="Google Shape;1632;p8"/>
            <p:cNvGraphicFramePr/>
            <p:nvPr/>
          </p:nvGraphicFramePr>
          <p:xfrm>
            <a:off x="2694260" y="1897178"/>
            <a:ext cx="803275" cy="2168525"/>
          </p:xfrm>
          <a:graphic>
            <a:graphicData uri="http://schemas.openxmlformats.org/presentationml/2006/ole">
              <mc:AlternateContent>
                <mc:Choice Requires="v">
                  <p:oleObj r:id="rId7" imgH="2168525" imgW="803275" progId="" spid="_x0000_s1">
                    <p:embed/>
                  </p:oleObj>
                </mc:Choice>
                <mc:Fallback>
                  <p:oleObj r:id="rId8" imgH="2168525" imgW="803275" progId="">
                    <p:embed/>
                    <p:pic>
                      <p:nvPicPr>
                        <p:cNvPr id="1632" name="Google Shape;1632;p8"/>
                        <p:cNvPicPr preferRelativeResize="0"/>
                        <p:nvPr/>
                      </p:nvPicPr>
                      <p:blipFill rotWithShape="1">
                        <a:blip r:embed="rId9">
                          <a:alphaModFix/>
                        </a:blip>
                        <a:srcRect b="0" l="0" r="0" t="0"/>
                        <a:stretch/>
                      </p:blipFill>
                      <p:spPr>
                        <a:xfrm>
                          <a:off x="2694260" y="1897178"/>
                          <a:ext cx="803275" cy="2168525"/>
                        </a:xfrm>
                        <a:prstGeom prst="rect">
                          <a:avLst/>
                        </a:prstGeom>
                        <a:noFill/>
                        <a:ln>
                          <a:noFill/>
                        </a:ln>
                      </p:spPr>
                    </p:pic>
                  </p:oleObj>
                </mc:Fallback>
              </mc:AlternateContent>
            </a:graphicData>
          </a:graphic>
        </p:graphicFrame>
        <p:sp>
          <p:nvSpPr>
            <p:cNvPr id="1633" name="Google Shape;1633;p8"/>
            <p:cNvSpPr txBox="1"/>
            <p:nvPr/>
          </p:nvSpPr>
          <p:spPr>
            <a:xfrm>
              <a:off x="2506141" y="4077949"/>
              <a:ext cx="1179513" cy="581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Internet </a:t>
              </a:r>
              <a:endParaRPr/>
            </a:p>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refrigerator</a:t>
              </a:r>
              <a:endParaRPr/>
            </a:p>
          </p:txBody>
        </p:sp>
      </p:grpSp>
      <p:pic>
        <p:nvPicPr>
          <p:cNvPr id="1634" name="Google Shape;1634;p8"/>
          <p:cNvPicPr preferRelativeResize="0"/>
          <p:nvPr/>
        </p:nvPicPr>
        <p:blipFill rotWithShape="1">
          <a:blip r:embed="rId10">
            <a:alphaModFix/>
          </a:blip>
          <a:srcRect b="0" l="0" r="0" t="0"/>
          <a:stretch/>
        </p:blipFill>
        <p:spPr>
          <a:xfrm>
            <a:off x="4068398" y="3591303"/>
            <a:ext cx="1552575" cy="742950"/>
          </a:xfrm>
          <a:prstGeom prst="rect">
            <a:avLst/>
          </a:prstGeom>
          <a:noFill/>
          <a:ln>
            <a:noFill/>
          </a:ln>
        </p:spPr>
      </p:pic>
      <p:sp>
        <p:nvSpPr>
          <p:cNvPr id="1635" name="Google Shape;1635;p8"/>
          <p:cNvSpPr txBox="1"/>
          <p:nvPr/>
        </p:nvSpPr>
        <p:spPr>
          <a:xfrm>
            <a:off x="3863186" y="4172328"/>
            <a:ext cx="172354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Slingbox: remote</a:t>
            </a:r>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control cable TV</a:t>
            </a:r>
            <a:endParaRPr/>
          </a:p>
        </p:txBody>
      </p:sp>
      <p:grpSp>
        <p:nvGrpSpPr>
          <p:cNvPr id="1636" name="Google Shape;1636;p8"/>
          <p:cNvGrpSpPr/>
          <p:nvPr/>
        </p:nvGrpSpPr>
        <p:grpSpPr>
          <a:xfrm>
            <a:off x="8939158" y="1273330"/>
            <a:ext cx="1941513" cy="1792254"/>
            <a:chOff x="8990069" y="2735515"/>
            <a:chExt cx="1941513" cy="1792254"/>
          </a:xfrm>
        </p:grpSpPr>
        <p:pic>
          <p:nvPicPr>
            <p:cNvPr id="1637" name="Google Shape;1637;p8"/>
            <p:cNvPicPr preferRelativeResize="0"/>
            <p:nvPr/>
          </p:nvPicPr>
          <p:blipFill rotWithShape="1">
            <a:blip r:embed="rId11">
              <a:alphaModFix/>
            </a:blip>
            <a:srcRect b="0" l="0" r="0" t="0"/>
            <a:stretch/>
          </p:blipFill>
          <p:spPr>
            <a:xfrm>
              <a:off x="9500012" y="2735515"/>
              <a:ext cx="695325" cy="1096962"/>
            </a:xfrm>
            <a:prstGeom prst="rect">
              <a:avLst/>
            </a:prstGeom>
            <a:noFill/>
            <a:ln>
              <a:noFill/>
            </a:ln>
            <a:effectLst>
              <a:outerShdw blurRad="50800" rotWithShape="0" algn="tr" dir="8100000" dist="38100">
                <a:srgbClr val="000000">
                  <a:alpha val="40000"/>
                </a:srgbClr>
              </a:outerShdw>
            </a:effectLst>
          </p:spPr>
        </p:pic>
        <p:sp>
          <p:nvSpPr>
            <p:cNvPr id="1638" name="Google Shape;1638;p8"/>
            <p:cNvSpPr txBox="1"/>
            <p:nvPr/>
          </p:nvSpPr>
          <p:spPr>
            <a:xfrm>
              <a:off x="8990069" y="3943569"/>
              <a:ext cx="1941513"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Tweet-a-watt: </a:t>
              </a:r>
              <a:endParaRPr/>
            </a:p>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monitor energy use</a:t>
              </a:r>
              <a:endParaRPr/>
            </a:p>
          </p:txBody>
        </p:sp>
      </p:grpSp>
      <p:pic>
        <p:nvPicPr>
          <p:cNvPr id="1639" name="Google Shape;1639;p8"/>
          <p:cNvPicPr preferRelativeResize="0"/>
          <p:nvPr/>
        </p:nvPicPr>
        <p:blipFill rotWithShape="1">
          <a:blip r:embed="rId12">
            <a:alphaModFix/>
          </a:blip>
          <a:srcRect b="0" l="0" r="0" t="0"/>
          <a:stretch/>
        </p:blipFill>
        <p:spPr>
          <a:xfrm>
            <a:off x="5012950" y="5057407"/>
            <a:ext cx="1289050" cy="1544638"/>
          </a:xfrm>
          <a:prstGeom prst="rect">
            <a:avLst/>
          </a:prstGeom>
          <a:noFill/>
          <a:ln>
            <a:noFill/>
          </a:ln>
        </p:spPr>
      </p:pic>
      <p:sp>
        <p:nvSpPr>
          <p:cNvPr id="1640" name="Google Shape;1640;p8"/>
          <p:cNvSpPr txBox="1"/>
          <p:nvPr/>
        </p:nvSpPr>
        <p:spPr>
          <a:xfrm>
            <a:off x="6327301" y="5049292"/>
            <a:ext cx="1233488" cy="8318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sensorized,</a:t>
            </a:r>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bed</a:t>
            </a:r>
            <a:endParaRPr/>
          </a:p>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mattress</a:t>
            </a:r>
            <a:endParaRPr/>
          </a:p>
        </p:txBody>
      </p:sp>
      <p:grpSp>
        <p:nvGrpSpPr>
          <p:cNvPr id="1641" name="Google Shape;1641;p8"/>
          <p:cNvGrpSpPr/>
          <p:nvPr/>
        </p:nvGrpSpPr>
        <p:grpSpPr>
          <a:xfrm>
            <a:off x="814227" y="3747548"/>
            <a:ext cx="2762409" cy="1188113"/>
            <a:chOff x="1752086" y="3835708"/>
            <a:chExt cx="2762409" cy="1188113"/>
          </a:xfrm>
        </p:grpSpPr>
        <p:sp>
          <p:nvSpPr>
            <p:cNvPr id="1642" name="Google Shape;1642;p8"/>
            <p:cNvSpPr txBox="1"/>
            <p:nvPr/>
          </p:nvSpPr>
          <p:spPr>
            <a:xfrm>
              <a:off x="2802167" y="4685267"/>
              <a:ext cx="1712328"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Security Camera</a:t>
              </a:r>
              <a:endParaRPr/>
            </a:p>
          </p:txBody>
        </p:sp>
        <p:pic>
          <p:nvPicPr>
            <p:cNvPr id="1643" name="Google Shape;1643;p8"/>
            <p:cNvPicPr preferRelativeResize="0"/>
            <p:nvPr/>
          </p:nvPicPr>
          <p:blipFill rotWithShape="1">
            <a:blip r:embed="rId13">
              <a:alphaModFix/>
            </a:blip>
            <a:srcRect b="0" l="0" r="0" t="0"/>
            <a:stretch/>
          </p:blipFill>
          <p:spPr>
            <a:xfrm>
              <a:off x="1752086" y="3835708"/>
              <a:ext cx="1124188" cy="1136342"/>
            </a:xfrm>
            <a:prstGeom prst="rect">
              <a:avLst/>
            </a:prstGeom>
            <a:noFill/>
            <a:ln>
              <a:noFill/>
            </a:ln>
          </p:spPr>
        </p:pic>
      </p:grpSp>
      <p:grpSp>
        <p:nvGrpSpPr>
          <p:cNvPr id="1644" name="Google Shape;1644;p8"/>
          <p:cNvGrpSpPr/>
          <p:nvPr/>
        </p:nvGrpSpPr>
        <p:grpSpPr>
          <a:xfrm>
            <a:off x="616543" y="1793419"/>
            <a:ext cx="1518364" cy="1496298"/>
            <a:chOff x="1456757" y="1837775"/>
            <a:chExt cx="1518364" cy="1496298"/>
          </a:xfrm>
        </p:grpSpPr>
        <p:pic>
          <p:nvPicPr>
            <p:cNvPr id="1645" name="Google Shape;1645;p8"/>
            <p:cNvPicPr preferRelativeResize="0"/>
            <p:nvPr/>
          </p:nvPicPr>
          <p:blipFill rotWithShape="1">
            <a:blip r:embed="rId14">
              <a:alphaModFix/>
            </a:blip>
            <a:srcRect b="0" l="0" r="0" t="0"/>
            <a:stretch/>
          </p:blipFill>
          <p:spPr>
            <a:xfrm>
              <a:off x="1665601" y="1837775"/>
              <a:ext cx="550338" cy="1149734"/>
            </a:xfrm>
            <a:prstGeom prst="rect">
              <a:avLst/>
            </a:prstGeom>
            <a:noFill/>
            <a:ln>
              <a:noFill/>
            </a:ln>
          </p:spPr>
        </p:pic>
        <p:sp>
          <p:nvSpPr>
            <p:cNvPr id="1646" name="Google Shape;1646;p8"/>
            <p:cNvSpPr txBox="1"/>
            <p:nvPr/>
          </p:nvSpPr>
          <p:spPr>
            <a:xfrm>
              <a:off x="1456757" y="2995519"/>
              <a:ext cx="151836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Amazon Echo</a:t>
              </a:r>
              <a:endParaRPr/>
            </a:p>
          </p:txBody>
        </p:sp>
      </p:grpSp>
      <p:grpSp>
        <p:nvGrpSpPr>
          <p:cNvPr id="1647" name="Google Shape;1647;p8"/>
          <p:cNvGrpSpPr/>
          <p:nvPr/>
        </p:nvGrpSpPr>
        <p:grpSpPr>
          <a:xfrm>
            <a:off x="5244182" y="1499728"/>
            <a:ext cx="2735863" cy="1058026"/>
            <a:chOff x="616980" y="5292729"/>
            <a:chExt cx="3127445" cy="1171571"/>
          </a:xfrm>
        </p:grpSpPr>
        <p:grpSp>
          <p:nvGrpSpPr>
            <p:cNvPr id="1648" name="Google Shape;1648;p8"/>
            <p:cNvGrpSpPr/>
            <p:nvPr/>
          </p:nvGrpSpPr>
          <p:grpSpPr>
            <a:xfrm>
              <a:off x="616980" y="5292729"/>
              <a:ext cx="3127445" cy="821190"/>
              <a:chOff x="842590" y="5420084"/>
              <a:chExt cx="3127445" cy="821190"/>
            </a:xfrm>
          </p:grpSpPr>
          <p:pic>
            <p:nvPicPr>
              <p:cNvPr id="1649" name="Google Shape;1649;p8"/>
              <p:cNvPicPr preferRelativeResize="0"/>
              <p:nvPr/>
            </p:nvPicPr>
            <p:blipFill rotWithShape="1">
              <a:blip r:embed="rId15">
                <a:alphaModFix/>
              </a:blip>
              <a:srcRect b="0" l="0" r="0" t="0"/>
              <a:stretch/>
            </p:blipFill>
            <p:spPr>
              <a:xfrm>
                <a:off x="842590" y="5420084"/>
                <a:ext cx="2016478" cy="821190"/>
              </a:xfrm>
              <a:prstGeom prst="rect">
                <a:avLst/>
              </a:prstGeom>
              <a:noFill/>
              <a:ln>
                <a:noFill/>
              </a:ln>
            </p:spPr>
          </p:pic>
          <p:pic>
            <p:nvPicPr>
              <p:cNvPr id="1650" name="Google Shape;1650;p8"/>
              <p:cNvPicPr preferRelativeResize="0"/>
              <p:nvPr/>
            </p:nvPicPr>
            <p:blipFill rotWithShape="1">
              <a:blip r:embed="rId16">
                <a:alphaModFix/>
              </a:blip>
              <a:srcRect b="0" l="44905" r="0" t="0"/>
              <a:stretch/>
            </p:blipFill>
            <p:spPr>
              <a:xfrm>
                <a:off x="2859067" y="5420084"/>
                <a:ext cx="1110968" cy="821190"/>
              </a:xfrm>
              <a:prstGeom prst="rect">
                <a:avLst/>
              </a:prstGeom>
              <a:noFill/>
              <a:ln>
                <a:noFill/>
              </a:ln>
            </p:spPr>
          </p:pic>
        </p:grpSp>
        <p:sp>
          <p:nvSpPr>
            <p:cNvPr id="1651" name="Google Shape;1651;p8"/>
            <p:cNvSpPr txBox="1"/>
            <p:nvPr/>
          </p:nvSpPr>
          <p:spPr>
            <a:xfrm>
              <a:off x="1008562" y="6125746"/>
              <a:ext cx="215796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Pacemaker &amp; Monitor</a:t>
              </a:r>
              <a:endParaRPr/>
            </a:p>
          </p:txBody>
        </p:sp>
      </p:grpSp>
      <p:sp>
        <p:nvSpPr>
          <p:cNvPr id="1652" name="Google Shape;1652;p8"/>
          <p:cNvSpPr txBox="1"/>
          <p:nvPr/>
        </p:nvSpPr>
        <p:spPr>
          <a:xfrm>
            <a:off x="9556912" y="5333549"/>
            <a:ext cx="181492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4000">
                <a:solidFill>
                  <a:srgbClr val="0000A8"/>
                </a:solidFill>
                <a:latin typeface="Calibri"/>
                <a:ea typeface="Calibri"/>
                <a:cs typeface="Calibri"/>
                <a:sym typeface="Calibri"/>
              </a:rPr>
              <a:t>Others?</a:t>
            </a:r>
            <a:endParaRPr/>
          </a:p>
        </p:txBody>
      </p:sp>
      <p:pic>
        <p:nvPicPr>
          <p:cNvPr id="1653" name="Google Shape;1653;p8"/>
          <p:cNvPicPr preferRelativeResize="0"/>
          <p:nvPr/>
        </p:nvPicPr>
        <p:blipFill rotWithShape="1">
          <a:blip r:embed="rId17">
            <a:alphaModFix/>
          </a:blip>
          <a:srcRect b="0" l="0" r="0" t="0"/>
          <a:stretch/>
        </p:blipFill>
        <p:spPr>
          <a:xfrm>
            <a:off x="7586090" y="5333549"/>
            <a:ext cx="1308005" cy="1292102"/>
          </a:xfrm>
          <a:prstGeom prst="rect">
            <a:avLst/>
          </a:prstGeom>
          <a:noFill/>
          <a:ln>
            <a:noFill/>
          </a:ln>
        </p:spPr>
      </p:pic>
      <p:sp>
        <p:nvSpPr>
          <p:cNvPr id="1654" name="Google Shape;1654;p8"/>
          <p:cNvSpPr txBox="1"/>
          <p:nvPr/>
        </p:nvSpPr>
        <p:spPr>
          <a:xfrm>
            <a:off x="8513461" y="6201538"/>
            <a:ext cx="628698"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Fitbit</a:t>
            </a:r>
            <a:endParaRPr/>
          </a:p>
        </p:txBody>
      </p:sp>
      <p:pic>
        <p:nvPicPr>
          <p:cNvPr id="1655" name="Google Shape;1655;p8"/>
          <p:cNvPicPr preferRelativeResize="0"/>
          <p:nvPr/>
        </p:nvPicPr>
        <p:blipFill rotWithShape="1">
          <a:blip r:embed="rId18">
            <a:alphaModFix/>
          </a:blip>
          <a:srcRect b="0" l="0" r="0" t="0"/>
          <a:stretch/>
        </p:blipFill>
        <p:spPr>
          <a:xfrm>
            <a:off x="8545572" y="4018683"/>
            <a:ext cx="1551621" cy="663838"/>
          </a:xfrm>
          <a:prstGeom prst="rect">
            <a:avLst/>
          </a:prstGeom>
          <a:noFill/>
          <a:ln>
            <a:noFill/>
          </a:ln>
        </p:spPr>
      </p:pic>
      <p:sp>
        <p:nvSpPr>
          <p:cNvPr id="1656" name="Google Shape;1656;p8"/>
          <p:cNvSpPr txBox="1"/>
          <p:nvPr/>
        </p:nvSpPr>
        <p:spPr>
          <a:xfrm>
            <a:off x="8865032" y="4682521"/>
            <a:ext cx="122020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AR devices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sp>
        <p:nvSpPr>
          <p:cNvPr id="1661" name="Google Shape;1661;p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What’s a protocol?</a:t>
            </a:r>
            <a:endParaRPr/>
          </a:p>
        </p:txBody>
      </p:sp>
      <p:sp>
        <p:nvSpPr>
          <p:cNvPr id="1662" name="Google Shape;1662;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1663" name="Google Shape;1663;p9"/>
          <p:cNvSpPr txBox="1"/>
          <p:nvPr/>
        </p:nvSpPr>
        <p:spPr>
          <a:xfrm>
            <a:off x="844202" y="1490089"/>
            <a:ext cx="3581400" cy="4648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Human protocols:</a:t>
            </a:r>
            <a:endParaRPr/>
          </a:p>
          <a:p>
            <a:pPr indent="-220662" lvl="0" marL="349250" marR="0" rtl="0" algn="l">
              <a:lnSpc>
                <a:spcPct val="90000"/>
              </a:lnSpc>
              <a:spcBef>
                <a:spcPts val="1000"/>
              </a:spcBef>
              <a:spcAft>
                <a:spcPts val="0"/>
              </a:spcAft>
              <a:buClr>
                <a:srgbClr val="0000A3"/>
              </a:buClr>
              <a:buSzPts val="1800"/>
              <a:buFont typeface="Noto Sans Symbols"/>
              <a:buChar char="▪"/>
            </a:pPr>
            <a:r>
              <a:rPr lang="en-US" sz="2400">
                <a:solidFill>
                  <a:schemeClr val="dk1"/>
                </a:solidFill>
                <a:latin typeface="Calibri"/>
                <a:ea typeface="Calibri"/>
                <a:cs typeface="Calibri"/>
                <a:sym typeface="Calibri"/>
              </a:rPr>
              <a:t>“what’s the time?”</a:t>
            </a:r>
            <a:endParaRPr/>
          </a:p>
          <a:p>
            <a:pPr indent="-220662" lvl="0" marL="349250" marR="0" rtl="0" algn="l">
              <a:lnSpc>
                <a:spcPct val="90000"/>
              </a:lnSpc>
              <a:spcBef>
                <a:spcPts val="1000"/>
              </a:spcBef>
              <a:spcAft>
                <a:spcPts val="0"/>
              </a:spcAft>
              <a:buClr>
                <a:srgbClr val="0000A3"/>
              </a:buClr>
              <a:buSzPts val="1800"/>
              <a:buFont typeface="Noto Sans Symbols"/>
              <a:buChar char="▪"/>
            </a:pPr>
            <a:r>
              <a:rPr lang="en-US" sz="2400">
                <a:solidFill>
                  <a:schemeClr val="dk1"/>
                </a:solidFill>
                <a:latin typeface="Calibri"/>
                <a:ea typeface="Calibri"/>
                <a:cs typeface="Calibri"/>
                <a:sym typeface="Calibri"/>
              </a:rPr>
              <a:t>“I have a question”</a:t>
            </a:r>
            <a:endParaRPr/>
          </a:p>
          <a:p>
            <a:pPr indent="-220662" lvl="0" marL="349250" marR="0" rtl="0" algn="l">
              <a:lnSpc>
                <a:spcPct val="90000"/>
              </a:lnSpc>
              <a:spcBef>
                <a:spcPts val="1000"/>
              </a:spcBef>
              <a:spcAft>
                <a:spcPts val="0"/>
              </a:spcAft>
              <a:buClr>
                <a:srgbClr val="0000A3"/>
              </a:buClr>
              <a:buSzPts val="1800"/>
              <a:buFont typeface="Noto Sans Symbols"/>
              <a:buChar char="▪"/>
            </a:pPr>
            <a:r>
              <a:rPr lang="en-US" sz="2400">
                <a:solidFill>
                  <a:schemeClr val="dk1"/>
                </a:solidFill>
                <a:latin typeface="Calibri"/>
                <a:ea typeface="Calibri"/>
                <a:cs typeface="Calibri"/>
                <a:sym typeface="Calibri"/>
              </a:rPr>
              <a:t>introductions</a:t>
            </a:r>
            <a:endParaRPr sz="2800">
              <a:solidFill>
                <a:schemeClr val="dk1"/>
              </a:solidFill>
              <a:latin typeface="Calibri"/>
              <a:ea typeface="Calibri"/>
              <a:cs typeface="Calibri"/>
              <a:sym typeface="Calibri"/>
            </a:endParaRPr>
          </a:p>
          <a:p>
            <a:pPr indent="-101600" lvl="1" marL="685800" marR="0" rtl="0" algn="l">
              <a:lnSpc>
                <a:spcPct val="90000"/>
              </a:lnSpc>
              <a:spcBef>
                <a:spcPts val="500"/>
              </a:spcBef>
              <a:spcAft>
                <a:spcPts val="0"/>
              </a:spcAft>
              <a:buClr>
                <a:srgbClr val="0000A8"/>
              </a:buClr>
              <a:buSzPts val="2000"/>
              <a:buFont typeface="Arial"/>
              <a:buNone/>
            </a:pPr>
            <a:r>
              <a:t/>
            </a:r>
            <a:endParaRPr b="0" i="0" sz="2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rgbClr val="0000A3"/>
              </a:buClr>
              <a:buSzPts val="2400"/>
              <a:buFont typeface="Noto Sans Symbols"/>
              <a:buNone/>
            </a:pPr>
            <a:r>
              <a:rPr lang="en-US" sz="2400">
                <a:solidFill>
                  <a:schemeClr val="dk1"/>
                </a:solidFill>
                <a:latin typeface="Calibri"/>
                <a:ea typeface="Calibri"/>
                <a:cs typeface="Calibri"/>
                <a:sym typeface="Calibri"/>
              </a:rPr>
              <a:t>… specific messages sent</a:t>
            </a:r>
            <a:endParaRPr/>
          </a:p>
          <a:p>
            <a:pPr indent="-228600" lvl="0" marL="228600" marR="0" rtl="0" algn="l">
              <a:lnSpc>
                <a:spcPct val="90000"/>
              </a:lnSpc>
              <a:spcBef>
                <a:spcPts val="1000"/>
              </a:spcBef>
              <a:spcAft>
                <a:spcPts val="0"/>
              </a:spcAft>
              <a:buClr>
                <a:srgbClr val="0000A3"/>
              </a:buClr>
              <a:buSzPts val="2400"/>
              <a:buFont typeface="Noto Sans Symbols"/>
              <a:buNone/>
            </a:pPr>
            <a:r>
              <a:rPr lang="en-US" sz="2400">
                <a:solidFill>
                  <a:schemeClr val="dk1"/>
                </a:solidFill>
                <a:latin typeface="Calibri"/>
                <a:ea typeface="Calibri"/>
                <a:cs typeface="Calibri"/>
                <a:sym typeface="Calibri"/>
              </a:rPr>
              <a:t>… specific actions taken when message received, or other events</a:t>
            </a:r>
            <a:endParaRPr/>
          </a:p>
        </p:txBody>
      </p:sp>
      <p:sp>
        <p:nvSpPr>
          <p:cNvPr id="1664" name="Google Shape;1664;p9"/>
          <p:cNvSpPr txBox="1"/>
          <p:nvPr/>
        </p:nvSpPr>
        <p:spPr>
          <a:xfrm>
            <a:off x="5182172" y="1500137"/>
            <a:ext cx="5780439" cy="25908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Network protocols:</a:t>
            </a:r>
            <a:endParaRPr/>
          </a:p>
          <a:p>
            <a:pPr indent="-220662" lvl="0" marL="349250" marR="0" rtl="0" algn="l">
              <a:lnSpc>
                <a:spcPct val="90000"/>
              </a:lnSpc>
              <a:spcBef>
                <a:spcPts val="1000"/>
              </a:spcBef>
              <a:spcAft>
                <a:spcPts val="0"/>
              </a:spcAft>
              <a:buClr>
                <a:srgbClr val="0000A3"/>
              </a:buClr>
              <a:buSzPts val="1800"/>
              <a:buFont typeface="Noto Sans Symbols"/>
              <a:buChar char="▪"/>
            </a:pPr>
            <a:r>
              <a:rPr lang="en-US" sz="2400">
                <a:solidFill>
                  <a:schemeClr val="dk1"/>
                </a:solidFill>
                <a:latin typeface="Calibri"/>
                <a:ea typeface="Calibri"/>
                <a:cs typeface="Calibri"/>
                <a:sym typeface="Calibri"/>
              </a:rPr>
              <a:t>computers (devices) rather than humans</a:t>
            </a:r>
            <a:endParaRPr/>
          </a:p>
          <a:p>
            <a:pPr indent="-220662" lvl="0" marL="349250" marR="0" rtl="0" algn="l">
              <a:lnSpc>
                <a:spcPct val="90000"/>
              </a:lnSpc>
              <a:spcBef>
                <a:spcPts val="1000"/>
              </a:spcBef>
              <a:spcAft>
                <a:spcPts val="0"/>
              </a:spcAft>
              <a:buClr>
                <a:srgbClr val="0000A3"/>
              </a:buClr>
              <a:buSzPts val="1800"/>
              <a:buFont typeface="Noto Sans Symbols"/>
              <a:buChar char="▪"/>
            </a:pPr>
            <a:r>
              <a:rPr lang="en-US" sz="2400">
                <a:solidFill>
                  <a:schemeClr val="dk1"/>
                </a:solidFill>
                <a:latin typeface="Calibri"/>
                <a:ea typeface="Calibri"/>
                <a:cs typeface="Calibri"/>
                <a:sym typeface="Calibri"/>
              </a:rPr>
              <a:t>all communication activity in Internet governed by protocols</a:t>
            </a:r>
            <a:endParaRPr/>
          </a:p>
        </p:txBody>
      </p:sp>
      <p:grpSp>
        <p:nvGrpSpPr>
          <p:cNvPr id="1665" name="Google Shape;1665;p9"/>
          <p:cNvGrpSpPr/>
          <p:nvPr/>
        </p:nvGrpSpPr>
        <p:grpSpPr>
          <a:xfrm>
            <a:off x="5192221" y="3708643"/>
            <a:ext cx="5860823" cy="2568587"/>
            <a:chOff x="5573361" y="3999310"/>
            <a:chExt cx="5860823" cy="2568587"/>
          </a:xfrm>
        </p:grpSpPr>
        <p:sp>
          <p:nvSpPr>
            <p:cNvPr id="1666" name="Google Shape;1666;p9"/>
            <p:cNvSpPr/>
            <p:nvPr/>
          </p:nvSpPr>
          <p:spPr>
            <a:xfrm>
              <a:off x="5573361" y="4205697"/>
              <a:ext cx="5720151" cy="2362200"/>
            </a:xfrm>
            <a:prstGeom prst="rect">
              <a:avLst/>
            </a:prstGeom>
            <a:noFill/>
            <a:ln>
              <a:noFill/>
            </a:ln>
          </p:spPr>
          <p:txBody>
            <a:bodyPr anchorCtr="0" anchor="t" bIns="45700" lIns="91425" spcFirstLastPara="1" rIns="91425" wrap="square" tIns="45700">
              <a:noAutofit/>
            </a:bodyPr>
            <a:lstStyle/>
            <a:p>
              <a:pPr indent="-342900" lvl="0" marL="342900" marR="0" rtl="0" algn="ctr">
                <a:spcBef>
                  <a:spcPts val="0"/>
                </a:spcBef>
                <a:spcAft>
                  <a:spcPts val="0"/>
                </a:spcAft>
                <a:buClr>
                  <a:schemeClr val="accent2"/>
                </a:buClr>
                <a:buSzPts val="2380"/>
                <a:buFont typeface="Noto Sans Symbols"/>
                <a:buNone/>
              </a:pPr>
              <a:r>
                <a:rPr i="1" lang="en-US" sz="2800">
                  <a:solidFill>
                    <a:srgbClr val="CC0000"/>
                  </a:solidFill>
                  <a:latin typeface="Calibri"/>
                  <a:ea typeface="Calibri"/>
                  <a:cs typeface="Calibri"/>
                  <a:sym typeface="Calibri"/>
                </a:rPr>
                <a:t>Protocols</a:t>
              </a:r>
              <a:r>
                <a:rPr i="1" lang="en-US" sz="2800">
                  <a:solidFill>
                    <a:schemeClr val="dk1"/>
                  </a:solidFill>
                  <a:latin typeface="Calibri"/>
                  <a:ea typeface="Calibri"/>
                  <a:cs typeface="Calibri"/>
                  <a:sym typeface="Calibri"/>
                </a:rPr>
                <a:t> define the </a:t>
              </a:r>
              <a:r>
                <a:rPr i="1" lang="en-US" sz="2800">
                  <a:solidFill>
                    <a:srgbClr val="CC0000"/>
                  </a:solidFill>
                  <a:latin typeface="Calibri"/>
                  <a:ea typeface="Calibri"/>
                  <a:cs typeface="Calibri"/>
                  <a:sym typeface="Calibri"/>
                </a:rPr>
                <a:t>format</a:t>
              </a:r>
              <a:r>
                <a:rPr i="1" lang="en-US" sz="2800">
                  <a:solidFill>
                    <a:schemeClr val="dk1"/>
                  </a:solidFill>
                  <a:latin typeface="Calibri"/>
                  <a:ea typeface="Calibri"/>
                  <a:cs typeface="Calibri"/>
                  <a:sym typeface="Calibri"/>
                </a:rPr>
                <a:t>, </a:t>
              </a:r>
              <a:r>
                <a:rPr i="1" lang="en-US" sz="2800">
                  <a:solidFill>
                    <a:srgbClr val="CC0000"/>
                  </a:solidFill>
                  <a:latin typeface="Calibri"/>
                  <a:ea typeface="Calibri"/>
                  <a:cs typeface="Calibri"/>
                  <a:sym typeface="Calibri"/>
                </a:rPr>
                <a:t>order</a:t>
              </a:r>
              <a:r>
                <a:rPr i="1" lang="en-US" sz="2800">
                  <a:solidFill>
                    <a:schemeClr val="dk1"/>
                  </a:solidFill>
                  <a:latin typeface="Calibri"/>
                  <a:ea typeface="Calibri"/>
                  <a:cs typeface="Calibri"/>
                  <a:sym typeface="Calibri"/>
                </a:rPr>
                <a:t> of </a:t>
              </a:r>
              <a:r>
                <a:rPr i="1" lang="en-US" sz="2800">
                  <a:solidFill>
                    <a:srgbClr val="CC0000"/>
                  </a:solidFill>
                  <a:latin typeface="Calibri"/>
                  <a:ea typeface="Calibri"/>
                  <a:cs typeface="Calibri"/>
                  <a:sym typeface="Calibri"/>
                </a:rPr>
                <a:t>messages sent and received</a:t>
              </a:r>
              <a:r>
                <a:rPr i="1" lang="en-US" sz="2800">
                  <a:solidFill>
                    <a:schemeClr val="dk1"/>
                  </a:solidFill>
                  <a:latin typeface="Calibri"/>
                  <a:ea typeface="Calibri"/>
                  <a:cs typeface="Calibri"/>
                  <a:sym typeface="Calibri"/>
                </a:rPr>
                <a:t> among network entities, and </a:t>
              </a:r>
              <a:r>
                <a:rPr i="1" lang="en-US" sz="2800">
                  <a:solidFill>
                    <a:srgbClr val="CC0000"/>
                  </a:solidFill>
                  <a:latin typeface="Calibri"/>
                  <a:ea typeface="Calibri"/>
                  <a:cs typeface="Calibri"/>
                  <a:sym typeface="Calibri"/>
                </a:rPr>
                <a:t>actions taken</a:t>
              </a:r>
              <a:r>
                <a:rPr i="1" lang="en-US" sz="2800">
                  <a:solidFill>
                    <a:schemeClr val="dk1"/>
                  </a:solidFill>
                  <a:latin typeface="Calibri"/>
                  <a:ea typeface="Calibri"/>
                  <a:cs typeface="Calibri"/>
                  <a:sym typeface="Calibri"/>
                </a:rPr>
                <a:t> on msg transmission, receipt</a:t>
              </a:r>
              <a:r>
                <a:rPr i="1" lang="en-US" sz="2400">
                  <a:solidFill>
                    <a:srgbClr val="FF0000"/>
                  </a:solidFill>
                  <a:latin typeface="Calibri"/>
                  <a:ea typeface="Calibri"/>
                  <a:cs typeface="Calibri"/>
                  <a:sym typeface="Calibri"/>
                </a:rPr>
                <a:t> </a:t>
              </a:r>
              <a:endParaRPr/>
            </a:p>
          </p:txBody>
        </p:sp>
        <p:sp>
          <p:nvSpPr>
            <p:cNvPr id="1667" name="Google Shape;1667;p9"/>
            <p:cNvSpPr/>
            <p:nvPr/>
          </p:nvSpPr>
          <p:spPr>
            <a:xfrm>
              <a:off x="5653745" y="3999310"/>
              <a:ext cx="5780439" cy="2362200"/>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4"/>
                                        </p:tgtEl>
                                        <p:attrNameLst>
                                          <p:attrName>style.visibility</p:attrName>
                                        </p:attrNameLst>
                                      </p:cBhvr>
                                      <p:to>
                                        <p:strVal val="visible"/>
                                      </p:to>
                                    </p:set>
                                    <p:animEffect filter="fade" transition="in">
                                      <p:cBhvr>
                                        <p:cTn dur="500"/>
                                        <p:tgtEl>
                                          <p:spTgt spid="1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5"/>
                                        </p:tgtEl>
                                        <p:attrNameLst>
                                          <p:attrName>style.visibility</p:attrName>
                                        </p:attrNameLst>
                                      </p:cBhvr>
                                      <p:to>
                                        <p:strVal val="visible"/>
                                      </p:to>
                                    </p:set>
                                    <p:animEffect filter="fade" transition="in">
                                      <p:cBhvr>
                                        <p:cTn dur="500"/>
                                        <p:tgtEl>
                                          <p:spTgt spid="16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2" name="Shape 1672"/>
        <p:cNvGrpSpPr/>
        <p:nvPr/>
      </p:nvGrpSpPr>
      <p:grpSpPr>
        <a:xfrm>
          <a:off x="0" y="0"/>
          <a:ext cx="0" cy="0"/>
          <a:chOff x="0" y="0"/>
          <a:chExt cx="0" cy="0"/>
        </a:xfrm>
      </p:grpSpPr>
      <p:sp>
        <p:nvSpPr>
          <p:cNvPr id="1673" name="Google Shape;1673;p10"/>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What’s a protocol?</a:t>
            </a:r>
            <a:endParaRPr/>
          </a:p>
        </p:txBody>
      </p:sp>
      <p:sp>
        <p:nvSpPr>
          <p:cNvPr id="1674" name="Google Shape;1674;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1675" name="Google Shape;1675;p10"/>
          <p:cNvSpPr txBox="1"/>
          <p:nvPr/>
        </p:nvSpPr>
        <p:spPr>
          <a:xfrm>
            <a:off x="885095" y="1371600"/>
            <a:ext cx="8153400" cy="6858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A human protocol and a computer network protocol:</a:t>
            </a:r>
            <a:endParaRPr/>
          </a:p>
          <a:p>
            <a:pPr indent="-228600" lvl="0" marL="228600"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
        <p:nvSpPr>
          <p:cNvPr id="1676" name="Google Shape;1676;p10"/>
          <p:cNvSpPr/>
          <p:nvPr/>
        </p:nvSpPr>
        <p:spPr>
          <a:xfrm>
            <a:off x="980344" y="5862638"/>
            <a:ext cx="5511891" cy="533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accent2"/>
              </a:buClr>
              <a:buSzPts val="2720"/>
              <a:buFont typeface="Noto Sans Symbols"/>
              <a:buNone/>
            </a:pPr>
            <a:r>
              <a:rPr i="1" lang="en-US" sz="3200">
                <a:solidFill>
                  <a:srgbClr val="CC0000"/>
                </a:solidFill>
                <a:latin typeface="Calibri"/>
                <a:ea typeface="Calibri"/>
                <a:cs typeface="Calibri"/>
                <a:sym typeface="Calibri"/>
              </a:rPr>
              <a:t>Q:</a:t>
            </a:r>
            <a:r>
              <a:rPr lang="en-US" sz="3200">
                <a:solidFill>
                  <a:schemeClr val="dk1"/>
                </a:solidFill>
                <a:latin typeface="Calibri"/>
                <a:ea typeface="Calibri"/>
                <a:cs typeface="Calibri"/>
                <a:sym typeface="Calibri"/>
              </a:rPr>
              <a:t> other human protocols? </a:t>
            </a:r>
            <a:endParaRPr/>
          </a:p>
        </p:txBody>
      </p:sp>
      <p:pic>
        <p:nvPicPr>
          <p:cNvPr descr="Alice" id="1677" name="Google Shape;1677;p10"/>
          <p:cNvPicPr preferRelativeResize="0"/>
          <p:nvPr/>
        </p:nvPicPr>
        <p:blipFill rotWithShape="1">
          <a:blip r:embed="rId3">
            <a:alphaModFix/>
          </a:blip>
          <a:srcRect b="0" l="0" r="0" t="0"/>
          <a:stretch/>
        </p:blipFill>
        <p:spPr>
          <a:xfrm>
            <a:off x="2377642" y="2314576"/>
            <a:ext cx="561975" cy="693737"/>
          </a:xfrm>
          <a:prstGeom prst="rect">
            <a:avLst/>
          </a:prstGeom>
          <a:noFill/>
          <a:ln>
            <a:noFill/>
          </a:ln>
        </p:spPr>
      </p:pic>
      <p:pic>
        <p:nvPicPr>
          <p:cNvPr descr="Bob" id="1678" name="Google Shape;1678;p10"/>
          <p:cNvPicPr preferRelativeResize="0"/>
          <p:nvPr/>
        </p:nvPicPr>
        <p:blipFill rotWithShape="1">
          <a:blip r:embed="rId4">
            <a:alphaModFix/>
          </a:blip>
          <a:srcRect b="0" l="0" r="0" t="0"/>
          <a:stretch/>
        </p:blipFill>
        <p:spPr>
          <a:xfrm>
            <a:off x="4796992" y="2709863"/>
            <a:ext cx="676275" cy="690563"/>
          </a:xfrm>
          <a:prstGeom prst="rect">
            <a:avLst/>
          </a:prstGeom>
          <a:noFill/>
          <a:ln>
            <a:noFill/>
          </a:ln>
        </p:spPr>
      </p:pic>
      <p:grpSp>
        <p:nvGrpSpPr>
          <p:cNvPr id="1679" name="Google Shape;1679;p10"/>
          <p:cNvGrpSpPr/>
          <p:nvPr/>
        </p:nvGrpSpPr>
        <p:grpSpPr>
          <a:xfrm>
            <a:off x="2925329" y="2422526"/>
            <a:ext cx="1762125" cy="563562"/>
            <a:chOff x="2925329" y="2422526"/>
            <a:chExt cx="1762125" cy="563562"/>
          </a:xfrm>
        </p:grpSpPr>
        <p:cxnSp>
          <p:nvCxnSpPr>
            <p:cNvPr id="1680" name="Google Shape;1680;p10"/>
            <p:cNvCxnSpPr/>
            <p:nvPr/>
          </p:nvCxnSpPr>
          <p:spPr>
            <a:xfrm>
              <a:off x="2925329" y="2709863"/>
              <a:ext cx="1762125" cy="276225"/>
            </a:xfrm>
            <a:prstGeom prst="straightConnector1">
              <a:avLst/>
            </a:prstGeom>
            <a:noFill/>
            <a:ln cap="flat" cmpd="sng" w="28575">
              <a:solidFill>
                <a:srgbClr val="0000A8"/>
              </a:solidFill>
              <a:prstDash val="solid"/>
              <a:round/>
              <a:headEnd len="med" w="med" type="none"/>
              <a:tailEnd len="med" w="med" type="triangle"/>
            </a:ln>
          </p:spPr>
        </p:cxnSp>
        <p:sp>
          <p:nvSpPr>
            <p:cNvPr id="1681" name="Google Shape;1681;p10"/>
            <p:cNvSpPr txBox="1"/>
            <p:nvPr/>
          </p:nvSpPr>
          <p:spPr>
            <a:xfrm>
              <a:off x="3366654" y="2422526"/>
              <a:ext cx="4475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Hi</a:t>
              </a:r>
              <a:endParaRPr/>
            </a:p>
          </p:txBody>
        </p:sp>
      </p:grpSp>
      <p:grpSp>
        <p:nvGrpSpPr>
          <p:cNvPr id="1682" name="Google Shape;1682;p10"/>
          <p:cNvGrpSpPr/>
          <p:nvPr/>
        </p:nvGrpSpPr>
        <p:grpSpPr>
          <a:xfrm>
            <a:off x="2617354" y="3046413"/>
            <a:ext cx="2085975" cy="584200"/>
            <a:chOff x="2617354" y="3046413"/>
            <a:chExt cx="2085975" cy="584200"/>
          </a:xfrm>
        </p:grpSpPr>
        <p:cxnSp>
          <p:nvCxnSpPr>
            <p:cNvPr id="1683" name="Google Shape;1683;p10"/>
            <p:cNvCxnSpPr/>
            <p:nvPr/>
          </p:nvCxnSpPr>
          <p:spPr>
            <a:xfrm flipH="1" rot="10800000">
              <a:off x="2617354" y="3268663"/>
              <a:ext cx="2085975" cy="361950"/>
            </a:xfrm>
            <a:prstGeom prst="straightConnector1">
              <a:avLst/>
            </a:prstGeom>
            <a:noFill/>
            <a:ln cap="flat" cmpd="sng" w="28575">
              <a:solidFill>
                <a:srgbClr val="0000A8"/>
              </a:solidFill>
              <a:prstDash val="solid"/>
              <a:round/>
              <a:headEnd len="med" w="med" type="triangle"/>
              <a:tailEnd len="med" w="med" type="none"/>
            </a:ln>
          </p:spPr>
        </p:cxnSp>
        <p:sp>
          <p:nvSpPr>
            <p:cNvPr id="1684" name="Google Shape;1684;p10"/>
            <p:cNvSpPr txBox="1"/>
            <p:nvPr/>
          </p:nvSpPr>
          <p:spPr>
            <a:xfrm>
              <a:off x="3357129" y="3046413"/>
              <a:ext cx="4475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Hi</a:t>
              </a:r>
              <a:endParaRPr/>
            </a:p>
          </p:txBody>
        </p:sp>
      </p:grpSp>
      <p:grpSp>
        <p:nvGrpSpPr>
          <p:cNvPr id="1685" name="Google Shape;1685;p10"/>
          <p:cNvGrpSpPr/>
          <p:nvPr/>
        </p:nvGrpSpPr>
        <p:grpSpPr>
          <a:xfrm>
            <a:off x="2601479" y="3632201"/>
            <a:ext cx="2162175" cy="708025"/>
            <a:chOff x="2601479" y="3632201"/>
            <a:chExt cx="2162175" cy="708025"/>
          </a:xfrm>
        </p:grpSpPr>
        <p:cxnSp>
          <p:nvCxnSpPr>
            <p:cNvPr id="1686" name="Google Shape;1686;p10"/>
            <p:cNvCxnSpPr/>
            <p:nvPr/>
          </p:nvCxnSpPr>
          <p:spPr>
            <a:xfrm>
              <a:off x="2601479" y="3700463"/>
              <a:ext cx="2162175" cy="438150"/>
            </a:xfrm>
            <a:prstGeom prst="straightConnector1">
              <a:avLst/>
            </a:prstGeom>
            <a:noFill/>
            <a:ln cap="flat" cmpd="sng" w="28575">
              <a:solidFill>
                <a:srgbClr val="0000A8"/>
              </a:solidFill>
              <a:prstDash val="solid"/>
              <a:round/>
              <a:headEnd len="med" w="med" type="none"/>
              <a:tailEnd len="med" w="med" type="triangle"/>
            </a:ln>
          </p:spPr>
        </p:cxnSp>
        <p:grpSp>
          <p:nvGrpSpPr>
            <p:cNvPr id="1687" name="Google Shape;1687;p10"/>
            <p:cNvGrpSpPr/>
            <p:nvPr/>
          </p:nvGrpSpPr>
          <p:grpSpPr>
            <a:xfrm>
              <a:off x="3158693" y="3632201"/>
              <a:ext cx="974725" cy="708025"/>
              <a:chOff x="773" y="2747"/>
              <a:chExt cx="614" cy="446"/>
            </a:xfrm>
          </p:grpSpPr>
          <p:sp>
            <p:nvSpPr>
              <p:cNvPr id="1688" name="Google Shape;1688;p10"/>
              <p:cNvSpPr/>
              <p:nvPr/>
            </p:nvSpPr>
            <p:spPr>
              <a:xfrm>
                <a:off x="786" y="2790"/>
                <a:ext cx="588" cy="3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89" name="Google Shape;1689;p10"/>
              <p:cNvSpPr txBox="1"/>
              <p:nvPr/>
            </p:nvSpPr>
            <p:spPr>
              <a:xfrm>
                <a:off x="773" y="2747"/>
                <a:ext cx="614" cy="446"/>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Got the</a:t>
                </a:r>
                <a:endParaRPr/>
              </a:p>
              <a:p>
                <a:pPr indent="0" lvl="0" marL="0" marR="0" rtl="0" algn="ctr">
                  <a:spcBef>
                    <a:spcPts val="0"/>
                  </a:spcBef>
                  <a:spcAft>
                    <a:spcPts val="0"/>
                  </a:spcAft>
                  <a:buNone/>
                </a:pPr>
                <a:r>
                  <a:rPr lang="en-US" sz="2000">
                    <a:solidFill>
                      <a:schemeClr val="dk1"/>
                    </a:solidFill>
                    <a:latin typeface="Calibri"/>
                    <a:ea typeface="Calibri"/>
                    <a:cs typeface="Calibri"/>
                    <a:sym typeface="Calibri"/>
                  </a:rPr>
                  <a:t>time?</a:t>
                </a:r>
                <a:endParaRPr/>
              </a:p>
            </p:txBody>
          </p:sp>
        </p:grpSp>
      </p:grpSp>
      <p:grpSp>
        <p:nvGrpSpPr>
          <p:cNvPr id="1690" name="Google Shape;1690;p10"/>
          <p:cNvGrpSpPr/>
          <p:nvPr/>
        </p:nvGrpSpPr>
        <p:grpSpPr>
          <a:xfrm>
            <a:off x="2763404" y="4271963"/>
            <a:ext cx="1952625" cy="466731"/>
            <a:chOff x="2763404" y="4271963"/>
            <a:chExt cx="1952625" cy="466731"/>
          </a:xfrm>
        </p:grpSpPr>
        <p:cxnSp>
          <p:nvCxnSpPr>
            <p:cNvPr id="1691" name="Google Shape;1691;p10"/>
            <p:cNvCxnSpPr/>
            <p:nvPr/>
          </p:nvCxnSpPr>
          <p:spPr>
            <a:xfrm flipH="1" rot="10800000">
              <a:off x="2763404" y="4271963"/>
              <a:ext cx="1952625" cy="333375"/>
            </a:xfrm>
            <a:prstGeom prst="straightConnector1">
              <a:avLst/>
            </a:prstGeom>
            <a:noFill/>
            <a:ln cap="flat" cmpd="sng" w="28575">
              <a:solidFill>
                <a:srgbClr val="0000A8"/>
              </a:solidFill>
              <a:prstDash val="solid"/>
              <a:round/>
              <a:headEnd len="med" w="med" type="triangle"/>
              <a:tailEnd len="med" w="med" type="none"/>
            </a:ln>
          </p:spPr>
        </p:cxnSp>
        <p:grpSp>
          <p:nvGrpSpPr>
            <p:cNvPr id="1692" name="Google Shape;1692;p10"/>
            <p:cNvGrpSpPr/>
            <p:nvPr/>
          </p:nvGrpSpPr>
          <p:grpSpPr>
            <a:xfrm>
              <a:off x="3233304" y="4276731"/>
              <a:ext cx="796925" cy="461963"/>
              <a:chOff x="1046" y="2771"/>
              <a:chExt cx="502" cy="291"/>
            </a:xfrm>
          </p:grpSpPr>
          <p:sp>
            <p:nvSpPr>
              <p:cNvPr id="1693" name="Google Shape;1693;p10"/>
              <p:cNvSpPr/>
              <p:nvPr/>
            </p:nvSpPr>
            <p:spPr>
              <a:xfrm>
                <a:off x="1104" y="2820"/>
                <a:ext cx="444" cy="18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94" name="Google Shape;1694;p10"/>
              <p:cNvSpPr txBox="1"/>
              <p:nvPr/>
            </p:nvSpPr>
            <p:spPr>
              <a:xfrm>
                <a:off x="1046" y="2771"/>
                <a:ext cx="462"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2:00</a:t>
                </a:r>
                <a:endParaRPr/>
              </a:p>
            </p:txBody>
          </p:sp>
        </p:grpSp>
      </p:grpSp>
      <p:cxnSp>
        <p:nvCxnSpPr>
          <p:cNvPr id="1695" name="Google Shape;1695;p10"/>
          <p:cNvCxnSpPr/>
          <p:nvPr/>
        </p:nvCxnSpPr>
        <p:spPr>
          <a:xfrm>
            <a:off x="5730145" y="2115345"/>
            <a:ext cx="0" cy="3573462"/>
          </a:xfrm>
          <a:prstGeom prst="straightConnector1">
            <a:avLst/>
          </a:prstGeom>
          <a:noFill/>
          <a:ln cap="flat" cmpd="sng" w="19050">
            <a:solidFill>
              <a:srgbClr val="BFBFBF"/>
            </a:solidFill>
            <a:prstDash val="solid"/>
            <a:round/>
            <a:headEnd len="med" w="med" type="none"/>
            <a:tailEnd len="med" w="med" type="triangle"/>
          </a:ln>
        </p:spPr>
      </p:cxnSp>
      <p:grpSp>
        <p:nvGrpSpPr>
          <p:cNvPr id="1696" name="Google Shape;1696;p10"/>
          <p:cNvGrpSpPr/>
          <p:nvPr/>
        </p:nvGrpSpPr>
        <p:grpSpPr>
          <a:xfrm>
            <a:off x="5403417" y="4910138"/>
            <a:ext cx="720725" cy="396875"/>
            <a:chOff x="2198" y="3221"/>
            <a:chExt cx="454" cy="250"/>
          </a:xfrm>
        </p:grpSpPr>
        <p:sp>
          <p:nvSpPr>
            <p:cNvPr id="1697" name="Google Shape;1697;p10"/>
            <p:cNvSpPr/>
            <p:nvPr/>
          </p:nvSpPr>
          <p:spPr>
            <a:xfrm>
              <a:off x="2244" y="3282"/>
              <a:ext cx="408" cy="16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98" name="Google Shape;1698;p10"/>
            <p:cNvSpPr txBox="1"/>
            <p:nvPr/>
          </p:nvSpPr>
          <p:spPr>
            <a:xfrm>
              <a:off x="2198" y="3221"/>
              <a:ext cx="418"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time</a:t>
              </a:r>
              <a:endParaRPr/>
            </a:p>
          </p:txBody>
        </p:sp>
      </p:grpSp>
      <p:grpSp>
        <p:nvGrpSpPr>
          <p:cNvPr id="1699" name="Google Shape;1699;p10"/>
          <p:cNvGrpSpPr/>
          <p:nvPr/>
        </p:nvGrpSpPr>
        <p:grpSpPr>
          <a:xfrm>
            <a:off x="6786129" y="3255963"/>
            <a:ext cx="2216150" cy="589096"/>
            <a:chOff x="6786129" y="3255963"/>
            <a:chExt cx="2216150" cy="589096"/>
          </a:xfrm>
        </p:grpSpPr>
        <p:cxnSp>
          <p:nvCxnSpPr>
            <p:cNvPr id="1700" name="Google Shape;1700;p10"/>
            <p:cNvCxnSpPr/>
            <p:nvPr/>
          </p:nvCxnSpPr>
          <p:spPr>
            <a:xfrm flipH="1" rot="10800000">
              <a:off x="6786129" y="3255963"/>
              <a:ext cx="2216150" cy="398463"/>
            </a:xfrm>
            <a:prstGeom prst="straightConnector1">
              <a:avLst/>
            </a:prstGeom>
            <a:noFill/>
            <a:ln cap="flat" cmpd="sng" w="28575">
              <a:solidFill>
                <a:srgbClr val="0000A8"/>
              </a:solidFill>
              <a:prstDash val="solid"/>
              <a:round/>
              <a:headEnd len="med" w="med" type="triangle"/>
              <a:tailEnd len="med" w="med" type="none"/>
            </a:ln>
          </p:spPr>
        </p:cxnSp>
        <p:sp>
          <p:nvSpPr>
            <p:cNvPr id="1701" name="Google Shape;1701;p10"/>
            <p:cNvSpPr/>
            <p:nvPr/>
          </p:nvSpPr>
          <p:spPr>
            <a:xfrm>
              <a:off x="7221104" y="3278188"/>
              <a:ext cx="1438275" cy="393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02" name="Google Shape;1702;p10"/>
            <p:cNvSpPr txBox="1"/>
            <p:nvPr/>
          </p:nvSpPr>
          <p:spPr>
            <a:xfrm>
              <a:off x="7125853" y="3279776"/>
              <a:ext cx="1635127"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TCP connection</a:t>
              </a:r>
              <a:endParaRPr/>
            </a:p>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response</a:t>
              </a:r>
              <a:endParaRPr/>
            </a:p>
          </p:txBody>
        </p:sp>
      </p:grpSp>
      <p:grpSp>
        <p:nvGrpSpPr>
          <p:cNvPr id="1703" name="Google Shape;1703;p10"/>
          <p:cNvGrpSpPr/>
          <p:nvPr/>
        </p:nvGrpSpPr>
        <p:grpSpPr>
          <a:xfrm>
            <a:off x="6833754" y="4448176"/>
            <a:ext cx="2343150" cy="461665"/>
            <a:chOff x="6833754" y="4448176"/>
            <a:chExt cx="2343150" cy="461665"/>
          </a:xfrm>
        </p:grpSpPr>
        <p:cxnSp>
          <p:nvCxnSpPr>
            <p:cNvPr id="1704" name="Google Shape;1704;p10"/>
            <p:cNvCxnSpPr/>
            <p:nvPr/>
          </p:nvCxnSpPr>
          <p:spPr>
            <a:xfrm flipH="1" rot="10800000">
              <a:off x="6833754" y="4464051"/>
              <a:ext cx="2343150" cy="428625"/>
            </a:xfrm>
            <a:prstGeom prst="straightConnector1">
              <a:avLst/>
            </a:prstGeom>
            <a:noFill/>
            <a:ln cap="flat" cmpd="sng" w="28575">
              <a:solidFill>
                <a:srgbClr val="0000A8"/>
              </a:solidFill>
              <a:prstDash val="solid"/>
              <a:round/>
              <a:headEnd len="med" w="med" type="triangle"/>
              <a:tailEnd len="med" w="med" type="none"/>
            </a:ln>
          </p:spPr>
        </p:cxnSp>
        <p:sp>
          <p:nvSpPr>
            <p:cNvPr id="1705" name="Google Shape;1705;p10"/>
            <p:cNvSpPr/>
            <p:nvPr/>
          </p:nvSpPr>
          <p:spPr>
            <a:xfrm>
              <a:off x="7602104" y="4562476"/>
              <a:ext cx="919163" cy="2952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06" name="Google Shape;1706;p10"/>
            <p:cNvSpPr txBox="1"/>
            <p:nvPr/>
          </p:nvSpPr>
          <p:spPr>
            <a:xfrm>
              <a:off x="7568767" y="4448176"/>
              <a:ext cx="88197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&lt;file&gt;</a:t>
              </a:r>
              <a:endParaRPr/>
            </a:p>
          </p:txBody>
        </p:sp>
      </p:grpSp>
      <p:grpSp>
        <p:nvGrpSpPr>
          <p:cNvPr id="1707" name="Google Shape;1707;p10"/>
          <p:cNvGrpSpPr/>
          <p:nvPr/>
        </p:nvGrpSpPr>
        <p:grpSpPr>
          <a:xfrm>
            <a:off x="6848042" y="2620963"/>
            <a:ext cx="2176462" cy="565283"/>
            <a:chOff x="6848042" y="2620963"/>
            <a:chExt cx="2176462" cy="565283"/>
          </a:xfrm>
        </p:grpSpPr>
        <p:cxnSp>
          <p:nvCxnSpPr>
            <p:cNvPr id="1708" name="Google Shape;1708;p10"/>
            <p:cNvCxnSpPr/>
            <p:nvPr/>
          </p:nvCxnSpPr>
          <p:spPr>
            <a:xfrm>
              <a:off x="6848042" y="2749551"/>
              <a:ext cx="2176462" cy="347662"/>
            </a:xfrm>
            <a:prstGeom prst="straightConnector1">
              <a:avLst/>
            </a:prstGeom>
            <a:noFill/>
            <a:ln cap="flat" cmpd="sng" w="28575">
              <a:solidFill>
                <a:srgbClr val="0000A8"/>
              </a:solidFill>
              <a:prstDash val="solid"/>
              <a:round/>
              <a:headEnd len="med" w="med" type="none"/>
              <a:tailEnd len="med" w="med" type="triangle"/>
            </a:ln>
          </p:spPr>
        </p:cxnSp>
        <p:sp>
          <p:nvSpPr>
            <p:cNvPr id="1709" name="Google Shape;1709;p10"/>
            <p:cNvSpPr/>
            <p:nvPr/>
          </p:nvSpPr>
          <p:spPr>
            <a:xfrm>
              <a:off x="7133792" y="2689226"/>
              <a:ext cx="1365250" cy="43973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0" name="Google Shape;1710;p10"/>
            <p:cNvSpPr txBox="1"/>
            <p:nvPr/>
          </p:nvSpPr>
          <p:spPr>
            <a:xfrm>
              <a:off x="7170303" y="2620963"/>
              <a:ext cx="1635127"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TCP connection</a:t>
              </a:r>
              <a:endParaRPr/>
            </a:p>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request</a:t>
              </a:r>
              <a:endParaRPr/>
            </a:p>
          </p:txBody>
        </p:sp>
      </p:grpSp>
      <p:grpSp>
        <p:nvGrpSpPr>
          <p:cNvPr id="1711" name="Google Shape;1711;p10"/>
          <p:cNvGrpSpPr/>
          <p:nvPr/>
        </p:nvGrpSpPr>
        <p:grpSpPr>
          <a:xfrm>
            <a:off x="9080067" y="2720976"/>
            <a:ext cx="357186" cy="755650"/>
            <a:chOff x="4140" y="429"/>
            <a:chExt cx="1425" cy="2396"/>
          </a:xfrm>
        </p:grpSpPr>
        <p:sp>
          <p:nvSpPr>
            <p:cNvPr id="1712" name="Google Shape;1712;p1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3" name="Google Shape;1713;p10"/>
            <p:cNvSpPr/>
            <p:nvPr/>
          </p:nvSpPr>
          <p:spPr>
            <a:xfrm>
              <a:off x="4208" y="429"/>
              <a:ext cx="1043"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4" name="Google Shape;1714;p1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5" name="Google Shape;1715;p1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6" name="Google Shape;1716;p10"/>
            <p:cNvSpPr/>
            <p:nvPr/>
          </p:nvSpPr>
          <p:spPr>
            <a:xfrm>
              <a:off x="4213" y="691"/>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1717" name="Google Shape;1717;p10"/>
            <p:cNvGrpSpPr/>
            <p:nvPr/>
          </p:nvGrpSpPr>
          <p:grpSpPr>
            <a:xfrm>
              <a:off x="4747" y="666"/>
              <a:ext cx="582" cy="146"/>
              <a:chOff x="612" y="2566"/>
              <a:chExt cx="726" cy="140"/>
            </a:xfrm>
          </p:grpSpPr>
          <p:sp>
            <p:nvSpPr>
              <p:cNvPr id="1718" name="Google Shape;1718;p10"/>
              <p:cNvSpPr/>
              <p:nvPr/>
            </p:nvSpPr>
            <p:spPr>
              <a:xfrm>
                <a:off x="612" y="2566"/>
                <a:ext cx="726"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9" name="Google Shape;1719;p10"/>
              <p:cNvSpPr/>
              <p:nvPr/>
            </p:nvSpPr>
            <p:spPr>
              <a:xfrm>
                <a:off x="625" y="2580"/>
                <a:ext cx="693"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1720" name="Google Shape;1720;p10"/>
            <p:cNvSpPr/>
            <p:nvPr/>
          </p:nvSpPr>
          <p:spPr>
            <a:xfrm>
              <a:off x="4224" y="1018"/>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1721" name="Google Shape;1721;p10"/>
            <p:cNvGrpSpPr/>
            <p:nvPr/>
          </p:nvGrpSpPr>
          <p:grpSpPr>
            <a:xfrm>
              <a:off x="4748" y="993"/>
              <a:ext cx="582" cy="136"/>
              <a:chOff x="615" y="2567"/>
              <a:chExt cx="726" cy="141"/>
            </a:xfrm>
          </p:grpSpPr>
          <p:sp>
            <p:nvSpPr>
              <p:cNvPr id="1722" name="Google Shape;1722;p10"/>
              <p:cNvSpPr/>
              <p:nvPr/>
            </p:nvSpPr>
            <p:spPr>
              <a:xfrm>
                <a:off x="615" y="2567"/>
                <a:ext cx="726"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23" name="Google Shape;1723;p10"/>
              <p:cNvSpPr/>
              <p:nvPr/>
            </p:nvSpPr>
            <p:spPr>
              <a:xfrm>
                <a:off x="628" y="2582"/>
                <a:ext cx="693"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1724" name="Google Shape;1724;p10"/>
            <p:cNvSpPr/>
            <p:nvPr/>
          </p:nvSpPr>
          <p:spPr>
            <a:xfrm>
              <a:off x="4219" y="1360"/>
              <a:ext cx="592"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25" name="Google Shape;1725;p10"/>
            <p:cNvSpPr/>
            <p:nvPr/>
          </p:nvSpPr>
          <p:spPr>
            <a:xfrm>
              <a:off x="4229" y="1657"/>
              <a:ext cx="597"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1726" name="Google Shape;1726;p10"/>
            <p:cNvGrpSpPr/>
            <p:nvPr/>
          </p:nvGrpSpPr>
          <p:grpSpPr>
            <a:xfrm>
              <a:off x="4737" y="1627"/>
              <a:ext cx="581" cy="151"/>
              <a:chOff x="617" y="2568"/>
              <a:chExt cx="724" cy="139"/>
            </a:xfrm>
          </p:grpSpPr>
          <p:sp>
            <p:nvSpPr>
              <p:cNvPr id="1727" name="Google Shape;1727;p10"/>
              <p:cNvSpPr/>
              <p:nvPr/>
            </p:nvSpPr>
            <p:spPr>
              <a:xfrm>
                <a:off x="617" y="2568"/>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28" name="Google Shape;1728;p10"/>
              <p:cNvSpPr/>
              <p:nvPr/>
            </p:nvSpPr>
            <p:spPr>
              <a:xfrm>
                <a:off x="630" y="2582"/>
                <a:ext cx="692"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1729" name="Google Shape;1729;p1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730" name="Google Shape;1730;p10"/>
            <p:cNvGrpSpPr/>
            <p:nvPr/>
          </p:nvGrpSpPr>
          <p:grpSpPr>
            <a:xfrm>
              <a:off x="4737" y="1325"/>
              <a:ext cx="581" cy="141"/>
              <a:chOff x="612" y="2566"/>
              <a:chExt cx="724" cy="141"/>
            </a:xfrm>
          </p:grpSpPr>
          <p:sp>
            <p:nvSpPr>
              <p:cNvPr id="1731" name="Google Shape;1731;p10"/>
              <p:cNvSpPr/>
              <p:nvPr/>
            </p:nvSpPr>
            <p:spPr>
              <a:xfrm>
                <a:off x="612" y="2566"/>
                <a:ext cx="724" cy="141"/>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2" name="Google Shape;1732;p10"/>
              <p:cNvSpPr/>
              <p:nvPr/>
            </p:nvSpPr>
            <p:spPr>
              <a:xfrm>
                <a:off x="625" y="2581"/>
                <a:ext cx="692" cy="111"/>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1733" name="Google Shape;1733;p10"/>
            <p:cNvSpPr/>
            <p:nvPr/>
          </p:nvSpPr>
          <p:spPr>
            <a:xfrm>
              <a:off x="5251" y="429"/>
              <a:ext cx="68"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4" name="Google Shape;1734;p1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5" name="Google Shape;1735;p1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6" name="Google Shape;1736;p10"/>
            <p:cNvSpPr/>
            <p:nvPr/>
          </p:nvSpPr>
          <p:spPr>
            <a:xfrm>
              <a:off x="5518" y="2609"/>
              <a:ext cx="47" cy="10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7" name="Google Shape;1737;p1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8" name="Google Shape;1738;p10"/>
            <p:cNvSpPr/>
            <p:nvPr/>
          </p:nvSpPr>
          <p:spPr>
            <a:xfrm>
              <a:off x="4140" y="2679"/>
              <a:ext cx="1200" cy="146"/>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9" name="Google Shape;1739;p10"/>
            <p:cNvSpPr/>
            <p:nvPr/>
          </p:nvSpPr>
          <p:spPr>
            <a:xfrm>
              <a:off x="4208" y="2709"/>
              <a:ext cx="1069" cy="86"/>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40" name="Google Shape;1740;p10"/>
            <p:cNvSpPr/>
            <p:nvPr/>
          </p:nvSpPr>
          <p:spPr>
            <a:xfrm>
              <a:off x="4308" y="2382"/>
              <a:ext cx="157"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41" name="Google Shape;1741;p10"/>
            <p:cNvSpPr/>
            <p:nvPr/>
          </p:nvSpPr>
          <p:spPr>
            <a:xfrm>
              <a:off x="4486" y="2382"/>
              <a:ext cx="162"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42" name="Google Shape;1742;p10"/>
            <p:cNvSpPr/>
            <p:nvPr/>
          </p:nvSpPr>
          <p:spPr>
            <a:xfrm>
              <a:off x="4664" y="2382"/>
              <a:ext cx="157" cy="141"/>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43" name="Google Shape;1743;p10"/>
            <p:cNvSpPr/>
            <p:nvPr/>
          </p:nvSpPr>
          <p:spPr>
            <a:xfrm>
              <a:off x="5062" y="1833"/>
              <a:ext cx="84" cy="765"/>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44" name="Google Shape;1744;p10"/>
          <p:cNvGrpSpPr/>
          <p:nvPr/>
        </p:nvGrpSpPr>
        <p:grpSpPr>
          <a:xfrm>
            <a:off x="5943167" y="2278063"/>
            <a:ext cx="893762" cy="828675"/>
            <a:chOff x="-44" y="1473"/>
            <a:chExt cx="981" cy="1105"/>
          </a:xfrm>
        </p:grpSpPr>
        <p:pic>
          <p:nvPicPr>
            <p:cNvPr descr="desktop_computer_stylized_medium" id="1745" name="Google Shape;1745;p10"/>
            <p:cNvPicPr preferRelativeResize="0"/>
            <p:nvPr/>
          </p:nvPicPr>
          <p:blipFill rotWithShape="1">
            <a:blip r:embed="rId5">
              <a:alphaModFix/>
            </a:blip>
            <a:srcRect b="0" l="0" r="0" t="0"/>
            <a:stretch/>
          </p:blipFill>
          <p:spPr>
            <a:xfrm flipH="1">
              <a:off x="-44" y="1473"/>
              <a:ext cx="981" cy="1105"/>
            </a:xfrm>
            <a:prstGeom prst="rect">
              <a:avLst/>
            </a:prstGeom>
            <a:noFill/>
            <a:ln>
              <a:noFill/>
            </a:ln>
          </p:spPr>
        </p:pic>
        <p:sp>
          <p:nvSpPr>
            <p:cNvPr id="1746" name="Google Shape;1746;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747" name="Google Shape;1747;p10"/>
          <p:cNvGrpSpPr/>
          <p:nvPr/>
        </p:nvGrpSpPr>
        <p:grpSpPr>
          <a:xfrm>
            <a:off x="6666309" y="3902076"/>
            <a:ext cx="2925958" cy="425450"/>
            <a:chOff x="6666309" y="3902076"/>
            <a:chExt cx="2925958" cy="425450"/>
          </a:xfrm>
        </p:grpSpPr>
        <p:cxnSp>
          <p:nvCxnSpPr>
            <p:cNvPr id="1748" name="Google Shape;1748;p10"/>
            <p:cNvCxnSpPr/>
            <p:nvPr/>
          </p:nvCxnSpPr>
          <p:spPr>
            <a:xfrm>
              <a:off x="6833754" y="3902076"/>
              <a:ext cx="2400300" cy="419100"/>
            </a:xfrm>
            <a:prstGeom prst="straightConnector1">
              <a:avLst/>
            </a:prstGeom>
            <a:noFill/>
            <a:ln cap="flat" cmpd="sng" w="28575">
              <a:solidFill>
                <a:srgbClr val="0000A8"/>
              </a:solidFill>
              <a:prstDash val="solid"/>
              <a:round/>
              <a:headEnd len="med" w="med" type="none"/>
              <a:tailEnd len="med" w="med" type="triangle"/>
            </a:ln>
          </p:spPr>
        </p:cxnSp>
        <p:sp>
          <p:nvSpPr>
            <p:cNvPr id="1749" name="Google Shape;1749;p10"/>
            <p:cNvSpPr/>
            <p:nvPr/>
          </p:nvSpPr>
          <p:spPr>
            <a:xfrm>
              <a:off x="7315200" y="4021087"/>
              <a:ext cx="1687079" cy="28293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0" name="Google Shape;1750;p10"/>
            <p:cNvSpPr txBox="1"/>
            <p:nvPr/>
          </p:nvSpPr>
          <p:spPr>
            <a:xfrm>
              <a:off x="6666309" y="3960813"/>
              <a:ext cx="292595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GET</a:t>
              </a:r>
              <a:r>
                <a:rPr lang="en-US" sz="1400">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http://gaia.cs.umass.edu/kurose_ross</a:t>
              </a:r>
              <a:endParaRPr sz="24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7"/>
                                        </p:tgtEl>
                                        <p:attrNameLst>
                                          <p:attrName>style.visibility</p:attrName>
                                        </p:attrNameLst>
                                      </p:cBhvr>
                                      <p:to>
                                        <p:strVal val="visible"/>
                                      </p:to>
                                    </p:set>
                                    <p:animEffect filter="fade" transition="in">
                                      <p:cBhvr>
                                        <p:cTn dur="500"/>
                                        <p:tgtEl>
                                          <p:spTgt spid="167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79"/>
                                        </p:tgtEl>
                                        <p:attrNameLst>
                                          <p:attrName>style.visibility</p:attrName>
                                        </p:attrNameLst>
                                      </p:cBhvr>
                                      <p:to>
                                        <p:strVal val="visible"/>
                                      </p:to>
                                    </p:set>
                                    <p:animEffect filter="fade" transition="in">
                                      <p:cBhvr>
                                        <p:cTn dur="500"/>
                                        <p:tgtEl>
                                          <p:spTgt spid="167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78"/>
                                        </p:tgtEl>
                                        <p:attrNameLst>
                                          <p:attrName>style.visibility</p:attrName>
                                        </p:attrNameLst>
                                      </p:cBhvr>
                                      <p:to>
                                        <p:strVal val="visible"/>
                                      </p:to>
                                    </p:set>
                                    <p:animEffect filter="fade" transition="in">
                                      <p:cBhvr>
                                        <p:cTn dur="500"/>
                                        <p:tgtEl>
                                          <p:spTgt spid="167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682"/>
                                        </p:tgtEl>
                                        <p:attrNameLst>
                                          <p:attrName>style.visibility</p:attrName>
                                        </p:attrNameLst>
                                      </p:cBhvr>
                                      <p:to>
                                        <p:strVal val="visible"/>
                                      </p:to>
                                    </p:set>
                                    <p:animEffect filter="fade" transition="in">
                                      <p:cBhvr>
                                        <p:cTn dur="500"/>
                                        <p:tgtEl>
                                          <p:spTgt spid="168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85"/>
                                        </p:tgtEl>
                                        <p:attrNameLst>
                                          <p:attrName>style.visibility</p:attrName>
                                        </p:attrNameLst>
                                      </p:cBhvr>
                                      <p:to>
                                        <p:strVal val="visible"/>
                                      </p:to>
                                    </p:set>
                                    <p:animEffect filter="fade" transition="in">
                                      <p:cBhvr>
                                        <p:cTn dur="500"/>
                                        <p:tgtEl>
                                          <p:spTgt spid="168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690"/>
                                        </p:tgtEl>
                                        <p:attrNameLst>
                                          <p:attrName>style.visibility</p:attrName>
                                        </p:attrNameLst>
                                      </p:cBhvr>
                                      <p:to>
                                        <p:strVal val="visible"/>
                                      </p:to>
                                    </p:set>
                                    <p:animEffect filter="fade" transition="in">
                                      <p:cBhvr>
                                        <p:cTn dur="500"/>
                                        <p:tgtEl>
                                          <p:spTgt spid="1690"/>
                                        </p:tgtEl>
                                      </p:cBhvr>
                                    </p:animEffect>
                                  </p:childTnLst>
                                </p:cTn>
                              </p:par>
                            </p:childTnLst>
                          </p:cTn>
                        </p:par>
                        <p:par>
                          <p:cTn fill="hold">
                            <p:stCondLst>
                              <p:cond delay="3000"/>
                            </p:stCondLst>
                            <p:childTnLst>
                              <p:par>
                                <p:cTn fill="hold" nodeType="afterEffect" presetClass="entr" presetID="10" presetSubtype="0">
                                  <p:stCondLst>
                                    <p:cond delay="1000"/>
                                  </p:stCondLst>
                                  <p:childTnLst>
                                    <p:set>
                                      <p:cBhvr>
                                        <p:cTn dur="1" fill="hold">
                                          <p:stCondLst>
                                            <p:cond delay="0"/>
                                          </p:stCondLst>
                                        </p:cTn>
                                        <p:tgtEl>
                                          <p:spTgt spid="1676"/>
                                        </p:tgtEl>
                                        <p:attrNameLst>
                                          <p:attrName>style.visibility</p:attrName>
                                        </p:attrNameLst>
                                      </p:cBhvr>
                                      <p:to>
                                        <p:strVal val="visible"/>
                                      </p:to>
                                    </p:set>
                                    <p:animEffect filter="fade" transition="in">
                                      <p:cBhvr>
                                        <p:cTn dur="500"/>
                                        <p:tgtEl>
                                          <p:spTgt spid="16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4"/>
                                        </p:tgtEl>
                                        <p:attrNameLst>
                                          <p:attrName>style.visibility</p:attrName>
                                        </p:attrNameLst>
                                      </p:cBhvr>
                                      <p:to>
                                        <p:strVal val="visible"/>
                                      </p:to>
                                    </p:set>
                                    <p:animEffect filter="fade" transition="in">
                                      <p:cBhvr>
                                        <p:cTn dur="500"/>
                                        <p:tgtEl>
                                          <p:spTgt spid="174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07"/>
                                        </p:tgtEl>
                                        <p:attrNameLst>
                                          <p:attrName>style.visibility</p:attrName>
                                        </p:attrNameLst>
                                      </p:cBhvr>
                                      <p:to>
                                        <p:strVal val="visible"/>
                                      </p:to>
                                    </p:set>
                                    <p:animEffect filter="fade" transition="in">
                                      <p:cBhvr>
                                        <p:cTn dur="500"/>
                                        <p:tgtEl>
                                          <p:spTgt spid="170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11"/>
                                        </p:tgtEl>
                                        <p:attrNameLst>
                                          <p:attrName>style.visibility</p:attrName>
                                        </p:attrNameLst>
                                      </p:cBhvr>
                                      <p:to>
                                        <p:strVal val="visible"/>
                                      </p:to>
                                    </p:set>
                                    <p:animEffect filter="fade" transition="in">
                                      <p:cBhvr>
                                        <p:cTn dur="500"/>
                                        <p:tgtEl>
                                          <p:spTgt spid="171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699"/>
                                        </p:tgtEl>
                                        <p:attrNameLst>
                                          <p:attrName>style.visibility</p:attrName>
                                        </p:attrNameLst>
                                      </p:cBhvr>
                                      <p:to>
                                        <p:strVal val="visible"/>
                                      </p:to>
                                    </p:set>
                                    <p:animEffect filter="fade" transition="in">
                                      <p:cBhvr>
                                        <p:cTn dur="500"/>
                                        <p:tgtEl>
                                          <p:spTgt spid="169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47"/>
                                        </p:tgtEl>
                                        <p:attrNameLst>
                                          <p:attrName>style.visibility</p:attrName>
                                        </p:attrNameLst>
                                      </p:cBhvr>
                                      <p:to>
                                        <p:strVal val="visible"/>
                                      </p:to>
                                    </p:set>
                                    <p:animEffect filter="fade" transition="in">
                                      <p:cBhvr>
                                        <p:cTn dur="500"/>
                                        <p:tgtEl>
                                          <p:spTgt spid="1747"/>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703"/>
                                        </p:tgtEl>
                                        <p:attrNameLst>
                                          <p:attrName>style.visibility</p:attrName>
                                        </p:attrNameLst>
                                      </p:cBhvr>
                                      <p:to>
                                        <p:strVal val="visible"/>
                                      </p:to>
                                    </p:set>
                                    <p:animEffect filter="fade" transition="in">
                                      <p:cBhvr>
                                        <p:cTn dur="500"/>
                                        <p:tgtEl>
                                          <p:spTgt spid="17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5" name="Shape 1755"/>
        <p:cNvGrpSpPr/>
        <p:nvPr/>
      </p:nvGrpSpPr>
      <p:grpSpPr>
        <a:xfrm>
          <a:off x="0" y="0"/>
          <a:ext cx="0" cy="0"/>
          <a:chOff x="0" y="0"/>
          <a:chExt cx="0" cy="0"/>
        </a:xfrm>
      </p:grpSpPr>
      <p:pic>
        <p:nvPicPr>
          <p:cNvPr id="1756" name="Google Shape;1756;p11"/>
          <p:cNvPicPr preferRelativeResize="0"/>
          <p:nvPr/>
        </p:nvPicPr>
        <p:blipFill rotWithShape="1">
          <a:blip r:embed="rId3">
            <a:alphaModFix/>
          </a:blip>
          <a:srcRect b="0" l="0" r="0" t="0"/>
          <a:stretch/>
        </p:blipFill>
        <p:spPr>
          <a:xfrm>
            <a:off x="2711450" y="836613"/>
            <a:ext cx="6521450" cy="4464050"/>
          </a:xfrm>
          <a:prstGeom prst="rect">
            <a:avLst/>
          </a:prstGeom>
          <a:solidFill>
            <a:srgbClr val="833C0B"/>
          </a:solidFill>
          <a:ln>
            <a:noFill/>
          </a:ln>
        </p:spPr>
      </p:pic>
      <p:sp>
        <p:nvSpPr>
          <p:cNvPr id="1757" name="Google Shape;1757;p11"/>
          <p:cNvSpPr/>
          <p:nvPr/>
        </p:nvSpPr>
        <p:spPr>
          <a:xfrm>
            <a:off x="2208214" y="333376"/>
            <a:ext cx="3221037"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Noto Sans Symbols"/>
              <a:buNone/>
            </a:pPr>
            <a:r>
              <a:rPr b="1" lang="en-US" sz="2400">
                <a:solidFill>
                  <a:srgbClr val="C00000"/>
                </a:solidFill>
                <a:latin typeface="Arial"/>
                <a:ea typeface="Arial"/>
                <a:cs typeface="Arial"/>
                <a:sym typeface="Arial"/>
              </a:rPr>
              <a:t>A human protocol</a:t>
            </a:r>
            <a:endParaRPr/>
          </a:p>
        </p:txBody>
      </p:sp>
      <p:sp>
        <p:nvSpPr>
          <p:cNvPr id="1758" name="Google Shape;1758;p11"/>
          <p:cNvSpPr/>
          <p:nvPr/>
        </p:nvSpPr>
        <p:spPr>
          <a:xfrm>
            <a:off x="6024564" y="260350"/>
            <a:ext cx="3671887" cy="8318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2400"/>
              <a:buFont typeface="Noto Sans Symbols"/>
              <a:buNone/>
            </a:pPr>
            <a:r>
              <a:rPr b="1" lang="en-US" sz="2400">
                <a:solidFill>
                  <a:srgbClr val="C00000"/>
                </a:solidFill>
                <a:latin typeface="Arial"/>
                <a:ea typeface="Arial"/>
                <a:cs typeface="Arial"/>
                <a:sym typeface="Arial"/>
              </a:rPr>
              <a:t>A computer network protocol</a:t>
            </a:r>
            <a:endParaRPr/>
          </a:p>
        </p:txBody>
      </p:sp>
      <p:pic>
        <p:nvPicPr>
          <p:cNvPr descr="Puzzle" id="1759" name="Google Shape;1759;p11"/>
          <p:cNvPicPr preferRelativeResize="0"/>
          <p:nvPr/>
        </p:nvPicPr>
        <p:blipFill rotWithShape="1">
          <a:blip r:embed="rId4">
            <a:alphaModFix/>
          </a:blip>
          <a:srcRect b="0" l="0" r="0" t="0"/>
          <a:stretch/>
        </p:blipFill>
        <p:spPr>
          <a:xfrm rot="2653558">
            <a:off x="10717103" y="364051"/>
            <a:ext cx="603250" cy="603250"/>
          </a:xfrm>
          <a:prstGeom prst="rect">
            <a:avLst/>
          </a:prstGeom>
          <a:noFill/>
          <a:ln>
            <a:noFill/>
          </a:ln>
        </p:spPr>
      </p:pic>
      <p:sp>
        <p:nvSpPr>
          <p:cNvPr id="1760" name="Google Shape;1760;p11"/>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5" name="Shape 1765"/>
        <p:cNvGrpSpPr/>
        <p:nvPr/>
      </p:nvGrpSpPr>
      <p:grpSpPr>
        <a:xfrm>
          <a:off x="0" y="0"/>
          <a:ext cx="0" cy="0"/>
          <a:chOff x="0" y="0"/>
          <a:chExt cx="0" cy="0"/>
        </a:xfrm>
      </p:grpSpPr>
      <p:sp>
        <p:nvSpPr>
          <p:cNvPr id="1766" name="Google Shape;1766;p12"/>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1: roadmap</a:t>
            </a:r>
            <a:endParaRPr/>
          </a:p>
        </p:txBody>
      </p:sp>
      <p:sp>
        <p:nvSpPr>
          <p:cNvPr id="1767" name="Google Shape;1767;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1768" name="Google Shape;1768;p12"/>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fontScale="92500"/>
          </a:bodyPr>
          <a:lstStyle/>
          <a:p>
            <a:pPr indent="-285750" lvl="0" marL="403225" rtl="0" algn="l">
              <a:lnSpc>
                <a:spcPct val="90000"/>
              </a:lnSpc>
              <a:spcBef>
                <a:spcPts val="0"/>
              </a:spcBef>
              <a:spcAft>
                <a:spcPts val="0"/>
              </a:spcAft>
              <a:buClr>
                <a:srgbClr val="BFBFBF"/>
              </a:buClr>
              <a:buSzPct val="100000"/>
              <a:buChar char="▪"/>
            </a:pPr>
            <a:r>
              <a:rPr lang="en-US" sz="3200">
                <a:solidFill>
                  <a:srgbClr val="A5A5A5"/>
                </a:solidFill>
                <a:latin typeface="Calibri"/>
                <a:ea typeface="Calibri"/>
                <a:cs typeface="Calibri"/>
                <a:sym typeface="Calibri"/>
              </a:rPr>
              <a:t>What </a:t>
            </a:r>
            <a:r>
              <a:rPr i="1" lang="en-US" sz="3200">
                <a:solidFill>
                  <a:srgbClr val="A5A5A5"/>
                </a:solidFill>
                <a:latin typeface="Calibri"/>
                <a:ea typeface="Calibri"/>
                <a:cs typeface="Calibri"/>
                <a:sym typeface="Calibri"/>
              </a:rPr>
              <a:t>is</a:t>
            </a:r>
            <a:r>
              <a:rPr lang="en-US" sz="3200">
                <a:solidFill>
                  <a:srgbClr val="A5A5A5"/>
                </a:solidFill>
                <a:latin typeface="Calibri"/>
                <a:ea typeface="Calibri"/>
                <a:cs typeface="Calibri"/>
                <a:sym typeface="Calibri"/>
              </a:rPr>
              <a:t> the Internet?</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What</a:t>
            </a:r>
            <a:r>
              <a:rPr i="1" lang="en-US" sz="3200">
                <a:solidFill>
                  <a:srgbClr val="A5A5A5"/>
                </a:solidFill>
                <a:latin typeface="Calibri"/>
                <a:ea typeface="Calibri"/>
                <a:cs typeface="Calibri"/>
                <a:sym typeface="Calibri"/>
              </a:rPr>
              <a:t> is </a:t>
            </a:r>
            <a:r>
              <a:rPr lang="en-US" sz="3200">
                <a:solidFill>
                  <a:srgbClr val="A5A5A5"/>
                </a:solidFill>
                <a:latin typeface="Calibri"/>
                <a:ea typeface="Calibri"/>
                <a:cs typeface="Calibri"/>
                <a:sym typeface="Calibri"/>
              </a:rPr>
              <a:t>a protocol?</a:t>
            </a:r>
            <a:endParaRPr/>
          </a:p>
          <a:p>
            <a:pPr indent="-285750" lvl="0" marL="403225" rtl="0" algn="l">
              <a:lnSpc>
                <a:spcPct val="90000"/>
              </a:lnSpc>
              <a:spcBef>
                <a:spcPts val="800"/>
              </a:spcBef>
              <a:spcAft>
                <a:spcPts val="0"/>
              </a:spcAft>
              <a:buSzPct val="100000"/>
              <a:buChar char="▪"/>
            </a:pPr>
            <a:r>
              <a:rPr lang="en-US" sz="3200">
                <a:solidFill>
                  <a:srgbClr val="0000A8"/>
                </a:solidFill>
                <a:latin typeface="Calibri"/>
                <a:ea typeface="Calibri"/>
                <a:cs typeface="Calibri"/>
                <a:sym typeface="Calibri"/>
              </a:rPr>
              <a:t>Network edge: </a:t>
            </a:r>
            <a:r>
              <a:rPr lang="en-US" sz="3200">
                <a:latin typeface="Calibri"/>
                <a:ea typeface="Calibri"/>
                <a:cs typeface="Calibri"/>
                <a:sym typeface="Calibri"/>
              </a:rPr>
              <a:t>hosts, access network, physical media</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Network core: packet/circuit switching, internet structure</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Performance: loss, delay, throughput</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Security</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Protocol layers, service models</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History</a:t>
            </a:r>
            <a:endParaRPr/>
          </a:p>
          <a:p>
            <a:pPr indent="-222250" lvl="0" marL="352425" rtl="0" algn="l">
              <a:lnSpc>
                <a:spcPct val="90000"/>
              </a:lnSpc>
              <a:spcBef>
                <a:spcPts val="1000"/>
              </a:spcBef>
              <a:spcAft>
                <a:spcPts val="0"/>
              </a:spcAft>
              <a:buSzPct val="100000"/>
              <a:buFont typeface="Noto Sans Symbols"/>
              <a:buNone/>
            </a:pPr>
            <a:r>
              <a:t/>
            </a:r>
            <a:endParaRPr sz="2400"/>
          </a:p>
        </p:txBody>
      </p:sp>
      <p:pic>
        <p:nvPicPr>
          <p:cNvPr descr="Kurose&amp;Ross 8th ed cover picture" id="1769" name="Google Shape;1769;p12"/>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4" name="Shape 1774"/>
        <p:cNvGrpSpPr/>
        <p:nvPr/>
      </p:nvGrpSpPr>
      <p:grpSpPr>
        <a:xfrm>
          <a:off x="0" y="0"/>
          <a:ext cx="0" cy="0"/>
          <a:chOff x="0" y="0"/>
          <a:chExt cx="0" cy="0"/>
        </a:xfrm>
      </p:grpSpPr>
      <p:sp>
        <p:nvSpPr>
          <p:cNvPr id="1775" name="Google Shape;1775;p1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 closer look at Internet structure</a:t>
            </a:r>
            <a:endParaRPr/>
          </a:p>
        </p:txBody>
      </p:sp>
      <p:sp>
        <p:nvSpPr>
          <p:cNvPr id="1776" name="Google Shape;1776;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grpSp>
        <p:nvGrpSpPr>
          <p:cNvPr id="1777" name="Google Shape;1777;p13"/>
          <p:cNvGrpSpPr/>
          <p:nvPr/>
        </p:nvGrpSpPr>
        <p:grpSpPr>
          <a:xfrm>
            <a:off x="7205350" y="1488461"/>
            <a:ext cx="4525460" cy="4859961"/>
            <a:chOff x="7268561" y="1458365"/>
            <a:chExt cx="4525460" cy="4859961"/>
          </a:xfrm>
        </p:grpSpPr>
        <p:sp>
          <p:nvSpPr>
            <p:cNvPr id="1778" name="Google Shape;1778;p13"/>
            <p:cNvSpPr/>
            <p:nvPr/>
          </p:nvSpPr>
          <p:spPr>
            <a:xfrm>
              <a:off x="9048399" y="3035682"/>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9" name="Google Shape;1779;p13"/>
            <p:cNvSpPr/>
            <p:nvPr/>
          </p:nvSpPr>
          <p:spPr>
            <a:xfrm>
              <a:off x="7337287" y="1795939"/>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780" name="Google Shape;1780;p13"/>
            <p:cNvGrpSpPr/>
            <p:nvPr/>
          </p:nvGrpSpPr>
          <p:grpSpPr>
            <a:xfrm>
              <a:off x="7268561" y="3259155"/>
              <a:ext cx="1458912" cy="933450"/>
              <a:chOff x="2889" y="1631"/>
              <a:chExt cx="980" cy="743"/>
            </a:xfrm>
          </p:grpSpPr>
          <p:sp>
            <p:nvSpPr>
              <p:cNvPr id="1781" name="Google Shape;1781;p13"/>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1782" name="Google Shape;1782;p13"/>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grpSp>
        <p:sp>
          <p:nvSpPr>
            <p:cNvPr id="1783" name="Google Shape;1783;p13"/>
            <p:cNvSpPr/>
            <p:nvPr/>
          </p:nvSpPr>
          <p:spPr>
            <a:xfrm>
              <a:off x="7775612" y="4653038"/>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4" name="Google Shape;1784;p13"/>
            <p:cNvSpPr txBox="1"/>
            <p:nvPr/>
          </p:nvSpPr>
          <p:spPr>
            <a:xfrm>
              <a:off x="7742485" y="1458365"/>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a:p>
          </p:txBody>
        </p:sp>
        <p:sp>
          <p:nvSpPr>
            <p:cNvPr id="1785" name="Google Shape;1785;p13"/>
            <p:cNvSpPr txBox="1"/>
            <p:nvPr/>
          </p:nvSpPr>
          <p:spPr>
            <a:xfrm>
              <a:off x="7394046" y="4161826"/>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a:p>
          </p:txBody>
        </p:sp>
        <p:sp>
          <p:nvSpPr>
            <p:cNvPr id="1786" name="Google Shape;1786;p13"/>
            <p:cNvSpPr txBox="1"/>
            <p:nvPr/>
          </p:nvSpPr>
          <p:spPr>
            <a:xfrm>
              <a:off x="7370119" y="5749679"/>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a:p>
          </p:txBody>
        </p:sp>
        <p:sp>
          <p:nvSpPr>
            <p:cNvPr id="1787" name="Google Shape;1787;p13"/>
            <p:cNvSpPr/>
            <p:nvPr/>
          </p:nvSpPr>
          <p:spPr>
            <a:xfrm>
              <a:off x="10285357" y="3149444"/>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9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788" name="Google Shape;1788;p13"/>
            <p:cNvGrpSpPr/>
            <p:nvPr/>
          </p:nvGrpSpPr>
          <p:grpSpPr>
            <a:xfrm>
              <a:off x="10900911" y="3897954"/>
              <a:ext cx="687393" cy="721548"/>
              <a:chOff x="5203089" y="1751190"/>
              <a:chExt cx="858331" cy="662414"/>
            </a:xfrm>
          </p:grpSpPr>
          <p:sp>
            <p:nvSpPr>
              <p:cNvPr id="1789" name="Google Shape;1789;p1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0" name="Google Shape;1790;p1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791" name="Google Shape;1791;p1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792" name="Google Shape;1792;p1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793" name="Google Shape;1793;p1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794" name="Google Shape;1794;p1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795" name="Google Shape;1795;p1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796" name="Google Shape;1796;p1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1797" name="Google Shape;1797;p13"/>
            <p:cNvGrpSpPr/>
            <p:nvPr/>
          </p:nvGrpSpPr>
          <p:grpSpPr>
            <a:xfrm>
              <a:off x="10834382" y="3164075"/>
              <a:ext cx="594613" cy="648336"/>
              <a:chOff x="5203089" y="1751190"/>
              <a:chExt cx="858331" cy="662414"/>
            </a:xfrm>
          </p:grpSpPr>
          <p:sp>
            <p:nvSpPr>
              <p:cNvPr id="1798" name="Google Shape;1798;p1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9" name="Google Shape;1799;p1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800" name="Google Shape;1800;p1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1801" name="Google Shape;1801;p1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1802" name="Google Shape;1802;p1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1803" name="Google Shape;1803;p1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1804" name="Google Shape;1804;p1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1805" name="Google Shape;1805;p1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1806" name="Google Shape;1806;p13"/>
            <p:cNvSpPr/>
            <p:nvPr/>
          </p:nvSpPr>
          <p:spPr>
            <a:xfrm>
              <a:off x="9604024" y="1751946"/>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7" name="Google Shape;1807;p13"/>
            <p:cNvSpPr txBox="1"/>
            <p:nvPr/>
          </p:nvSpPr>
          <p:spPr>
            <a:xfrm>
              <a:off x="9490412" y="1821099"/>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a:p>
          </p:txBody>
        </p:sp>
        <p:sp>
          <p:nvSpPr>
            <p:cNvPr id="1808" name="Google Shape;1808;p13"/>
            <p:cNvSpPr/>
            <p:nvPr/>
          </p:nvSpPr>
          <p:spPr>
            <a:xfrm>
              <a:off x="9342279" y="3647812"/>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9" name="Google Shape;1809;p13"/>
            <p:cNvSpPr txBox="1"/>
            <p:nvPr/>
          </p:nvSpPr>
          <p:spPr>
            <a:xfrm>
              <a:off x="8829373" y="3417823"/>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a:p>
          </p:txBody>
        </p:sp>
        <p:sp>
          <p:nvSpPr>
            <p:cNvPr id="1810" name="Google Shape;1810;p13"/>
            <p:cNvSpPr txBox="1"/>
            <p:nvPr/>
          </p:nvSpPr>
          <p:spPr>
            <a:xfrm>
              <a:off x="10980978" y="4647841"/>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a:p>
          </p:txBody>
        </p:sp>
        <p:sp>
          <p:nvSpPr>
            <p:cNvPr id="1811" name="Google Shape;1811;p13"/>
            <p:cNvSpPr txBox="1"/>
            <p:nvPr/>
          </p:nvSpPr>
          <p:spPr>
            <a:xfrm>
              <a:off x="10126229" y="4198152"/>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grpSp>
      <p:grpSp>
        <p:nvGrpSpPr>
          <p:cNvPr id="1812" name="Google Shape;1812;p13"/>
          <p:cNvGrpSpPr/>
          <p:nvPr/>
        </p:nvGrpSpPr>
        <p:grpSpPr>
          <a:xfrm>
            <a:off x="7562238" y="2127325"/>
            <a:ext cx="3578867" cy="3640284"/>
            <a:chOff x="7562238" y="2127325"/>
            <a:chExt cx="3578867" cy="3640284"/>
          </a:xfrm>
        </p:grpSpPr>
        <p:cxnSp>
          <p:nvCxnSpPr>
            <p:cNvPr id="1813" name="Google Shape;1813;p13"/>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1814" name="Google Shape;1814;p13"/>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1815" name="Google Shape;1815;p13"/>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1816" name="Google Shape;1816;p13"/>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1817" name="Google Shape;1817;p13"/>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1818" name="Google Shape;1818;p13"/>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819" name="Google Shape;1819;p13"/>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1820" name="Google Shape;1820;p13"/>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1821" name="Google Shape;1821;p13"/>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1822" name="Google Shape;1822;p13"/>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1823" name="Google Shape;1823;p13"/>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grpSp>
          <p:nvGrpSpPr>
            <p:cNvPr id="1824" name="Google Shape;1824;p13"/>
            <p:cNvGrpSpPr/>
            <p:nvPr/>
          </p:nvGrpSpPr>
          <p:grpSpPr>
            <a:xfrm>
              <a:off x="7562238" y="2127325"/>
              <a:ext cx="3578867" cy="3640284"/>
              <a:chOff x="7562238" y="2127325"/>
              <a:chExt cx="3578867" cy="3640284"/>
            </a:xfrm>
          </p:grpSpPr>
          <p:grpSp>
            <p:nvGrpSpPr>
              <p:cNvPr id="1825" name="Google Shape;1825;p13"/>
              <p:cNvGrpSpPr/>
              <p:nvPr/>
            </p:nvGrpSpPr>
            <p:grpSpPr>
              <a:xfrm>
                <a:off x="7857253" y="2127325"/>
                <a:ext cx="3283852" cy="3640284"/>
                <a:chOff x="7881336" y="2104198"/>
                <a:chExt cx="3283852" cy="3640284"/>
              </a:xfrm>
            </p:grpSpPr>
            <p:cxnSp>
              <p:nvCxnSpPr>
                <p:cNvPr id="1826" name="Google Shape;1826;p13"/>
                <p:cNvCxnSpPr/>
                <p:nvPr/>
              </p:nvCxnSpPr>
              <p:spPr>
                <a:xfrm flipH="1" rot="5400000">
                  <a:off x="9813692" y="5228612"/>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1827" name="Google Shape;1827;p13"/>
                <p:cNvCxnSpPr/>
                <p:nvPr/>
              </p:nvCxnSpPr>
              <p:spPr>
                <a:xfrm rot="10800000">
                  <a:off x="10234009" y="5382159"/>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1828" name="Google Shape;1828;p13"/>
                <p:cNvCxnSpPr/>
                <p:nvPr/>
              </p:nvCxnSpPr>
              <p:spPr>
                <a:xfrm>
                  <a:off x="9457042" y="4815390"/>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1829" name="Google Shape;1829;p13"/>
                <p:cNvCxnSpPr/>
                <p:nvPr/>
              </p:nvCxnSpPr>
              <p:spPr>
                <a:xfrm flipH="1" rot="10800000">
                  <a:off x="8874149" y="4815390"/>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1830" name="Google Shape;1830;p13"/>
                <p:cNvCxnSpPr/>
                <p:nvPr/>
              </p:nvCxnSpPr>
              <p:spPr>
                <a:xfrm>
                  <a:off x="8845827" y="5085749"/>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1831" name="Google Shape;1831;p13"/>
                <p:cNvCxnSpPr/>
                <p:nvPr/>
              </p:nvCxnSpPr>
              <p:spPr>
                <a:xfrm>
                  <a:off x="8234290" y="5094207"/>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1832" name="Google Shape;1832;p13"/>
                <p:cNvCxnSpPr/>
                <p:nvPr/>
              </p:nvCxnSpPr>
              <p:spPr>
                <a:xfrm flipH="1" rot="10800000">
                  <a:off x="7972450" y="5267343"/>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1833" name="Google Shape;1833;p13"/>
                <p:cNvCxnSpPr/>
                <p:nvPr/>
              </p:nvCxnSpPr>
              <p:spPr>
                <a:xfrm flipH="1">
                  <a:off x="8397900" y="5259125"/>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1834" name="Google Shape;1834;p13"/>
                <p:cNvCxnSpPr/>
                <p:nvPr/>
              </p:nvCxnSpPr>
              <p:spPr>
                <a:xfrm rot="10800000">
                  <a:off x="8512814" y="5284804"/>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1835" name="Google Shape;1835;p13"/>
                <p:cNvCxnSpPr/>
                <p:nvPr/>
              </p:nvCxnSpPr>
              <p:spPr>
                <a:xfrm>
                  <a:off x="8512814" y="5234921"/>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1836" name="Google Shape;1836;p13"/>
                <p:cNvCxnSpPr/>
                <p:nvPr/>
              </p:nvCxnSpPr>
              <p:spPr>
                <a:xfrm>
                  <a:off x="8271861" y="3806843"/>
                  <a:ext cx="0" cy="131762"/>
                </a:xfrm>
                <a:prstGeom prst="straightConnector1">
                  <a:avLst/>
                </a:prstGeom>
                <a:noFill/>
                <a:ln cap="flat" cmpd="sng" w="9525">
                  <a:solidFill>
                    <a:schemeClr val="dk1"/>
                  </a:solidFill>
                  <a:prstDash val="solid"/>
                  <a:round/>
                  <a:headEnd len="med" w="med" type="none"/>
                  <a:tailEnd len="med" w="med" type="none"/>
                </a:ln>
              </p:spPr>
            </p:cxnSp>
            <p:cxnSp>
              <p:nvCxnSpPr>
                <p:cNvPr id="1837" name="Google Shape;1837;p13"/>
                <p:cNvCxnSpPr/>
                <p:nvPr/>
              </p:nvCxnSpPr>
              <p:spPr>
                <a:xfrm flipH="1" rot="10800000">
                  <a:off x="7881336" y="4017980"/>
                  <a:ext cx="168275" cy="3175"/>
                </a:xfrm>
                <a:prstGeom prst="straightConnector1">
                  <a:avLst/>
                </a:prstGeom>
                <a:noFill/>
                <a:ln cap="flat" cmpd="sng" w="9525">
                  <a:solidFill>
                    <a:schemeClr val="dk1"/>
                  </a:solidFill>
                  <a:prstDash val="solid"/>
                  <a:round/>
                  <a:headEnd len="med" w="med" type="none"/>
                  <a:tailEnd len="med" w="med" type="none"/>
                </a:ln>
              </p:spPr>
            </p:cxnSp>
            <p:cxnSp>
              <p:nvCxnSpPr>
                <p:cNvPr id="1838" name="Google Shape;1838;p13"/>
                <p:cNvCxnSpPr/>
                <p:nvPr/>
              </p:nvCxnSpPr>
              <p:spPr>
                <a:xfrm flipH="1" rot="5400000">
                  <a:off x="9909628" y="5560344"/>
                  <a:ext cx="366793" cy="1482"/>
                </a:xfrm>
                <a:prstGeom prst="straightConnector1">
                  <a:avLst/>
                </a:prstGeom>
                <a:noFill/>
                <a:ln cap="flat" cmpd="sng" w="12700">
                  <a:solidFill>
                    <a:schemeClr val="dk1"/>
                  </a:solidFill>
                  <a:prstDash val="solid"/>
                  <a:round/>
                  <a:headEnd len="med" w="med" type="none"/>
                  <a:tailEnd len="med" w="med" type="none"/>
                </a:ln>
              </p:spPr>
            </p:cxnSp>
            <p:cxnSp>
              <p:nvCxnSpPr>
                <p:cNvPr id="1839" name="Google Shape;1839;p13"/>
                <p:cNvCxnSpPr/>
                <p:nvPr/>
              </p:nvCxnSpPr>
              <p:spPr>
                <a:xfrm flipH="1" rot="10800000">
                  <a:off x="8483508" y="5013435"/>
                  <a:ext cx="404236" cy="207771"/>
                </a:xfrm>
                <a:prstGeom prst="straightConnector1">
                  <a:avLst/>
                </a:prstGeom>
                <a:noFill/>
                <a:ln cap="flat" cmpd="sng" w="9525">
                  <a:solidFill>
                    <a:schemeClr val="dk1"/>
                  </a:solidFill>
                  <a:prstDash val="solid"/>
                  <a:round/>
                  <a:headEnd len="med" w="med" type="none"/>
                  <a:tailEnd len="med" w="med" type="none"/>
                </a:ln>
              </p:spPr>
            </p:cxnSp>
            <p:cxnSp>
              <p:nvCxnSpPr>
                <p:cNvPr id="1840" name="Google Shape;1840;p13"/>
                <p:cNvCxnSpPr/>
                <p:nvPr/>
              </p:nvCxnSpPr>
              <p:spPr>
                <a:xfrm flipH="1">
                  <a:off x="10124718" y="2146305"/>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1841" name="Google Shape;1841;p13"/>
                <p:cNvCxnSpPr/>
                <p:nvPr/>
              </p:nvCxnSpPr>
              <p:spPr>
                <a:xfrm flipH="1">
                  <a:off x="10124718" y="2245186"/>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1842" name="Google Shape;1842;p13"/>
                <p:cNvCxnSpPr/>
                <p:nvPr/>
              </p:nvCxnSpPr>
              <p:spPr>
                <a:xfrm flipH="1">
                  <a:off x="10696218" y="2177379"/>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1843" name="Google Shape;1843;p13"/>
                <p:cNvCxnSpPr/>
                <p:nvPr/>
              </p:nvCxnSpPr>
              <p:spPr>
                <a:xfrm flipH="1">
                  <a:off x="10166249" y="2695840"/>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1844" name="Google Shape;1844;p13"/>
                <p:cNvCxnSpPr/>
                <p:nvPr/>
              </p:nvCxnSpPr>
              <p:spPr>
                <a:xfrm flipH="1">
                  <a:off x="10093625" y="2146305"/>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1845" name="Google Shape;1845;p13"/>
                <p:cNvCxnSpPr/>
                <p:nvPr/>
              </p:nvCxnSpPr>
              <p:spPr>
                <a:xfrm flipH="1">
                  <a:off x="10886186" y="2104198"/>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1846" name="Google Shape;1846;p13"/>
                <p:cNvCxnSpPr/>
                <p:nvPr/>
              </p:nvCxnSpPr>
              <p:spPr>
                <a:xfrm rot="10800000">
                  <a:off x="10706077" y="2695840"/>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1847" name="Google Shape;1847;p13"/>
                <p:cNvCxnSpPr/>
                <p:nvPr/>
              </p:nvCxnSpPr>
              <p:spPr>
                <a:xfrm flipH="1">
                  <a:off x="8793306" y="2245186"/>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1848" name="Google Shape;1848;p13"/>
                <p:cNvCxnSpPr/>
                <p:nvPr/>
              </p:nvCxnSpPr>
              <p:spPr>
                <a:xfrm flipH="1" rot="10800000">
                  <a:off x="9402788" y="4090252"/>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1849" name="Google Shape;1849;p13"/>
                <p:cNvCxnSpPr/>
                <p:nvPr/>
              </p:nvCxnSpPr>
              <p:spPr>
                <a:xfrm flipH="1" rot="10800000">
                  <a:off x="8268637" y="4024329"/>
                  <a:ext cx="969051" cy="3175"/>
                </a:xfrm>
                <a:prstGeom prst="straightConnector1">
                  <a:avLst/>
                </a:prstGeom>
                <a:noFill/>
                <a:ln cap="flat" cmpd="sng" w="9525">
                  <a:solidFill>
                    <a:schemeClr val="dk1"/>
                  </a:solidFill>
                  <a:prstDash val="solid"/>
                  <a:round/>
                  <a:headEnd len="med" w="med" type="none"/>
                  <a:tailEnd len="med" w="med" type="none"/>
                </a:ln>
              </p:spPr>
            </p:cxnSp>
          </p:grpSp>
          <p:pic>
            <p:nvPicPr>
              <p:cNvPr descr="antenna_radiation_stylized" id="1850" name="Google Shape;1850;p13"/>
              <p:cNvPicPr preferRelativeResize="0"/>
              <p:nvPr/>
            </p:nvPicPr>
            <p:blipFill rotWithShape="1">
              <a:blip r:embed="rId3">
                <a:alphaModFix/>
              </a:blip>
              <a:srcRect b="0" l="0" r="0" t="0"/>
              <a:stretch/>
            </p:blipFill>
            <p:spPr>
              <a:xfrm>
                <a:off x="7562238" y="3813930"/>
                <a:ext cx="506412" cy="106009"/>
              </a:xfrm>
              <a:prstGeom prst="rect">
                <a:avLst/>
              </a:prstGeom>
              <a:noFill/>
              <a:ln>
                <a:noFill/>
              </a:ln>
            </p:spPr>
          </p:pic>
          <p:pic>
            <p:nvPicPr>
              <p:cNvPr descr="antenna_radiation_stylized" id="1851" name="Google Shape;1851;p13"/>
              <p:cNvPicPr preferRelativeResize="0"/>
              <p:nvPr/>
            </p:nvPicPr>
            <p:blipFill rotWithShape="1">
              <a:blip r:embed="rId4">
                <a:alphaModFix/>
              </a:blip>
              <a:srcRect b="0" l="0" r="0" t="0"/>
              <a:stretch/>
            </p:blipFill>
            <p:spPr>
              <a:xfrm>
                <a:off x="9242073" y="5480938"/>
                <a:ext cx="452014" cy="95159"/>
              </a:xfrm>
              <a:prstGeom prst="rect">
                <a:avLst/>
              </a:prstGeom>
              <a:noFill/>
              <a:ln>
                <a:noFill/>
              </a:ln>
            </p:spPr>
          </p:pic>
          <p:pic>
            <p:nvPicPr>
              <p:cNvPr descr="cell_tower_radiation copy" id="1852" name="Google Shape;1852;p13"/>
              <p:cNvPicPr preferRelativeResize="0"/>
              <p:nvPr/>
            </p:nvPicPr>
            <p:blipFill rotWithShape="1">
              <a:blip r:embed="rId5">
                <a:alphaModFix/>
              </a:blip>
              <a:srcRect b="0" l="0" r="0" t="0"/>
              <a:stretch/>
            </p:blipFill>
            <p:spPr>
              <a:xfrm>
                <a:off x="7980866" y="2158167"/>
                <a:ext cx="457200" cy="332766"/>
              </a:xfrm>
              <a:prstGeom prst="rect">
                <a:avLst/>
              </a:prstGeom>
              <a:noFill/>
              <a:ln>
                <a:noFill/>
              </a:ln>
            </p:spPr>
          </p:pic>
          <p:sp>
            <p:nvSpPr>
              <p:cNvPr id="1853" name="Google Shape;1853;p13"/>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nvGrpSpPr>
          <p:cNvPr id="1854" name="Google Shape;1854;p13"/>
          <p:cNvGrpSpPr/>
          <p:nvPr/>
        </p:nvGrpSpPr>
        <p:grpSpPr>
          <a:xfrm>
            <a:off x="7613882" y="2107963"/>
            <a:ext cx="3540395" cy="3733733"/>
            <a:chOff x="7619038" y="2102861"/>
            <a:chExt cx="3540395" cy="3733733"/>
          </a:xfrm>
        </p:grpSpPr>
        <p:cxnSp>
          <p:nvCxnSpPr>
            <p:cNvPr id="1855" name="Google Shape;1855;p13"/>
            <p:cNvCxnSpPr/>
            <p:nvPr/>
          </p:nvCxnSpPr>
          <p:spPr>
            <a:xfrm>
              <a:off x="8213016" y="2695257"/>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1856" name="Google Shape;1856;p13"/>
            <p:cNvGrpSpPr/>
            <p:nvPr/>
          </p:nvGrpSpPr>
          <p:grpSpPr>
            <a:xfrm>
              <a:off x="8055854" y="2304274"/>
              <a:ext cx="298450" cy="464008"/>
              <a:chOff x="3130" y="3288"/>
              <a:chExt cx="410" cy="742"/>
            </a:xfrm>
          </p:grpSpPr>
          <p:cxnSp>
            <p:nvCxnSpPr>
              <p:cNvPr id="1857" name="Google Shape;1857;p13"/>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1858" name="Google Shape;1858;p13"/>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1859" name="Google Shape;1859;p13"/>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860" name="Google Shape;1860;p13"/>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1861" name="Google Shape;1861;p13"/>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1862" name="Google Shape;1862;p13"/>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1863" name="Google Shape;1863;p13"/>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1864" name="Google Shape;1864;p13"/>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1865" name="Google Shape;1865;p13"/>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1866" name="Google Shape;1866;p13"/>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1867" name="Google Shape;1867;p13"/>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1868" name="Google Shape;1868;p13"/>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1869" name="Google Shape;1869;p13"/>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1870" name="Google Shape;1870;p13"/>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1871" name="Google Shape;1871;p13"/>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access_point_stylized_small" id="1872" name="Google Shape;1872;p13"/>
            <p:cNvPicPr preferRelativeResize="0"/>
            <p:nvPr/>
          </p:nvPicPr>
          <p:blipFill rotWithShape="1">
            <a:blip r:embed="rId6">
              <a:alphaModFix/>
            </a:blip>
            <a:srcRect b="0" l="0" r="0" t="0"/>
            <a:stretch/>
          </p:blipFill>
          <p:spPr>
            <a:xfrm>
              <a:off x="7619038" y="3856797"/>
              <a:ext cx="370169" cy="306751"/>
            </a:xfrm>
            <a:prstGeom prst="rect">
              <a:avLst/>
            </a:prstGeom>
            <a:noFill/>
            <a:ln>
              <a:noFill/>
            </a:ln>
          </p:spPr>
        </p:pic>
        <p:pic>
          <p:nvPicPr>
            <p:cNvPr descr="access_point_stylized_small" id="1873" name="Google Shape;1873;p13"/>
            <p:cNvPicPr preferRelativeResize="0"/>
            <p:nvPr/>
          </p:nvPicPr>
          <p:blipFill rotWithShape="1">
            <a:blip r:embed="rId6">
              <a:alphaModFix/>
            </a:blip>
            <a:srcRect b="0" l="0" r="0" t="0"/>
            <a:stretch/>
          </p:blipFill>
          <p:spPr>
            <a:xfrm>
              <a:off x="9295766" y="5519130"/>
              <a:ext cx="380935" cy="317464"/>
            </a:xfrm>
            <a:prstGeom prst="rect">
              <a:avLst/>
            </a:prstGeom>
            <a:noFill/>
            <a:ln>
              <a:noFill/>
            </a:ln>
          </p:spPr>
        </p:pic>
        <p:grpSp>
          <p:nvGrpSpPr>
            <p:cNvPr id="1874" name="Google Shape;1874;p13"/>
            <p:cNvGrpSpPr/>
            <p:nvPr/>
          </p:nvGrpSpPr>
          <p:grpSpPr>
            <a:xfrm>
              <a:off x="9788714" y="4984881"/>
              <a:ext cx="393760" cy="218578"/>
              <a:chOff x="7493876" y="2774731"/>
              <a:chExt cx="1481958" cy="894622"/>
            </a:xfrm>
          </p:grpSpPr>
          <p:sp>
            <p:nvSpPr>
              <p:cNvPr id="1875" name="Google Shape;1875;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876" name="Google Shape;1876;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877" name="Google Shape;1877;p13"/>
              <p:cNvGrpSpPr/>
              <p:nvPr/>
            </p:nvGrpSpPr>
            <p:grpSpPr>
              <a:xfrm>
                <a:off x="7713663" y="2848339"/>
                <a:ext cx="1042107" cy="425543"/>
                <a:chOff x="7786941" y="2884917"/>
                <a:chExt cx="897649" cy="353919"/>
              </a:xfrm>
            </p:grpSpPr>
            <p:sp>
              <p:nvSpPr>
                <p:cNvPr id="1878" name="Google Shape;1878;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79" name="Google Shape;1879;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0" name="Google Shape;1880;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1" name="Google Shape;1881;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882" name="Google Shape;1882;p13"/>
            <p:cNvGrpSpPr/>
            <p:nvPr/>
          </p:nvGrpSpPr>
          <p:grpSpPr>
            <a:xfrm>
              <a:off x="9854521" y="5333935"/>
              <a:ext cx="309740" cy="190838"/>
              <a:chOff x="3668110" y="2448910"/>
              <a:chExt cx="3794234" cy="2165130"/>
            </a:xfrm>
          </p:grpSpPr>
          <p:sp>
            <p:nvSpPr>
              <p:cNvPr id="1883" name="Google Shape;1883;p1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4" name="Google Shape;1884;p1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885" name="Google Shape;1885;p13"/>
              <p:cNvGrpSpPr/>
              <p:nvPr/>
            </p:nvGrpSpPr>
            <p:grpSpPr>
              <a:xfrm>
                <a:off x="3941378" y="2603243"/>
                <a:ext cx="3202061" cy="1066110"/>
                <a:chOff x="7939341" y="3037317"/>
                <a:chExt cx="897649" cy="353919"/>
              </a:xfrm>
            </p:grpSpPr>
            <p:sp>
              <p:nvSpPr>
                <p:cNvPr id="1886" name="Google Shape;1886;p1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7" name="Google Shape;1887;p1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8" name="Google Shape;1888;p1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89" name="Google Shape;1889;p1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890" name="Google Shape;1890;p13"/>
            <p:cNvGrpSpPr/>
            <p:nvPr/>
          </p:nvGrpSpPr>
          <p:grpSpPr>
            <a:xfrm>
              <a:off x="8681775" y="4962318"/>
              <a:ext cx="393760" cy="218578"/>
              <a:chOff x="7493876" y="2774731"/>
              <a:chExt cx="1481958" cy="894622"/>
            </a:xfrm>
          </p:grpSpPr>
          <p:sp>
            <p:nvSpPr>
              <p:cNvPr id="1891" name="Google Shape;1891;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892" name="Google Shape;1892;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893" name="Google Shape;1893;p13"/>
              <p:cNvGrpSpPr/>
              <p:nvPr/>
            </p:nvGrpSpPr>
            <p:grpSpPr>
              <a:xfrm>
                <a:off x="7713663" y="2848339"/>
                <a:ext cx="1042107" cy="425543"/>
                <a:chOff x="7786941" y="2884917"/>
                <a:chExt cx="897649" cy="353919"/>
              </a:xfrm>
            </p:grpSpPr>
            <p:sp>
              <p:nvSpPr>
                <p:cNvPr id="1894" name="Google Shape;1894;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95" name="Google Shape;1895;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96" name="Google Shape;1896;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97" name="Google Shape;1897;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898" name="Google Shape;1898;p13"/>
            <p:cNvGrpSpPr/>
            <p:nvPr/>
          </p:nvGrpSpPr>
          <p:grpSpPr>
            <a:xfrm>
              <a:off x="8316676" y="5189331"/>
              <a:ext cx="309740" cy="190838"/>
              <a:chOff x="3668110" y="2448910"/>
              <a:chExt cx="3794234" cy="2165130"/>
            </a:xfrm>
          </p:grpSpPr>
          <p:sp>
            <p:nvSpPr>
              <p:cNvPr id="1899" name="Google Shape;1899;p13"/>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0" name="Google Shape;1900;p13"/>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901" name="Google Shape;1901;p13"/>
              <p:cNvGrpSpPr/>
              <p:nvPr/>
            </p:nvGrpSpPr>
            <p:grpSpPr>
              <a:xfrm>
                <a:off x="3941378" y="2603243"/>
                <a:ext cx="3202061" cy="1066110"/>
                <a:chOff x="7939341" y="3037317"/>
                <a:chExt cx="897649" cy="353919"/>
              </a:xfrm>
            </p:grpSpPr>
            <p:sp>
              <p:nvSpPr>
                <p:cNvPr id="1902" name="Google Shape;1902;p13"/>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3" name="Google Shape;1903;p13"/>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4" name="Google Shape;1904;p13"/>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5" name="Google Shape;1905;p13"/>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906" name="Google Shape;1906;p13"/>
            <p:cNvGrpSpPr/>
            <p:nvPr/>
          </p:nvGrpSpPr>
          <p:grpSpPr>
            <a:xfrm>
              <a:off x="8444983" y="2807207"/>
              <a:ext cx="353678" cy="168275"/>
              <a:chOff x="7493876" y="2774731"/>
              <a:chExt cx="1481958" cy="894622"/>
            </a:xfrm>
          </p:grpSpPr>
          <p:sp>
            <p:nvSpPr>
              <p:cNvPr id="1907" name="Google Shape;1907;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908" name="Google Shape;1908;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909" name="Google Shape;1909;p13"/>
              <p:cNvGrpSpPr/>
              <p:nvPr/>
            </p:nvGrpSpPr>
            <p:grpSpPr>
              <a:xfrm>
                <a:off x="7713663" y="2848339"/>
                <a:ext cx="1042107" cy="425543"/>
                <a:chOff x="7786941" y="2884917"/>
                <a:chExt cx="897649" cy="353919"/>
              </a:xfrm>
            </p:grpSpPr>
            <p:sp>
              <p:nvSpPr>
                <p:cNvPr id="1910" name="Google Shape;1910;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1" name="Google Shape;1911;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2" name="Google Shape;1912;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3" name="Google Shape;1913;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914" name="Google Shape;1914;p13"/>
            <p:cNvGrpSpPr/>
            <p:nvPr/>
          </p:nvGrpSpPr>
          <p:grpSpPr>
            <a:xfrm>
              <a:off x="8055226" y="3960892"/>
              <a:ext cx="354986" cy="175668"/>
              <a:chOff x="7493876" y="2774731"/>
              <a:chExt cx="1481958" cy="894622"/>
            </a:xfrm>
          </p:grpSpPr>
          <p:sp>
            <p:nvSpPr>
              <p:cNvPr id="1915" name="Google Shape;1915;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916" name="Google Shape;1916;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917" name="Google Shape;1917;p13"/>
              <p:cNvGrpSpPr/>
              <p:nvPr/>
            </p:nvGrpSpPr>
            <p:grpSpPr>
              <a:xfrm>
                <a:off x="7713663" y="2848339"/>
                <a:ext cx="1042107" cy="425543"/>
                <a:chOff x="7786941" y="2884917"/>
                <a:chExt cx="897649" cy="353919"/>
              </a:xfrm>
            </p:grpSpPr>
            <p:sp>
              <p:nvSpPr>
                <p:cNvPr id="1918" name="Google Shape;1918;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9" name="Google Shape;1919;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0" name="Google Shape;1920;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1" name="Google Shape;1921;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922" name="Google Shape;1922;p13"/>
            <p:cNvGrpSpPr/>
            <p:nvPr/>
          </p:nvGrpSpPr>
          <p:grpSpPr>
            <a:xfrm>
              <a:off x="10889241" y="3596263"/>
              <a:ext cx="170989" cy="97052"/>
              <a:chOff x="7493876" y="2774731"/>
              <a:chExt cx="1481958" cy="894622"/>
            </a:xfrm>
          </p:grpSpPr>
          <p:sp>
            <p:nvSpPr>
              <p:cNvPr id="1923" name="Google Shape;1923;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924" name="Google Shape;1924;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925" name="Google Shape;1925;p13"/>
              <p:cNvGrpSpPr/>
              <p:nvPr/>
            </p:nvGrpSpPr>
            <p:grpSpPr>
              <a:xfrm>
                <a:off x="7713663" y="2848339"/>
                <a:ext cx="1042107" cy="425543"/>
                <a:chOff x="7786941" y="2884917"/>
                <a:chExt cx="897649" cy="353919"/>
              </a:xfrm>
            </p:grpSpPr>
            <p:sp>
              <p:nvSpPr>
                <p:cNvPr id="1926" name="Google Shape;1926;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7" name="Google Shape;1927;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8" name="Google Shape;1928;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9" name="Google Shape;1929;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930" name="Google Shape;1930;p13"/>
            <p:cNvGrpSpPr/>
            <p:nvPr/>
          </p:nvGrpSpPr>
          <p:grpSpPr>
            <a:xfrm>
              <a:off x="10415765" y="3491036"/>
              <a:ext cx="353678" cy="198344"/>
              <a:chOff x="7493876" y="2774731"/>
              <a:chExt cx="1481958" cy="894622"/>
            </a:xfrm>
          </p:grpSpPr>
          <p:sp>
            <p:nvSpPr>
              <p:cNvPr id="1931" name="Google Shape;1931;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932" name="Google Shape;1932;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933" name="Google Shape;1933;p13"/>
              <p:cNvGrpSpPr/>
              <p:nvPr/>
            </p:nvGrpSpPr>
            <p:grpSpPr>
              <a:xfrm>
                <a:off x="7713663" y="2848339"/>
                <a:ext cx="1042107" cy="425543"/>
                <a:chOff x="7786941" y="2884917"/>
                <a:chExt cx="897649" cy="353919"/>
              </a:xfrm>
            </p:grpSpPr>
            <p:sp>
              <p:nvSpPr>
                <p:cNvPr id="1934" name="Google Shape;1934;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5" name="Google Shape;1935;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6" name="Google Shape;1936;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7" name="Google Shape;1937;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938" name="Google Shape;1938;p13"/>
            <p:cNvGrpSpPr/>
            <p:nvPr/>
          </p:nvGrpSpPr>
          <p:grpSpPr>
            <a:xfrm>
              <a:off x="9953880" y="2197190"/>
              <a:ext cx="353678" cy="198344"/>
              <a:chOff x="7493876" y="2774731"/>
              <a:chExt cx="1481958" cy="894622"/>
            </a:xfrm>
          </p:grpSpPr>
          <p:sp>
            <p:nvSpPr>
              <p:cNvPr id="1939" name="Google Shape;1939;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940" name="Google Shape;1940;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941" name="Google Shape;1941;p13"/>
              <p:cNvGrpSpPr/>
              <p:nvPr/>
            </p:nvGrpSpPr>
            <p:grpSpPr>
              <a:xfrm>
                <a:off x="7713663" y="2848339"/>
                <a:ext cx="1042107" cy="425543"/>
                <a:chOff x="7786941" y="2884917"/>
                <a:chExt cx="897649" cy="353919"/>
              </a:xfrm>
            </p:grpSpPr>
            <p:sp>
              <p:nvSpPr>
                <p:cNvPr id="1942" name="Google Shape;1942;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3" name="Google Shape;1943;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4" name="Google Shape;1944;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5" name="Google Shape;1945;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946" name="Google Shape;1946;p13"/>
            <p:cNvGrpSpPr/>
            <p:nvPr/>
          </p:nvGrpSpPr>
          <p:grpSpPr>
            <a:xfrm>
              <a:off x="10532370" y="2608265"/>
              <a:ext cx="353678" cy="198344"/>
              <a:chOff x="7493876" y="2774731"/>
              <a:chExt cx="1481958" cy="894622"/>
            </a:xfrm>
          </p:grpSpPr>
          <p:sp>
            <p:nvSpPr>
              <p:cNvPr id="1947" name="Google Shape;1947;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948" name="Google Shape;1948;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949" name="Google Shape;1949;p13"/>
              <p:cNvGrpSpPr/>
              <p:nvPr/>
            </p:nvGrpSpPr>
            <p:grpSpPr>
              <a:xfrm>
                <a:off x="7713663" y="2848339"/>
                <a:ext cx="1042107" cy="425543"/>
                <a:chOff x="7786941" y="2884917"/>
                <a:chExt cx="897649" cy="353919"/>
              </a:xfrm>
            </p:grpSpPr>
            <p:sp>
              <p:nvSpPr>
                <p:cNvPr id="1950" name="Google Shape;1950;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1" name="Google Shape;1951;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2" name="Google Shape;1952;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3" name="Google Shape;1953;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954" name="Google Shape;1954;p13"/>
            <p:cNvGrpSpPr/>
            <p:nvPr/>
          </p:nvGrpSpPr>
          <p:grpSpPr>
            <a:xfrm>
              <a:off x="10648981" y="2102861"/>
              <a:ext cx="353678" cy="198344"/>
              <a:chOff x="7493876" y="2774731"/>
              <a:chExt cx="1481958" cy="894622"/>
            </a:xfrm>
          </p:grpSpPr>
          <p:sp>
            <p:nvSpPr>
              <p:cNvPr id="1955" name="Google Shape;1955;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956" name="Google Shape;1956;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957" name="Google Shape;1957;p13"/>
              <p:cNvGrpSpPr/>
              <p:nvPr/>
            </p:nvGrpSpPr>
            <p:grpSpPr>
              <a:xfrm>
                <a:off x="7713663" y="2848339"/>
                <a:ext cx="1042107" cy="425543"/>
                <a:chOff x="7786941" y="2884917"/>
                <a:chExt cx="897649" cy="353919"/>
              </a:xfrm>
            </p:grpSpPr>
            <p:sp>
              <p:nvSpPr>
                <p:cNvPr id="1958" name="Google Shape;1958;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9" name="Google Shape;1959;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0" name="Google Shape;1960;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1" name="Google Shape;1961;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962" name="Google Shape;1962;p13"/>
            <p:cNvGrpSpPr/>
            <p:nvPr/>
          </p:nvGrpSpPr>
          <p:grpSpPr>
            <a:xfrm>
              <a:off x="9103944" y="3951522"/>
              <a:ext cx="367224" cy="240304"/>
              <a:chOff x="7493876" y="2774731"/>
              <a:chExt cx="1481958" cy="894622"/>
            </a:xfrm>
          </p:grpSpPr>
          <p:sp>
            <p:nvSpPr>
              <p:cNvPr id="1963" name="Google Shape;1963;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964" name="Google Shape;1964;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965" name="Google Shape;1965;p13"/>
              <p:cNvGrpSpPr/>
              <p:nvPr/>
            </p:nvGrpSpPr>
            <p:grpSpPr>
              <a:xfrm>
                <a:off x="7713663" y="2848339"/>
                <a:ext cx="1042107" cy="425543"/>
                <a:chOff x="7786941" y="2884917"/>
                <a:chExt cx="897649" cy="353919"/>
              </a:xfrm>
            </p:grpSpPr>
            <p:sp>
              <p:nvSpPr>
                <p:cNvPr id="1966" name="Google Shape;1966;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7" name="Google Shape;1967;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8" name="Google Shape;1968;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9" name="Google Shape;1969;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970" name="Google Shape;1970;p13"/>
            <p:cNvGrpSpPr/>
            <p:nvPr/>
          </p:nvGrpSpPr>
          <p:grpSpPr>
            <a:xfrm>
              <a:off x="9985282" y="2656463"/>
              <a:ext cx="353678" cy="198344"/>
              <a:chOff x="7493876" y="2774731"/>
              <a:chExt cx="1481958" cy="894622"/>
            </a:xfrm>
          </p:grpSpPr>
          <p:sp>
            <p:nvSpPr>
              <p:cNvPr id="1971" name="Google Shape;1971;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972" name="Google Shape;1972;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973" name="Google Shape;1973;p13"/>
              <p:cNvGrpSpPr/>
              <p:nvPr/>
            </p:nvGrpSpPr>
            <p:grpSpPr>
              <a:xfrm>
                <a:off x="7713663" y="2848339"/>
                <a:ext cx="1042107" cy="425543"/>
                <a:chOff x="7786941" y="2884917"/>
                <a:chExt cx="897649" cy="353919"/>
              </a:xfrm>
            </p:grpSpPr>
            <p:sp>
              <p:nvSpPr>
                <p:cNvPr id="1974" name="Google Shape;1974;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5" name="Google Shape;1975;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6" name="Google Shape;1976;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7" name="Google Shape;1977;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978" name="Google Shape;1978;p13"/>
            <p:cNvGrpSpPr/>
            <p:nvPr/>
          </p:nvGrpSpPr>
          <p:grpSpPr>
            <a:xfrm>
              <a:off x="9502294" y="3388930"/>
              <a:ext cx="367224" cy="240304"/>
              <a:chOff x="7493876" y="2774731"/>
              <a:chExt cx="1481958" cy="894622"/>
            </a:xfrm>
          </p:grpSpPr>
          <p:sp>
            <p:nvSpPr>
              <p:cNvPr id="1979" name="Google Shape;1979;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980" name="Google Shape;1980;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981" name="Google Shape;1981;p13"/>
              <p:cNvGrpSpPr/>
              <p:nvPr/>
            </p:nvGrpSpPr>
            <p:grpSpPr>
              <a:xfrm>
                <a:off x="7713663" y="2848339"/>
                <a:ext cx="1042107" cy="425543"/>
                <a:chOff x="7786941" y="2884917"/>
                <a:chExt cx="897649" cy="353919"/>
              </a:xfrm>
            </p:grpSpPr>
            <p:sp>
              <p:nvSpPr>
                <p:cNvPr id="1982" name="Google Shape;1982;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3" name="Google Shape;1983;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4" name="Google Shape;1984;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5" name="Google Shape;1985;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986" name="Google Shape;1986;p13"/>
            <p:cNvGrpSpPr/>
            <p:nvPr/>
          </p:nvGrpSpPr>
          <p:grpSpPr>
            <a:xfrm>
              <a:off x="9606710" y="3994661"/>
              <a:ext cx="367224" cy="240304"/>
              <a:chOff x="7493876" y="2774731"/>
              <a:chExt cx="1481958" cy="894622"/>
            </a:xfrm>
          </p:grpSpPr>
          <p:sp>
            <p:nvSpPr>
              <p:cNvPr id="1987" name="Google Shape;1987;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988" name="Google Shape;1988;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989" name="Google Shape;1989;p13"/>
              <p:cNvGrpSpPr/>
              <p:nvPr/>
            </p:nvGrpSpPr>
            <p:grpSpPr>
              <a:xfrm>
                <a:off x="7713663" y="2848339"/>
                <a:ext cx="1042107" cy="425543"/>
                <a:chOff x="7786941" y="2884917"/>
                <a:chExt cx="897649" cy="353919"/>
              </a:xfrm>
            </p:grpSpPr>
            <p:sp>
              <p:nvSpPr>
                <p:cNvPr id="1990" name="Google Shape;1990;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1" name="Google Shape;1991;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2" name="Google Shape;1992;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3" name="Google Shape;1993;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1994" name="Google Shape;1994;p13"/>
            <p:cNvGrpSpPr/>
            <p:nvPr/>
          </p:nvGrpSpPr>
          <p:grpSpPr>
            <a:xfrm>
              <a:off x="10380415" y="3987223"/>
              <a:ext cx="353678" cy="198344"/>
              <a:chOff x="7493876" y="2774731"/>
              <a:chExt cx="1481958" cy="894622"/>
            </a:xfrm>
          </p:grpSpPr>
          <p:sp>
            <p:nvSpPr>
              <p:cNvPr id="1995" name="Google Shape;1995;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1996" name="Google Shape;1996;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1997" name="Google Shape;1997;p13"/>
              <p:cNvGrpSpPr/>
              <p:nvPr/>
            </p:nvGrpSpPr>
            <p:grpSpPr>
              <a:xfrm>
                <a:off x="7713663" y="2848339"/>
                <a:ext cx="1042107" cy="425543"/>
                <a:chOff x="7786941" y="2884917"/>
                <a:chExt cx="897649" cy="353919"/>
              </a:xfrm>
            </p:grpSpPr>
            <p:sp>
              <p:nvSpPr>
                <p:cNvPr id="1998" name="Google Shape;1998;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9" name="Google Shape;1999;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0" name="Google Shape;2000;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1" name="Google Shape;2001;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002" name="Google Shape;2002;p13"/>
            <p:cNvGrpSpPr/>
            <p:nvPr/>
          </p:nvGrpSpPr>
          <p:grpSpPr>
            <a:xfrm>
              <a:off x="9253049" y="4770584"/>
              <a:ext cx="393760" cy="218578"/>
              <a:chOff x="7493876" y="2774731"/>
              <a:chExt cx="1481958" cy="894622"/>
            </a:xfrm>
          </p:grpSpPr>
          <p:sp>
            <p:nvSpPr>
              <p:cNvPr id="2003" name="Google Shape;2003;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004" name="Google Shape;2004;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005" name="Google Shape;2005;p13"/>
              <p:cNvGrpSpPr/>
              <p:nvPr/>
            </p:nvGrpSpPr>
            <p:grpSpPr>
              <a:xfrm>
                <a:off x="7713663" y="2848339"/>
                <a:ext cx="1042107" cy="425543"/>
                <a:chOff x="7786941" y="2884917"/>
                <a:chExt cx="897649" cy="353919"/>
              </a:xfrm>
            </p:grpSpPr>
            <p:sp>
              <p:nvSpPr>
                <p:cNvPr id="2006" name="Google Shape;2006;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7" name="Google Shape;2007;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8" name="Google Shape;2008;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9" name="Google Shape;2009;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010" name="Google Shape;2010;p13"/>
            <p:cNvGrpSpPr/>
            <p:nvPr/>
          </p:nvGrpSpPr>
          <p:grpSpPr>
            <a:xfrm>
              <a:off x="10931138" y="4364023"/>
              <a:ext cx="228295" cy="120400"/>
              <a:chOff x="7493876" y="2774731"/>
              <a:chExt cx="1481958" cy="894622"/>
            </a:xfrm>
          </p:grpSpPr>
          <p:sp>
            <p:nvSpPr>
              <p:cNvPr id="2011" name="Google Shape;2011;p1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012" name="Google Shape;2012;p1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013" name="Google Shape;2013;p13"/>
              <p:cNvGrpSpPr/>
              <p:nvPr/>
            </p:nvGrpSpPr>
            <p:grpSpPr>
              <a:xfrm>
                <a:off x="7713663" y="2848339"/>
                <a:ext cx="1042107" cy="425543"/>
                <a:chOff x="7786941" y="2884917"/>
                <a:chExt cx="897649" cy="353919"/>
              </a:xfrm>
            </p:grpSpPr>
            <p:sp>
              <p:nvSpPr>
                <p:cNvPr id="2014" name="Google Shape;2014;p1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5" name="Google Shape;2015;p1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6" name="Google Shape;2016;p1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7" name="Google Shape;2017;p1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sp>
        <p:nvSpPr>
          <p:cNvPr id="2018" name="Google Shape;2018;p13"/>
          <p:cNvSpPr/>
          <p:nvPr/>
        </p:nvSpPr>
        <p:spPr>
          <a:xfrm>
            <a:off x="6718300" y="1488461"/>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019" name="Google Shape;2019;p13"/>
          <p:cNvGrpSpPr/>
          <p:nvPr/>
        </p:nvGrpSpPr>
        <p:grpSpPr>
          <a:xfrm>
            <a:off x="7439074" y="1859725"/>
            <a:ext cx="4144321" cy="4305092"/>
            <a:chOff x="7432700" y="1830405"/>
            <a:chExt cx="4144321" cy="4305092"/>
          </a:xfrm>
        </p:grpSpPr>
        <p:grpSp>
          <p:nvGrpSpPr>
            <p:cNvPr id="2020" name="Google Shape;2020;p13"/>
            <p:cNvGrpSpPr/>
            <p:nvPr/>
          </p:nvGrpSpPr>
          <p:grpSpPr>
            <a:xfrm>
              <a:off x="7432700" y="1830405"/>
              <a:ext cx="1909777" cy="938011"/>
              <a:chOff x="7432700" y="1830405"/>
              <a:chExt cx="1909777" cy="938011"/>
            </a:xfrm>
          </p:grpSpPr>
          <p:grpSp>
            <p:nvGrpSpPr>
              <p:cNvPr id="2021" name="Google Shape;2021;p13"/>
              <p:cNvGrpSpPr/>
              <p:nvPr/>
            </p:nvGrpSpPr>
            <p:grpSpPr>
              <a:xfrm>
                <a:off x="7743850" y="1830405"/>
                <a:ext cx="415925" cy="385763"/>
                <a:chOff x="2751" y="1851"/>
                <a:chExt cx="462" cy="478"/>
              </a:xfrm>
            </p:grpSpPr>
            <p:pic>
              <p:nvPicPr>
                <p:cNvPr descr="iphone_stylized_small" id="2022" name="Google Shape;2022;p13"/>
                <p:cNvPicPr preferRelativeResize="0"/>
                <p:nvPr/>
              </p:nvPicPr>
              <p:blipFill rotWithShape="1">
                <a:blip r:embed="rId7">
                  <a:alphaModFix/>
                </a:blip>
                <a:srcRect b="0" l="0" r="0" t="0"/>
                <a:stretch/>
              </p:blipFill>
              <p:spPr>
                <a:xfrm>
                  <a:off x="2928" y="1922"/>
                  <a:ext cx="152" cy="407"/>
                </a:xfrm>
                <a:prstGeom prst="rect">
                  <a:avLst/>
                </a:prstGeom>
                <a:noFill/>
                <a:ln>
                  <a:noFill/>
                </a:ln>
              </p:spPr>
            </p:pic>
            <p:pic>
              <p:nvPicPr>
                <p:cNvPr descr="antenna_radiation_stylized" id="2023" name="Google Shape;2023;p13"/>
                <p:cNvPicPr preferRelativeResize="0"/>
                <p:nvPr/>
              </p:nvPicPr>
              <p:blipFill rotWithShape="1">
                <a:blip r:embed="rId8">
                  <a:alphaModFix/>
                </a:blip>
                <a:srcRect b="0" l="0" r="0" t="0"/>
                <a:stretch/>
              </p:blipFill>
              <p:spPr>
                <a:xfrm>
                  <a:off x="2751" y="1851"/>
                  <a:ext cx="462" cy="110"/>
                </a:xfrm>
                <a:prstGeom prst="rect">
                  <a:avLst/>
                </a:prstGeom>
                <a:noFill/>
                <a:ln>
                  <a:noFill/>
                </a:ln>
              </p:spPr>
            </p:pic>
          </p:grpSp>
          <p:grpSp>
            <p:nvGrpSpPr>
              <p:cNvPr id="2024" name="Google Shape;2024;p13"/>
              <p:cNvGrpSpPr/>
              <p:nvPr/>
            </p:nvGrpSpPr>
            <p:grpSpPr>
              <a:xfrm>
                <a:off x="7432700" y="2327293"/>
                <a:ext cx="534987" cy="414882"/>
                <a:chOff x="7432700" y="2327293"/>
                <a:chExt cx="534987" cy="414882"/>
              </a:xfrm>
            </p:grpSpPr>
            <p:pic>
              <p:nvPicPr>
                <p:cNvPr descr="antenna_stylized" id="2025" name="Google Shape;2025;p13"/>
                <p:cNvPicPr preferRelativeResize="0"/>
                <p:nvPr/>
              </p:nvPicPr>
              <p:blipFill rotWithShape="1">
                <a:blip r:embed="rId9">
                  <a:alphaModFix/>
                </a:blip>
                <a:srcRect b="0" l="0" r="0" t="0"/>
                <a:stretch/>
              </p:blipFill>
              <p:spPr>
                <a:xfrm>
                  <a:off x="7432700" y="2327293"/>
                  <a:ext cx="530702" cy="223756"/>
                </a:xfrm>
                <a:prstGeom prst="rect">
                  <a:avLst/>
                </a:prstGeom>
                <a:noFill/>
                <a:ln>
                  <a:noFill/>
                </a:ln>
              </p:spPr>
            </p:pic>
            <p:pic>
              <p:nvPicPr>
                <p:cNvPr descr="laptop_keyboard" id="2026" name="Google Shape;2026;p13"/>
                <p:cNvPicPr preferRelativeResize="0"/>
                <p:nvPr/>
              </p:nvPicPr>
              <p:blipFill rotWithShape="1">
                <a:blip r:embed="rId10">
                  <a:alphaModFix/>
                </a:blip>
                <a:srcRect b="0" l="0" r="0" t="0"/>
                <a:stretch/>
              </p:blipFill>
              <p:spPr>
                <a:xfrm flipH="1" rot="109064">
                  <a:off x="7458407" y="2575770"/>
                  <a:ext cx="437221" cy="159511"/>
                </a:xfrm>
                <a:prstGeom prst="rect">
                  <a:avLst/>
                </a:prstGeom>
                <a:noFill/>
                <a:ln>
                  <a:noFill/>
                </a:ln>
              </p:spPr>
            </p:pic>
            <p:sp>
              <p:nvSpPr>
                <p:cNvPr id="2027" name="Google Shape;2027;p13"/>
                <p:cNvSpPr/>
                <p:nvPr/>
              </p:nvSpPr>
              <p:spPr>
                <a:xfrm>
                  <a:off x="7603304" y="242098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028" name="Google Shape;2028;p13"/>
                <p:cNvPicPr preferRelativeResize="0"/>
                <p:nvPr/>
              </p:nvPicPr>
              <p:blipFill rotWithShape="1">
                <a:blip r:embed="rId11">
                  <a:alphaModFix/>
                </a:blip>
                <a:srcRect b="0" l="0" r="0" t="0"/>
                <a:stretch/>
              </p:blipFill>
              <p:spPr>
                <a:xfrm>
                  <a:off x="7620637" y="2426338"/>
                  <a:ext cx="319785" cy="189429"/>
                </a:xfrm>
                <a:prstGeom prst="rect">
                  <a:avLst/>
                </a:prstGeom>
                <a:noFill/>
                <a:ln>
                  <a:noFill/>
                </a:ln>
              </p:spPr>
            </p:pic>
            <p:sp>
              <p:nvSpPr>
                <p:cNvPr id="2029" name="Google Shape;2029;p13"/>
                <p:cNvSpPr/>
                <p:nvPr/>
              </p:nvSpPr>
              <p:spPr>
                <a:xfrm>
                  <a:off x="7667378" y="241484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0" name="Google Shape;2030;p13"/>
                <p:cNvSpPr/>
                <p:nvPr/>
              </p:nvSpPr>
              <p:spPr>
                <a:xfrm>
                  <a:off x="7600188" y="241452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1" name="Google Shape;2031;p13"/>
                <p:cNvSpPr/>
                <p:nvPr/>
              </p:nvSpPr>
              <p:spPr>
                <a:xfrm>
                  <a:off x="7874205" y="244334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2" name="Google Shape;2032;p13"/>
                <p:cNvSpPr/>
                <p:nvPr/>
              </p:nvSpPr>
              <p:spPr>
                <a:xfrm>
                  <a:off x="7599214" y="256758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3" name="Google Shape;2033;p13"/>
                <p:cNvSpPr/>
                <p:nvPr/>
              </p:nvSpPr>
              <p:spPr>
                <a:xfrm>
                  <a:off x="7884138" y="244491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4" name="Google Shape;2034;p13"/>
                <p:cNvSpPr/>
                <p:nvPr/>
              </p:nvSpPr>
              <p:spPr>
                <a:xfrm>
                  <a:off x="7599603" y="257592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35" name="Google Shape;2035;p13"/>
                <p:cNvGrpSpPr/>
                <p:nvPr/>
              </p:nvGrpSpPr>
              <p:grpSpPr>
                <a:xfrm>
                  <a:off x="7594735" y="2642220"/>
                  <a:ext cx="98740" cy="36846"/>
                  <a:chOff x="1740" y="2642"/>
                  <a:chExt cx="752" cy="327"/>
                </a:xfrm>
              </p:grpSpPr>
              <p:sp>
                <p:nvSpPr>
                  <p:cNvPr id="2036" name="Google Shape;2036;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7" name="Google Shape;2037;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8" name="Google Shape;2038;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9" name="Google Shape;2039;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0" name="Google Shape;2040;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1" name="Google Shape;2041;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42" name="Google Shape;2042;p13"/>
                <p:cNvSpPr/>
                <p:nvPr/>
              </p:nvSpPr>
              <p:spPr>
                <a:xfrm>
                  <a:off x="7763780" y="264773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3" name="Google Shape;2043;p13"/>
                <p:cNvSpPr/>
                <p:nvPr/>
              </p:nvSpPr>
              <p:spPr>
                <a:xfrm>
                  <a:off x="7458602" y="265418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4" name="Google Shape;2044;p13"/>
                <p:cNvSpPr/>
                <p:nvPr/>
              </p:nvSpPr>
              <p:spPr>
                <a:xfrm>
                  <a:off x="7458797" y="264064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5" name="Google Shape;2045;p13"/>
                <p:cNvSpPr/>
                <p:nvPr/>
              </p:nvSpPr>
              <p:spPr>
                <a:xfrm>
                  <a:off x="7458992" y="257970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6" name="Google Shape;2046;p13"/>
                <p:cNvSpPr/>
                <p:nvPr/>
              </p:nvSpPr>
              <p:spPr>
                <a:xfrm>
                  <a:off x="7468535" y="264379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7" name="Google Shape;2047;p13"/>
                <p:cNvSpPr/>
                <p:nvPr/>
              </p:nvSpPr>
              <p:spPr>
                <a:xfrm flipH="1" rot="10800000">
                  <a:off x="7758327" y="263875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48" name="Google Shape;2048;p13"/>
              <p:cNvGrpSpPr/>
              <p:nvPr/>
            </p:nvGrpSpPr>
            <p:grpSpPr>
              <a:xfrm>
                <a:off x="8631407" y="2290407"/>
                <a:ext cx="530702" cy="478009"/>
                <a:chOff x="8631407" y="2290407"/>
                <a:chExt cx="530702" cy="478009"/>
              </a:xfrm>
            </p:grpSpPr>
            <p:pic>
              <p:nvPicPr>
                <p:cNvPr descr="light2.png" id="2049" name="Google Shape;2049;p13"/>
                <p:cNvPicPr preferRelativeResize="0"/>
                <p:nvPr/>
              </p:nvPicPr>
              <p:blipFill rotWithShape="1">
                <a:blip r:embed="rId12">
                  <a:alphaModFix/>
                </a:blip>
                <a:srcRect b="0" l="0" r="0" t="0"/>
                <a:stretch/>
              </p:blipFill>
              <p:spPr>
                <a:xfrm flipH="1">
                  <a:off x="8825293" y="2362969"/>
                  <a:ext cx="92772" cy="405447"/>
                </a:xfrm>
                <a:prstGeom prst="rect">
                  <a:avLst/>
                </a:prstGeom>
                <a:noFill/>
                <a:ln>
                  <a:noFill/>
                </a:ln>
              </p:spPr>
            </p:pic>
            <p:pic>
              <p:nvPicPr>
                <p:cNvPr descr="antenna_stylized" id="2050" name="Google Shape;2050;p13"/>
                <p:cNvPicPr preferRelativeResize="0"/>
                <p:nvPr/>
              </p:nvPicPr>
              <p:blipFill rotWithShape="1">
                <a:blip r:embed="rId9">
                  <a:alphaModFix/>
                </a:blip>
                <a:srcRect b="0" l="0" r="0" t="0"/>
                <a:stretch/>
              </p:blipFill>
              <p:spPr>
                <a:xfrm>
                  <a:off x="8631407" y="2290407"/>
                  <a:ext cx="530702" cy="223756"/>
                </a:xfrm>
                <a:prstGeom prst="rect">
                  <a:avLst/>
                </a:prstGeom>
                <a:noFill/>
                <a:ln>
                  <a:noFill/>
                </a:ln>
              </p:spPr>
            </p:pic>
          </p:grpSp>
          <p:grpSp>
            <p:nvGrpSpPr>
              <p:cNvPr id="2051" name="Google Shape;2051;p13"/>
              <p:cNvGrpSpPr/>
              <p:nvPr/>
            </p:nvGrpSpPr>
            <p:grpSpPr>
              <a:xfrm>
                <a:off x="8493165" y="2029804"/>
                <a:ext cx="849312" cy="226109"/>
                <a:chOff x="8493165" y="2029804"/>
                <a:chExt cx="849312" cy="226109"/>
              </a:xfrm>
            </p:grpSpPr>
            <p:pic>
              <p:nvPicPr>
                <p:cNvPr descr="car_icon_small" id="2052" name="Google Shape;2052;p13"/>
                <p:cNvPicPr preferRelativeResize="0"/>
                <p:nvPr/>
              </p:nvPicPr>
              <p:blipFill rotWithShape="1">
                <a:blip r:embed="rId13">
                  <a:alphaModFix/>
                </a:blip>
                <a:srcRect b="0" l="0" r="0" t="0"/>
                <a:stretch/>
              </p:blipFill>
              <p:spPr>
                <a:xfrm>
                  <a:off x="8493165" y="2087638"/>
                  <a:ext cx="849312" cy="168275"/>
                </a:xfrm>
                <a:prstGeom prst="rect">
                  <a:avLst/>
                </a:prstGeom>
                <a:noFill/>
                <a:ln>
                  <a:noFill/>
                </a:ln>
              </p:spPr>
            </p:pic>
            <p:pic>
              <p:nvPicPr>
                <p:cNvPr descr="antenna_stylized" id="2053" name="Google Shape;2053;p13"/>
                <p:cNvPicPr preferRelativeResize="0"/>
                <p:nvPr/>
              </p:nvPicPr>
              <p:blipFill rotWithShape="1">
                <a:blip r:embed="rId9">
                  <a:alphaModFix/>
                </a:blip>
                <a:srcRect b="0" l="0" r="0" t="0"/>
                <a:stretch/>
              </p:blipFill>
              <p:spPr>
                <a:xfrm>
                  <a:off x="8704645" y="2029804"/>
                  <a:ext cx="530702" cy="223756"/>
                </a:xfrm>
                <a:prstGeom prst="rect">
                  <a:avLst/>
                </a:prstGeom>
                <a:noFill/>
                <a:ln>
                  <a:noFill/>
                </a:ln>
              </p:spPr>
            </p:pic>
          </p:grpSp>
        </p:grpSp>
        <p:grpSp>
          <p:nvGrpSpPr>
            <p:cNvPr id="2054" name="Google Shape;2054;p13"/>
            <p:cNvGrpSpPr/>
            <p:nvPr/>
          </p:nvGrpSpPr>
          <p:grpSpPr>
            <a:xfrm>
              <a:off x="7487144" y="3296104"/>
              <a:ext cx="857739" cy="583764"/>
              <a:chOff x="7487144" y="3296104"/>
              <a:chExt cx="857739" cy="583764"/>
            </a:xfrm>
          </p:grpSpPr>
          <p:grpSp>
            <p:nvGrpSpPr>
              <p:cNvPr id="2055" name="Google Shape;2055;p13"/>
              <p:cNvGrpSpPr/>
              <p:nvPr/>
            </p:nvGrpSpPr>
            <p:grpSpPr>
              <a:xfrm>
                <a:off x="7487144" y="3389820"/>
                <a:ext cx="350807" cy="310034"/>
                <a:chOff x="7487144" y="3389820"/>
                <a:chExt cx="350807" cy="310034"/>
              </a:xfrm>
            </p:grpSpPr>
            <p:pic>
              <p:nvPicPr>
                <p:cNvPr descr="antenna_stylized" id="2056" name="Google Shape;2056;p13"/>
                <p:cNvPicPr preferRelativeResize="0"/>
                <p:nvPr/>
              </p:nvPicPr>
              <p:blipFill rotWithShape="1">
                <a:blip r:embed="rId14">
                  <a:alphaModFix/>
                </a:blip>
                <a:srcRect b="0" l="0" r="0" t="0"/>
                <a:stretch/>
              </p:blipFill>
              <p:spPr>
                <a:xfrm>
                  <a:off x="7487144" y="3389820"/>
                  <a:ext cx="347997" cy="167557"/>
                </a:xfrm>
                <a:prstGeom prst="rect">
                  <a:avLst/>
                </a:prstGeom>
                <a:noFill/>
                <a:ln>
                  <a:noFill/>
                </a:ln>
              </p:spPr>
            </p:pic>
            <p:pic>
              <p:nvPicPr>
                <p:cNvPr descr="laptop_keyboard" id="2057" name="Google Shape;2057;p13"/>
                <p:cNvPicPr preferRelativeResize="0"/>
                <p:nvPr/>
              </p:nvPicPr>
              <p:blipFill rotWithShape="1">
                <a:blip r:embed="rId15">
                  <a:alphaModFix/>
                </a:blip>
                <a:srcRect b="0" l="0" r="0" t="0"/>
                <a:stretch/>
              </p:blipFill>
              <p:spPr>
                <a:xfrm flipH="1" rot="109064">
                  <a:off x="7504001" y="3575889"/>
                  <a:ext cx="286699" cy="119448"/>
                </a:xfrm>
                <a:prstGeom prst="rect">
                  <a:avLst/>
                </a:prstGeom>
                <a:noFill/>
                <a:ln>
                  <a:noFill/>
                </a:ln>
              </p:spPr>
            </p:pic>
            <p:sp>
              <p:nvSpPr>
                <p:cNvPr id="2058" name="Google Shape;2058;p13"/>
                <p:cNvSpPr/>
                <p:nvPr/>
              </p:nvSpPr>
              <p:spPr>
                <a:xfrm>
                  <a:off x="7599014" y="345997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059" name="Google Shape;2059;p13"/>
                <p:cNvPicPr preferRelativeResize="0"/>
                <p:nvPr/>
              </p:nvPicPr>
              <p:blipFill rotWithShape="1">
                <a:blip r:embed="rId16">
                  <a:alphaModFix/>
                </a:blip>
                <a:srcRect b="0" l="0" r="0" t="0"/>
                <a:stretch/>
              </p:blipFill>
              <p:spPr>
                <a:xfrm>
                  <a:off x="7610380" y="3463988"/>
                  <a:ext cx="209692" cy="141851"/>
                </a:xfrm>
                <a:prstGeom prst="rect">
                  <a:avLst/>
                </a:prstGeom>
                <a:noFill/>
                <a:ln>
                  <a:noFill/>
                </a:ln>
              </p:spPr>
            </p:pic>
            <p:sp>
              <p:nvSpPr>
                <p:cNvPr id="2060" name="Google Shape;2060;p13"/>
                <p:cNvSpPr/>
                <p:nvPr/>
              </p:nvSpPr>
              <p:spPr>
                <a:xfrm>
                  <a:off x="7641029" y="345538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1" name="Google Shape;2061;p13"/>
                <p:cNvSpPr/>
                <p:nvPr/>
              </p:nvSpPr>
              <p:spPr>
                <a:xfrm>
                  <a:off x="7596971" y="345514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2" name="Google Shape;2062;p13"/>
                <p:cNvSpPr/>
                <p:nvPr/>
              </p:nvSpPr>
              <p:spPr>
                <a:xfrm>
                  <a:off x="7776652" y="347672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3" name="Google Shape;2063;p13"/>
                <p:cNvSpPr/>
                <p:nvPr/>
              </p:nvSpPr>
              <p:spPr>
                <a:xfrm>
                  <a:off x="7596332" y="356975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4" name="Google Shape;2064;p13"/>
                <p:cNvSpPr/>
                <p:nvPr/>
              </p:nvSpPr>
              <p:spPr>
                <a:xfrm>
                  <a:off x="7783165" y="347790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5" name="Google Shape;2065;p13"/>
                <p:cNvSpPr/>
                <p:nvPr/>
              </p:nvSpPr>
              <p:spPr>
                <a:xfrm>
                  <a:off x="7596588" y="357600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66" name="Google Shape;2066;p13"/>
                <p:cNvGrpSpPr/>
                <p:nvPr/>
              </p:nvGrpSpPr>
              <p:grpSpPr>
                <a:xfrm>
                  <a:off x="7593395" y="3625649"/>
                  <a:ext cx="64747" cy="27592"/>
                  <a:chOff x="1740" y="2642"/>
                  <a:chExt cx="752" cy="327"/>
                </a:xfrm>
              </p:grpSpPr>
              <p:sp>
                <p:nvSpPr>
                  <p:cNvPr id="2067" name="Google Shape;2067;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8" name="Google Shape;2068;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69" name="Google Shape;2069;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0" name="Google Shape;2070;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1" name="Google Shape;2071;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2" name="Google Shape;2072;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73" name="Google Shape;2073;p13"/>
                <p:cNvSpPr/>
                <p:nvPr/>
              </p:nvSpPr>
              <p:spPr>
                <a:xfrm>
                  <a:off x="7704243" y="362977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4" name="Google Shape;2074;p13"/>
                <p:cNvSpPr/>
                <p:nvPr/>
              </p:nvSpPr>
              <p:spPr>
                <a:xfrm>
                  <a:off x="7504129" y="363461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5" name="Google Shape;2075;p13"/>
                <p:cNvSpPr/>
                <p:nvPr/>
              </p:nvSpPr>
              <p:spPr>
                <a:xfrm>
                  <a:off x="7504257" y="362447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6" name="Google Shape;2076;p13"/>
                <p:cNvSpPr/>
                <p:nvPr/>
              </p:nvSpPr>
              <p:spPr>
                <a:xfrm>
                  <a:off x="7504384" y="357883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7" name="Google Shape;2077;p13"/>
                <p:cNvSpPr/>
                <p:nvPr/>
              </p:nvSpPr>
              <p:spPr>
                <a:xfrm>
                  <a:off x="7510642" y="362682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8" name="Google Shape;2078;p13"/>
                <p:cNvSpPr/>
                <p:nvPr/>
              </p:nvSpPr>
              <p:spPr>
                <a:xfrm flipH="1" rot="10800000">
                  <a:off x="7700668" y="362305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79" name="Google Shape;2079;p13"/>
              <p:cNvGrpSpPr/>
              <p:nvPr/>
            </p:nvGrpSpPr>
            <p:grpSpPr>
              <a:xfrm flipH="1">
                <a:off x="7985622" y="3537823"/>
                <a:ext cx="359261" cy="342045"/>
                <a:chOff x="2839" y="3501"/>
                <a:chExt cx="755" cy="803"/>
              </a:xfrm>
            </p:grpSpPr>
            <p:pic>
              <p:nvPicPr>
                <p:cNvPr descr="desktop_computer_stylized_medium" id="2080" name="Google Shape;2080;p13"/>
                <p:cNvPicPr preferRelativeResize="0"/>
                <p:nvPr/>
              </p:nvPicPr>
              <p:blipFill rotWithShape="1">
                <a:blip r:embed="rId17">
                  <a:alphaModFix/>
                </a:blip>
                <a:srcRect b="0" l="0" r="0" t="0"/>
                <a:stretch/>
              </p:blipFill>
              <p:spPr>
                <a:xfrm>
                  <a:off x="2839" y="3501"/>
                  <a:ext cx="755" cy="803"/>
                </a:xfrm>
                <a:prstGeom prst="rect">
                  <a:avLst/>
                </a:prstGeom>
                <a:noFill/>
                <a:ln>
                  <a:noFill/>
                </a:ln>
              </p:spPr>
            </p:pic>
            <p:sp>
              <p:nvSpPr>
                <p:cNvPr id="2081" name="Google Shape;2081;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82" name="Google Shape;2082;p13"/>
              <p:cNvGrpSpPr/>
              <p:nvPr/>
            </p:nvGrpSpPr>
            <p:grpSpPr>
              <a:xfrm>
                <a:off x="7797061" y="3296104"/>
                <a:ext cx="347997" cy="396620"/>
                <a:chOff x="7797061" y="3296104"/>
                <a:chExt cx="347997" cy="396620"/>
              </a:xfrm>
            </p:grpSpPr>
            <p:pic>
              <p:nvPicPr>
                <p:cNvPr descr="fridge2.png" id="2083" name="Google Shape;2083;p13"/>
                <p:cNvPicPr preferRelativeResize="0"/>
                <p:nvPr/>
              </p:nvPicPr>
              <p:blipFill rotWithShape="1">
                <a:blip r:embed="rId18">
                  <a:alphaModFix/>
                </a:blip>
                <a:srcRect b="0" l="0" r="0" t="0"/>
                <a:stretch/>
              </p:blipFill>
              <p:spPr>
                <a:xfrm>
                  <a:off x="7896825" y="3355697"/>
                  <a:ext cx="189578" cy="337027"/>
                </a:xfrm>
                <a:prstGeom prst="rect">
                  <a:avLst/>
                </a:prstGeom>
                <a:noFill/>
                <a:ln>
                  <a:noFill/>
                </a:ln>
              </p:spPr>
            </p:pic>
            <p:pic>
              <p:nvPicPr>
                <p:cNvPr descr="antenna_stylized" id="2084" name="Google Shape;2084;p13"/>
                <p:cNvPicPr preferRelativeResize="0"/>
                <p:nvPr/>
              </p:nvPicPr>
              <p:blipFill rotWithShape="1">
                <a:blip r:embed="rId14">
                  <a:alphaModFix/>
                </a:blip>
                <a:srcRect b="0" l="0" r="0" t="0"/>
                <a:stretch/>
              </p:blipFill>
              <p:spPr>
                <a:xfrm>
                  <a:off x="7797061" y="3296104"/>
                  <a:ext cx="347997" cy="167557"/>
                </a:xfrm>
                <a:prstGeom prst="rect">
                  <a:avLst/>
                </a:prstGeom>
                <a:noFill/>
                <a:ln>
                  <a:noFill/>
                </a:ln>
              </p:spPr>
            </p:pic>
          </p:grpSp>
        </p:grpSp>
        <p:grpSp>
          <p:nvGrpSpPr>
            <p:cNvPr id="2085" name="Google Shape;2085;p13"/>
            <p:cNvGrpSpPr/>
            <p:nvPr/>
          </p:nvGrpSpPr>
          <p:grpSpPr>
            <a:xfrm>
              <a:off x="11058573" y="3399165"/>
              <a:ext cx="518448" cy="1212242"/>
              <a:chOff x="11058573" y="3399165"/>
              <a:chExt cx="518448" cy="1212242"/>
            </a:xfrm>
          </p:grpSpPr>
          <p:grpSp>
            <p:nvGrpSpPr>
              <p:cNvPr id="2086" name="Google Shape;2086;p13"/>
              <p:cNvGrpSpPr/>
              <p:nvPr/>
            </p:nvGrpSpPr>
            <p:grpSpPr>
              <a:xfrm>
                <a:off x="11087182" y="4159591"/>
                <a:ext cx="489839" cy="451816"/>
                <a:chOff x="5103720" y="2693365"/>
                <a:chExt cx="611650" cy="414788"/>
              </a:xfrm>
            </p:grpSpPr>
            <p:cxnSp>
              <p:nvCxnSpPr>
                <p:cNvPr id="2087" name="Google Shape;2087;p13"/>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2088" name="Google Shape;2088;p13"/>
                <p:cNvGrpSpPr/>
                <p:nvPr/>
              </p:nvGrpSpPr>
              <p:grpSpPr>
                <a:xfrm>
                  <a:off x="5275406" y="2693365"/>
                  <a:ext cx="439964" cy="414788"/>
                  <a:chOff x="5275406" y="2711455"/>
                  <a:chExt cx="452949" cy="405518"/>
                </a:xfrm>
              </p:grpSpPr>
              <p:pic>
                <p:nvPicPr>
                  <p:cNvPr descr="server_rack.png" id="2089" name="Google Shape;2089;p13"/>
                  <p:cNvPicPr preferRelativeResize="0"/>
                  <p:nvPr/>
                </p:nvPicPr>
                <p:blipFill rotWithShape="1">
                  <a:blip r:embed="rId19">
                    <a:alphaModFix/>
                  </a:blip>
                  <a:srcRect b="0" l="0" r="0" t="0"/>
                  <a:stretch/>
                </p:blipFill>
                <p:spPr>
                  <a:xfrm>
                    <a:off x="5537367" y="2770786"/>
                    <a:ext cx="190988" cy="313366"/>
                  </a:xfrm>
                  <a:prstGeom prst="rect">
                    <a:avLst/>
                  </a:prstGeom>
                  <a:noFill/>
                  <a:ln>
                    <a:noFill/>
                  </a:ln>
                </p:spPr>
              </p:pic>
              <p:pic>
                <p:nvPicPr>
                  <p:cNvPr descr="server_rack.png" id="2090" name="Google Shape;2090;p13"/>
                  <p:cNvPicPr preferRelativeResize="0"/>
                  <p:nvPr/>
                </p:nvPicPr>
                <p:blipFill rotWithShape="1">
                  <a:blip r:embed="rId19">
                    <a:alphaModFix/>
                  </a:blip>
                  <a:srcRect b="0" l="0" r="0" t="0"/>
                  <a:stretch/>
                </p:blipFill>
                <p:spPr>
                  <a:xfrm>
                    <a:off x="5275406" y="2764002"/>
                    <a:ext cx="190988" cy="313366"/>
                  </a:xfrm>
                  <a:prstGeom prst="rect">
                    <a:avLst/>
                  </a:prstGeom>
                  <a:noFill/>
                  <a:ln>
                    <a:noFill/>
                  </a:ln>
                </p:spPr>
              </p:pic>
              <p:pic>
                <p:nvPicPr>
                  <p:cNvPr descr="server_rack.png" id="2091" name="Google Shape;2091;p13"/>
                  <p:cNvPicPr preferRelativeResize="0"/>
                  <p:nvPr/>
                </p:nvPicPr>
                <p:blipFill rotWithShape="1">
                  <a:blip r:embed="rId19">
                    <a:alphaModFix/>
                  </a:blip>
                  <a:srcRect b="0" l="0" r="0" t="0"/>
                  <a:stretch/>
                </p:blipFill>
                <p:spPr>
                  <a:xfrm>
                    <a:off x="5385676" y="2711455"/>
                    <a:ext cx="247152" cy="405518"/>
                  </a:xfrm>
                  <a:prstGeom prst="rect">
                    <a:avLst/>
                  </a:prstGeom>
                  <a:noFill/>
                  <a:ln>
                    <a:noFill/>
                  </a:ln>
                </p:spPr>
              </p:pic>
            </p:grpSp>
          </p:grpSp>
          <p:grpSp>
            <p:nvGrpSpPr>
              <p:cNvPr id="2092" name="Google Shape;2092;p13"/>
              <p:cNvGrpSpPr/>
              <p:nvPr/>
            </p:nvGrpSpPr>
            <p:grpSpPr>
              <a:xfrm>
                <a:off x="11058573" y="3399165"/>
                <a:ext cx="423724" cy="405973"/>
                <a:chOff x="5103720" y="2693365"/>
                <a:chExt cx="611650" cy="414788"/>
              </a:xfrm>
            </p:grpSpPr>
            <p:cxnSp>
              <p:nvCxnSpPr>
                <p:cNvPr id="2093" name="Google Shape;2093;p13"/>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2094" name="Google Shape;2094;p13"/>
                <p:cNvGrpSpPr/>
                <p:nvPr/>
              </p:nvGrpSpPr>
              <p:grpSpPr>
                <a:xfrm>
                  <a:off x="5275406" y="2693365"/>
                  <a:ext cx="439964" cy="414788"/>
                  <a:chOff x="5275406" y="2711455"/>
                  <a:chExt cx="452949" cy="405518"/>
                </a:xfrm>
              </p:grpSpPr>
              <p:pic>
                <p:nvPicPr>
                  <p:cNvPr descr="server_rack.png" id="2095" name="Google Shape;2095;p13"/>
                  <p:cNvPicPr preferRelativeResize="0"/>
                  <p:nvPr/>
                </p:nvPicPr>
                <p:blipFill rotWithShape="1">
                  <a:blip r:embed="rId19">
                    <a:alphaModFix/>
                  </a:blip>
                  <a:srcRect b="0" l="0" r="0" t="0"/>
                  <a:stretch/>
                </p:blipFill>
                <p:spPr>
                  <a:xfrm>
                    <a:off x="5537367" y="2770786"/>
                    <a:ext cx="190988" cy="313366"/>
                  </a:xfrm>
                  <a:prstGeom prst="rect">
                    <a:avLst/>
                  </a:prstGeom>
                  <a:noFill/>
                  <a:ln>
                    <a:noFill/>
                  </a:ln>
                </p:spPr>
              </p:pic>
              <p:pic>
                <p:nvPicPr>
                  <p:cNvPr descr="server_rack.png" id="2096" name="Google Shape;2096;p13"/>
                  <p:cNvPicPr preferRelativeResize="0"/>
                  <p:nvPr/>
                </p:nvPicPr>
                <p:blipFill rotWithShape="1">
                  <a:blip r:embed="rId19">
                    <a:alphaModFix/>
                  </a:blip>
                  <a:srcRect b="0" l="0" r="0" t="0"/>
                  <a:stretch/>
                </p:blipFill>
                <p:spPr>
                  <a:xfrm>
                    <a:off x="5275406" y="2764002"/>
                    <a:ext cx="190988" cy="313366"/>
                  </a:xfrm>
                  <a:prstGeom prst="rect">
                    <a:avLst/>
                  </a:prstGeom>
                  <a:noFill/>
                  <a:ln>
                    <a:noFill/>
                  </a:ln>
                </p:spPr>
              </p:pic>
              <p:pic>
                <p:nvPicPr>
                  <p:cNvPr descr="server_rack.png" id="2097" name="Google Shape;2097;p13"/>
                  <p:cNvPicPr preferRelativeResize="0"/>
                  <p:nvPr/>
                </p:nvPicPr>
                <p:blipFill rotWithShape="1">
                  <a:blip r:embed="rId19">
                    <a:alphaModFix/>
                  </a:blip>
                  <a:srcRect b="0" l="0" r="0" t="0"/>
                  <a:stretch/>
                </p:blipFill>
                <p:spPr>
                  <a:xfrm>
                    <a:off x="5385676" y="2711455"/>
                    <a:ext cx="247152" cy="405518"/>
                  </a:xfrm>
                  <a:prstGeom prst="rect">
                    <a:avLst/>
                  </a:prstGeom>
                  <a:noFill/>
                  <a:ln>
                    <a:noFill/>
                  </a:ln>
                </p:spPr>
              </p:pic>
            </p:grpSp>
          </p:grpSp>
        </p:grpSp>
        <p:grpSp>
          <p:nvGrpSpPr>
            <p:cNvPr id="2098" name="Google Shape;2098;p13"/>
            <p:cNvGrpSpPr/>
            <p:nvPr/>
          </p:nvGrpSpPr>
          <p:grpSpPr>
            <a:xfrm>
              <a:off x="7767607" y="4870841"/>
              <a:ext cx="2692126" cy="1264656"/>
              <a:chOff x="7767607" y="4870841"/>
              <a:chExt cx="2692126" cy="1264656"/>
            </a:xfrm>
          </p:grpSpPr>
          <p:grpSp>
            <p:nvGrpSpPr>
              <p:cNvPr id="2099" name="Google Shape;2099;p13"/>
              <p:cNvGrpSpPr/>
              <p:nvPr/>
            </p:nvGrpSpPr>
            <p:grpSpPr>
              <a:xfrm>
                <a:off x="10282541" y="5244631"/>
                <a:ext cx="177192" cy="330833"/>
                <a:chOff x="4140" y="429"/>
                <a:chExt cx="1425" cy="2396"/>
              </a:xfrm>
            </p:grpSpPr>
            <p:sp>
              <p:nvSpPr>
                <p:cNvPr id="2100" name="Google Shape;2100;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1" name="Google Shape;2101;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02" name="Google Shape;2102;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3" name="Google Shape;2103;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4" name="Google Shape;2104;p1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105" name="Google Shape;2105;p13"/>
                <p:cNvGrpSpPr/>
                <p:nvPr/>
              </p:nvGrpSpPr>
              <p:grpSpPr>
                <a:xfrm>
                  <a:off x="4748" y="666"/>
                  <a:ext cx="578" cy="150"/>
                  <a:chOff x="613" y="2566"/>
                  <a:chExt cx="721" cy="144"/>
                </a:xfrm>
              </p:grpSpPr>
              <p:sp>
                <p:nvSpPr>
                  <p:cNvPr id="2106" name="Google Shape;2106;p1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07" name="Google Shape;2107;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108" name="Google Shape;2108;p1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109" name="Google Shape;2109;p13"/>
                <p:cNvGrpSpPr/>
                <p:nvPr/>
              </p:nvGrpSpPr>
              <p:grpSpPr>
                <a:xfrm>
                  <a:off x="4748" y="990"/>
                  <a:ext cx="578" cy="134"/>
                  <a:chOff x="615" y="2564"/>
                  <a:chExt cx="721" cy="139"/>
                </a:xfrm>
              </p:grpSpPr>
              <p:sp>
                <p:nvSpPr>
                  <p:cNvPr id="2110" name="Google Shape;2110;p1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11" name="Google Shape;2111;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112" name="Google Shape;2112;p1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13" name="Google Shape;2113;p1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114" name="Google Shape;2114;p13"/>
                <p:cNvGrpSpPr/>
                <p:nvPr/>
              </p:nvGrpSpPr>
              <p:grpSpPr>
                <a:xfrm>
                  <a:off x="4738" y="1647"/>
                  <a:ext cx="578" cy="135"/>
                  <a:chOff x="618" y="2586"/>
                  <a:chExt cx="720" cy="124"/>
                </a:xfrm>
              </p:grpSpPr>
              <p:sp>
                <p:nvSpPr>
                  <p:cNvPr id="2115" name="Google Shape;2115;p1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16" name="Google Shape;2116;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117" name="Google Shape;2117;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118" name="Google Shape;2118;p13"/>
                <p:cNvGrpSpPr/>
                <p:nvPr/>
              </p:nvGrpSpPr>
              <p:grpSpPr>
                <a:xfrm>
                  <a:off x="4738" y="1330"/>
                  <a:ext cx="588" cy="134"/>
                  <a:chOff x="613" y="2571"/>
                  <a:chExt cx="732" cy="134"/>
                </a:xfrm>
              </p:grpSpPr>
              <p:sp>
                <p:nvSpPr>
                  <p:cNvPr id="2119" name="Google Shape;2119;p1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20" name="Google Shape;2120;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121" name="Google Shape;2121;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22" name="Google Shape;2122;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3" name="Google Shape;2123;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4" name="Google Shape;2124;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25" name="Google Shape;2125;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6" name="Google Shape;2126;p1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27" name="Google Shape;2127;p1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28" name="Google Shape;2128;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29" name="Google Shape;2129;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130" name="Google Shape;2130;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31" name="Google Shape;2131;p1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2132" name="Google Shape;2132;p13"/>
              <p:cNvGrpSpPr/>
              <p:nvPr/>
            </p:nvGrpSpPr>
            <p:grpSpPr>
              <a:xfrm>
                <a:off x="7767607" y="4870841"/>
                <a:ext cx="2080029" cy="1264656"/>
                <a:chOff x="7767607" y="4870841"/>
                <a:chExt cx="2080029" cy="1264656"/>
              </a:xfrm>
            </p:grpSpPr>
            <p:grpSp>
              <p:nvGrpSpPr>
                <p:cNvPr id="2133" name="Google Shape;2133;p13"/>
                <p:cNvGrpSpPr/>
                <p:nvPr/>
              </p:nvGrpSpPr>
              <p:grpSpPr>
                <a:xfrm flipH="1">
                  <a:off x="7974481" y="4870841"/>
                  <a:ext cx="345630" cy="320302"/>
                  <a:chOff x="2839" y="3501"/>
                  <a:chExt cx="755" cy="803"/>
                </a:xfrm>
              </p:grpSpPr>
              <p:pic>
                <p:nvPicPr>
                  <p:cNvPr descr="desktop_computer_stylized_medium" id="2134" name="Google Shape;2134;p13"/>
                  <p:cNvPicPr preferRelativeResize="0"/>
                  <p:nvPr/>
                </p:nvPicPr>
                <p:blipFill rotWithShape="1">
                  <a:blip r:embed="rId20">
                    <a:alphaModFix/>
                  </a:blip>
                  <a:srcRect b="0" l="0" r="0" t="0"/>
                  <a:stretch/>
                </p:blipFill>
                <p:spPr>
                  <a:xfrm>
                    <a:off x="2839" y="3501"/>
                    <a:ext cx="755" cy="803"/>
                  </a:xfrm>
                  <a:prstGeom prst="rect">
                    <a:avLst/>
                  </a:prstGeom>
                  <a:noFill/>
                  <a:ln>
                    <a:noFill/>
                  </a:ln>
                </p:spPr>
              </p:pic>
              <p:sp>
                <p:nvSpPr>
                  <p:cNvPr id="2135" name="Google Shape;2135;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36" name="Google Shape;2136;p13"/>
                <p:cNvGrpSpPr/>
                <p:nvPr/>
              </p:nvGrpSpPr>
              <p:grpSpPr>
                <a:xfrm>
                  <a:off x="9195307" y="5823489"/>
                  <a:ext cx="310186" cy="312008"/>
                  <a:chOff x="877" y="1008"/>
                  <a:chExt cx="2747" cy="2626"/>
                </a:xfrm>
              </p:grpSpPr>
              <p:pic>
                <p:nvPicPr>
                  <p:cNvPr descr="antenna_stylized" id="2137" name="Google Shape;2137;p13"/>
                  <p:cNvPicPr preferRelativeResize="0"/>
                  <p:nvPr/>
                </p:nvPicPr>
                <p:blipFill rotWithShape="1">
                  <a:blip r:embed="rId21">
                    <a:alphaModFix/>
                  </a:blip>
                  <a:srcRect b="0" l="0" r="0" t="0"/>
                  <a:stretch/>
                </p:blipFill>
                <p:spPr>
                  <a:xfrm>
                    <a:off x="877" y="1008"/>
                    <a:ext cx="2725" cy="1421"/>
                  </a:xfrm>
                  <a:prstGeom prst="rect">
                    <a:avLst/>
                  </a:prstGeom>
                  <a:noFill/>
                  <a:ln>
                    <a:noFill/>
                  </a:ln>
                </p:spPr>
              </p:pic>
              <p:pic>
                <p:nvPicPr>
                  <p:cNvPr descr="laptop_keyboard" id="2138" name="Google Shape;2138;p13"/>
                  <p:cNvPicPr preferRelativeResize="0"/>
                  <p:nvPr/>
                </p:nvPicPr>
                <p:blipFill rotWithShape="1">
                  <a:blip r:embed="rId22">
                    <a:alphaModFix/>
                  </a:blip>
                  <a:srcRect b="0" l="0" r="0" t="0"/>
                  <a:stretch/>
                </p:blipFill>
                <p:spPr>
                  <a:xfrm flipH="1" rot="109064">
                    <a:off x="1009" y="2586"/>
                    <a:ext cx="2245" cy="1013"/>
                  </a:xfrm>
                  <a:prstGeom prst="rect">
                    <a:avLst/>
                  </a:prstGeom>
                  <a:noFill/>
                  <a:ln>
                    <a:noFill/>
                  </a:ln>
                </p:spPr>
              </p:pic>
              <p:sp>
                <p:nvSpPr>
                  <p:cNvPr id="2139" name="Google Shape;2139;p1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140" name="Google Shape;2140;p13"/>
                  <p:cNvPicPr preferRelativeResize="0"/>
                  <p:nvPr/>
                </p:nvPicPr>
                <p:blipFill rotWithShape="1">
                  <a:blip r:embed="rId23">
                    <a:alphaModFix/>
                  </a:blip>
                  <a:srcRect b="0" l="0" r="0" t="0"/>
                  <a:stretch/>
                </p:blipFill>
                <p:spPr>
                  <a:xfrm>
                    <a:off x="1842" y="1637"/>
                    <a:ext cx="1642" cy="1203"/>
                  </a:xfrm>
                  <a:prstGeom prst="rect">
                    <a:avLst/>
                  </a:prstGeom>
                  <a:noFill/>
                  <a:ln>
                    <a:noFill/>
                  </a:ln>
                </p:spPr>
              </p:pic>
              <p:sp>
                <p:nvSpPr>
                  <p:cNvPr id="2141" name="Google Shape;2141;p1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2" name="Google Shape;2142;p1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3" name="Google Shape;2143;p1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4" name="Google Shape;2144;p1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5" name="Google Shape;2145;p1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6" name="Google Shape;2146;p1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147" name="Google Shape;2147;p13"/>
                  <p:cNvGrpSpPr/>
                  <p:nvPr/>
                </p:nvGrpSpPr>
                <p:grpSpPr>
                  <a:xfrm>
                    <a:off x="1709" y="3008"/>
                    <a:ext cx="507" cy="234"/>
                    <a:chOff x="1740" y="2642"/>
                    <a:chExt cx="752" cy="327"/>
                  </a:xfrm>
                </p:grpSpPr>
                <p:sp>
                  <p:nvSpPr>
                    <p:cNvPr id="2148" name="Google Shape;2148;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9" name="Google Shape;2149;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0" name="Google Shape;2150;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1" name="Google Shape;2151;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2" name="Google Shape;2152;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3" name="Google Shape;2153;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54" name="Google Shape;2154;p1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5" name="Google Shape;2155;p1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6" name="Google Shape;2156;p1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7" name="Google Shape;2157;p1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8" name="Google Shape;2158;p1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9" name="Google Shape;2159;p1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60" name="Google Shape;2160;p13"/>
                <p:cNvGrpSpPr/>
                <p:nvPr/>
              </p:nvGrpSpPr>
              <p:grpSpPr>
                <a:xfrm flipH="1">
                  <a:off x="7767607" y="5251740"/>
                  <a:ext cx="345630" cy="320302"/>
                  <a:chOff x="2839" y="3501"/>
                  <a:chExt cx="755" cy="803"/>
                </a:xfrm>
              </p:grpSpPr>
              <p:pic>
                <p:nvPicPr>
                  <p:cNvPr descr="desktop_computer_stylized_medium" id="2161" name="Google Shape;2161;p13"/>
                  <p:cNvPicPr preferRelativeResize="0"/>
                  <p:nvPr/>
                </p:nvPicPr>
                <p:blipFill rotWithShape="1">
                  <a:blip r:embed="rId20">
                    <a:alphaModFix/>
                  </a:blip>
                  <a:srcRect b="0" l="0" r="0" t="0"/>
                  <a:stretch/>
                </p:blipFill>
                <p:spPr>
                  <a:xfrm>
                    <a:off x="2839" y="3501"/>
                    <a:ext cx="755" cy="803"/>
                  </a:xfrm>
                  <a:prstGeom prst="rect">
                    <a:avLst/>
                  </a:prstGeom>
                  <a:noFill/>
                  <a:ln>
                    <a:noFill/>
                  </a:ln>
                </p:spPr>
              </p:pic>
              <p:sp>
                <p:nvSpPr>
                  <p:cNvPr id="2162" name="Google Shape;2162;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63" name="Google Shape;2163;p13"/>
                <p:cNvGrpSpPr/>
                <p:nvPr/>
              </p:nvGrpSpPr>
              <p:grpSpPr>
                <a:xfrm flipH="1">
                  <a:off x="8147535" y="5475337"/>
                  <a:ext cx="345630" cy="320302"/>
                  <a:chOff x="2839" y="3501"/>
                  <a:chExt cx="755" cy="803"/>
                </a:xfrm>
              </p:grpSpPr>
              <p:pic>
                <p:nvPicPr>
                  <p:cNvPr descr="desktop_computer_stylized_medium" id="2164" name="Google Shape;2164;p13"/>
                  <p:cNvPicPr preferRelativeResize="0"/>
                  <p:nvPr/>
                </p:nvPicPr>
                <p:blipFill rotWithShape="1">
                  <a:blip r:embed="rId20">
                    <a:alphaModFix/>
                  </a:blip>
                  <a:srcRect b="0" l="0" r="0" t="0"/>
                  <a:stretch/>
                </p:blipFill>
                <p:spPr>
                  <a:xfrm>
                    <a:off x="2839" y="3501"/>
                    <a:ext cx="755" cy="803"/>
                  </a:xfrm>
                  <a:prstGeom prst="rect">
                    <a:avLst/>
                  </a:prstGeom>
                  <a:noFill/>
                  <a:ln>
                    <a:noFill/>
                  </a:ln>
                </p:spPr>
              </p:pic>
              <p:sp>
                <p:nvSpPr>
                  <p:cNvPr id="2165" name="Google Shape;2165;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66" name="Google Shape;2166;p13"/>
                <p:cNvGrpSpPr/>
                <p:nvPr/>
              </p:nvGrpSpPr>
              <p:grpSpPr>
                <a:xfrm flipH="1">
                  <a:off x="8545760" y="5496810"/>
                  <a:ext cx="345630" cy="320302"/>
                  <a:chOff x="2839" y="3501"/>
                  <a:chExt cx="755" cy="803"/>
                </a:xfrm>
              </p:grpSpPr>
              <p:pic>
                <p:nvPicPr>
                  <p:cNvPr descr="desktop_computer_stylized_medium" id="2167" name="Google Shape;2167;p13"/>
                  <p:cNvPicPr preferRelativeResize="0"/>
                  <p:nvPr/>
                </p:nvPicPr>
                <p:blipFill rotWithShape="1">
                  <a:blip r:embed="rId20">
                    <a:alphaModFix/>
                  </a:blip>
                  <a:srcRect b="0" l="0" r="0" t="0"/>
                  <a:stretch/>
                </p:blipFill>
                <p:spPr>
                  <a:xfrm>
                    <a:off x="2839" y="3501"/>
                    <a:ext cx="755" cy="803"/>
                  </a:xfrm>
                  <a:prstGeom prst="rect">
                    <a:avLst/>
                  </a:prstGeom>
                  <a:noFill/>
                  <a:ln>
                    <a:noFill/>
                  </a:ln>
                </p:spPr>
              </p:pic>
              <p:sp>
                <p:nvSpPr>
                  <p:cNvPr id="2168" name="Google Shape;2168;p13"/>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69" name="Google Shape;2169;p13"/>
                <p:cNvGrpSpPr/>
                <p:nvPr/>
              </p:nvGrpSpPr>
              <p:grpSpPr>
                <a:xfrm>
                  <a:off x="9528372" y="5765818"/>
                  <a:ext cx="319264" cy="256836"/>
                  <a:chOff x="877" y="1008"/>
                  <a:chExt cx="2747" cy="2626"/>
                </a:xfrm>
              </p:grpSpPr>
              <p:pic>
                <p:nvPicPr>
                  <p:cNvPr descr="antenna_stylized" id="2170" name="Google Shape;2170;p13"/>
                  <p:cNvPicPr preferRelativeResize="0"/>
                  <p:nvPr/>
                </p:nvPicPr>
                <p:blipFill rotWithShape="1">
                  <a:blip r:embed="rId21">
                    <a:alphaModFix/>
                  </a:blip>
                  <a:srcRect b="0" l="0" r="0" t="0"/>
                  <a:stretch/>
                </p:blipFill>
                <p:spPr>
                  <a:xfrm>
                    <a:off x="877" y="1008"/>
                    <a:ext cx="2725" cy="1421"/>
                  </a:xfrm>
                  <a:prstGeom prst="rect">
                    <a:avLst/>
                  </a:prstGeom>
                  <a:noFill/>
                  <a:ln>
                    <a:noFill/>
                  </a:ln>
                </p:spPr>
              </p:pic>
              <p:pic>
                <p:nvPicPr>
                  <p:cNvPr descr="laptop_keyboard" id="2171" name="Google Shape;2171;p13"/>
                  <p:cNvPicPr preferRelativeResize="0"/>
                  <p:nvPr/>
                </p:nvPicPr>
                <p:blipFill rotWithShape="1">
                  <a:blip r:embed="rId22">
                    <a:alphaModFix/>
                  </a:blip>
                  <a:srcRect b="0" l="0" r="0" t="0"/>
                  <a:stretch/>
                </p:blipFill>
                <p:spPr>
                  <a:xfrm flipH="1" rot="109064">
                    <a:off x="1009" y="2586"/>
                    <a:ext cx="2245" cy="1013"/>
                  </a:xfrm>
                  <a:prstGeom prst="rect">
                    <a:avLst/>
                  </a:prstGeom>
                  <a:noFill/>
                  <a:ln>
                    <a:noFill/>
                  </a:ln>
                </p:spPr>
              </p:pic>
              <p:sp>
                <p:nvSpPr>
                  <p:cNvPr id="2172" name="Google Shape;2172;p13"/>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173" name="Google Shape;2173;p13"/>
                  <p:cNvPicPr preferRelativeResize="0"/>
                  <p:nvPr/>
                </p:nvPicPr>
                <p:blipFill rotWithShape="1">
                  <a:blip r:embed="rId23">
                    <a:alphaModFix/>
                  </a:blip>
                  <a:srcRect b="0" l="0" r="0" t="0"/>
                  <a:stretch/>
                </p:blipFill>
                <p:spPr>
                  <a:xfrm>
                    <a:off x="1842" y="1637"/>
                    <a:ext cx="1642" cy="1203"/>
                  </a:xfrm>
                  <a:prstGeom prst="rect">
                    <a:avLst/>
                  </a:prstGeom>
                  <a:noFill/>
                  <a:ln>
                    <a:noFill/>
                  </a:ln>
                </p:spPr>
              </p:pic>
              <p:sp>
                <p:nvSpPr>
                  <p:cNvPr id="2174" name="Google Shape;2174;p13"/>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5" name="Google Shape;2175;p13"/>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6" name="Google Shape;2176;p13"/>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7" name="Google Shape;2177;p13"/>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8" name="Google Shape;2178;p13"/>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9" name="Google Shape;2179;p13"/>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180" name="Google Shape;2180;p13"/>
                  <p:cNvGrpSpPr/>
                  <p:nvPr/>
                </p:nvGrpSpPr>
                <p:grpSpPr>
                  <a:xfrm>
                    <a:off x="1709" y="3008"/>
                    <a:ext cx="507" cy="234"/>
                    <a:chOff x="1740" y="2642"/>
                    <a:chExt cx="752" cy="327"/>
                  </a:xfrm>
                </p:grpSpPr>
                <p:sp>
                  <p:nvSpPr>
                    <p:cNvPr id="2181" name="Google Shape;2181;p13"/>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2" name="Google Shape;2182;p13"/>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3" name="Google Shape;2183;p13"/>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4" name="Google Shape;2184;p13"/>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5" name="Google Shape;2185;p13"/>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6" name="Google Shape;2186;p13"/>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87" name="Google Shape;2187;p13"/>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8" name="Google Shape;2188;p13"/>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9" name="Google Shape;2189;p13"/>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0" name="Google Shape;2190;p13"/>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1" name="Google Shape;2191;p13"/>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2" name="Google Shape;2192;p13"/>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2193" name="Google Shape;2193;p13"/>
              <p:cNvGrpSpPr/>
              <p:nvPr/>
            </p:nvGrpSpPr>
            <p:grpSpPr>
              <a:xfrm>
                <a:off x="10011503" y="5607068"/>
                <a:ext cx="171450" cy="348944"/>
                <a:chOff x="4140" y="429"/>
                <a:chExt cx="1425" cy="2396"/>
              </a:xfrm>
            </p:grpSpPr>
            <p:sp>
              <p:nvSpPr>
                <p:cNvPr id="2194" name="Google Shape;2194;p13"/>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5" name="Google Shape;2195;p13"/>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196" name="Google Shape;2196;p13"/>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7" name="Google Shape;2197;p13"/>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8" name="Google Shape;2198;p13"/>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199" name="Google Shape;2199;p13"/>
                <p:cNvGrpSpPr/>
                <p:nvPr/>
              </p:nvGrpSpPr>
              <p:grpSpPr>
                <a:xfrm>
                  <a:off x="4748" y="666"/>
                  <a:ext cx="578" cy="150"/>
                  <a:chOff x="613" y="2566"/>
                  <a:chExt cx="721" cy="144"/>
                </a:xfrm>
              </p:grpSpPr>
              <p:sp>
                <p:nvSpPr>
                  <p:cNvPr id="2200" name="Google Shape;2200;p13"/>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201" name="Google Shape;2201;p13"/>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202" name="Google Shape;2202;p13"/>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203" name="Google Shape;2203;p13"/>
                <p:cNvGrpSpPr/>
                <p:nvPr/>
              </p:nvGrpSpPr>
              <p:grpSpPr>
                <a:xfrm>
                  <a:off x="4748" y="990"/>
                  <a:ext cx="578" cy="134"/>
                  <a:chOff x="615" y="2564"/>
                  <a:chExt cx="721" cy="139"/>
                </a:xfrm>
              </p:grpSpPr>
              <p:sp>
                <p:nvSpPr>
                  <p:cNvPr id="2204" name="Google Shape;2204;p13"/>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205" name="Google Shape;2205;p13"/>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206" name="Google Shape;2206;p13"/>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207" name="Google Shape;2207;p13"/>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208" name="Google Shape;2208;p13"/>
                <p:cNvGrpSpPr/>
                <p:nvPr/>
              </p:nvGrpSpPr>
              <p:grpSpPr>
                <a:xfrm>
                  <a:off x="4738" y="1647"/>
                  <a:ext cx="578" cy="135"/>
                  <a:chOff x="618" y="2586"/>
                  <a:chExt cx="720" cy="124"/>
                </a:xfrm>
              </p:grpSpPr>
              <p:sp>
                <p:nvSpPr>
                  <p:cNvPr id="2209" name="Google Shape;2209;p13"/>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210" name="Google Shape;2210;p13"/>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211" name="Google Shape;2211;p13"/>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212" name="Google Shape;2212;p13"/>
                <p:cNvGrpSpPr/>
                <p:nvPr/>
              </p:nvGrpSpPr>
              <p:grpSpPr>
                <a:xfrm>
                  <a:off x="4738" y="1330"/>
                  <a:ext cx="588" cy="134"/>
                  <a:chOff x="613" y="2571"/>
                  <a:chExt cx="732" cy="134"/>
                </a:xfrm>
              </p:grpSpPr>
              <p:sp>
                <p:nvSpPr>
                  <p:cNvPr id="2213" name="Google Shape;2213;p13"/>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214" name="Google Shape;2214;p13"/>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215" name="Google Shape;2215;p13"/>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216" name="Google Shape;2216;p13"/>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7" name="Google Shape;2217;p13"/>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8" name="Google Shape;2218;p13"/>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219" name="Google Shape;2219;p13"/>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0" name="Google Shape;2220;p13"/>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221" name="Google Shape;2221;p13"/>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222" name="Google Shape;2222;p13"/>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223" name="Google Shape;2223;p13"/>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224" name="Google Shape;2224;p13"/>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225" name="Google Shape;2225;p13"/>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grpSp>
      <p:grpSp>
        <p:nvGrpSpPr>
          <p:cNvPr id="2226" name="Google Shape;2226;p13"/>
          <p:cNvGrpSpPr/>
          <p:nvPr/>
        </p:nvGrpSpPr>
        <p:grpSpPr>
          <a:xfrm>
            <a:off x="7332141" y="1814171"/>
            <a:ext cx="4398669" cy="4440468"/>
            <a:chOff x="7295123" y="1843082"/>
            <a:chExt cx="4398669" cy="4440468"/>
          </a:xfrm>
        </p:grpSpPr>
        <p:sp>
          <p:nvSpPr>
            <p:cNvPr id="2227" name="Google Shape;2227;p13"/>
            <p:cNvSpPr/>
            <p:nvPr/>
          </p:nvSpPr>
          <p:spPr>
            <a:xfrm>
              <a:off x="7866885" y="3450880"/>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8" name="Google Shape;2228;p13"/>
            <p:cNvSpPr/>
            <p:nvPr/>
          </p:nvSpPr>
          <p:spPr>
            <a:xfrm>
              <a:off x="7675465" y="3247424"/>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9" name="Google Shape;2229;p13"/>
            <p:cNvSpPr/>
            <p:nvPr/>
          </p:nvSpPr>
          <p:spPr>
            <a:xfrm>
              <a:off x="7295123" y="3349484"/>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230" name="Google Shape;2230;p13"/>
            <p:cNvGrpSpPr/>
            <p:nvPr/>
          </p:nvGrpSpPr>
          <p:grpSpPr>
            <a:xfrm>
              <a:off x="7384850" y="1843082"/>
              <a:ext cx="4308942" cy="4440468"/>
              <a:chOff x="7384850" y="1843082"/>
              <a:chExt cx="4308942" cy="4440468"/>
            </a:xfrm>
          </p:grpSpPr>
          <p:sp>
            <p:nvSpPr>
              <p:cNvPr id="2231" name="Google Shape;2231;p13"/>
              <p:cNvSpPr/>
              <p:nvPr/>
            </p:nvSpPr>
            <p:spPr>
              <a:xfrm>
                <a:off x="9026135" y="5773481"/>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2" name="Google Shape;2232;p13"/>
              <p:cNvSpPr/>
              <p:nvPr/>
            </p:nvSpPr>
            <p:spPr>
              <a:xfrm>
                <a:off x="8465833" y="5458029"/>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3" name="Google Shape;2233;p13"/>
              <p:cNvSpPr/>
              <p:nvPr/>
            </p:nvSpPr>
            <p:spPr>
              <a:xfrm>
                <a:off x="7992829" y="5385020"/>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4" name="Google Shape;2234;p13"/>
              <p:cNvSpPr/>
              <p:nvPr/>
            </p:nvSpPr>
            <p:spPr>
              <a:xfrm>
                <a:off x="7652236" y="518975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5" name="Google Shape;2235;p13"/>
              <p:cNvSpPr/>
              <p:nvPr/>
            </p:nvSpPr>
            <p:spPr>
              <a:xfrm>
                <a:off x="11017339" y="3399436"/>
                <a:ext cx="612311" cy="510076"/>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6" name="Google Shape;2236;p13"/>
              <p:cNvSpPr/>
              <p:nvPr/>
            </p:nvSpPr>
            <p:spPr>
              <a:xfrm>
                <a:off x="8605132" y="1925480"/>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7" name="Google Shape;2237;p13"/>
              <p:cNvSpPr/>
              <p:nvPr/>
            </p:nvSpPr>
            <p:spPr>
              <a:xfrm>
                <a:off x="7384850" y="2332725"/>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8" name="Google Shape;2238;p13"/>
              <p:cNvSpPr/>
              <p:nvPr/>
            </p:nvSpPr>
            <p:spPr>
              <a:xfrm>
                <a:off x="7643306" y="1843082"/>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9" name="Google Shape;2239;p13"/>
              <p:cNvSpPr/>
              <p:nvPr/>
            </p:nvSpPr>
            <p:spPr>
              <a:xfrm>
                <a:off x="11081481" y="4188998"/>
                <a:ext cx="612311" cy="510076"/>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0" name="Google Shape;2240;p13"/>
              <p:cNvSpPr/>
              <p:nvPr/>
            </p:nvSpPr>
            <p:spPr>
              <a:xfrm>
                <a:off x="7866885" y="4808926"/>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1" name="Google Shape;2241;p13"/>
              <p:cNvSpPr/>
              <p:nvPr/>
            </p:nvSpPr>
            <p:spPr>
              <a:xfrm>
                <a:off x="9786432" y="5583683"/>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2" name="Google Shape;2242;p13"/>
              <p:cNvSpPr/>
              <p:nvPr/>
            </p:nvSpPr>
            <p:spPr>
              <a:xfrm>
                <a:off x="10048818" y="5198326"/>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2243" name="Google Shape;2243;p13"/>
          <p:cNvSpPr txBox="1"/>
          <p:nvPr>
            <p:ph idx="1" type="body"/>
          </p:nvPr>
        </p:nvSpPr>
        <p:spPr>
          <a:xfrm>
            <a:off x="838199" y="1825625"/>
            <a:ext cx="5692665" cy="461746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sz="3200">
                <a:solidFill>
                  <a:srgbClr val="CC0000"/>
                </a:solidFill>
                <a:latin typeface="Calibri"/>
                <a:ea typeface="Calibri"/>
                <a:cs typeface="Calibri"/>
                <a:sym typeface="Calibri"/>
              </a:rPr>
              <a:t>Network edge:</a:t>
            </a:r>
            <a:endParaRPr/>
          </a:p>
          <a:p>
            <a:pPr indent="-225425" lvl="0" marL="350838" rtl="0" algn="l">
              <a:lnSpc>
                <a:spcPct val="90000"/>
              </a:lnSpc>
              <a:spcBef>
                <a:spcPts val="1000"/>
              </a:spcBef>
              <a:spcAft>
                <a:spcPts val="0"/>
              </a:spcAft>
              <a:buSzPts val="2800"/>
              <a:buChar char="▪"/>
            </a:pPr>
            <a:r>
              <a:rPr lang="en-US">
                <a:latin typeface="Calibri"/>
                <a:ea typeface="Calibri"/>
                <a:cs typeface="Calibri"/>
                <a:sym typeface="Calibri"/>
              </a:rPr>
              <a:t>hosts: clients and servers</a:t>
            </a:r>
            <a:endParaRPr/>
          </a:p>
          <a:p>
            <a:pPr indent="-225425" lvl="0" marL="350838" rtl="0" algn="l">
              <a:lnSpc>
                <a:spcPct val="90000"/>
              </a:lnSpc>
              <a:spcBef>
                <a:spcPts val="1000"/>
              </a:spcBef>
              <a:spcAft>
                <a:spcPts val="0"/>
              </a:spcAft>
              <a:buSzPts val="2800"/>
              <a:buChar char="▪"/>
            </a:pPr>
            <a:r>
              <a:rPr lang="en-US">
                <a:latin typeface="Calibri"/>
                <a:ea typeface="Calibri"/>
                <a:cs typeface="Calibri"/>
                <a:sym typeface="Calibri"/>
              </a:rPr>
              <a:t>servers often in data centers</a:t>
            </a:r>
            <a:endParaRPr/>
          </a:p>
          <a:p>
            <a:pPr indent="0" lvl="0" marL="174625" rtl="0" algn="l">
              <a:lnSpc>
                <a:spcPct val="90000"/>
              </a:lnSpc>
              <a:spcBef>
                <a:spcPts val="1000"/>
              </a:spcBef>
              <a:spcAft>
                <a:spcPts val="0"/>
              </a:spcAft>
              <a:buSzPts val="2100"/>
              <a:buNone/>
            </a:pPr>
            <a:r>
              <a:t/>
            </a:r>
            <a:endParaRPr/>
          </a:p>
          <a:p>
            <a:pPr indent="-44450" lvl="0" marL="352425" rtl="0" algn="l">
              <a:lnSpc>
                <a:spcPct val="90000"/>
              </a:lnSpc>
              <a:spcBef>
                <a:spcPts val="1000"/>
              </a:spcBef>
              <a:spcAft>
                <a:spcPts val="0"/>
              </a:spcAft>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8"/>
                                        </p:tgtEl>
                                        <p:attrNameLst>
                                          <p:attrName>style.visibility</p:attrName>
                                        </p:attrNameLst>
                                      </p:cBhvr>
                                      <p:to>
                                        <p:strVal val="visible"/>
                                      </p:to>
                                    </p:set>
                                    <p:animEffect filter="fade" transition="in">
                                      <p:cBhvr>
                                        <p:cTn dur="500"/>
                                        <p:tgtEl>
                                          <p:spTgt spid="2018"/>
                                        </p:tgtEl>
                                      </p:cBhvr>
                                    </p:animEffect>
                                  </p:childTnLst>
                                </p:cTn>
                              </p:par>
                              <p:par>
                                <p:cTn fill="hold" nodeType="withEffect" presetClass="entr" presetID="10" presetSubtype="0">
                                  <p:stCondLst>
                                    <p:cond delay="0"/>
                                  </p:stCondLst>
                                  <p:childTnLst>
                                    <p:set>
                                      <p:cBhvr>
                                        <p:cTn dur="1" fill="hold">
                                          <p:stCondLst>
                                            <p:cond delay="0"/>
                                          </p:stCondLst>
                                        </p:cTn>
                                        <p:tgtEl>
                                          <p:spTgt spid="2226"/>
                                        </p:tgtEl>
                                        <p:attrNameLst>
                                          <p:attrName>style.visibility</p:attrName>
                                        </p:attrNameLst>
                                      </p:cBhvr>
                                      <p:to>
                                        <p:strVal val="visible"/>
                                      </p:to>
                                    </p:set>
                                    <p:animEffect filter="fade" transition="in">
                                      <p:cBhvr>
                                        <p:cTn dur="500"/>
                                        <p:tgtEl>
                                          <p:spTgt spid="2226"/>
                                        </p:tgtEl>
                                      </p:cBhvr>
                                    </p:animEffect>
                                  </p:childTnLst>
                                </p:cTn>
                              </p:par>
                              <p:par>
                                <p:cTn fill="hold" nodeType="withEffect" presetClass="entr" presetID="10" presetSubtype="0">
                                  <p:stCondLst>
                                    <p:cond delay="0"/>
                                  </p:stCondLst>
                                  <p:childTnLst>
                                    <p:set>
                                      <p:cBhvr>
                                        <p:cTn dur="1" fill="hold">
                                          <p:stCondLst>
                                            <p:cond delay="0"/>
                                          </p:stCondLst>
                                        </p:cTn>
                                        <p:tgtEl>
                                          <p:spTgt spid="2243">
                                            <p:txEl>
                                              <p:pRg end="0" st="0"/>
                                            </p:txEl>
                                          </p:spTgt>
                                        </p:tgtEl>
                                        <p:attrNameLst>
                                          <p:attrName>style.visibility</p:attrName>
                                        </p:attrNameLst>
                                      </p:cBhvr>
                                      <p:to>
                                        <p:strVal val="visible"/>
                                      </p:to>
                                    </p:set>
                                    <p:animEffect filter="fade" transition="in">
                                      <p:cBhvr>
                                        <p:cTn dur="500"/>
                                        <p:tgtEl>
                                          <p:spTgt spid="224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243">
                                            <p:txEl>
                                              <p:pRg end="1" st="1"/>
                                            </p:txEl>
                                          </p:spTgt>
                                        </p:tgtEl>
                                        <p:attrNameLst>
                                          <p:attrName>style.visibility</p:attrName>
                                        </p:attrNameLst>
                                      </p:cBhvr>
                                      <p:to>
                                        <p:strVal val="visible"/>
                                      </p:to>
                                    </p:set>
                                    <p:animEffect filter="fade" transition="in">
                                      <p:cBhvr>
                                        <p:cTn dur="500"/>
                                        <p:tgtEl>
                                          <p:spTgt spid="224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243">
                                            <p:txEl>
                                              <p:pRg end="2" st="2"/>
                                            </p:txEl>
                                          </p:spTgt>
                                        </p:tgtEl>
                                        <p:attrNameLst>
                                          <p:attrName>style.visibility</p:attrName>
                                        </p:attrNameLst>
                                      </p:cBhvr>
                                      <p:to>
                                        <p:strVal val="visible"/>
                                      </p:to>
                                    </p:set>
                                    <p:animEffect filter="fade" transition="in">
                                      <p:cBhvr>
                                        <p:cTn dur="500"/>
                                        <p:tgtEl>
                                          <p:spTgt spid="224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2243">
                                            <p:txEl>
                                              <p:pRg end="3" st="3"/>
                                            </p:txEl>
                                          </p:spTgt>
                                        </p:tgtEl>
                                        <p:attrNameLst>
                                          <p:attrName>style.visibility</p:attrName>
                                        </p:attrNameLst>
                                      </p:cBhvr>
                                      <p:to>
                                        <p:strVal val="visible"/>
                                      </p:to>
                                    </p:set>
                                    <p:animEffect filter="fade" transition="in">
                                      <p:cBhvr>
                                        <p:cTn dur="500"/>
                                        <p:tgtEl>
                                          <p:spTgt spid="2243">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2243">
                                            <p:txEl>
                                              <p:pRg end="4" st="4"/>
                                            </p:txEl>
                                          </p:spTgt>
                                        </p:tgtEl>
                                        <p:attrNameLst>
                                          <p:attrName>style.visibility</p:attrName>
                                        </p:attrNameLst>
                                      </p:cBhvr>
                                      <p:to>
                                        <p:strVal val="visible"/>
                                      </p:to>
                                    </p:set>
                                    <p:animEffect filter="fade" transition="in">
                                      <p:cBhvr>
                                        <p:cTn dur="500"/>
                                        <p:tgtEl>
                                          <p:spTgt spid="224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8" name="Shape 2248"/>
        <p:cNvGrpSpPr/>
        <p:nvPr/>
      </p:nvGrpSpPr>
      <p:grpSpPr>
        <a:xfrm>
          <a:off x="0" y="0"/>
          <a:ext cx="0" cy="0"/>
          <a:chOff x="0" y="0"/>
          <a:chExt cx="0" cy="0"/>
        </a:xfrm>
      </p:grpSpPr>
      <p:sp>
        <p:nvSpPr>
          <p:cNvPr id="2249" name="Google Shape;2249;p14"/>
          <p:cNvSpPr/>
          <p:nvPr/>
        </p:nvSpPr>
        <p:spPr>
          <a:xfrm>
            <a:off x="7439074" y="3553079"/>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250" name="Google Shape;2250;p1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 closer look at Internet structure</a:t>
            </a:r>
            <a:endParaRPr/>
          </a:p>
        </p:txBody>
      </p:sp>
      <p:sp>
        <p:nvSpPr>
          <p:cNvPr id="2251" name="Google Shape;2251;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2252" name="Google Shape;2252;p14"/>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3" name="Google Shape;2253;p14"/>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4" name="Google Shape;2254;p14"/>
          <p:cNvSpPr/>
          <p:nvPr/>
        </p:nvSpPr>
        <p:spPr>
          <a:xfrm>
            <a:off x="7205350" y="3289251"/>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sp>
        <p:nvSpPr>
          <p:cNvPr id="2255" name="Google Shape;2255;p14"/>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6" name="Google Shape;2256;p14"/>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a:p>
        </p:txBody>
      </p:sp>
      <p:sp>
        <p:nvSpPr>
          <p:cNvPr id="2257" name="Google Shape;2257;p14"/>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a:p>
        </p:txBody>
      </p:sp>
      <p:sp>
        <p:nvSpPr>
          <p:cNvPr id="2258" name="Google Shape;2258;p14"/>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a:p>
        </p:txBody>
      </p:sp>
      <p:sp>
        <p:nvSpPr>
          <p:cNvPr id="2259" name="Google Shape;2259;p14"/>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9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260" name="Google Shape;2260;p14"/>
          <p:cNvGrpSpPr/>
          <p:nvPr/>
        </p:nvGrpSpPr>
        <p:grpSpPr>
          <a:xfrm>
            <a:off x="10837700" y="3928050"/>
            <a:ext cx="687393" cy="721548"/>
            <a:chOff x="5203089" y="1751190"/>
            <a:chExt cx="858331" cy="662414"/>
          </a:xfrm>
        </p:grpSpPr>
        <p:sp>
          <p:nvSpPr>
            <p:cNvPr id="2261" name="Google Shape;2261;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2" name="Google Shape;2262;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263" name="Google Shape;2263;p1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2264" name="Google Shape;2264;p1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2265" name="Google Shape;2265;p1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2266" name="Google Shape;2266;p1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2267" name="Google Shape;2267;p1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2268" name="Google Shape;2268;p1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2269" name="Google Shape;2269;p14"/>
          <p:cNvGrpSpPr/>
          <p:nvPr/>
        </p:nvGrpSpPr>
        <p:grpSpPr>
          <a:xfrm>
            <a:off x="10771171" y="3194171"/>
            <a:ext cx="594613" cy="648336"/>
            <a:chOff x="5203089" y="1751190"/>
            <a:chExt cx="858331" cy="662414"/>
          </a:xfrm>
        </p:grpSpPr>
        <p:sp>
          <p:nvSpPr>
            <p:cNvPr id="2270" name="Google Shape;2270;p14"/>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1" name="Google Shape;2271;p14"/>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272" name="Google Shape;2272;p14"/>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2273" name="Google Shape;2273;p14"/>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2274" name="Google Shape;2274;p14"/>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2275" name="Google Shape;2275;p14"/>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2276" name="Google Shape;2276;p14"/>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2277" name="Google Shape;2277;p14"/>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2278" name="Google Shape;2278;p14"/>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9" name="Google Shape;2279;p14"/>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a:p>
        </p:txBody>
      </p:sp>
      <p:sp>
        <p:nvSpPr>
          <p:cNvPr id="2280" name="Google Shape;2280;p14"/>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1" name="Google Shape;2281;p14"/>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a:p>
        </p:txBody>
      </p:sp>
      <p:sp>
        <p:nvSpPr>
          <p:cNvPr id="2282" name="Google Shape;2282;p14"/>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a:p>
        </p:txBody>
      </p:sp>
      <p:sp>
        <p:nvSpPr>
          <p:cNvPr id="2283" name="Google Shape;2283;p14"/>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cxnSp>
        <p:nvCxnSpPr>
          <p:cNvPr id="2284" name="Google Shape;2284;p14"/>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2285" name="Google Shape;2285;p14"/>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2286" name="Google Shape;2286;p14"/>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2287" name="Google Shape;2287;p14"/>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2288" name="Google Shape;2288;p14"/>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2289" name="Google Shape;2289;p14"/>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2290" name="Google Shape;2290;p14"/>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2291" name="Google Shape;2291;p14"/>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2292" name="Google Shape;2292;p14"/>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2293" name="Google Shape;2293;p14"/>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2294" name="Google Shape;2294;p14"/>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cxnSp>
        <p:nvCxnSpPr>
          <p:cNvPr id="2295" name="Google Shape;2295;p14"/>
          <p:cNvCxnSpPr/>
          <p:nvPr/>
        </p:nvCxnSpPr>
        <p:spPr>
          <a:xfrm flipH="1">
            <a:off x="10100635" y="2169432"/>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2296" name="Google Shape;2296;p14"/>
          <p:cNvCxnSpPr/>
          <p:nvPr/>
        </p:nvCxnSpPr>
        <p:spPr>
          <a:xfrm flipH="1">
            <a:off x="10100635" y="2268313"/>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2297" name="Google Shape;2297;p14"/>
          <p:cNvCxnSpPr/>
          <p:nvPr/>
        </p:nvCxnSpPr>
        <p:spPr>
          <a:xfrm flipH="1">
            <a:off x="10672135" y="2200506"/>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2298" name="Google Shape;2298;p14"/>
          <p:cNvCxnSpPr/>
          <p:nvPr/>
        </p:nvCxnSpPr>
        <p:spPr>
          <a:xfrm flipH="1">
            <a:off x="10142166" y="2718967"/>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2299" name="Google Shape;2299;p14"/>
          <p:cNvCxnSpPr/>
          <p:nvPr/>
        </p:nvCxnSpPr>
        <p:spPr>
          <a:xfrm flipH="1">
            <a:off x="10069542" y="2169432"/>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2300" name="Google Shape;2300;p14"/>
          <p:cNvCxnSpPr/>
          <p:nvPr/>
        </p:nvCxnSpPr>
        <p:spPr>
          <a:xfrm flipH="1">
            <a:off x="10862103" y="2127325"/>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2301" name="Google Shape;2301;p14"/>
          <p:cNvCxnSpPr/>
          <p:nvPr/>
        </p:nvCxnSpPr>
        <p:spPr>
          <a:xfrm rot="10800000">
            <a:off x="10681994" y="2718967"/>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2302" name="Google Shape;2302;p14"/>
          <p:cNvCxnSpPr/>
          <p:nvPr/>
        </p:nvCxnSpPr>
        <p:spPr>
          <a:xfrm flipH="1">
            <a:off x="8769223" y="2268313"/>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2303" name="Google Shape;2303;p14"/>
          <p:cNvCxnSpPr/>
          <p:nvPr/>
        </p:nvCxnSpPr>
        <p:spPr>
          <a:xfrm flipH="1" rot="10800000">
            <a:off x="9378705" y="4113379"/>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2304" name="Google Shape;2304;p14"/>
          <p:cNvCxnSpPr/>
          <p:nvPr/>
        </p:nvCxnSpPr>
        <p:spPr>
          <a:xfrm flipH="1" rot="10800000">
            <a:off x="8244554" y="4047456"/>
            <a:ext cx="969051" cy="3175"/>
          </a:xfrm>
          <a:prstGeom prst="straightConnector1">
            <a:avLst/>
          </a:prstGeom>
          <a:noFill/>
          <a:ln cap="flat" cmpd="sng" w="9525">
            <a:solidFill>
              <a:schemeClr val="dk1"/>
            </a:solidFill>
            <a:prstDash val="solid"/>
            <a:round/>
            <a:headEnd len="med" w="med" type="none"/>
            <a:tailEnd len="med" w="med" type="none"/>
          </a:ln>
        </p:spPr>
      </p:cxnSp>
      <p:sp>
        <p:nvSpPr>
          <p:cNvPr id="2305" name="Google Shape;2305;p14"/>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306" name="Google Shape;2306;p14"/>
          <p:cNvGrpSpPr/>
          <p:nvPr/>
        </p:nvGrpSpPr>
        <p:grpSpPr>
          <a:xfrm>
            <a:off x="10410609" y="3496138"/>
            <a:ext cx="353678" cy="198344"/>
            <a:chOff x="7493876" y="2774731"/>
            <a:chExt cx="1481958" cy="894622"/>
          </a:xfrm>
        </p:grpSpPr>
        <p:sp>
          <p:nvSpPr>
            <p:cNvPr id="2307" name="Google Shape;2307;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308" name="Google Shape;2308;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309" name="Google Shape;2309;p14"/>
            <p:cNvGrpSpPr/>
            <p:nvPr/>
          </p:nvGrpSpPr>
          <p:grpSpPr>
            <a:xfrm>
              <a:off x="7713663" y="2848339"/>
              <a:ext cx="1042107" cy="425543"/>
              <a:chOff x="7786941" y="2884917"/>
              <a:chExt cx="897649" cy="353919"/>
            </a:xfrm>
          </p:grpSpPr>
          <p:sp>
            <p:nvSpPr>
              <p:cNvPr id="2310" name="Google Shape;2310;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1" name="Google Shape;2311;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2" name="Google Shape;2312;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3" name="Google Shape;2313;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314" name="Google Shape;2314;p14"/>
          <p:cNvGrpSpPr/>
          <p:nvPr/>
        </p:nvGrpSpPr>
        <p:grpSpPr>
          <a:xfrm>
            <a:off x="9948724" y="2202292"/>
            <a:ext cx="353678" cy="198344"/>
            <a:chOff x="7493876" y="2774731"/>
            <a:chExt cx="1481958" cy="894622"/>
          </a:xfrm>
        </p:grpSpPr>
        <p:sp>
          <p:nvSpPr>
            <p:cNvPr id="2315" name="Google Shape;2315;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316" name="Google Shape;2316;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317" name="Google Shape;2317;p14"/>
            <p:cNvGrpSpPr/>
            <p:nvPr/>
          </p:nvGrpSpPr>
          <p:grpSpPr>
            <a:xfrm>
              <a:off x="7713663" y="2848339"/>
              <a:ext cx="1042107" cy="425543"/>
              <a:chOff x="7786941" y="2884917"/>
              <a:chExt cx="897649" cy="353919"/>
            </a:xfrm>
          </p:grpSpPr>
          <p:sp>
            <p:nvSpPr>
              <p:cNvPr id="2318" name="Google Shape;2318;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9" name="Google Shape;2319;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0" name="Google Shape;2320;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1" name="Google Shape;2321;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322" name="Google Shape;2322;p14"/>
          <p:cNvGrpSpPr/>
          <p:nvPr/>
        </p:nvGrpSpPr>
        <p:grpSpPr>
          <a:xfrm>
            <a:off x="10527214" y="2613367"/>
            <a:ext cx="353678" cy="198344"/>
            <a:chOff x="7493876" y="2774731"/>
            <a:chExt cx="1481958" cy="894622"/>
          </a:xfrm>
        </p:grpSpPr>
        <p:sp>
          <p:nvSpPr>
            <p:cNvPr id="2323" name="Google Shape;2323;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324" name="Google Shape;2324;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325" name="Google Shape;2325;p14"/>
            <p:cNvGrpSpPr/>
            <p:nvPr/>
          </p:nvGrpSpPr>
          <p:grpSpPr>
            <a:xfrm>
              <a:off x="7713663" y="2848339"/>
              <a:ext cx="1042107" cy="425543"/>
              <a:chOff x="7786941" y="2884917"/>
              <a:chExt cx="897649" cy="353919"/>
            </a:xfrm>
          </p:grpSpPr>
          <p:sp>
            <p:nvSpPr>
              <p:cNvPr id="2326" name="Google Shape;2326;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7" name="Google Shape;2327;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8" name="Google Shape;2328;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9" name="Google Shape;2329;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330" name="Google Shape;2330;p14"/>
          <p:cNvGrpSpPr/>
          <p:nvPr/>
        </p:nvGrpSpPr>
        <p:grpSpPr>
          <a:xfrm>
            <a:off x="10643825" y="2107963"/>
            <a:ext cx="353678" cy="198344"/>
            <a:chOff x="7493876" y="2774731"/>
            <a:chExt cx="1481958" cy="894622"/>
          </a:xfrm>
        </p:grpSpPr>
        <p:sp>
          <p:nvSpPr>
            <p:cNvPr id="2331" name="Google Shape;233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332" name="Google Shape;233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333" name="Google Shape;2333;p14"/>
            <p:cNvGrpSpPr/>
            <p:nvPr/>
          </p:nvGrpSpPr>
          <p:grpSpPr>
            <a:xfrm>
              <a:off x="7713663" y="2848339"/>
              <a:ext cx="1042107" cy="425543"/>
              <a:chOff x="7786941" y="2884917"/>
              <a:chExt cx="897649" cy="353919"/>
            </a:xfrm>
          </p:grpSpPr>
          <p:sp>
            <p:nvSpPr>
              <p:cNvPr id="2334" name="Google Shape;233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35" name="Google Shape;233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36" name="Google Shape;233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37" name="Google Shape;233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338" name="Google Shape;2338;p14"/>
          <p:cNvGrpSpPr/>
          <p:nvPr/>
        </p:nvGrpSpPr>
        <p:grpSpPr>
          <a:xfrm>
            <a:off x="9098788" y="3956624"/>
            <a:ext cx="367224" cy="240304"/>
            <a:chOff x="7493876" y="2774731"/>
            <a:chExt cx="1481958" cy="894622"/>
          </a:xfrm>
        </p:grpSpPr>
        <p:sp>
          <p:nvSpPr>
            <p:cNvPr id="2339" name="Google Shape;2339;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340" name="Google Shape;2340;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341" name="Google Shape;2341;p14"/>
            <p:cNvGrpSpPr/>
            <p:nvPr/>
          </p:nvGrpSpPr>
          <p:grpSpPr>
            <a:xfrm>
              <a:off x="7713663" y="2848339"/>
              <a:ext cx="1042107" cy="425543"/>
              <a:chOff x="7786941" y="2884917"/>
              <a:chExt cx="897649" cy="353919"/>
            </a:xfrm>
          </p:grpSpPr>
          <p:sp>
            <p:nvSpPr>
              <p:cNvPr id="2342" name="Google Shape;2342;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3" name="Google Shape;2343;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4" name="Google Shape;2344;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5" name="Google Shape;2345;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346" name="Google Shape;2346;p14"/>
          <p:cNvGrpSpPr/>
          <p:nvPr/>
        </p:nvGrpSpPr>
        <p:grpSpPr>
          <a:xfrm>
            <a:off x="9980126" y="2661565"/>
            <a:ext cx="353678" cy="198344"/>
            <a:chOff x="7493876" y="2774731"/>
            <a:chExt cx="1481958" cy="894622"/>
          </a:xfrm>
        </p:grpSpPr>
        <p:sp>
          <p:nvSpPr>
            <p:cNvPr id="2347" name="Google Shape;2347;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348" name="Google Shape;2348;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349" name="Google Shape;2349;p14"/>
            <p:cNvGrpSpPr/>
            <p:nvPr/>
          </p:nvGrpSpPr>
          <p:grpSpPr>
            <a:xfrm>
              <a:off x="7713663" y="2848339"/>
              <a:ext cx="1042107" cy="425543"/>
              <a:chOff x="7786941" y="2884917"/>
              <a:chExt cx="897649" cy="353919"/>
            </a:xfrm>
          </p:grpSpPr>
          <p:sp>
            <p:nvSpPr>
              <p:cNvPr id="2350" name="Google Shape;2350;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1" name="Google Shape;2351;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2" name="Google Shape;2352;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3" name="Google Shape;2353;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354" name="Google Shape;2354;p14"/>
          <p:cNvGrpSpPr/>
          <p:nvPr/>
        </p:nvGrpSpPr>
        <p:grpSpPr>
          <a:xfrm>
            <a:off x="9497138" y="3394032"/>
            <a:ext cx="367224" cy="240304"/>
            <a:chOff x="7493876" y="2774731"/>
            <a:chExt cx="1481958" cy="894622"/>
          </a:xfrm>
        </p:grpSpPr>
        <p:sp>
          <p:nvSpPr>
            <p:cNvPr id="2355" name="Google Shape;2355;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356" name="Google Shape;2356;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357" name="Google Shape;2357;p14"/>
            <p:cNvGrpSpPr/>
            <p:nvPr/>
          </p:nvGrpSpPr>
          <p:grpSpPr>
            <a:xfrm>
              <a:off x="7713663" y="2848339"/>
              <a:ext cx="1042107" cy="425543"/>
              <a:chOff x="7786941" y="2884917"/>
              <a:chExt cx="897649" cy="353919"/>
            </a:xfrm>
          </p:grpSpPr>
          <p:sp>
            <p:nvSpPr>
              <p:cNvPr id="2358" name="Google Shape;2358;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9" name="Google Shape;2359;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0" name="Google Shape;2360;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1" name="Google Shape;2361;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362" name="Google Shape;2362;p14"/>
          <p:cNvGrpSpPr/>
          <p:nvPr/>
        </p:nvGrpSpPr>
        <p:grpSpPr>
          <a:xfrm>
            <a:off x="9601554" y="3999763"/>
            <a:ext cx="367224" cy="240304"/>
            <a:chOff x="7493876" y="2774731"/>
            <a:chExt cx="1481958" cy="894622"/>
          </a:xfrm>
        </p:grpSpPr>
        <p:sp>
          <p:nvSpPr>
            <p:cNvPr id="2363" name="Google Shape;2363;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364" name="Google Shape;2364;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365" name="Google Shape;2365;p14"/>
            <p:cNvGrpSpPr/>
            <p:nvPr/>
          </p:nvGrpSpPr>
          <p:grpSpPr>
            <a:xfrm>
              <a:off x="7713663" y="2848339"/>
              <a:ext cx="1042107" cy="425543"/>
              <a:chOff x="7786941" y="2884917"/>
              <a:chExt cx="897649" cy="353919"/>
            </a:xfrm>
          </p:grpSpPr>
          <p:sp>
            <p:nvSpPr>
              <p:cNvPr id="2366" name="Google Shape;2366;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7" name="Google Shape;2367;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8" name="Google Shape;2368;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9" name="Google Shape;2369;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370" name="Google Shape;2370;p14"/>
          <p:cNvGrpSpPr/>
          <p:nvPr/>
        </p:nvGrpSpPr>
        <p:grpSpPr>
          <a:xfrm>
            <a:off x="10375259" y="3992325"/>
            <a:ext cx="353678" cy="198344"/>
            <a:chOff x="7493876" y="2774731"/>
            <a:chExt cx="1481958" cy="894622"/>
          </a:xfrm>
        </p:grpSpPr>
        <p:sp>
          <p:nvSpPr>
            <p:cNvPr id="2371" name="Google Shape;237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372" name="Google Shape;237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373" name="Google Shape;2373;p14"/>
            <p:cNvGrpSpPr/>
            <p:nvPr/>
          </p:nvGrpSpPr>
          <p:grpSpPr>
            <a:xfrm>
              <a:off x="7713663" y="2848339"/>
              <a:ext cx="1042107" cy="425543"/>
              <a:chOff x="7786941" y="2884917"/>
              <a:chExt cx="897649" cy="353919"/>
            </a:xfrm>
          </p:grpSpPr>
          <p:sp>
            <p:nvSpPr>
              <p:cNvPr id="2374" name="Google Shape;237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5" name="Google Shape;237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6" name="Google Shape;237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7" name="Google Shape;237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iphone_stylized_small" id="2378" name="Google Shape;2378;p14"/>
          <p:cNvPicPr preferRelativeResize="0"/>
          <p:nvPr/>
        </p:nvPicPr>
        <p:blipFill rotWithShape="1">
          <a:blip r:embed="rId3">
            <a:alphaModFix/>
          </a:blip>
          <a:srcRect b="0" l="0" r="0" t="0"/>
          <a:stretch/>
        </p:blipFill>
        <p:spPr>
          <a:xfrm>
            <a:off x="7909572" y="1917025"/>
            <a:ext cx="136841" cy="328463"/>
          </a:xfrm>
          <a:prstGeom prst="rect">
            <a:avLst/>
          </a:prstGeom>
          <a:noFill/>
          <a:ln>
            <a:noFill/>
          </a:ln>
        </p:spPr>
      </p:pic>
      <p:pic>
        <p:nvPicPr>
          <p:cNvPr descr="laptop_keyboard" id="2379" name="Google Shape;2379;p14"/>
          <p:cNvPicPr preferRelativeResize="0"/>
          <p:nvPr/>
        </p:nvPicPr>
        <p:blipFill rotWithShape="1">
          <a:blip r:embed="rId4">
            <a:alphaModFix/>
          </a:blip>
          <a:srcRect b="0" l="0" r="0" t="0"/>
          <a:stretch/>
        </p:blipFill>
        <p:spPr>
          <a:xfrm flipH="1" rot="109064">
            <a:off x="7464781" y="2605090"/>
            <a:ext cx="437221" cy="159511"/>
          </a:xfrm>
          <a:prstGeom prst="rect">
            <a:avLst/>
          </a:prstGeom>
          <a:noFill/>
          <a:ln>
            <a:noFill/>
          </a:ln>
        </p:spPr>
      </p:pic>
      <p:sp>
        <p:nvSpPr>
          <p:cNvPr id="2380" name="Google Shape;2380;p14"/>
          <p:cNvSpPr/>
          <p:nvPr/>
        </p:nvSpPr>
        <p:spPr>
          <a:xfrm>
            <a:off x="7609678" y="245030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381" name="Google Shape;2381;p14"/>
          <p:cNvPicPr preferRelativeResize="0"/>
          <p:nvPr/>
        </p:nvPicPr>
        <p:blipFill rotWithShape="1">
          <a:blip r:embed="rId5">
            <a:alphaModFix/>
          </a:blip>
          <a:srcRect b="0" l="0" r="0" t="0"/>
          <a:stretch/>
        </p:blipFill>
        <p:spPr>
          <a:xfrm>
            <a:off x="7627011" y="2455658"/>
            <a:ext cx="319785" cy="189429"/>
          </a:xfrm>
          <a:prstGeom prst="rect">
            <a:avLst/>
          </a:prstGeom>
          <a:noFill/>
          <a:ln>
            <a:noFill/>
          </a:ln>
        </p:spPr>
      </p:pic>
      <p:sp>
        <p:nvSpPr>
          <p:cNvPr id="2382" name="Google Shape;2382;p14"/>
          <p:cNvSpPr/>
          <p:nvPr/>
        </p:nvSpPr>
        <p:spPr>
          <a:xfrm>
            <a:off x="7673752" y="244416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3" name="Google Shape;2383;p14"/>
          <p:cNvSpPr/>
          <p:nvPr/>
        </p:nvSpPr>
        <p:spPr>
          <a:xfrm>
            <a:off x="7606562" y="244384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4" name="Google Shape;2384;p14"/>
          <p:cNvSpPr/>
          <p:nvPr/>
        </p:nvSpPr>
        <p:spPr>
          <a:xfrm>
            <a:off x="7880579" y="247266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5" name="Google Shape;2385;p14"/>
          <p:cNvSpPr/>
          <p:nvPr/>
        </p:nvSpPr>
        <p:spPr>
          <a:xfrm>
            <a:off x="7605588" y="259690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6" name="Google Shape;2386;p14"/>
          <p:cNvSpPr/>
          <p:nvPr/>
        </p:nvSpPr>
        <p:spPr>
          <a:xfrm>
            <a:off x="7890512" y="247423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7" name="Google Shape;2387;p14"/>
          <p:cNvSpPr/>
          <p:nvPr/>
        </p:nvSpPr>
        <p:spPr>
          <a:xfrm>
            <a:off x="7605977" y="260524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388" name="Google Shape;2388;p14"/>
          <p:cNvGrpSpPr/>
          <p:nvPr/>
        </p:nvGrpSpPr>
        <p:grpSpPr>
          <a:xfrm>
            <a:off x="7601109" y="2671540"/>
            <a:ext cx="98740" cy="36846"/>
            <a:chOff x="1740" y="2642"/>
            <a:chExt cx="752" cy="327"/>
          </a:xfrm>
        </p:grpSpPr>
        <p:sp>
          <p:nvSpPr>
            <p:cNvPr id="2389" name="Google Shape;2389;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0" name="Google Shape;2390;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1" name="Google Shape;2391;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2" name="Google Shape;2392;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3" name="Google Shape;2393;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4" name="Google Shape;2394;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395" name="Google Shape;2395;p14"/>
          <p:cNvSpPr/>
          <p:nvPr/>
        </p:nvSpPr>
        <p:spPr>
          <a:xfrm>
            <a:off x="7770154" y="267705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6" name="Google Shape;2396;p14"/>
          <p:cNvSpPr/>
          <p:nvPr/>
        </p:nvSpPr>
        <p:spPr>
          <a:xfrm>
            <a:off x="7464976" y="268350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7" name="Google Shape;2397;p14"/>
          <p:cNvSpPr/>
          <p:nvPr/>
        </p:nvSpPr>
        <p:spPr>
          <a:xfrm>
            <a:off x="7465171" y="266996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8" name="Google Shape;2398;p14"/>
          <p:cNvSpPr/>
          <p:nvPr/>
        </p:nvSpPr>
        <p:spPr>
          <a:xfrm>
            <a:off x="7465366" y="260902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9" name="Google Shape;2399;p14"/>
          <p:cNvSpPr/>
          <p:nvPr/>
        </p:nvSpPr>
        <p:spPr>
          <a:xfrm>
            <a:off x="7474909" y="267311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0" name="Google Shape;2400;p14"/>
          <p:cNvSpPr/>
          <p:nvPr/>
        </p:nvSpPr>
        <p:spPr>
          <a:xfrm flipH="1" rot="10800000">
            <a:off x="7764701" y="266807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ight2.png" id="2401" name="Google Shape;2401;p14"/>
          <p:cNvPicPr preferRelativeResize="0"/>
          <p:nvPr/>
        </p:nvPicPr>
        <p:blipFill rotWithShape="1">
          <a:blip r:embed="rId6">
            <a:alphaModFix/>
          </a:blip>
          <a:srcRect b="0" l="0" r="0" t="0"/>
          <a:stretch/>
        </p:blipFill>
        <p:spPr>
          <a:xfrm flipH="1">
            <a:off x="8831667" y="2392289"/>
            <a:ext cx="92772" cy="405447"/>
          </a:xfrm>
          <a:prstGeom prst="rect">
            <a:avLst/>
          </a:prstGeom>
          <a:noFill/>
          <a:ln>
            <a:noFill/>
          </a:ln>
        </p:spPr>
      </p:pic>
      <p:pic>
        <p:nvPicPr>
          <p:cNvPr descr="car_icon_small" id="2402" name="Google Shape;2402;p14"/>
          <p:cNvPicPr preferRelativeResize="0"/>
          <p:nvPr/>
        </p:nvPicPr>
        <p:blipFill rotWithShape="1">
          <a:blip r:embed="rId7">
            <a:alphaModFix/>
          </a:blip>
          <a:srcRect b="0" l="0" r="0" t="0"/>
          <a:stretch/>
        </p:blipFill>
        <p:spPr>
          <a:xfrm>
            <a:off x="8499539" y="2116958"/>
            <a:ext cx="849312" cy="168275"/>
          </a:xfrm>
          <a:prstGeom prst="rect">
            <a:avLst/>
          </a:prstGeom>
          <a:noFill/>
          <a:ln>
            <a:noFill/>
          </a:ln>
        </p:spPr>
      </p:pic>
      <p:pic>
        <p:nvPicPr>
          <p:cNvPr descr="laptop_keyboard" id="2403" name="Google Shape;2403;p14"/>
          <p:cNvPicPr preferRelativeResize="0"/>
          <p:nvPr/>
        </p:nvPicPr>
        <p:blipFill rotWithShape="1">
          <a:blip r:embed="rId8">
            <a:alphaModFix/>
          </a:blip>
          <a:srcRect b="0" l="0" r="0" t="0"/>
          <a:stretch/>
        </p:blipFill>
        <p:spPr>
          <a:xfrm flipH="1" rot="109064">
            <a:off x="7510375" y="3605209"/>
            <a:ext cx="286699" cy="119448"/>
          </a:xfrm>
          <a:prstGeom prst="rect">
            <a:avLst/>
          </a:prstGeom>
          <a:noFill/>
          <a:ln>
            <a:noFill/>
          </a:ln>
        </p:spPr>
      </p:pic>
      <p:sp>
        <p:nvSpPr>
          <p:cNvPr id="2404" name="Google Shape;2404;p14"/>
          <p:cNvSpPr/>
          <p:nvPr/>
        </p:nvSpPr>
        <p:spPr>
          <a:xfrm>
            <a:off x="7605388" y="348929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405" name="Google Shape;2405;p14"/>
          <p:cNvPicPr preferRelativeResize="0"/>
          <p:nvPr/>
        </p:nvPicPr>
        <p:blipFill rotWithShape="1">
          <a:blip r:embed="rId9">
            <a:alphaModFix/>
          </a:blip>
          <a:srcRect b="0" l="0" r="0" t="0"/>
          <a:stretch/>
        </p:blipFill>
        <p:spPr>
          <a:xfrm>
            <a:off x="7616754" y="3493308"/>
            <a:ext cx="209692" cy="141851"/>
          </a:xfrm>
          <a:prstGeom prst="rect">
            <a:avLst/>
          </a:prstGeom>
          <a:noFill/>
          <a:ln>
            <a:noFill/>
          </a:ln>
        </p:spPr>
      </p:pic>
      <p:sp>
        <p:nvSpPr>
          <p:cNvPr id="2406" name="Google Shape;2406;p14"/>
          <p:cNvSpPr/>
          <p:nvPr/>
        </p:nvSpPr>
        <p:spPr>
          <a:xfrm>
            <a:off x="7647403" y="348470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7" name="Google Shape;2407;p14"/>
          <p:cNvSpPr/>
          <p:nvPr/>
        </p:nvSpPr>
        <p:spPr>
          <a:xfrm>
            <a:off x="7603345" y="348446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8" name="Google Shape;2408;p14"/>
          <p:cNvSpPr/>
          <p:nvPr/>
        </p:nvSpPr>
        <p:spPr>
          <a:xfrm>
            <a:off x="7783026" y="350604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9" name="Google Shape;2409;p14"/>
          <p:cNvSpPr/>
          <p:nvPr/>
        </p:nvSpPr>
        <p:spPr>
          <a:xfrm>
            <a:off x="7602706" y="359907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0" name="Google Shape;2410;p14"/>
          <p:cNvSpPr/>
          <p:nvPr/>
        </p:nvSpPr>
        <p:spPr>
          <a:xfrm>
            <a:off x="7789539" y="350722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1" name="Google Shape;2411;p14"/>
          <p:cNvSpPr/>
          <p:nvPr/>
        </p:nvSpPr>
        <p:spPr>
          <a:xfrm>
            <a:off x="7602962" y="360532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12" name="Google Shape;2412;p14"/>
          <p:cNvGrpSpPr/>
          <p:nvPr/>
        </p:nvGrpSpPr>
        <p:grpSpPr>
          <a:xfrm>
            <a:off x="7599769" y="3654969"/>
            <a:ext cx="64747" cy="27592"/>
            <a:chOff x="1740" y="2642"/>
            <a:chExt cx="752" cy="327"/>
          </a:xfrm>
        </p:grpSpPr>
        <p:sp>
          <p:nvSpPr>
            <p:cNvPr id="2413" name="Google Shape;2413;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4" name="Google Shape;2414;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5" name="Google Shape;2415;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6" name="Google Shape;2416;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7" name="Google Shape;2417;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8" name="Google Shape;2418;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19" name="Google Shape;2419;p14"/>
          <p:cNvSpPr/>
          <p:nvPr/>
        </p:nvSpPr>
        <p:spPr>
          <a:xfrm>
            <a:off x="7710617" y="365909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0" name="Google Shape;2420;p14"/>
          <p:cNvSpPr/>
          <p:nvPr/>
        </p:nvSpPr>
        <p:spPr>
          <a:xfrm>
            <a:off x="7510503" y="366393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1" name="Google Shape;2421;p14"/>
          <p:cNvSpPr/>
          <p:nvPr/>
        </p:nvSpPr>
        <p:spPr>
          <a:xfrm>
            <a:off x="7510631" y="365379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2" name="Google Shape;2422;p14"/>
          <p:cNvSpPr/>
          <p:nvPr/>
        </p:nvSpPr>
        <p:spPr>
          <a:xfrm>
            <a:off x="7510758" y="360815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3" name="Google Shape;2423;p14"/>
          <p:cNvSpPr/>
          <p:nvPr/>
        </p:nvSpPr>
        <p:spPr>
          <a:xfrm>
            <a:off x="7517016" y="365614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4" name="Google Shape;2424;p14"/>
          <p:cNvSpPr/>
          <p:nvPr/>
        </p:nvSpPr>
        <p:spPr>
          <a:xfrm flipH="1" rot="10800000">
            <a:off x="7707042" y="365237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desktop_computer_stylized_medium" id="2425" name="Google Shape;2425;p14"/>
          <p:cNvPicPr preferRelativeResize="0"/>
          <p:nvPr/>
        </p:nvPicPr>
        <p:blipFill rotWithShape="1">
          <a:blip r:embed="rId10">
            <a:alphaModFix/>
          </a:blip>
          <a:srcRect b="0" l="0" r="0" t="0"/>
          <a:stretch/>
        </p:blipFill>
        <p:spPr>
          <a:xfrm flipH="1">
            <a:off x="7991996" y="3567143"/>
            <a:ext cx="359261" cy="342045"/>
          </a:xfrm>
          <a:prstGeom prst="rect">
            <a:avLst/>
          </a:prstGeom>
          <a:noFill/>
          <a:ln>
            <a:noFill/>
          </a:ln>
        </p:spPr>
      </p:pic>
      <p:sp>
        <p:nvSpPr>
          <p:cNvPr id="2426" name="Google Shape;2426;p14"/>
          <p:cNvSpPr/>
          <p:nvPr/>
        </p:nvSpPr>
        <p:spPr>
          <a:xfrm flipH="1">
            <a:off x="8145217" y="3599942"/>
            <a:ext cx="169400" cy="156753"/>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fridge2.png" id="2427" name="Google Shape;2427;p14"/>
          <p:cNvPicPr preferRelativeResize="0"/>
          <p:nvPr/>
        </p:nvPicPr>
        <p:blipFill rotWithShape="1">
          <a:blip r:embed="rId11">
            <a:alphaModFix/>
          </a:blip>
          <a:srcRect b="0" l="0" r="0" t="0"/>
          <a:stretch/>
        </p:blipFill>
        <p:spPr>
          <a:xfrm>
            <a:off x="7903199" y="3385017"/>
            <a:ext cx="189578" cy="337027"/>
          </a:xfrm>
          <a:prstGeom prst="rect">
            <a:avLst/>
          </a:prstGeom>
          <a:noFill/>
          <a:ln>
            <a:noFill/>
          </a:ln>
        </p:spPr>
      </p:pic>
      <p:grpSp>
        <p:nvGrpSpPr>
          <p:cNvPr id="2428" name="Google Shape;2428;p14"/>
          <p:cNvGrpSpPr/>
          <p:nvPr/>
        </p:nvGrpSpPr>
        <p:grpSpPr>
          <a:xfrm>
            <a:off x="10288915" y="5273951"/>
            <a:ext cx="177192" cy="330833"/>
            <a:chOff x="4140" y="429"/>
            <a:chExt cx="1425" cy="2396"/>
          </a:xfrm>
        </p:grpSpPr>
        <p:sp>
          <p:nvSpPr>
            <p:cNvPr id="2429" name="Google Shape;2429;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0" name="Google Shape;2430;p1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31" name="Google Shape;2431;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2" name="Google Shape;2432;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3" name="Google Shape;2433;p1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434" name="Google Shape;2434;p14"/>
            <p:cNvGrpSpPr/>
            <p:nvPr/>
          </p:nvGrpSpPr>
          <p:grpSpPr>
            <a:xfrm>
              <a:off x="4748" y="666"/>
              <a:ext cx="578" cy="150"/>
              <a:chOff x="613" y="2566"/>
              <a:chExt cx="721" cy="144"/>
            </a:xfrm>
          </p:grpSpPr>
          <p:sp>
            <p:nvSpPr>
              <p:cNvPr id="2435" name="Google Shape;2435;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36" name="Google Shape;2436;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437" name="Google Shape;2437;p1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438" name="Google Shape;2438;p14"/>
            <p:cNvGrpSpPr/>
            <p:nvPr/>
          </p:nvGrpSpPr>
          <p:grpSpPr>
            <a:xfrm>
              <a:off x="4748" y="990"/>
              <a:ext cx="578" cy="134"/>
              <a:chOff x="615" y="2564"/>
              <a:chExt cx="721" cy="139"/>
            </a:xfrm>
          </p:grpSpPr>
          <p:sp>
            <p:nvSpPr>
              <p:cNvPr id="2439" name="Google Shape;2439;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40" name="Google Shape;2440;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441" name="Google Shape;2441;p1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42" name="Google Shape;2442;p1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443" name="Google Shape;2443;p14"/>
            <p:cNvGrpSpPr/>
            <p:nvPr/>
          </p:nvGrpSpPr>
          <p:grpSpPr>
            <a:xfrm>
              <a:off x="4738" y="1647"/>
              <a:ext cx="578" cy="135"/>
              <a:chOff x="618" y="2586"/>
              <a:chExt cx="720" cy="124"/>
            </a:xfrm>
          </p:grpSpPr>
          <p:sp>
            <p:nvSpPr>
              <p:cNvPr id="2444" name="Google Shape;2444;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45" name="Google Shape;2445;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446" name="Google Shape;2446;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47" name="Google Shape;2447;p14"/>
            <p:cNvGrpSpPr/>
            <p:nvPr/>
          </p:nvGrpSpPr>
          <p:grpSpPr>
            <a:xfrm>
              <a:off x="4738" y="1330"/>
              <a:ext cx="588" cy="134"/>
              <a:chOff x="613" y="2571"/>
              <a:chExt cx="732" cy="134"/>
            </a:xfrm>
          </p:grpSpPr>
          <p:sp>
            <p:nvSpPr>
              <p:cNvPr id="2448" name="Google Shape;2448;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49" name="Google Shape;2449;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450" name="Google Shape;2450;p1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51" name="Google Shape;2451;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2" name="Google Shape;2452;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3" name="Google Shape;2453;p1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54" name="Google Shape;2454;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5" name="Google Shape;2455;p1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56" name="Google Shape;2456;p1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57" name="Google Shape;2457;p1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58" name="Google Shape;2458;p1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459" name="Google Shape;2459;p1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460" name="Google Shape;2460;p1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2461" name="Google Shape;2461;p14"/>
          <p:cNvGrpSpPr/>
          <p:nvPr/>
        </p:nvGrpSpPr>
        <p:grpSpPr>
          <a:xfrm flipH="1">
            <a:off x="7980855" y="4900161"/>
            <a:ext cx="345630" cy="320302"/>
            <a:chOff x="2839" y="3501"/>
            <a:chExt cx="755" cy="803"/>
          </a:xfrm>
        </p:grpSpPr>
        <p:pic>
          <p:nvPicPr>
            <p:cNvPr descr="desktop_computer_stylized_medium" id="2462" name="Google Shape;2462;p14"/>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2463" name="Google Shape;2463;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laptop_keyboard" id="2464" name="Google Shape;2464;p14"/>
          <p:cNvPicPr preferRelativeResize="0"/>
          <p:nvPr/>
        </p:nvPicPr>
        <p:blipFill rotWithShape="1">
          <a:blip r:embed="rId13">
            <a:alphaModFix/>
          </a:blip>
          <a:srcRect b="0" l="0" r="0" t="0"/>
          <a:stretch/>
        </p:blipFill>
        <p:spPr>
          <a:xfrm flipH="1" rot="109064">
            <a:off x="9216586" y="6040274"/>
            <a:ext cx="253501" cy="120343"/>
          </a:xfrm>
          <a:prstGeom prst="rect">
            <a:avLst/>
          </a:prstGeom>
          <a:noFill/>
          <a:ln>
            <a:noFill/>
          </a:ln>
        </p:spPr>
      </p:pic>
      <p:sp>
        <p:nvSpPr>
          <p:cNvPr id="2465" name="Google Shape;2465;p14"/>
          <p:cNvSpPr/>
          <p:nvPr/>
        </p:nvSpPr>
        <p:spPr>
          <a:xfrm>
            <a:off x="9300597" y="5923494"/>
            <a:ext cx="204043" cy="15705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466" name="Google Shape;2466;p14"/>
          <p:cNvPicPr preferRelativeResize="0"/>
          <p:nvPr/>
        </p:nvPicPr>
        <p:blipFill rotWithShape="1">
          <a:blip r:embed="rId14">
            <a:alphaModFix/>
          </a:blip>
          <a:srcRect b="0" l="0" r="0" t="0"/>
          <a:stretch/>
        </p:blipFill>
        <p:spPr>
          <a:xfrm>
            <a:off x="9310647" y="5927534"/>
            <a:ext cx="185412" cy="142915"/>
          </a:xfrm>
          <a:prstGeom prst="rect">
            <a:avLst/>
          </a:prstGeom>
          <a:noFill/>
          <a:ln>
            <a:noFill/>
          </a:ln>
        </p:spPr>
      </p:pic>
      <p:sp>
        <p:nvSpPr>
          <p:cNvPr id="2467" name="Google Shape;2467;p14"/>
          <p:cNvSpPr/>
          <p:nvPr/>
        </p:nvSpPr>
        <p:spPr>
          <a:xfrm>
            <a:off x="9337747" y="5918861"/>
            <a:ext cx="172878" cy="2922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8" name="Google Shape;2468;p14"/>
          <p:cNvSpPr/>
          <p:nvPr/>
        </p:nvSpPr>
        <p:spPr>
          <a:xfrm>
            <a:off x="9298791" y="5918624"/>
            <a:ext cx="47990" cy="12165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9" name="Google Shape;2469;p14"/>
          <p:cNvSpPr/>
          <p:nvPr/>
        </p:nvSpPr>
        <p:spPr>
          <a:xfrm>
            <a:off x="9457666" y="5940364"/>
            <a:ext cx="51716" cy="14042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0" name="Google Shape;2470;p14"/>
          <p:cNvSpPr/>
          <p:nvPr/>
        </p:nvSpPr>
        <p:spPr>
          <a:xfrm>
            <a:off x="9298226" y="6034096"/>
            <a:ext cx="189702" cy="47401"/>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1" name="Google Shape;2471;p14"/>
          <p:cNvSpPr/>
          <p:nvPr/>
        </p:nvSpPr>
        <p:spPr>
          <a:xfrm>
            <a:off x="9463425" y="5941552"/>
            <a:ext cx="48442" cy="141014"/>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2" name="Google Shape;2472;p14"/>
          <p:cNvSpPr/>
          <p:nvPr/>
        </p:nvSpPr>
        <p:spPr>
          <a:xfrm>
            <a:off x="9298452" y="6040392"/>
            <a:ext cx="168700" cy="46807"/>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73" name="Google Shape;2473;p14"/>
          <p:cNvGrpSpPr/>
          <p:nvPr/>
        </p:nvGrpSpPr>
        <p:grpSpPr>
          <a:xfrm>
            <a:off x="9295629" y="6090407"/>
            <a:ext cx="57249" cy="27799"/>
            <a:chOff x="1740" y="2642"/>
            <a:chExt cx="752" cy="327"/>
          </a:xfrm>
        </p:grpSpPr>
        <p:sp>
          <p:nvSpPr>
            <p:cNvPr id="2474" name="Google Shape;2474;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5" name="Google Shape;2475;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6" name="Google Shape;2476;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7" name="Google Shape;2477;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8" name="Google Shape;2478;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9" name="Google Shape;2479;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80" name="Google Shape;2480;p14"/>
          <p:cNvSpPr/>
          <p:nvPr/>
        </p:nvSpPr>
        <p:spPr>
          <a:xfrm>
            <a:off x="9393642" y="6094565"/>
            <a:ext cx="69332" cy="61063"/>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1" name="Google Shape;2481;p14"/>
          <p:cNvSpPr/>
          <p:nvPr/>
        </p:nvSpPr>
        <p:spPr>
          <a:xfrm>
            <a:off x="9216699" y="6099436"/>
            <a:ext cx="177394" cy="5571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2" name="Google Shape;2482;p14"/>
          <p:cNvSpPr/>
          <p:nvPr/>
        </p:nvSpPr>
        <p:spPr>
          <a:xfrm>
            <a:off x="9216812" y="6089219"/>
            <a:ext cx="1920" cy="11286"/>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3" name="Google Shape;2483;p14"/>
          <p:cNvSpPr/>
          <p:nvPr/>
        </p:nvSpPr>
        <p:spPr>
          <a:xfrm>
            <a:off x="9216925" y="6043244"/>
            <a:ext cx="82430" cy="466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4" name="Google Shape;2484;p14"/>
          <p:cNvSpPr/>
          <p:nvPr/>
        </p:nvSpPr>
        <p:spPr>
          <a:xfrm>
            <a:off x="9222458" y="6091595"/>
            <a:ext cx="168248" cy="53578"/>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5" name="Google Shape;2485;p14"/>
          <p:cNvSpPr/>
          <p:nvPr/>
        </p:nvSpPr>
        <p:spPr>
          <a:xfrm flipH="1" rot="10800000">
            <a:off x="9390480" y="6087793"/>
            <a:ext cx="68654" cy="5547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86" name="Google Shape;2486;p14"/>
          <p:cNvGrpSpPr/>
          <p:nvPr/>
        </p:nvGrpSpPr>
        <p:grpSpPr>
          <a:xfrm flipH="1">
            <a:off x="8153909" y="5504657"/>
            <a:ext cx="345630" cy="320302"/>
            <a:chOff x="2839" y="3501"/>
            <a:chExt cx="755" cy="803"/>
          </a:xfrm>
        </p:grpSpPr>
        <p:pic>
          <p:nvPicPr>
            <p:cNvPr descr="desktop_computer_stylized_medium" id="2487" name="Google Shape;2487;p14"/>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2488" name="Google Shape;2488;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489" name="Google Shape;2489;p14"/>
          <p:cNvGrpSpPr/>
          <p:nvPr/>
        </p:nvGrpSpPr>
        <p:grpSpPr>
          <a:xfrm flipH="1">
            <a:off x="8552134" y="5526130"/>
            <a:ext cx="345630" cy="320302"/>
            <a:chOff x="2839" y="3501"/>
            <a:chExt cx="755" cy="803"/>
          </a:xfrm>
        </p:grpSpPr>
        <p:pic>
          <p:nvPicPr>
            <p:cNvPr descr="desktop_computer_stylized_medium" id="2490" name="Google Shape;2490;p14"/>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2491" name="Google Shape;2491;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laptop_keyboard" id="2492" name="Google Shape;2492;p14"/>
          <p:cNvPicPr preferRelativeResize="0"/>
          <p:nvPr/>
        </p:nvPicPr>
        <p:blipFill rotWithShape="1">
          <a:blip r:embed="rId13">
            <a:alphaModFix/>
          </a:blip>
          <a:srcRect b="0" l="0" r="0" t="0"/>
          <a:stretch/>
        </p:blipFill>
        <p:spPr>
          <a:xfrm flipH="1" rot="109064">
            <a:off x="9550087" y="5949454"/>
            <a:ext cx="260920" cy="99063"/>
          </a:xfrm>
          <a:prstGeom prst="rect">
            <a:avLst/>
          </a:prstGeom>
          <a:noFill/>
          <a:ln>
            <a:noFill/>
          </a:ln>
        </p:spPr>
      </p:pic>
      <p:sp>
        <p:nvSpPr>
          <p:cNvPr id="2493" name="Google Shape;2493;p14"/>
          <p:cNvSpPr/>
          <p:nvPr/>
        </p:nvSpPr>
        <p:spPr>
          <a:xfrm>
            <a:off x="9636557" y="5853324"/>
            <a:ext cx="210015" cy="129281"/>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494" name="Google Shape;2494;p14"/>
          <p:cNvPicPr preferRelativeResize="0"/>
          <p:nvPr/>
        </p:nvPicPr>
        <p:blipFill rotWithShape="1">
          <a:blip r:embed="rId14">
            <a:alphaModFix/>
          </a:blip>
          <a:srcRect b="0" l="0" r="0" t="0"/>
          <a:stretch/>
        </p:blipFill>
        <p:spPr>
          <a:xfrm>
            <a:off x="9646901" y="5856649"/>
            <a:ext cx="190838" cy="117644"/>
          </a:xfrm>
          <a:prstGeom prst="rect">
            <a:avLst/>
          </a:prstGeom>
          <a:noFill/>
          <a:ln>
            <a:noFill/>
          </a:ln>
        </p:spPr>
      </p:pic>
      <p:sp>
        <p:nvSpPr>
          <p:cNvPr id="2495" name="Google Shape;2495;p14"/>
          <p:cNvSpPr/>
          <p:nvPr/>
        </p:nvSpPr>
        <p:spPr>
          <a:xfrm>
            <a:off x="9674794" y="5849510"/>
            <a:ext cx="177937" cy="2405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6" name="Google Shape;2496;p14"/>
          <p:cNvSpPr/>
          <p:nvPr/>
        </p:nvSpPr>
        <p:spPr>
          <a:xfrm>
            <a:off x="9634698" y="5849315"/>
            <a:ext cx="49395" cy="100139"/>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7" name="Google Shape;2497;p14"/>
          <p:cNvSpPr/>
          <p:nvPr/>
        </p:nvSpPr>
        <p:spPr>
          <a:xfrm>
            <a:off x="9798223" y="5867211"/>
            <a:ext cx="53230" cy="11559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8" name="Google Shape;2498;p14"/>
          <p:cNvSpPr/>
          <p:nvPr/>
        </p:nvSpPr>
        <p:spPr>
          <a:xfrm>
            <a:off x="9634116" y="5944369"/>
            <a:ext cx="195254" cy="3901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9" name="Google Shape;2499;p14"/>
          <p:cNvSpPr/>
          <p:nvPr/>
        </p:nvSpPr>
        <p:spPr>
          <a:xfrm>
            <a:off x="9804150" y="5868189"/>
            <a:ext cx="49860" cy="11607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0" name="Google Shape;2500;p14"/>
          <p:cNvSpPr/>
          <p:nvPr/>
        </p:nvSpPr>
        <p:spPr>
          <a:xfrm>
            <a:off x="9634349" y="5949552"/>
            <a:ext cx="173637" cy="38530"/>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501" name="Google Shape;2501;p14"/>
          <p:cNvGrpSpPr/>
          <p:nvPr/>
        </p:nvGrpSpPr>
        <p:grpSpPr>
          <a:xfrm>
            <a:off x="9631443" y="5990722"/>
            <a:ext cx="58925" cy="22883"/>
            <a:chOff x="1740" y="2642"/>
            <a:chExt cx="752" cy="327"/>
          </a:xfrm>
        </p:grpSpPr>
        <p:sp>
          <p:nvSpPr>
            <p:cNvPr id="2502" name="Google Shape;2502;p14"/>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3" name="Google Shape;2503;p14"/>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4" name="Google Shape;2504;p14"/>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5" name="Google Shape;2505;p14"/>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6" name="Google Shape;2506;p14"/>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7" name="Google Shape;2507;p14"/>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08" name="Google Shape;2508;p14"/>
          <p:cNvSpPr/>
          <p:nvPr/>
        </p:nvSpPr>
        <p:spPr>
          <a:xfrm>
            <a:off x="9732325" y="5994145"/>
            <a:ext cx="71361" cy="50265"/>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9" name="Google Shape;2509;p14"/>
          <p:cNvSpPr/>
          <p:nvPr/>
        </p:nvSpPr>
        <p:spPr>
          <a:xfrm>
            <a:off x="9550204" y="5998154"/>
            <a:ext cx="182586" cy="4586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0" name="Google Shape;2510;p14"/>
          <p:cNvSpPr/>
          <p:nvPr/>
        </p:nvSpPr>
        <p:spPr>
          <a:xfrm>
            <a:off x="9550320" y="5989744"/>
            <a:ext cx="1976" cy="929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1" name="Google Shape;2511;p14"/>
          <p:cNvSpPr/>
          <p:nvPr/>
        </p:nvSpPr>
        <p:spPr>
          <a:xfrm>
            <a:off x="9550436" y="5951899"/>
            <a:ext cx="84843" cy="38432"/>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2" name="Google Shape;2512;p14"/>
          <p:cNvSpPr/>
          <p:nvPr/>
        </p:nvSpPr>
        <p:spPr>
          <a:xfrm>
            <a:off x="9556131" y="5991700"/>
            <a:ext cx="173172" cy="4410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3" name="Google Shape;2513;p14"/>
          <p:cNvSpPr/>
          <p:nvPr/>
        </p:nvSpPr>
        <p:spPr>
          <a:xfrm flipH="1" rot="10800000">
            <a:off x="9729071" y="5988571"/>
            <a:ext cx="70663" cy="456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514" name="Google Shape;2514;p14"/>
          <p:cNvGrpSpPr/>
          <p:nvPr/>
        </p:nvGrpSpPr>
        <p:grpSpPr>
          <a:xfrm>
            <a:off x="10017877" y="5636388"/>
            <a:ext cx="171450" cy="348944"/>
            <a:chOff x="4140" y="429"/>
            <a:chExt cx="1425" cy="2396"/>
          </a:xfrm>
        </p:grpSpPr>
        <p:sp>
          <p:nvSpPr>
            <p:cNvPr id="2515" name="Google Shape;2515;p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6" name="Google Shape;2516;p14"/>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17" name="Google Shape;2517;p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8" name="Google Shape;2518;p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9" name="Google Shape;2519;p14"/>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520" name="Google Shape;2520;p14"/>
            <p:cNvGrpSpPr/>
            <p:nvPr/>
          </p:nvGrpSpPr>
          <p:grpSpPr>
            <a:xfrm>
              <a:off x="4748" y="666"/>
              <a:ext cx="578" cy="150"/>
              <a:chOff x="613" y="2566"/>
              <a:chExt cx="721" cy="144"/>
            </a:xfrm>
          </p:grpSpPr>
          <p:sp>
            <p:nvSpPr>
              <p:cNvPr id="2521" name="Google Shape;2521;p14"/>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22" name="Google Shape;2522;p14"/>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523" name="Google Shape;2523;p14"/>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524" name="Google Shape;2524;p14"/>
            <p:cNvGrpSpPr/>
            <p:nvPr/>
          </p:nvGrpSpPr>
          <p:grpSpPr>
            <a:xfrm>
              <a:off x="4748" y="990"/>
              <a:ext cx="578" cy="134"/>
              <a:chOff x="615" y="2564"/>
              <a:chExt cx="721" cy="139"/>
            </a:xfrm>
          </p:grpSpPr>
          <p:sp>
            <p:nvSpPr>
              <p:cNvPr id="2525" name="Google Shape;2525;p14"/>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26" name="Google Shape;2526;p14"/>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527" name="Google Shape;2527;p14"/>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28" name="Google Shape;2528;p14"/>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529" name="Google Shape;2529;p14"/>
            <p:cNvGrpSpPr/>
            <p:nvPr/>
          </p:nvGrpSpPr>
          <p:grpSpPr>
            <a:xfrm>
              <a:off x="4738" y="1647"/>
              <a:ext cx="578" cy="135"/>
              <a:chOff x="618" y="2586"/>
              <a:chExt cx="720" cy="124"/>
            </a:xfrm>
          </p:grpSpPr>
          <p:sp>
            <p:nvSpPr>
              <p:cNvPr id="2530" name="Google Shape;2530;p14"/>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31" name="Google Shape;2531;p14"/>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532" name="Google Shape;2532;p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533" name="Google Shape;2533;p14"/>
            <p:cNvGrpSpPr/>
            <p:nvPr/>
          </p:nvGrpSpPr>
          <p:grpSpPr>
            <a:xfrm>
              <a:off x="4738" y="1330"/>
              <a:ext cx="588" cy="134"/>
              <a:chOff x="613" y="2571"/>
              <a:chExt cx="732" cy="134"/>
            </a:xfrm>
          </p:grpSpPr>
          <p:sp>
            <p:nvSpPr>
              <p:cNvPr id="2534" name="Google Shape;2534;p14"/>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35" name="Google Shape;2535;p14"/>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536" name="Google Shape;2536;p14"/>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37" name="Google Shape;2537;p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8" name="Google Shape;2538;p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9" name="Google Shape;2539;p14"/>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40" name="Google Shape;2540;p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1" name="Google Shape;2541;p14"/>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42" name="Google Shape;2542;p14"/>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43" name="Google Shape;2543;p14"/>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44" name="Google Shape;2544;p14"/>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545" name="Google Shape;2545;p14"/>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546" name="Google Shape;2546;p14"/>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2547" name="Google Shape;2547;p14"/>
          <p:cNvGrpSpPr/>
          <p:nvPr/>
        </p:nvGrpSpPr>
        <p:grpSpPr>
          <a:xfrm flipH="1">
            <a:off x="7773981" y="5281060"/>
            <a:ext cx="345630" cy="320302"/>
            <a:chOff x="2839" y="3501"/>
            <a:chExt cx="755" cy="803"/>
          </a:xfrm>
        </p:grpSpPr>
        <p:pic>
          <p:nvPicPr>
            <p:cNvPr descr="desktop_computer_stylized_medium" id="2548" name="Google Shape;2548;p14"/>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2549" name="Google Shape;2549;p14"/>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50" name="Google Shape;2550;p14"/>
          <p:cNvSpPr/>
          <p:nvPr/>
        </p:nvSpPr>
        <p:spPr>
          <a:xfrm>
            <a:off x="6471025" y="1451551"/>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551" name="Google Shape;2551;p14"/>
          <p:cNvGrpSpPr/>
          <p:nvPr/>
        </p:nvGrpSpPr>
        <p:grpSpPr>
          <a:xfrm>
            <a:off x="7439074" y="1859725"/>
            <a:ext cx="4144321" cy="4127477"/>
            <a:chOff x="7439074" y="1859725"/>
            <a:chExt cx="4144321" cy="4127477"/>
          </a:xfrm>
        </p:grpSpPr>
        <p:grpSp>
          <p:nvGrpSpPr>
            <p:cNvPr id="2552" name="Google Shape;2552;p14"/>
            <p:cNvGrpSpPr/>
            <p:nvPr/>
          </p:nvGrpSpPr>
          <p:grpSpPr>
            <a:xfrm>
              <a:off x="7439074" y="1859725"/>
              <a:ext cx="1802647" cy="1120859"/>
              <a:chOff x="7439074" y="1859725"/>
              <a:chExt cx="1802647" cy="1120859"/>
            </a:xfrm>
          </p:grpSpPr>
          <p:pic>
            <p:nvPicPr>
              <p:cNvPr descr="cell_tower_radiation copy" id="2553" name="Google Shape;2553;p14"/>
              <p:cNvPicPr preferRelativeResize="0"/>
              <p:nvPr/>
            </p:nvPicPr>
            <p:blipFill rotWithShape="1">
              <a:blip r:embed="rId15">
                <a:alphaModFix/>
              </a:blip>
              <a:srcRect b="0" l="0" r="0" t="0"/>
              <a:stretch/>
            </p:blipFill>
            <p:spPr>
              <a:xfrm>
                <a:off x="7980866" y="2158167"/>
                <a:ext cx="457200" cy="332766"/>
              </a:xfrm>
              <a:prstGeom prst="rect">
                <a:avLst/>
              </a:prstGeom>
              <a:noFill/>
              <a:ln>
                <a:noFill/>
              </a:ln>
            </p:spPr>
          </p:pic>
          <p:cxnSp>
            <p:nvCxnSpPr>
              <p:cNvPr id="2554" name="Google Shape;2554;p14"/>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2555" name="Google Shape;2555;p14"/>
              <p:cNvGrpSpPr/>
              <p:nvPr/>
            </p:nvGrpSpPr>
            <p:grpSpPr>
              <a:xfrm>
                <a:off x="8050698" y="2309376"/>
                <a:ext cx="298450" cy="464008"/>
                <a:chOff x="3130" y="3288"/>
                <a:chExt cx="410" cy="742"/>
              </a:xfrm>
            </p:grpSpPr>
            <p:cxnSp>
              <p:nvCxnSpPr>
                <p:cNvPr id="2556" name="Google Shape;2556;p14"/>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2557" name="Google Shape;2557;p14"/>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2558" name="Google Shape;2558;p14"/>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2559" name="Google Shape;2559;p14"/>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2560" name="Google Shape;2560;p14"/>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2561" name="Google Shape;2561;p14"/>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2562" name="Google Shape;2562;p14"/>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2563" name="Google Shape;2563;p14"/>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2564" name="Google Shape;2564;p14"/>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2565" name="Google Shape;2565;p14"/>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2566" name="Google Shape;2566;p14"/>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2567" name="Google Shape;2567;p14"/>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2568" name="Google Shape;2568;p14"/>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2569" name="Google Shape;2569;p14"/>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2570" name="Google Shape;2570;p14"/>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grpSp>
            <p:nvGrpSpPr>
              <p:cNvPr id="2571" name="Google Shape;2571;p14"/>
              <p:cNvGrpSpPr/>
              <p:nvPr/>
            </p:nvGrpSpPr>
            <p:grpSpPr>
              <a:xfrm>
                <a:off x="8439827" y="2812309"/>
                <a:ext cx="353678" cy="168275"/>
                <a:chOff x="7493876" y="2774731"/>
                <a:chExt cx="1481958" cy="894622"/>
              </a:xfrm>
            </p:grpSpPr>
            <p:sp>
              <p:nvSpPr>
                <p:cNvPr id="2572" name="Google Shape;2572;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573" name="Google Shape;2573;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574" name="Google Shape;2574;p14"/>
                <p:cNvGrpSpPr/>
                <p:nvPr/>
              </p:nvGrpSpPr>
              <p:grpSpPr>
                <a:xfrm>
                  <a:off x="7713663" y="2848339"/>
                  <a:ext cx="1042107" cy="425543"/>
                  <a:chOff x="7786941" y="2884917"/>
                  <a:chExt cx="897649" cy="353919"/>
                </a:xfrm>
              </p:grpSpPr>
              <p:sp>
                <p:nvSpPr>
                  <p:cNvPr id="2575" name="Google Shape;2575;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6" name="Google Shape;2576;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7" name="Google Shape;2577;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8" name="Google Shape;2578;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antenna_radiation_stylized" id="2579" name="Google Shape;2579;p14"/>
              <p:cNvPicPr preferRelativeResize="0"/>
              <p:nvPr/>
            </p:nvPicPr>
            <p:blipFill rotWithShape="1">
              <a:blip r:embed="rId16">
                <a:alphaModFix/>
              </a:blip>
              <a:srcRect b="0" l="0" r="0" t="0"/>
              <a:stretch/>
            </p:blipFill>
            <p:spPr>
              <a:xfrm>
                <a:off x="7750224" y="1859725"/>
                <a:ext cx="415925" cy="88774"/>
              </a:xfrm>
              <a:prstGeom prst="rect">
                <a:avLst/>
              </a:prstGeom>
              <a:noFill/>
              <a:ln>
                <a:noFill/>
              </a:ln>
            </p:spPr>
          </p:pic>
          <p:pic>
            <p:nvPicPr>
              <p:cNvPr descr="antenna_stylized" id="2580" name="Google Shape;2580;p14"/>
              <p:cNvPicPr preferRelativeResize="0"/>
              <p:nvPr/>
            </p:nvPicPr>
            <p:blipFill rotWithShape="1">
              <a:blip r:embed="rId17">
                <a:alphaModFix/>
              </a:blip>
              <a:srcRect b="0" l="0" r="0" t="0"/>
              <a:stretch/>
            </p:blipFill>
            <p:spPr>
              <a:xfrm>
                <a:off x="7439074" y="2356613"/>
                <a:ext cx="530702" cy="223756"/>
              </a:xfrm>
              <a:prstGeom prst="rect">
                <a:avLst/>
              </a:prstGeom>
              <a:noFill/>
              <a:ln>
                <a:noFill/>
              </a:ln>
            </p:spPr>
          </p:pic>
          <p:pic>
            <p:nvPicPr>
              <p:cNvPr descr="antenna_stylized" id="2581" name="Google Shape;2581;p14"/>
              <p:cNvPicPr preferRelativeResize="0"/>
              <p:nvPr/>
            </p:nvPicPr>
            <p:blipFill rotWithShape="1">
              <a:blip r:embed="rId17">
                <a:alphaModFix/>
              </a:blip>
              <a:srcRect b="0" l="0" r="0" t="0"/>
              <a:stretch/>
            </p:blipFill>
            <p:spPr>
              <a:xfrm>
                <a:off x="8637781" y="2319727"/>
                <a:ext cx="530702" cy="223756"/>
              </a:xfrm>
              <a:prstGeom prst="rect">
                <a:avLst/>
              </a:prstGeom>
              <a:noFill/>
              <a:ln>
                <a:noFill/>
              </a:ln>
            </p:spPr>
          </p:pic>
          <p:pic>
            <p:nvPicPr>
              <p:cNvPr descr="antenna_stylized" id="2582" name="Google Shape;2582;p14"/>
              <p:cNvPicPr preferRelativeResize="0"/>
              <p:nvPr/>
            </p:nvPicPr>
            <p:blipFill rotWithShape="1">
              <a:blip r:embed="rId17">
                <a:alphaModFix/>
              </a:blip>
              <a:srcRect b="0" l="0" r="0" t="0"/>
              <a:stretch/>
            </p:blipFill>
            <p:spPr>
              <a:xfrm>
                <a:off x="8711019" y="2059124"/>
                <a:ext cx="530702" cy="223756"/>
              </a:xfrm>
              <a:prstGeom prst="rect">
                <a:avLst/>
              </a:prstGeom>
              <a:noFill/>
              <a:ln>
                <a:noFill/>
              </a:ln>
            </p:spPr>
          </p:pic>
        </p:grpSp>
        <p:grpSp>
          <p:nvGrpSpPr>
            <p:cNvPr id="2583" name="Google Shape;2583;p14"/>
            <p:cNvGrpSpPr/>
            <p:nvPr/>
          </p:nvGrpSpPr>
          <p:grpSpPr>
            <a:xfrm>
              <a:off x="7493518" y="3325424"/>
              <a:ext cx="911538" cy="843226"/>
              <a:chOff x="7493518" y="3325424"/>
              <a:chExt cx="911538" cy="843226"/>
            </a:xfrm>
          </p:grpSpPr>
          <p:pic>
            <p:nvPicPr>
              <p:cNvPr descr="access_point_stylized_small" id="2584" name="Google Shape;2584;p14"/>
              <p:cNvPicPr preferRelativeResize="0"/>
              <p:nvPr/>
            </p:nvPicPr>
            <p:blipFill rotWithShape="1">
              <a:blip r:embed="rId18">
                <a:alphaModFix/>
              </a:blip>
              <a:srcRect b="0" l="0" r="0" t="0"/>
              <a:stretch/>
            </p:blipFill>
            <p:spPr>
              <a:xfrm>
                <a:off x="7613882" y="3861899"/>
                <a:ext cx="370169" cy="306751"/>
              </a:xfrm>
              <a:prstGeom prst="rect">
                <a:avLst/>
              </a:prstGeom>
              <a:noFill/>
              <a:ln>
                <a:noFill/>
              </a:ln>
            </p:spPr>
          </p:pic>
          <p:grpSp>
            <p:nvGrpSpPr>
              <p:cNvPr id="2585" name="Google Shape;2585;p14"/>
              <p:cNvGrpSpPr/>
              <p:nvPr/>
            </p:nvGrpSpPr>
            <p:grpSpPr>
              <a:xfrm>
                <a:off x="7493518" y="3325424"/>
                <a:ext cx="911538" cy="816238"/>
                <a:chOff x="7493518" y="3325424"/>
                <a:chExt cx="911538" cy="816238"/>
              </a:xfrm>
            </p:grpSpPr>
            <p:cxnSp>
              <p:nvCxnSpPr>
                <p:cNvPr id="2586" name="Google Shape;2586;p14"/>
                <p:cNvCxnSpPr/>
                <p:nvPr/>
              </p:nvCxnSpPr>
              <p:spPr>
                <a:xfrm>
                  <a:off x="8247778" y="3829970"/>
                  <a:ext cx="0" cy="131762"/>
                </a:xfrm>
                <a:prstGeom prst="straightConnector1">
                  <a:avLst/>
                </a:prstGeom>
                <a:noFill/>
                <a:ln cap="flat" cmpd="sng" w="9525">
                  <a:solidFill>
                    <a:schemeClr val="dk1"/>
                  </a:solidFill>
                  <a:prstDash val="solid"/>
                  <a:round/>
                  <a:headEnd len="med" w="med" type="none"/>
                  <a:tailEnd len="med" w="med" type="none"/>
                </a:ln>
              </p:spPr>
            </p:cxnSp>
            <p:cxnSp>
              <p:nvCxnSpPr>
                <p:cNvPr id="2587" name="Google Shape;2587;p14"/>
                <p:cNvCxnSpPr/>
                <p:nvPr/>
              </p:nvCxnSpPr>
              <p:spPr>
                <a:xfrm flipH="1" rot="10800000">
                  <a:off x="7857253" y="4041107"/>
                  <a:ext cx="168275" cy="3175"/>
                </a:xfrm>
                <a:prstGeom prst="straightConnector1">
                  <a:avLst/>
                </a:prstGeom>
                <a:noFill/>
                <a:ln cap="flat" cmpd="sng" w="9525">
                  <a:solidFill>
                    <a:schemeClr val="dk1"/>
                  </a:solidFill>
                  <a:prstDash val="solid"/>
                  <a:round/>
                  <a:headEnd len="med" w="med" type="none"/>
                  <a:tailEnd len="med" w="med" type="none"/>
                </a:ln>
              </p:spPr>
            </p:cxnSp>
            <p:pic>
              <p:nvPicPr>
                <p:cNvPr descr="antenna_radiation_stylized" id="2588" name="Google Shape;2588;p14"/>
                <p:cNvPicPr preferRelativeResize="0"/>
                <p:nvPr/>
              </p:nvPicPr>
              <p:blipFill rotWithShape="1">
                <a:blip r:embed="rId19">
                  <a:alphaModFix/>
                </a:blip>
                <a:srcRect b="0" l="0" r="0" t="0"/>
                <a:stretch/>
              </p:blipFill>
              <p:spPr>
                <a:xfrm>
                  <a:off x="7562238" y="3813930"/>
                  <a:ext cx="506412" cy="106009"/>
                </a:xfrm>
                <a:prstGeom prst="rect">
                  <a:avLst/>
                </a:prstGeom>
                <a:noFill/>
                <a:ln>
                  <a:noFill/>
                </a:ln>
              </p:spPr>
            </p:pic>
            <p:grpSp>
              <p:nvGrpSpPr>
                <p:cNvPr id="2589" name="Google Shape;2589;p14"/>
                <p:cNvGrpSpPr/>
                <p:nvPr/>
              </p:nvGrpSpPr>
              <p:grpSpPr>
                <a:xfrm>
                  <a:off x="8050070" y="3965994"/>
                  <a:ext cx="354986" cy="175668"/>
                  <a:chOff x="7493876" y="2774731"/>
                  <a:chExt cx="1481958" cy="894622"/>
                </a:xfrm>
              </p:grpSpPr>
              <p:sp>
                <p:nvSpPr>
                  <p:cNvPr id="2590" name="Google Shape;2590;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591" name="Google Shape;2591;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592" name="Google Shape;2592;p14"/>
                  <p:cNvGrpSpPr/>
                  <p:nvPr/>
                </p:nvGrpSpPr>
                <p:grpSpPr>
                  <a:xfrm>
                    <a:off x="7713663" y="2848339"/>
                    <a:ext cx="1042107" cy="425543"/>
                    <a:chOff x="7786941" y="2884917"/>
                    <a:chExt cx="897649" cy="353919"/>
                  </a:xfrm>
                </p:grpSpPr>
                <p:sp>
                  <p:nvSpPr>
                    <p:cNvPr id="2593" name="Google Shape;2593;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4" name="Google Shape;2594;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5" name="Google Shape;2595;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6" name="Google Shape;2596;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antenna_stylized" id="2597" name="Google Shape;2597;p14"/>
                <p:cNvPicPr preferRelativeResize="0"/>
                <p:nvPr/>
              </p:nvPicPr>
              <p:blipFill rotWithShape="1">
                <a:blip r:embed="rId20">
                  <a:alphaModFix/>
                </a:blip>
                <a:srcRect b="0" l="0" r="0" t="0"/>
                <a:stretch/>
              </p:blipFill>
              <p:spPr>
                <a:xfrm>
                  <a:off x="7493518" y="3419140"/>
                  <a:ext cx="347997" cy="167557"/>
                </a:xfrm>
                <a:prstGeom prst="rect">
                  <a:avLst/>
                </a:prstGeom>
                <a:noFill/>
                <a:ln>
                  <a:noFill/>
                </a:ln>
              </p:spPr>
            </p:pic>
            <p:pic>
              <p:nvPicPr>
                <p:cNvPr descr="antenna_stylized" id="2598" name="Google Shape;2598;p14"/>
                <p:cNvPicPr preferRelativeResize="0"/>
                <p:nvPr/>
              </p:nvPicPr>
              <p:blipFill rotWithShape="1">
                <a:blip r:embed="rId20">
                  <a:alphaModFix/>
                </a:blip>
                <a:srcRect b="0" l="0" r="0" t="0"/>
                <a:stretch/>
              </p:blipFill>
              <p:spPr>
                <a:xfrm>
                  <a:off x="7803435" y="3325424"/>
                  <a:ext cx="347997" cy="167557"/>
                </a:xfrm>
                <a:prstGeom prst="rect">
                  <a:avLst/>
                </a:prstGeom>
                <a:noFill/>
                <a:ln>
                  <a:noFill/>
                </a:ln>
              </p:spPr>
            </p:pic>
          </p:grpSp>
        </p:grpSp>
        <p:grpSp>
          <p:nvGrpSpPr>
            <p:cNvPr id="2599" name="Google Shape;2599;p14"/>
            <p:cNvGrpSpPr/>
            <p:nvPr/>
          </p:nvGrpSpPr>
          <p:grpSpPr>
            <a:xfrm>
              <a:off x="10884085" y="3428485"/>
              <a:ext cx="604586" cy="405973"/>
              <a:chOff x="10884085" y="3428485"/>
              <a:chExt cx="604586" cy="405973"/>
            </a:xfrm>
          </p:grpSpPr>
          <p:grpSp>
            <p:nvGrpSpPr>
              <p:cNvPr id="2600" name="Google Shape;2600;p14"/>
              <p:cNvGrpSpPr/>
              <p:nvPr/>
            </p:nvGrpSpPr>
            <p:grpSpPr>
              <a:xfrm>
                <a:off x="10884085" y="3601365"/>
                <a:ext cx="170989" cy="97052"/>
                <a:chOff x="7493876" y="2774731"/>
                <a:chExt cx="1481958" cy="894622"/>
              </a:xfrm>
            </p:grpSpPr>
            <p:sp>
              <p:nvSpPr>
                <p:cNvPr id="2601" name="Google Shape;260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602" name="Google Shape;260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603" name="Google Shape;2603;p14"/>
                <p:cNvGrpSpPr/>
                <p:nvPr/>
              </p:nvGrpSpPr>
              <p:grpSpPr>
                <a:xfrm>
                  <a:off x="7713663" y="2848339"/>
                  <a:ext cx="1042107" cy="425543"/>
                  <a:chOff x="7786941" y="2884917"/>
                  <a:chExt cx="897649" cy="353919"/>
                </a:xfrm>
              </p:grpSpPr>
              <p:sp>
                <p:nvSpPr>
                  <p:cNvPr id="2604" name="Google Shape;260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05" name="Google Shape;260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06" name="Google Shape;260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07" name="Google Shape;260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608" name="Google Shape;2608;p14"/>
              <p:cNvGrpSpPr/>
              <p:nvPr/>
            </p:nvGrpSpPr>
            <p:grpSpPr>
              <a:xfrm>
                <a:off x="11064947" y="3428485"/>
                <a:ext cx="423724" cy="405973"/>
                <a:chOff x="5103720" y="2693365"/>
                <a:chExt cx="611650" cy="414788"/>
              </a:xfrm>
            </p:grpSpPr>
            <p:cxnSp>
              <p:nvCxnSpPr>
                <p:cNvPr id="2609" name="Google Shape;2609;p1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2610" name="Google Shape;2610;p14"/>
                <p:cNvGrpSpPr/>
                <p:nvPr/>
              </p:nvGrpSpPr>
              <p:grpSpPr>
                <a:xfrm>
                  <a:off x="5275406" y="2693365"/>
                  <a:ext cx="439964" cy="414788"/>
                  <a:chOff x="5275406" y="2711455"/>
                  <a:chExt cx="452949" cy="405518"/>
                </a:xfrm>
              </p:grpSpPr>
              <p:pic>
                <p:nvPicPr>
                  <p:cNvPr descr="server_rack.png" id="2611" name="Google Shape;2611;p14"/>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2612" name="Google Shape;2612;p14"/>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2613" name="Google Shape;2613;p14"/>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grpSp>
          <p:nvGrpSpPr>
            <p:cNvPr id="2614" name="Google Shape;2614;p14"/>
            <p:cNvGrpSpPr/>
            <p:nvPr/>
          </p:nvGrpSpPr>
          <p:grpSpPr>
            <a:xfrm>
              <a:off x="7975881" y="4741266"/>
              <a:ext cx="2318709" cy="1245936"/>
              <a:chOff x="7948367" y="4775686"/>
              <a:chExt cx="2318709" cy="1245936"/>
            </a:xfrm>
          </p:grpSpPr>
          <p:cxnSp>
            <p:nvCxnSpPr>
              <p:cNvPr id="2615" name="Google Shape;2615;p14"/>
              <p:cNvCxnSpPr/>
              <p:nvPr/>
            </p:nvCxnSpPr>
            <p:spPr>
              <a:xfrm flipH="1" rot="5400000">
                <a:off x="9789609" y="5251739"/>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2616" name="Google Shape;2616;p14"/>
              <p:cNvCxnSpPr/>
              <p:nvPr/>
            </p:nvCxnSpPr>
            <p:spPr>
              <a:xfrm>
                <a:off x="8210207" y="5117334"/>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2617" name="Google Shape;2617;p14"/>
              <p:cNvCxnSpPr/>
              <p:nvPr/>
            </p:nvCxnSpPr>
            <p:spPr>
              <a:xfrm flipH="1" rot="10800000">
                <a:off x="8459425" y="5036562"/>
                <a:ext cx="404236" cy="207771"/>
              </a:xfrm>
              <a:prstGeom prst="straightConnector1">
                <a:avLst/>
              </a:prstGeom>
              <a:noFill/>
              <a:ln cap="flat" cmpd="sng" w="9525">
                <a:solidFill>
                  <a:schemeClr val="dk1"/>
                </a:solidFill>
                <a:prstDash val="solid"/>
                <a:round/>
                <a:headEnd len="med" w="med" type="none"/>
                <a:tailEnd len="med" w="med" type="none"/>
              </a:ln>
            </p:spPr>
          </p:cxnSp>
          <p:grpSp>
            <p:nvGrpSpPr>
              <p:cNvPr id="2618" name="Google Shape;2618;p14"/>
              <p:cNvGrpSpPr/>
              <p:nvPr/>
            </p:nvGrpSpPr>
            <p:grpSpPr>
              <a:xfrm>
                <a:off x="7948367" y="4775686"/>
                <a:ext cx="2318709" cy="1245936"/>
                <a:chOff x="7948367" y="4775686"/>
                <a:chExt cx="2318709" cy="1245936"/>
              </a:xfrm>
            </p:grpSpPr>
            <p:cxnSp>
              <p:nvCxnSpPr>
                <p:cNvPr id="2619" name="Google Shape;2619;p14"/>
                <p:cNvCxnSpPr/>
                <p:nvPr/>
              </p:nvCxnSpPr>
              <p:spPr>
                <a:xfrm rot="10800000">
                  <a:off x="10209926" y="5405286"/>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2620" name="Google Shape;2620;p14"/>
                <p:cNvCxnSpPr/>
                <p:nvPr/>
              </p:nvCxnSpPr>
              <p:spPr>
                <a:xfrm>
                  <a:off x="9432959" y="4838517"/>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2621" name="Google Shape;2621;p14"/>
                <p:cNvCxnSpPr/>
                <p:nvPr/>
              </p:nvCxnSpPr>
              <p:spPr>
                <a:xfrm flipH="1" rot="10800000">
                  <a:off x="8850066" y="4838517"/>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2622" name="Google Shape;2622;p14"/>
                <p:cNvCxnSpPr/>
                <p:nvPr/>
              </p:nvCxnSpPr>
              <p:spPr>
                <a:xfrm>
                  <a:off x="8821744" y="5108876"/>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2623" name="Google Shape;2623;p14"/>
                <p:cNvCxnSpPr/>
                <p:nvPr/>
              </p:nvCxnSpPr>
              <p:spPr>
                <a:xfrm flipH="1" rot="10800000">
                  <a:off x="7948367" y="5290470"/>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2624" name="Google Shape;2624;p14"/>
                <p:cNvCxnSpPr/>
                <p:nvPr/>
              </p:nvCxnSpPr>
              <p:spPr>
                <a:xfrm flipH="1">
                  <a:off x="8373817" y="5282252"/>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2625" name="Google Shape;2625;p14"/>
                <p:cNvCxnSpPr/>
                <p:nvPr/>
              </p:nvCxnSpPr>
              <p:spPr>
                <a:xfrm rot="10800000">
                  <a:off x="8488731" y="5307931"/>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2626" name="Google Shape;2626;p14"/>
                <p:cNvCxnSpPr/>
                <p:nvPr/>
              </p:nvCxnSpPr>
              <p:spPr>
                <a:xfrm>
                  <a:off x="8488731" y="5258048"/>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2627" name="Google Shape;2627;p14"/>
                <p:cNvCxnSpPr/>
                <p:nvPr/>
              </p:nvCxnSpPr>
              <p:spPr>
                <a:xfrm flipH="1" rot="5400000">
                  <a:off x="9885545" y="5583471"/>
                  <a:ext cx="366793" cy="1482"/>
                </a:xfrm>
                <a:prstGeom prst="straightConnector1">
                  <a:avLst/>
                </a:prstGeom>
                <a:noFill/>
                <a:ln cap="flat" cmpd="sng" w="12700">
                  <a:solidFill>
                    <a:schemeClr val="dk1"/>
                  </a:solidFill>
                  <a:prstDash val="solid"/>
                  <a:round/>
                  <a:headEnd len="med" w="med" type="none"/>
                  <a:tailEnd len="med" w="med" type="none"/>
                </a:ln>
              </p:spPr>
            </p:cxnSp>
            <p:pic>
              <p:nvPicPr>
                <p:cNvPr descr="antenna_radiation_stylized" id="2628" name="Google Shape;2628;p14"/>
                <p:cNvPicPr preferRelativeResize="0"/>
                <p:nvPr/>
              </p:nvPicPr>
              <p:blipFill rotWithShape="1">
                <a:blip r:embed="rId22">
                  <a:alphaModFix/>
                </a:blip>
                <a:srcRect b="0" l="0" r="0" t="0"/>
                <a:stretch/>
              </p:blipFill>
              <p:spPr>
                <a:xfrm>
                  <a:off x="9242073" y="5480938"/>
                  <a:ext cx="452014" cy="95159"/>
                </a:xfrm>
                <a:prstGeom prst="rect">
                  <a:avLst/>
                </a:prstGeom>
                <a:noFill/>
                <a:ln>
                  <a:noFill/>
                </a:ln>
              </p:spPr>
            </p:pic>
            <p:pic>
              <p:nvPicPr>
                <p:cNvPr descr="access_point_stylized_small" id="2629" name="Google Shape;2629;p14"/>
                <p:cNvPicPr preferRelativeResize="0"/>
                <p:nvPr/>
              </p:nvPicPr>
              <p:blipFill rotWithShape="1">
                <a:blip r:embed="rId18">
                  <a:alphaModFix/>
                </a:blip>
                <a:srcRect b="0" l="0" r="0" t="0"/>
                <a:stretch/>
              </p:blipFill>
              <p:spPr>
                <a:xfrm>
                  <a:off x="9290610" y="5524232"/>
                  <a:ext cx="380935" cy="317464"/>
                </a:xfrm>
                <a:prstGeom prst="rect">
                  <a:avLst/>
                </a:prstGeom>
                <a:noFill/>
                <a:ln>
                  <a:noFill/>
                </a:ln>
              </p:spPr>
            </p:pic>
            <p:grpSp>
              <p:nvGrpSpPr>
                <p:cNvPr id="2630" name="Google Shape;2630;p14"/>
                <p:cNvGrpSpPr/>
                <p:nvPr/>
              </p:nvGrpSpPr>
              <p:grpSpPr>
                <a:xfrm>
                  <a:off x="9783558" y="4989983"/>
                  <a:ext cx="393760" cy="218578"/>
                  <a:chOff x="7493876" y="2774731"/>
                  <a:chExt cx="1481958" cy="894622"/>
                </a:xfrm>
              </p:grpSpPr>
              <p:sp>
                <p:nvSpPr>
                  <p:cNvPr id="2631" name="Google Shape;2631;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632" name="Google Shape;2632;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633" name="Google Shape;2633;p14"/>
                  <p:cNvGrpSpPr/>
                  <p:nvPr/>
                </p:nvGrpSpPr>
                <p:grpSpPr>
                  <a:xfrm>
                    <a:off x="7713663" y="2848339"/>
                    <a:ext cx="1042107" cy="425543"/>
                    <a:chOff x="7786941" y="2884917"/>
                    <a:chExt cx="897649" cy="353919"/>
                  </a:xfrm>
                </p:grpSpPr>
                <p:sp>
                  <p:nvSpPr>
                    <p:cNvPr id="2634" name="Google Shape;2634;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5" name="Google Shape;2635;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6" name="Google Shape;2636;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7" name="Google Shape;2637;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638" name="Google Shape;2638;p14"/>
                <p:cNvGrpSpPr/>
                <p:nvPr/>
              </p:nvGrpSpPr>
              <p:grpSpPr>
                <a:xfrm>
                  <a:off x="9849365" y="5339037"/>
                  <a:ext cx="309740" cy="190838"/>
                  <a:chOff x="3668110" y="2448910"/>
                  <a:chExt cx="3794234" cy="2165130"/>
                </a:xfrm>
              </p:grpSpPr>
              <p:sp>
                <p:nvSpPr>
                  <p:cNvPr id="2639" name="Google Shape;2639;p1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0" name="Google Shape;2640;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641" name="Google Shape;2641;p14"/>
                  <p:cNvGrpSpPr/>
                  <p:nvPr/>
                </p:nvGrpSpPr>
                <p:grpSpPr>
                  <a:xfrm>
                    <a:off x="3941378" y="2603243"/>
                    <a:ext cx="3202061" cy="1066110"/>
                    <a:chOff x="7939341" y="3037317"/>
                    <a:chExt cx="897649" cy="353919"/>
                  </a:xfrm>
                </p:grpSpPr>
                <p:sp>
                  <p:nvSpPr>
                    <p:cNvPr id="2642" name="Google Shape;2642;p1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3" name="Google Shape;2643;p1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4" name="Google Shape;2644;p1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5" name="Google Shape;2645;p1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646" name="Google Shape;2646;p14"/>
                <p:cNvGrpSpPr/>
                <p:nvPr/>
              </p:nvGrpSpPr>
              <p:grpSpPr>
                <a:xfrm>
                  <a:off x="8676619" y="4967420"/>
                  <a:ext cx="393760" cy="218578"/>
                  <a:chOff x="7493876" y="2774731"/>
                  <a:chExt cx="1481958" cy="894622"/>
                </a:xfrm>
              </p:grpSpPr>
              <p:sp>
                <p:nvSpPr>
                  <p:cNvPr id="2647" name="Google Shape;2647;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648" name="Google Shape;2648;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649" name="Google Shape;2649;p14"/>
                  <p:cNvGrpSpPr/>
                  <p:nvPr/>
                </p:nvGrpSpPr>
                <p:grpSpPr>
                  <a:xfrm>
                    <a:off x="7713663" y="2848339"/>
                    <a:ext cx="1042107" cy="425543"/>
                    <a:chOff x="7786941" y="2884917"/>
                    <a:chExt cx="897649" cy="353919"/>
                  </a:xfrm>
                </p:grpSpPr>
                <p:sp>
                  <p:nvSpPr>
                    <p:cNvPr id="2650" name="Google Shape;2650;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1" name="Google Shape;2651;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2" name="Google Shape;2652;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3" name="Google Shape;2653;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654" name="Google Shape;2654;p14"/>
                <p:cNvGrpSpPr/>
                <p:nvPr/>
              </p:nvGrpSpPr>
              <p:grpSpPr>
                <a:xfrm>
                  <a:off x="8311520" y="5194433"/>
                  <a:ext cx="309740" cy="190838"/>
                  <a:chOff x="3668110" y="2448910"/>
                  <a:chExt cx="3794234" cy="2165130"/>
                </a:xfrm>
              </p:grpSpPr>
              <p:sp>
                <p:nvSpPr>
                  <p:cNvPr id="2655" name="Google Shape;2655;p14"/>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6" name="Google Shape;2656;p14"/>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657" name="Google Shape;2657;p14"/>
                  <p:cNvGrpSpPr/>
                  <p:nvPr/>
                </p:nvGrpSpPr>
                <p:grpSpPr>
                  <a:xfrm>
                    <a:off x="3941378" y="2603243"/>
                    <a:ext cx="3202061" cy="1066110"/>
                    <a:chOff x="7939341" y="3037317"/>
                    <a:chExt cx="897649" cy="353919"/>
                  </a:xfrm>
                </p:grpSpPr>
                <p:sp>
                  <p:nvSpPr>
                    <p:cNvPr id="2658" name="Google Shape;2658;p14"/>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9" name="Google Shape;2659;p14"/>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0" name="Google Shape;2660;p14"/>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1" name="Google Shape;2661;p14"/>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662" name="Google Shape;2662;p14"/>
                <p:cNvGrpSpPr/>
                <p:nvPr/>
              </p:nvGrpSpPr>
              <p:grpSpPr>
                <a:xfrm>
                  <a:off x="9247893" y="4775686"/>
                  <a:ext cx="393760" cy="218578"/>
                  <a:chOff x="7493876" y="2774731"/>
                  <a:chExt cx="1481958" cy="894622"/>
                </a:xfrm>
              </p:grpSpPr>
              <p:sp>
                <p:nvSpPr>
                  <p:cNvPr id="2663" name="Google Shape;2663;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664" name="Google Shape;2664;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665" name="Google Shape;2665;p14"/>
                  <p:cNvGrpSpPr/>
                  <p:nvPr/>
                </p:nvGrpSpPr>
                <p:grpSpPr>
                  <a:xfrm>
                    <a:off x="7713663" y="2848339"/>
                    <a:ext cx="1042107" cy="425543"/>
                    <a:chOff x="7786941" y="2884917"/>
                    <a:chExt cx="897649" cy="353919"/>
                  </a:xfrm>
                </p:grpSpPr>
                <p:sp>
                  <p:nvSpPr>
                    <p:cNvPr id="2666" name="Google Shape;2666;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7" name="Google Shape;2667;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8" name="Google Shape;2668;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9" name="Google Shape;2669;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antenna_stylized" id="2670" name="Google Shape;2670;p14"/>
                <p:cNvPicPr preferRelativeResize="0"/>
                <p:nvPr/>
              </p:nvPicPr>
              <p:blipFill rotWithShape="1">
                <a:blip r:embed="rId23">
                  <a:alphaModFix/>
                </a:blip>
                <a:srcRect b="0" l="0" r="0" t="0"/>
                <a:stretch/>
              </p:blipFill>
              <p:spPr>
                <a:xfrm>
                  <a:off x="9201681" y="5852809"/>
                  <a:ext cx="307702" cy="168813"/>
                </a:xfrm>
                <a:prstGeom prst="rect">
                  <a:avLst/>
                </a:prstGeom>
                <a:noFill/>
                <a:ln>
                  <a:noFill/>
                </a:ln>
              </p:spPr>
            </p:pic>
            <p:pic>
              <p:nvPicPr>
                <p:cNvPr descr="antenna_stylized" id="2671" name="Google Shape;2671;p14"/>
                <p:cNvPicPr preferRelativeResize="0"/>
                <p:nvPr/>
              </p:nvPicPr>
              <p:blipFill rotWithShape="1">
                <a:blip r:embed="rId23">
                  <a:alphaModFix/>
                </a:blip>
                <a:srcRect b="0" l="0" r="0" t="0"/>
                <a:stretch/>
              </p:blipFill>
              <p:spPr>
                <a:xfrm>
                  <a:off x="9534746" y="5795138"/>
                  <a:ext cx="316707" cy="138962"/>
                </a:xfrm>
                <a:prstGeom prst="rect">
                  <a:avLst/>
                </a:prstGeom>
                <a:noFill/>
                <a:ln>
                  <a:noFill/>
                </a:ln>
              </p:spPr>
            </p:pic>
          </p:grpSp>
        </p:grpSp>
        <p:grpSp>
          <p:nvGrpSpPr>
            <p:cNvPr id="2672" name="Google Shape;2672;p14"/>
            <p:cNvGrpSpPr/>
            <p:nvPr/>
          </p:nvGrpSpPr>
          <p:grpSpPr>
            <a:xfrm>
              <a:off x="10925982" y="4188911"/>
              <a:ext cx="657413" cy="451816"/>
              <a:chOff x="10925982" y="4188911"/>
              <a:chExt cx="657413" cy="451816"/>
            </a:xfrm>
          </p:grpSpPr>
          <p:grpSp>
            <p:nvGrpSpPr>
              <p:cNvPr id="2673" name="Google Shape;2673;p14"/>
              <p:cNvGrpSpPr/>
              <p:nvPr/>
            </p:nvGrpSpPr>
            <p:grpSpPr>
              <a:xfrm>
                <a:off x="11093556" y="4188911"/>
                <a:ext cx="489839" cy="451816"/>
                <a:chOff x="5103720" y="2693365"/>
                <a:chExt cx="611650" cy="414788"/>
              </a:xfrm>
            </p:grpSpPr>
            <p:cxnSp>
              <p:nvCxnSpPr>
                <p:cNvPr id="2674" name="Google Shape;2674;p14"/>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2675" name="Google Shape;2675;p14"/>
                <p:cNvGrpSpPr/>
                <p:nvPr/>
              </p:nvGrpSpPr>
              <p:grpSpPr>
                <a:xfrm>
                  <a:off x="5275406" y="2693365"/>
                  <a:ext cx="439964" cy="414788"/>
                  <a:chOff x="5275406" y="2711455"/>
                  <a:chExt cx="452949" cy="405518"/>
                </a:xfrm>
              </p:grpSpPr>
              <p:pic>
                <p:nvPicPr>
                  <p:cNvPr descr="server_rack.png" id="2676" name="Google Shape;2676;p14"/>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2677" name="Google Shape;2677;p14"/>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2678" name="Google Shape;2678;p14"/>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nvGrpSpPr>
              <p:cNvPr id="2679" name="Google Shape;2679;p14"/>
              <p:cNvGrpSpPr/>
              <p:nvPr/>
            </p:nvGrpSpPr>
            <p:grpSpPr>
              <a:xfrm>
                <a:off x="10925982" y="4369125"/>
                <a:ext cx="228295" cy="120400"/>
                <a:chOff x="7493876" y="2774731"/>
                <a:chExt cx="1481958" cy="894622"/>
              </a:xfrm>
            </p:grpSpPr>
            <p:sp>
              <p:nvSpPr>
                <p:cNvPr id="2680" name="Google Shape;2680;p14"/>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681" name="Google Shape;2681;p14"/>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682" name="Google Shape;2682;p14"/>
                <p:cNvGrpSpPr/>
                <p:nvPr/>
              </p:nvGrpSpPr>
              <p:grpSpPr>
                <a:xfrm>
                  <a:off x="7713663" y="2848339"/>
                  <a:ext cx="1042107" cy="425543"/>
                  <a:chOff x="7786941" y="2884917"/>
                  <a:chExt cx="897649" cy="353919"/>
                </a:xfrm>
              </p:grpSpPr>
              <p:sp>
                <p:nvSpPr>
                  <p:cNvPr id="2683" name="Google Shape;2683;p14"/>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4" name="Google Shape;2684;p14"/>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5" name="Google Shape;2685;p14"/>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6" name="Google Shape;2686;p14"/>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grpSp>
        <p:nvGrpSpPr>
          <p:cNvPr id="2687" name="Google Shape;2687;p14"/>
          <p:cNvGrpSpPr/>
          <p:nvPr/>
        </p:nvGrpSpPr>
        <p:grpSpPr>
          <a:xfrm>
            <a:off x="7380480" y="1798646"/>
            <a:ext cx="4322981" cy="3949460"/>
            <a:chOff x="11448552" y="1676017"/>
            <a:chExt cx="4322981" cy="3949460"/>
          </a:xfrm>
        </p:grpSpPr>
        <p:sp>
          <p:nvSpPr>
            <p:cNvPr id="2688" name="Google Shape;2688;p14"/>
            <p:cNvSpPr/>
            <p:nvPr/>
          </p:nvSpPr>
          <p:spPr>
            <a:xfrm>
              <a:off x="11548524" y="3627656"/>
              <a:ext cx="1007401" cy="44821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9" name="Google Shape;2689;p14"/>
            <p:cNvSpPr/>
            <p:nvPr/>
          </p:nvSpPr>
          <p:spPr>
            <a:xfrm rot="1622536">
              <a:off x="12634901" y="5270789"/>
              <a:ext cx="887739" cy="161724"/>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0" name="Google Shape;2690;p14"/>
            <p:cNvSpPr/>
            <p:nvPr/>
          </p:nvSpPr>
          <p:spPr>
            <a:xfrm>
              <a:off x="12775958" y="1847944"/>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1" name="Google Shape;2691;p14"/>
            <p:cNvSpPr/>
            <p:nvPr/>
          </p:nvSpPr>
          <p:spPr>
            <a:xfrm>
              <a:off x="12669374" y="4563454"/>
              <a:ext cx="1698836"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2" name="Google Shape;2692;p14"/>
            <p:cNvSpPr/>
            <p:nvPr/>
          </p:nvSpPr>
          <p:spPr>
            <a:xfrm>
              <a:off x="12239699" y="4881027"/>
              <a:ext cx="660040" cy="553827"/>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3" name="Google Shape;2693;p14"/>
            <p:cNvSpPr/>
            <p:nvPr/>
          </p:nvSpPr>
          <p:spPr>
            <a:xfrm>
              <a:off x="12638017" y="2106713"/>
              <a:ext cx="503074" cy="24332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4" name="Google Shape;2694;p14"/>
            <p:cNvSpPr/>
            <p:nvPr/>
          </p:nvSpPr>
          <p:spPr>
            <a:xfrm>
              <a:off x="13837524" y="5040395"/>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5" name="Google Shape;2695;p14"/>
            <p:cNvSpPr/>
            <p:nvPr/>
          </p:nvSpPr>
          <p:spPr>
            <a:xfrm rot="2528345">
              <a:off x="12297976" y="2504847"/>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6" name="Google Shape;2696;p14"/>
            <p:cNvSpPr/>
            <p:nvPr/>
          </p:nvSpPr>
          <p:spPr>
            <a:xfrm>
              <a:off x="11972286" y="1972003"/>
              <a:ext cx="612303" cy="754264"/>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7" name="Google Shape;2697;p14"/>
            <p:cNvSpPr/>
            <p:nvPr/>
          </p:nvSpPr>
          <p:spPr>
            <a:xfrm>
              <a:off x="11792971" y="1676017"/>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8" name="Google Shape;2698;p14"/>
            <p:cNvSpPr/>
            <p:nvPr/>
          </p:nvSpPr>
          <p:spPr>
            <a:xfrm>
              <a:off x="11448552" y="2167072"/>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9" name="Google Shape;2699;p14"/>
            <p:cNvSpPr/>
            <p:nvPr/>
          </p:nvSpPr>
          <p:spPr>
            <a:xfrm>
              <a:off x="11807613" y="3089587"/>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0" name="Google Shape;2700;p14"/>
            <p:cNvSpPr/>
            <p:nvPr/>
          </p:nvSpPr>
          <p:spPr>
            <a:xfrm>
              <a:off x="11461856" y="3203435"/>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1" name="Google Shape;2701;p14"/>
            <p:cNvSpPr/>
            <p:nvPr/>
          </p:nvSpPr>
          <p:spPr>
            <a:xfrm>
              <a:off x="14880961" y="3246013"/>
              <a:ext cx="81304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2" name="Google Shape;2702;p14"/>
            <p:cNvSpPr/>
            <p:nvPr/>
          </p:nvSpPr>
          <p:spPr>
            <a:xfrm>
              <a:off x="14958490" y="4026029"/>
              <a:ext cx="81304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703" name="Google Shape;2703;p14"/>
          <p:cNvSpPr txBox="1"/>
          <p:nvPr>
            <p:ph idx="1" type="body"/>
          </p:nvPr>
        </p:nvSpPr>
        <p:spPr>
          <a:xfrm>
            <a:off x="838199" y="1825625"/>
            <a:ext cx="5692665" cy="461746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sz="3200">
                <a:solidFill>
                  <a:srgbClr val="CC0000"/>
                </a:solidFill>
                <a:latin typeface="Calibri"/>
                <a:ea typeface="Calibri"/>
                <a:cs typeface="Calibri"/>
                <a:sym typeface="Calibri"/>
              </a:rPr>
              <a:t>Network edge:</a:t>
            </a:r>
            <a:endParaRPr/>
          </a:p>
          <a:p>
            <a:pPr indent="-225425" lvl="0" marL="350838" rtl="0" algn="l">
              <a:lnSpc>
                <a:spcPct val="90000"/>
              </a:lnSpc>
              <a:spcBef>
                <a:spcPts val="1000"/>
              </a:spcBef>
              <a:spcAft>
                <a:spcPts val="0"/>
              </a:spcAft>
              <a:buSzPts val="2800"/>
              <a:buChar char="▪"/>
            </a:pPr>
            <a:r>
              <a:rPr lang="en-US">
                <a:latin typeface="Calibri"/>
                <a:ea typeface="Calibri"/>
                <a:cs typeface="Calibri"/>
                <a:sym typeface="Calibri"/>
              </a:rPr>
              <a:t>hosts: clients and servers</a:t>
            </a:r>
            <a:endParaRPr/>
          </a:p>
          <a:p>
            <a:pPr indent="-225425" lvl="0" marL="350838" rtl="0" algn="l">
              <a:lnSpc>
                <a:spcPct val="90000"/>
              </a:lnSpc>
              <a:spcBef>
                <a:spcPts val="1000"/>
              </a:spcBef>
              <a:spcAft>
                <a:spcPts val="0"/>
              </a:spcAft>
              <a:buSzPts val="2800"/>
              <a:buChar char="▪"/>
            </a:pPr>
            <a:r>
              <a:rPr lang="en-US">
                <a:latin typeface="Calibri"/>
                <a:ea typeface="Calibri"/>
                <a:cs typeface="Calibri"/>
                <a:sym typeface="Calibri"/>
              </a:rPr>
              <a:t>servers often in data centers</a:t>
            </a:r>
            <a:endParaRPr/>
          </a:p>
          <a:p>
            <a:pPr indent="0" lvl="0" marL="11113" rtl="0" algn="l">
              <a:lnSpc>
                <a:spcPct val="90000"/>
              </a:lnSpc>
              <a:spcBef>
                <a:spcPts val="2200"/>
              </a:spcBef>
              <a:spcAft>
                <a:spcPts val="0"/>
              </a:spcAft>
              <a:buSzPts val="2400"/>
              <a:buNone/>
            </a:pPr>
            <a:r>
              <a:rPr lang="en-US" sz="3200">
                <a:solidFill>
                  <a:srgbClr val="CC0000"/>
                </a:solidFill>
                <a:latin typeface="Calibri"/>
                <a:ea typeface="Calibri"/>
                <a:cs typeface="Calibri"/>
                <a:sym typeface="Calibri"/>
              </a:rPr>
              <a:t>Access networks, physical media:</a:t>
            </a:r>
            <a:endParaRPr/>
          </a:p>
          <a:p>
            <a:pPr indent="-177800" lvl="0" marL="290513" rtl="0" algn="l">
              <a:lnSpc>
                <a:spcPct val="90000"/>
              </a:lnSpc>
              <a:spcBef>
                <a:spcPts val="1000"/>
              </a:spcBef>
              <a:spcAft>
                <a:spcPts val="0"/>
              </a:spcAft>
              <a:buSzPts val="2800"/>
              <a:buChar char="▪"/>
            </a:pPr>
            <a:r>
              <a:rPr lang="en-US">
                <a:latin typeface="Calibri"/>
                <a:ea typeface="Calibri"/>
                <a:cs typeface="Calibri"/>
                <a:sym typeface="Calibri"/>
              </a:rPr>
              <a:t>wired, wireless communication links</a:t>
            </a:r>
            <a:r>
              <a:rPr lang="en-US">
                <a:solidFill>
                  <a:srgbClr val="FF0000"/>
                </a:solidFill>
                <a:latin typeface="Calibri"/>
                <a:ea typeface="Calibri"/>
                <a:cs typeface="Calibri"/>
                <a:sym typeface="Calibri"/>
              </a:rPr>
              <a:t> </a:t>
            </a:r>
            <a:endParaRPr/>
          </a:p>
          <a:p>
            <a:pPr indent="0" lvl="0" marL="174625" rtl="0" algn="l">
              <a:lnSpc>
                <a:spcPct val="90000"/>
              </a:lnSpc>
              <a:spcBef>
                <a:spcPts val="1000"/>
              </a:spcBef>
              <a:spcAft>
                <a:spcPts val="0"/>
              </a:spcAft>
              <a:buSzPts val="2100"/>
              <a:buNone/>
            </a:pPr>
            <a:r>
              <a:t/>
            </a:r>
            <a:endParaRPr/>
          </a:p>
          <a:p>
            <a:pPr indent="-44450" lvl="0" marL="352425" rtl="0" algn="l">
              <a:lnSpc>
                <a:spcPct val="90000"/>
              </a:lnSpc>
              <a:spcBef>
                <a:spcPts val="1000"/>
              </a:spcBef>
              <a:spcAft>
                <a:spcPts val="0"/>
              </a:spcAft>
              <a:buSzPts val="2800"/>
              <a:buNone/>
            </a:pPr>
            <a:r>
              <a:t/>
            </a:r>
            <a:endParaRPr/>
          </a:p>
        </p:txBody>
      </p:sp>
      <p:sp>
        <p:nvSpPr>
          <p:cNvPr id="2704" name="Google Shape;2704;p14"/>
          <p:cNvSpPr/>
          <p:nvPr/>
        </p:nvSpPr>
        <p:spPr>
          <a:xfrm>
            <a:off x="683172" y="1681655"/>
            <a:ext cx="5787853" cy="1703362"/>
          </a:xfrm>
          <a:prstGeom prst="rect">
            <a:avLst/>
          </a:prstGeom>
          <a:solidFill>
            <a:schemeClr val="lt1">
              <a:alpha val="7294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9" name="Shape 2709"/>
        <p:cNvGrpSpPr/>
        <p:nvPr/>
      </p:nvGrpSpPr>
      <p:grpSpPr>
        <a:xfrm>
          <a:off x="0" y="0"/>
          <a:ext cx="0" cy="0"/>
          <a:chOff x="0" y="0"/>
          <a:chExt cx="0" cy="0"/>
        </a:xfrm>
      </p:grpSpPr>
      <p:sp>
        <p:nvSpPr>
          <p:cNvPr id="2710" name="Google Shape;2710;p15"/>
          <p:cNvSpPr/>
          <p:nvPr/>
        </p:nvSpPr>
        <p:spPr>
          <a:xfrm>
            <a:off x="7439074" y="3553079"/>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711" name="Google Shape;2711;p1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 closer look at Internet structure</a:t>
            </a:r>
            <a:endParaRPr/>
          </a:p>
        </p:txBody>
      </p:sp>
      <p:sp>
        <p:nvSpPr>
          <p:cNvPr id="2712" name="Google Shape;2712;p15"/>
          <p:cNvSpPr txBox="1"/>
          <p:nvPr>
            <p:ph idx="1" type="body"/>
          </p:nvPr>
        </p:nvSpPr>
        <p:spPr>
          <a:xfrm>
            <a:off x="838199" y="1825625"/>
            <a:ext cx="5692665" cy="461746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400"/>
              <a:buNone/>
            </a:pPr>
            <a:r>
              <a:rPr lang="en-US" sz="3200">
                <a:solidFill>
                  <a:srgbClr val="CC0000"/>
                </a:solidFill>
                <a:latin typeface="Calibri"/>
                <a:ea typeface="Calibri"/>
                <a:cs typeface="Calibri"/>
                <a:sym typeface="Calibri"/>
              </a:rPr>
              <a:t>Network edge:</a:t>
            </a:r>
            <a:endParaRPr/>
          </a:p>
          <a:p>
            <a:pPr indent="-225425" lvl="0" marL="350838" rtl="0" algn="l">
              <a:lnSpc>
                <a:spcPct val="90000"/>
              </a:lnSpc>
              <a:spcBef>
                <a:spcPts val="1000"/>
              </a:spcBef>
              <a:spcAft>
                <a:spcPts val="0"/>
              </a:spcAft>
              <a:buSzPts val="2800"/>
              <a:buChar char="▪"/>
            </a:pPr>
            <a:r>
              <a:rPr lang="en-US">
                <a:latin typeface="Calibri"/>
                <a:ea typeface="Calibri"/>
                <a:cs typeface="Calibri"/>
                <a:sym typeface="Calibri"/>
              </a:rPr>
              <a:t>hosts: clients and servers</a:t>
            </a:r>
            <a:endParaRPr/>
          </a:p>
          <a:p>
            <a:pPr indent="-225425" lvl="0" marL="350838" rtl="0" algn="l">
              <a:lnSpc>
                <a:spcPct val="90000"/>
              </a:lnSpc>
              <a:spcBef>
                <a:spcPts val="1000"/>
              </a:spcBef>
              <a:spcAft>
                <a:spcPts val="0"/>
              </a:spcAft>
              <a:buSzPts val="2800"/>
              <a:buChar char="▪"/>
            </a:pPr>
            <a:r>
              <a:rPr lang="en-US">
                <a:latin typeface="Calibri"/>
                <a:ea typeface="Calibri"/>
                <a:cs typeface="Calibri"/>
                <a:sym typeface="Calibri"/>
              </a:rPr>
              <a:t>servers often in data centers</a:t>
            </a:r>
            <a:endParaRPr/>
          </a:p>
          <a:p>
            <a:pPr indent="0" lvl="0" marL="11113" rtl="0" algn="l">
              <a:lnSpc>
                <a:spcPct val="90000"/>
              </a:lnSpc>
              <a:spcBef>
                <a:spcPts val="2200"/>
              </a:spcBef>
              <a:spcAft>
                <a:spcPts val="0"/>
              </a:spcAft>
              <a:buSzPts val="2400"/>
              <a:buNone/>
            </a:pPr>
            <a:r>
              <a:rPr lang="en-US" sz="3200">
                <a:solidFill>
                  <a:srgbClr val="CC0000"/>
                </a:solidFill>
                <a:latin typeface="Calibri"/>
                <a:ea typeface="Calibri"/>
                <a:cs typeface="Calibri"/>
                <a:sym typeface="Calibri"/>
              </a:rPr>
              <a:t>Access networks, physical media:</a:t>
            </a:r>
            <a:endParaRPr/>
          </a:p>
          <a:p>
            <a:pPr indent="-177800" lvl="0" marL="290513" rtl="0" algn="l">
              <a:lnSpc>
                <a:spcPct val="90000"/>
              </a:lnSpc>
              <a:spcBef>
                <a:spcPts val="1000"/>
              </a:spcBef>
              <a:spcAft>
                <a:spcPts val="0"/>
              </a:spcAft>
              <a:buSzPts val="2800"/>
              <a:buChar char="▪"/>
            </a:pPr>
            <a:r>
              <a:rPr lang="en-US">
                <a:latin typeface="Calibri"/>
                <a:ea typeface="Calibri"/>
                <a:cs typeface="Calibri"/>
                <a:sym typeface="Calibri"/>
              </a:rPr>
              <a:t>wired, wireless communication links</a:t>
            </a:r>
            <a:r>
              <a:rPr lang="en-US">
                <a:solidFill>
                  <a:srgbClr val="FF0000"/>
                </a:solidFill>
                <a:latin typeface="Calibri"/>
                <a:ea typeface="Calibri"/>
                <a:cs typeface="Calibri"/>
                <a:sym typeface="Calibri"/>
              </a:rPr>
              <a:t> </a:t>
            </a:r>
            <a:endParaRPr/>
          </a:p>
          <a:p>
            <a:pPr indent="0" lvl="0" marL="9525" rtl="0" algn="l">
              <a:lnSpc>
                <a:spcPct val="90000"/>
              </a:lnSpc>
              <a:spcBef>
                <a:spcPts val="2200"/>
              </a:spcBef>
              <a:spcAft>
                <a:spcPts val="0"/>
              </a:spcAft>
              <a:buSzPts val="2400"/>
              <a:buNone/>
            </a:pPr>
            <a:r>
              <a:rPr lang="en-US" sz="3200">
                <a:solidFill>
                  <a:srgbClr val="CC0000"/>
                </a:solidFill>
                <a:latin typeface="Calibri"/>
                <a:ea typeface="Calibri"/>
                <a:cs typeface="Calibri"/>
                <a:sym typeface="Calibri"/>
              </a:rPr>
              <a:t>Network core: </a:t>
            </a:r>
            <a:endParaRPr/>
          </a:p>
          <a:p>
            <a:pPr indent="-207962" lvl="1" marL="342900" rtl="0" algn="l">
              <a:lnSpc>
                <a:spcPct val="85000"/>
              </a:lnSpc>
              <a:spcBef>
                <a:spcPts val="420"/>
              </a:spcBef>
              <a:spcAft>
                <a:spcPts val="0"/>
              </a:spcAft>
              <a:buClr>
                <a:srgbClr val="000099"/>
              </a:buClr>
              <a:buSzPts val="2660"/>
              <a:buFont typeface="Noto Sans Symbols"/>
              <a:buChar char="▪"/>
            </a:pPr>
            <a:r>
              <a:rPr lang="en-US" sz="2800">
                <a:latin typeface="Calibri"/>
                <a:ea typeface="Calibri"/>
                <a:cs typeface="Calibri"/>
                <a:sym typeface="Calibri"/>
              </a:rPr>
              <a:t>interconnected routers</a:t>
            </a:r>
            <a:endParaRPr/>
          </a:p>
          <a:p>
            <a:pPr indent="-207962" lvl="1" marL="342900" rtl="0" algn="l">
              <a:lnSpc>
                <a:spcPct val="85000"/>
              </a:lnSpc>
              <a:spcBef>
                <a:spcPts val="420"/>
              </a:spcBef>
              <a:spcAft>
                <a:spcPts val="0"/>
              </a:spcAft>
              <a:buClr>
                <a:srgbClr val="000099"/>
              </a:buClr>
              <a:buSzPts val="2660"/>
              <a:buFont typeface="Noto Sans Symbols"/>
              <a:buChar char="▪"/>
            </a:pPr>
            <a:r>
              <a:rPr lang="en-US" sz="2800">
                <a:latin typeface="Calibri"/>
                <a:ea typeface="Calibri"/>
                <a:cs typeface="Calibri"/>
                <a:sym typeface="Calibri"/>
              </a:rPr>
              <a:t>network of networks</a:t>
            </a:r>
            <a:endParaRPr/>
          </a:p>
          <a:p>
            <a:pPr indent="0" lvl="0" marL="174625" rtl="0" algn="l">
              <a:lnSpc>
                <a:spcPct val="90000"/>
              </a:lnSpc>
              <a:spcBef>
                <a:spcPts val="1000"/>
              </a:spcBef>
              <a:spcAft>
                <a:spcPts val="0"/>
              </a:spcAft>
              <a:buSzPts val="2100"/>
              <a:buNone/>
            </a:pPr>
            <a:r>
              <a:t/>
            </a:r>
            <a:endParaRPr/>
          </a:p>
          <a:p>
            <a:pPr indent="-44450" lvl="0" marL="352425" rtl="0" algn="l">
              <a:lnSpc>
                <a:spcPct val="90000"/>
              </a:lnSpc>
              <a:spcBef>
                <a:spcPts val="1000"/>
              </a:spcBef>
              <a:spcAft>
                <a:spcPts val="0"/>
              </a:spcAft>
              <a:buSzPts val="2800"/>
              <a:buNone/>
            </a:pPr>
            <a:r>
              <a:t/>
            </a:r>
            <a:endParaRPr/>
          </a:p>
        </p:txBody>
      </p:sp>
      <p:sp>
        <p:nvSpPr>
          <p:cNvPr id="2713" name="Google Shape;2713;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2714" name="Google Shape;2714;p15"/>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15" name="Google Shape;2715;p15"/>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6" name="Google Shape;2716;p15"/>
          <p:cNvSpPr/>
          <p:nvPr/>
        </p:nvSpPr>
        <p:spPr>
          <a:xfrm>
            <a:off x="7205350" y="3289251"/>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sp>
        <p:nvSpPr>
          <p:cNvPr id="2717" name="Google Shape;2717;p15"/>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8" name="Google Shape;2718;p15"/>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a:p>
        </p:txBody>
      </p:sp>
      <p:sp>
        <p:nvSpPr>
          <p:cNvPr id="2719" name="Google Shape;2719;p15"/>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a:p>
        </p:txBody>
      </p:sp>
      <p:sp>
        <p:nvSpPr>
          <p:cNvPr id="2720" name="Google Shape;2720;p15"/>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a:p>
        </p:txBody>
      </p:sp>
      <p:sp>
        <p:nvSpPr>
          <p:cNvPr id="2721" name="Google Shape;2721;p15"/>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9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722" name="Google Shape;2722;p15"/>
          <p:cNvGrpSpPr/>
          <p:nvPr/>
        </p:nvGrpSpPr>
        <p:grpSpPr>
          <a:xfrm>
            <a:off x="10837700" y="3928050"/>
            <a:ext cx="687393" cy="721548"/>
            <a:chOff x="5203089" y="1751190"/>
            <a:chExt cx="858331" cy="662414"/>
          </a:xfrm>
        </p:grpSpPr>
        <p:sp>
          <p:nvSpPr>
            <p:cNvPr id="2723" name="Google Shape;2723;p1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24" name="Google Shape;2724;p1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725" name="Google Shape;2725;p1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2726" name="Google Shape;2726;p1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2727" name="Google Shape;2727;p1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2728" name="Google Shape;2728;p1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2729" name="Google Shape;2729;p1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2730" name="Google Shape;2730;p1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2731" name="Google Shape;2731;p15"/>
          <p:cNvGrpSpPr/>
          <p:nvPr/>
        </p:nvGrpSpPr>
        <p:grpSpPr>
          <a:xfrm>
            <a:off x="10771171" y="3194171"/>
            <a:ext cx="594613" cy="648336"/>
            <a:chOff x="5203089" y="1751190"/>
            <a:chExt cx="858331" cy="662414"/>
          </a:xfrm>
        </p:grpSpPr>
        <p:sp>
          <p:nvSpPr>
            <p:cNvPr id="2732" name="Google Shape;2732;p15"/>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3" name="Google Shape;2733;p15"/>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734" name="Google Shape;2734;p15"/>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2735" name="Google Shape;2735;p15"/>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2736" name="Google Shape;2736;p15"/>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2737" name="Google Shape;2737;p15"/>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2738" name="Google Shape;2738;p15"/>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2739" name="Google Shape;2739;p15"/>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2740" name="Google Shape;2740;p15"/>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1" name="Google Shape;2741;p15"/>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a:p>
        </p:txBody>
      </p:sp>
      <p:sp>
        <p:nvSpPr>
          <p:cNvPr id="2742" name="Google Shape;2742;p15"/>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3" name="Google Shape;2743;p15"/>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a:p>
        </p:txBody>
      </p:sp>
      <p:sp>
        <p:nvSpPr>
          <p:cNvPr id="2744" name="Google Shape;2744;p15"/>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a:p>
        </p:txBody>
      </p:sp>
      <p:sp>
        <p:nvSpPr>
          <p:cNvPr id="2745" name="Google Shape;2745;p15"/>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cxnSp>
        <p:nvCxnSpPr>
          <p:cNvPr id="2746" name="Google Shape;2746;p15"/>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2747" name="Google Shape;2747;p15"/>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2748" name="Google Shape;2748;p15"/>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2749" name="Google Shape;2749;p15"/>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2750" name="Google Shape;2750;p15"/>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2751" name="Google Shape;2751;p15"/>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2752" name="Google Shape;2752;p15"/>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2753" name="Google Shape;2753;p15"/>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2754" name="Google Shape;2754;p15"/>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2755" name="Google Shape;2755;p15"/>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2756" name="Google Shape;2756;p15"/>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cxnSp>
        <p:nvCxnSpPr>
          <p:cNvPr id="2757" name="Google Shape;2757;p15"/>
          <p:cNvCxnSpPr/>
          <p:nvPr/>
        </p:nvCxnSpPr>
        <p:spPr>
          <a:xfrm flipH="1">
            <a:off x="10100635" y="2169432"/>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2758" name="Google Shape;2758;p15"/>
          <p:cNvCxnSpPr/>
          <p:nvPr/>
        </p:nvCxnSpPr>
        <p:spPr>
          <a:xfrm flipH="1">
            <a:off x="10100635" y="2268313"/>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2759" name="Google Shape;2759;p15"/>
          <p:cNvCxnSpPr/>
          <p:nvPr/>
        </p:nvCxnSpPr>
        <p:spPr>
          <a:xfrm flipH="1">
            <a:off x="10672135" y="2200506"/>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2760" name="Google Shape;2760;p15"/>
          <p:cNvCxnSpPr/>
          <p:nvPr/>
        </p:nvCxnSpPr>
        <p:spPr>
          <a:xfrm flipH="1">
            <a:off x="10142166" y="2718967"/>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2761" name="Google Shape;2761;p15"/>
          <p:cNvCxnSpPr/>
          <p:nvPr/>
        </p:nvCxnSpPr>
        <p:spPr>
          <a:xfrm flipH="1">
            <a:off x="10069542" y="2169432"/>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2762" name="Google Shape;2762;p15"/>
          <p:cNvCxnSpPr/>
          <p:nvPr/>
        </p:nvCxnSpPr>
        <p:spPr>
          <a:xfrm flipH="1">
            <a:off x="10862103" y="2127325"/>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2763" name="Google Shape;2763;p15"/>
          <p:cNvCxnSpPr/>
          <p:nvPr/>
        </p:nvCxnSpPr>
        <p:spPr>
          <a:xfrm rot="10800000">
            <a:off x="10681994" y="2718967"/>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2764" name="Google Shape;2764;p15"/>
          <p:cNvCxnSpPr/>
          <p:nvPr/>
        </p:nvCxnSpPr>
        <p:spPr>
          <a:xfrm flipH="1">
            <a:off x="8769223" y="2268313"/>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2765" name="Google Shape;2765;p15"/>
          <p:cNvCxnSpPr/>
          <p:nvPr/>
        </p:nvCxnSpPr>
        <p:spPr>
          <a:xfrm flipH="1" rot="10800000">
            <a:off x="9378705" y="4113379"/>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2766" name="Google Shape;2766;p15"/>
          <p:cNvCxnSpPr/>
          <p:nvPr/>
        </p:nvCxnSpPr>
        <p:spPr>
          <a:xfrm flipH="1" rot="10800000">
            <a:off x="8244554" y="4047456"/>
            <a:ext cx="969051" cy="3175"/>
          </a:xfrm>
          <a:prstGeom prst="straightConnector1">
            <a:avLst/>
          </a:prstGeom>
          <a:noFill/>
          <a:ln cap="flat" cmpd="sng" w="9525">
            <a:solidFill>
              <a:schemeClr val="dk1"/>
            </a:solidFill>
            <a:prstDash val="solid"/>
            <a:round/>
            <a:headEnd len="med" w="med" type="none"/>
            <a:tailEnd len="med" w="med" type="none"/>
          </a:ln>
        </p:spPr>
      </p:cxnSp>
      <p:sp>
        <p:nvSpPr>
          <p:cNvPr id="2767" name="Google Shape;2767;p15"/>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768" name="Google Shape;2768;p15"/>
          <p:cNvGrpSpPr/>
          <p:nvPr/>
        </p:nvGrpSpPr>
        <p:grpSpPr>
          <a:xfrm>
            <a:off x="10410609" y="3496138"/>
            <a:ext cx="353678" cy="198344"/>
            <a:chOff x="7493876" y="2774731"/>
            <a:chExt cx="1481958" cy="894622"/>
          </a:xfrm>
        </p:grpSpPr>
        <p:sp>
          <p:nvSpPr>
            <p:cNvPr id="2769" name="Google Shape;2769;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770" name="Google Shape;2770;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771" name="Google Shape;2771;p15"/>
            <p:cNvGrpSpPr/>
            <p:nvPr/>
          </p:nvGrpSpPr>
          <p:grpSpPr>
            <a:xfrm>
              <a:off x="7713663" y="2848339"/>
              <a:ext cx="1042107" cy="425543"/>
              <a:chOff x="7786941" y="2884917"/>
              <a:chExt cx="897649" cy="353919"/>
            </a:xfrm>
          </p:grpSpPr>
          <p:sp>
            <p:nvSpPr>
              <p:cNvPr id="2772" name="Google Shape;2772;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3" name="Google Shape;2773;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4" name="Google Shape;2774;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5" name="Google Shape;2775;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776" name="Google Shape;2776;p15"/>
          <p:cNvGrpSpPr/>
          <p:nvPr/>
        </p:nvGrpSpPr>
        <p:grpSpPr>
          <a:xfrm>
            <a:off x="9948724" y="2202292"/>
            <a:ext cx="353678" cy="198344"/>
            <a:chOff x="7493876" y="2774731"/>
            <a:chExt cx="1481958" cy="894622"/>
          </a:xfrm>
        </p:grpSpPr>
        <p:sp>
          <p:nvSpPr>
            <p:cNvPr id="2777" name="Google Shape;2777;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778" name="Google Shape;2778;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779" name="Google Shape;2779;p15"/>
            <p:cNvGrpSpPr/>
            <p:nvPr/>
          </p:nvGrpSpPr>
          <p:grpSpPr>
            <a:xfrm>
              <a:off x="7713663" y="2848339"/>
              <a:ext cx="1042107" cy="425543"/>
              <a:chOff x="7786941" y="2884917"/>
              <a:chExt cx="897649" cy="353919"/>
            </a:xfrm>
          </p:grpSpPr>
          <p:sp>
            <p:nvSpPr>
              <p:cNvPr id="2780" name="Google Shape;2780;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1" name="Google Shape;2781;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2" name="Google Shape;2782;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3" name="Google Shape;2783;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784" name="Google Shape;2784;p15"/>
          <p:cNvGrpSpPr/>
          <p:nvPr/>
        </p:nvGrpSpPr>
        <p:grpSpPr>
          <a:xfrm>
            <a:off x="10527214" y="2613367"/>
            <a:ext cx="353678" cy="198344"/>
            <a:chOff x="7493876" y="2774731"/>
            <a:chExt cx="1481958" cy="894622"/>
          </a:xfrm>
        </p:grpSpPr>
        <p:sp>
          <p:nvSpPr>
            <p:cNvPr id="2785" name="Google Shape;2785;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786" name="Google Shape;2786;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787" name="Google Shape;2787;p15"/>
            <p:cNvGrpSpPr/>
            <p:nvPr/>
          </p:nvGrpSpPr>
          <p:grpSpPr>
            <a:xfrm>
              <a:off x="7713663" y="2848339"/>
              <a:ext cx="1042107" cy="425543"/>
              <a:chOff x="7786941" y="2884917"/>
              <a:chExt cx="897649" cy="353919"/>
            </a:xfrm>
          </p:grpSpPr>
          <p:sp>
            <p:nvSpPr>
              <p:cNvPr id="2788" name="Google Shape;2788;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9" name="Google Shape;2789;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90" name="Google Shape;2790;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91" name="Google Shape;2791;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792" name="Google Shape;2792;p15"/>
          <p:cNvGrpSpPr/>
          <p:nvPr/>
        </p:nvGrpSpPr>
        <p:grpSpPr>
          <a:xfrm>
            <a:off x="10643825" y="2107963"/>
            <a:ext cx="353678" cy="198344"/>
            <a:chOff x="7493876" y="2774731"/>
            <a:chExt cx="1481958" cy="894622"/>
          </a:xfrm>
        </p:grpSpPr>
        <p:sp>
          <p:nvSpPr>
            <p:cNvPr id="2793" name="Google Shape;2793;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794" name="Google Shape;2794;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795" name="Google Shape;2795;p15"/>
            <p:cNvGrpSpPr/>
            <p:nvPr/>
          </p:nvGrpSpPr>
          <p:grpSpPr>
            <a:xfrm>
              <a:off x="7713663" y="2848339"/>
              <a:ext cx="1042107" cy="425543"/>
              <a:chOff x="7786941" y="2884917"/>
              <a:chExt cx="897649" cy="353919"/>
            </a:xfrm>
          </p:grpSpPr>
          <p:sp>
            <p:nvSpPr>
              <p:cNvPr id="2796" name="Google Shape;2796;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97" name="Google Shape;2797;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98" name="Google Shape;2798;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99" name="Google Shape;2799;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800" name="Google Shape;2800;p15"/>
          <p:cNvGrpSpPr/>
          <p:nvPr/>
        </p:nvGrpSpPr>
        <p:grpSpPr>
          <a:xfrm>
            <a:off x="9098788" y="3956624"/>
            <a:ext cx="367224" cy="240304"/>
            <a:chOff x="7493876" y="2774731"/>
            <a:chExt cx="1481958" cy="894622"/>
          </a:xfrm>
        </p:grpSpPr>
        <p:sp>
          <p:nvSpPr>
            <p:cNvPr id="2801" name="Google Shape;2801;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802" name="Google Shape;2802;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803" name="Google Shape;2803;p15"/>
            <p:cNvGrpSpPr/>
            <p:nvPr/>
          </p:nvGrpSpPr>
          <p:grpSpPr>
            <a:xfrm>
              <a:off x="7713663" y="2848339"/>
              <a:ext cx="1042107" cy="425543"/>
              <a:chOff x="7786941" y="2884917"/>
              <a:chExt cx="897649" cy="353919"/>
            </a:xfrm>
          </p:grpSpPr>
          <p:sp>
            <p:nvSpPr>
              <p:cNvPr id="2804" name="Google Shape;2804;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5" name="Google Shape;2805;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6" name="Google Shape;2806;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07" name="Google Shape;2807;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808" name="Google Shape;2808;p15"/>
          <p:cNvGrpSpPr/>
          <p:nvPr/>
        </p:nvGrpSpPr>
        <p:grpSpPr>
          <a:xfrm>
            <a:off x="9980126" y="2661565"/>
            <a:ext cx="353678" cy="198344"/>
            <a:chOff x="7493876" y="2774731"/>
            <a:chExt cx="1481958" cy="894622"/>
          </a:xfrm>
        </p:grpSpPr>
        <p:sp>
          <p:nvSpPr>
            <p:cNvPr id="2809" name="Google Shape;2809;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810" name="Google Shape;2810;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811" name="Google Shape;2811;p15"/>
            <p:cNvGrpSpPr/>
            <p:nvPr/>
          </p:nvGrpSpPr>
          <p:grpSpPr>
            <a:xfrm>
              <a:off x="7713663" y="2848339"/>
              <a:ext cx="1042107" cy="425543"/>
              <a:chOff x="7786941" y="2884917"/>
              <a:chExt cx="897649" cy="353919"/>
            </a:xfrm>
          </p:grpSpPr>
          <p:sp>
            <p:nvSpPr>
              <p:cNvPr id="2812" name="Google Shape;2812;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3" name="Google Shape;2813;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4" name="Google Shape;2814;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15" name="Google Shape;2815;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816" name="Google Shape;2816;p15"/>
          <p:cNvGrpSpPr/>
          <p:nvPr/>
        </p:nvGrpSpPr>
        <p:grpSpPr>
          <a:xfrm>
            <a:off x="9497138" y="3394032"/>
            <a:ext cx="367224" cy="240304"/>
            <a:chOff x="7493876" y="2774731"/>
            <a:chExt cx="1481958" cy="894622"/>
          </a:xfrm>
        </p:grpSpPr>
        <p:sp>
          <p:nvSpPr>
            <p:cNvPr id="2817" name="Google Shape;2817;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818" name="Google Shape;2818;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819" name="Google Shape;2819;p15"/>
            <p:cNvGrpSpPr/>
            <p:nvPr/>
          </p:nvGrpSpPr>
          <p:grpSpPr>
            <a:xfrm>
              <a:off x="7713663" y="2848339"/>
              <a:ext cx="1042107" cy="425543"/>
              <a:chOff x="7786941" y="2884917"/>
              <a:chExt cx="897649" cy="353919"/>
            </a:xfrm>
          </p:grpSpPr>
          <p:sp>
            <p:nvSpPr>
              <p:cNvPr id="2820" name="Google Shape;2820;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1" name="Google Shape;2821;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2" name="Google Shape;2822;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3" name="Google Shape;2823;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824" name="Google Shape;2824;p15"/>
          <p:cNvGrpSpPr/>
          <p:nvPr/>
        </p:nvGrpSpPr>
        <p:grpSpPr>
          <a:xfrm>
            <a:off x="9601554" y="3999763"/>
            <a:ext cx="367224" cy="240304"/>
            <a:chOff x="7493876" y="2774731"/>
            <a:chExt cx="1481958" cy="894622"/>
          </a:xfrm>
        </p:grpSpPr>
        <p:sp>
          <p:nvSpPr>
            <p:cNvPr id="2825" name="Google Shape;2825;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826" name="Google Shape;2826;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827" name="Google Shape;2827;p15"/>
            <p:cNvGrpSpPr/>
            <p:nvPr/>
          </p:nvGrpSpPr>
          <p:grpSpPr>
            <a:xfrm>
              <a:off x="7713663" y="2848339"/>
              <a:ext cx="1042107" cy="425543"/>
              <a:chOff x="7786941" y="2884917"/>
              <a:chExt cx="897649" cy="353919"/>
            </a:xfrm>
          </p:grpSpPr>
          <p:sp>
            <p:nvSpPr>
              <p:cNvPr id="2828" name="Google Shape;2828;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9" name="Google Shape;2829;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0" name="Google Shape;2830;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1" name="Google Shape;2831;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2832" name="Google Shape;2832;p15"/>
          <p:cNvGrpSpPr/>
          <p:nvPr/>
        </p:nvGrpSpPr>
        <p:grpSpPr>
          <a:xfrm>
            <a:off x="10375259" y="3992325"/>
            <a:ext cx="353678" cy="198344"/>
            <a:chOff x="7493876" y="2774731"/>
            <a:chExt cx="1481958" cy="894622"/>
          </a:xfrm>
        </p:grpSpPr>
        <p:sp>
          <p:nvSpPr>
            <p:cNvPr id="2833" name="Google Shape;2833;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2834" name="Google Shape;2834;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2835" name="Google Shape;2835;p15"/>
            <p:cNvGrpSpPr/>
            <p:nvPr/>
          </p:nvGrpSpPr>
          <p:grpSpPr>
            <a:xfrm>
              <a:off x="7713663" y="2848339"/>
              <a:ext cx="1042107" cy="425543"/>
              <a:chOff x="7786941" y="2884917"/>
              <a:chExt cx="897649" cy="353919"/>
            </a:xfrm>
          </p:grpSpPr>
          <p:sp>
            <p:nvSpPr>
              <p:cNvPr id="2836" name="Google Shape;2836;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7" name="Google Shape;2837;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8" name="Google Shape;2838;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9" name="Google Shape;2839;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iphone_stylized_small" id="2840" name="Google Shape;2840;p15"/>
          <p:cNvPicPr preferRelativeResize="0"/>
          <p:nvPr/>
        </p:nvPicPr>
        <p:blipFill rotWithShape="1">
          <a:blip r:embed="rId3">
            <a:alphaModFix/>
          </a:blip>
          <a:srcRect b="0" l="0" r="0" t="0"/>
          <a:stretch/>
        </p:blipFill>
        <p:spPr>
          <a:xfrm>
            <a:off x="7909572" y="1917025"/>
            <a:ext cx="136841" cy="328463"/>
          </a:xfrm>
          <a:prstGeom prst="rect">
            <a:avLst/>
          </a:prstGeom>
          <a:noFill/>
          <a:ln>
            <a:noFill/>
          </a:ln>
        </p:spPr>
      </p:pic>
      <p:pic>
        <p:nvPicPr>
          <p:cNvPr descr="laptop_keyboard" id="2841" name="Google Shape;2841;p15"/>
          <p:cNvPicPr preferRelativeResize="0"/>
          <p:nvPr/>
        </p:nvPicPr>
        <p:blipFill rotWithShape="1">
          <a:blip r:embed="rId4">
            <a:alphaModFix/>
          </a:blip>
          <a:srcRect b="0" l="0" r="0" t="0"/>
          <a:stretch/>
        </p:blipFill>
        <p:spPr>
          <a:xfrm flipH="1" rot="109064">
            <a:off x="7464781" y="2605090"/>
            <a:ext cx="437221" cy="159511"/>
          </a:xfrm>
          <a:prstGeom prst="rect">
            <a:avLst/>
          </a:prstGeom>
          <a:noFill/>
          <a:ln>
            <a:noFill/>
          </a:ln>
        </p:spPr>
      </p:pic>
      <p:sp>
        <p:nvSpPr>
          <p:cNvPr id="2842" name="Google Shape;2842;p15"/>
          <p:cNvSpPr/>
          <p:nvPr/>
        </p:nvSpPr>
        <p:spPr>
          <a:xfrm>
            <a:off x="7609678" y="245030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843" name="Google Shape;2843;p15"/>
          <p:cNvPicPr preferRelativeResize="0"/>
          <p:nvPr/>
        </p:nvPicPr>
        <p:blipFill rotWithShape="1">
          <a:blip r:embed="rId5">
            <a:alphaModFix/>
          </a:blip>
          <a:srcRect b="0" l="0" r="0" t="0"/>
          <a:stretch/>
        </p:blipFill>
        <p:spPr>
          <a:xfrm>
            <a:off x="7627011" y="2455658"/>
            <a:ext cx="319785" cy="189429"/>
          </a:xfrm>
          <a:prstGeom prst="rect">
            <a:avLst/>
          </a:prstGeom>
          <a:noFill/>
          <a:ln>
            <a:noFill/>
          </a:ln>
        </p:spPr>
      </p:pic>
      <p:sp>
        <p:nvSpPr>
          <p:cNvPr id="2844" name="Google Shape;2844;p15"/>
          <p:cNvSpPr/>
          <p:nvPr/>
        </p:nvSpPr>
        <p:spPr>
          <a:xfrm>
            <a:off x="7673752" y="244416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5" name="Google Shape;2845;p15"/>
          <p:cNvSpPr/>
          <p:nvPr/>
        </p:nvSpPr>
        <p:spPr>
          <a:xfrm>
            <a:off x="7606562" y="244384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6" name="Google Shape;2846;p15"/>
          <p:cNvSpPr/>
          <p:nvPr/>
        </p:nvSpPr>
        <p:spPr>
          <a:xfrm>
            <a:off x="7880579" y="247266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7" name="Google Shape;2847;p15"/>
          <p:cNvSpPr/>
          <p:nvPr/>
        </p:nvSpPr>
        <p:spPr>
          <a:xfrm>
            <a:off x="7605588" y="259690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8" name="Google Shape;2848;p15"/>
          <p:cNvSpPr/>
          <p:nvPr/>
        </p:nvSpPr>
        <p:spPr>
          <a:xfrm>
            <a:off x="7890512" y="247423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9" name="Google Shape;2849;p15"/>
          <p:cNvSpPr/>
          <p:nvPr/>
        </p:nvSpPr>
        <p:spPr>
          <a:xfrm>
            <a:off x="7605977" y="260524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850" name="Google Shape;2850;p15"/>
          <p:cNvGrpSpPr/>
          <p:nvPr/>
        </p:nvGrpSpPr>
        <p:grpSpPr>
          <a:xfrm>
            <a:off x="7601109" y="2671540"/>
            <a:ext cx="98740" cy="36846"/>
            <a:chOff x="1740" y="2642"/>
            <a:chExt cx="752" cy="327"/>
          </a:xfrm>
        </p:grpSpPr>
        <p:sp>
          <p:nvSpPr>
            <p:cNvPr id="2851" name="Google Shape;2851;p1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2" name="Google Shape;2852;p1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3" name="Google Shape;2853;p1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4" name="Google Shape;2854;p1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5" name="Google Shape;2855;p1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6" name="Google Shape;2856;p1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57" name="Google Shape;2857;p15"/>
          <p:cNvSpPr/>
          <p:nvPr/>
        </p:nvSpPr>
        <p:spPr>
          <a:xfrm>
            <a:off x="7770154" y="267705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8" name="Google Shape;2858;p15"/>
          <p:cNvSpPr/>
          <p:nvPr/>
        </p:nvSpPr>
        <p:spPr>
          <a:xfrm>
            <a:off x="7464976" y="268350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9" name="Google Shape;2859;p15"/>
          <p:cNvSpPr/>
          <p:nvPr/>
        </p:nvSpPr>
        <p:spPr>
          <a:xfrm>
            <a:off x="7465171" y="266996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0" name="Google Shape;2860;p15"/>
          <p:cNvSpPr/>
          <p:nvPr/>
        </p:nvSpPr>
        <p:spPr>
          <a:xfrm>
            <a:off x="7465366" y="260902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1" name="Google Shape;2861;p15"/>
          <p:cNvSpPr/>
          <p:nvPr/>
        </p:nvSpPr>
        <p:spPr>
          <a:xfrm>
            <a:off x="7474909" y="267311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2" name="Google Shape;2862;p15"/>
          <p:cNvSpPr/>
          <p:nvPr/>
        </p:nvSpPr>
        <p:spPr>
          <a:xfrm flipH="1" rot="10800000">
            <a:off x="7764701" y="266807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ight2.png" id="2863" name="Google Shape;2863;p15"/>
          <p:cNvPicPr preferRelativeResize="0"/>
          <p:nvPr/>
        </p:nvPicPr>
        <p:blipFill rotWithShape="1">
          <a:blip r:embed="rId6">
            <a:alphaModFix/>
          </a:blip>
          <a:srcRect b="0" l="0" r="0" t="0"/>
          <a:stretch/>
        </p:blipFill>
        <p:spPr>
          <a:xfrm flipH="1">
            <a:off x="8831667" y="2392289"/>
            <a:ext cx="92772" cy="405447"/>
          </a:xfrm>
          <a:prstGeom prst="rect">
            <a:avLst/>
          </a:prstGeom>
          <a:noFill/>
          <a:ln>
            <a:noFill/>
          </a:ln>
        </p:spPr>
      </p:pic>
      <p:pic>
        <p:nvPicPr>
          <p:cNvPr descr="car_icon_small" id="2864" name="Google Shape;2864;p15"/>
          <p:cNvPicPr preferRelativeResize="0"/>
          <p:nvPr/>
        </p:nvPicPr>
        <p:blipFill rotWithShape="1">
          <a:blip r:embed="rId7">
            <a:alphaModFix/>
          </a:blip>
          <a:srcRect b="0" l="0" r="0" t="0"/>
          <a:stretch/>
        </p:blipFill>
        <p:spPr>
          <a:xfrm>
            <a:off x="8499539" y="2116958"/>
            <a:ext cx="849312" cy="168275"/>
          </a:xfrm>
          <a:prstGeom prst="rect">
            <a:avLst/>
          </a:prstGeom>
          <a:noFill/>
          <a:ln>
            <a:noFill/>
          </a:ln>
        </p:spPr>
      </p:pic>
      <p:pic>
        <p:nvPicPr>
          <p:cNvPr descr="laptop_keyboard" id="2865" name="Google Shape;2865;p15"/>
          <p:cNvPicPr preferRelativeResize="0"/>
          <p:nvPr/>
        </p:nvPicPr>
        <p:blipFill rotWithShape="1">
          <a:blip r:embed="rId8">
            <a:alphaModFix/>
          </a:blip>
          <a:srcRect b="0" l="0" r="0" t="0"/>
          <a:stretch/>
        </p:blipFill>
        <p:spPr>
          <a:xfrm flipH="1" rot="109064">
            <a:off x="7510375" y="3605209"/>
            <a:ext cx="286699" cy="119448"/>
          </a:xfrm>
          <a:prstGeom prst="rect">
            <a:avLst/>
          </a:prstGeom>
          <a:noFill/>
          <a:ln>
            <a:noFill/>
          </a:ln>
        </p:spPr>
      </p:pic>
      <p:sp>
        <p:nvSpPr>
          <p:cNvPr id="2866" name="Google Shape;2866;p15"/>
          <p:cNvSpPr/>
          <p:nvPr/>
        </p:nvSpPr>
        <p:spPr>
          <a:xfrm>
            <a:off x="7605388" y="348929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867" name="Google Shape;2867;p15"/>
          <p:cNvPicPr preferRelativeResize="0"/>
          <p:nvPr/>
        </p:nvPicPr>
        <p:blipFill rotWithShape="1">
          <a:blip r:embed="rId9">
            <a:alphaModFix/>
          </a:blip>
          <a:srcRect b="0" l="0" r="0" t="0"/>
          <a:stretch/>
        </p:blipFill>
        <p:spPr>
          <a:xfrm>
            <a:off x="7616754" y="3493308"/>
            <a:ext cx="209692" cy="141851"/>
          </a:xfrm>
          <a:prstGeom prst="rect">
            <a:avLst/>
          </a:prstGeom>
          <a:noFill/>
          <a:ln>
            <a:noFill/>
          </a:ln>
        </p:spPr>
      </p:pic>
      <p:sp>
        <p:nvSpPr>
          <p:cNvPr id="2868" name="Google Shape;2868;p15"/>
          <p:cNvSpPr/>
          <p:nvPr/>
        </p:nvSpPr>
        <p:spPr>
          <a:xfrm>
            <a:off x="7647403" y="348470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9" name="Google Shape;2869;p15"/>
          <p:cNvSpPr/>
          <p:nvPr/>
        </p:nvSpPr>
        <p:spPr>
          <a:xfrm>
            <a:off x="7603345" y="348446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0" name="Google Shape;2870;p15"/>
          <p:cNvSpPr/>
          <p:nvPr/>
        </p:nvSpPr>
        <p:spPr>
          <a:xfrm>
            <a:off x="7783026" y="350604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1" name="Google Shape;2871;p15"/>
          <p:cNvSpPr/>
          <p:nvPr/>
        </p:nvSpPr>
        <p:spPr>
          <a:xfrm>
            <a:off x="7602706" y="359907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2" name="Google Shape;2872;p15"/>
          <p:cNvSpPr/>
          <p:nvPr/>
        </p:nvSpPr>
        <p:spPr>
          <a:xfrm>
            <a:off x="7789539" y="350722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3" name="Google Shape;2873;p15"/>
          <p:cNvSpPr/>
          <p:nvPr/>
        </p:nvSpPr>
        <p:spPr>
          <a:xfrm>
            <a:off x="7602962" y="360532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874" name="Google Shape;2874;p15"/>
          <p:cNvGrpSpPr/>
          <p:nvPr/>
        </p:nvGrpSpPr>
        <p:grpSpPr>
          <a:xfrm>
            <a:off x="7599769" y="3654969"/>
            <a:ext cx="64747" cy="27592"/>
            <a:chOff x="1740" y="2642"/>
            <a:chExt cx="752" cy="327"/>
          </a:xfrm>
        </p:grpSpPr>
        <p:sp>
          <p:nvSpPr>
            <p:cNvPr id="2875" name="Google Shape;2875;p1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6" name="Google Shape;2876;p1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7" name="Google Shape;2877;p1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8" name="Google Shape;2878;p1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9" name="Google Shape;2879;p1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0" name="Google Shape;2880;p1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81" name="Google Shape;2881;p15"/>
          <p:cNvSpPr/>
          <p:nvPr/>
        </p:nvSpPr>
        <p:spPr>
          <a:xfrm>
            <a:off x="7710617" y="365909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2" name="Google Shape;2882;p15"/>
          <p:cNvSpPr/>
          <p:nvPr/>
        </p:nvSpPr>
        <p:spPr>
          <a:xfrm>
            <a:off x="7510503" y="366393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3" name="Google Shape;2883;p15"/>
          <p:cNvSpPr/>
          <p:nvPr/>
        </p:nvSpPr>
        <p:spPr>
          <a:xfrm>
            <a:off x="7510631" y="365379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4" name="Google Shape;2884;p15"/>
          <p:cNvSpPr/>
          <p:nvPr/>
        </p:nvSpPr>
        <p:spPr>
          <a:xfrm>
            <a:off x="7510758" y="360815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5" name="Google Shape;2885;p15"/>
          <p:cNvSpPr/>
          <p:nvPr/>
        </p:nvSpPr>
        <p:spPr>
          <a:xfrm>
            <a:off x="7517016" y="365614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6" name="Google Shape;2886;p15"/>
          <p:cNvSpPr/>
          <p:nvPr/>
        </p:nvSpPr>
        <p:spPr>
          <a:xfrm flipH="1" rot="10800000">
            <a:off x="7707042" y="365237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desktop_computer_stylized_medium" id="2887" name="Google Shape;2887;p15"/>
          <p:cNvPicPr preferRelativeResize="0"/>
          <p:nvPr/>
        </p:nvPicPr>
        <p:blipFill rotWithShape="1">
          <a:blip r:embed="rId10">
            <a:alphaModFix/>
          </a:blip>
          <a:srcRect b="0" l="0" r="0" t="0"/>
          <a:stretch/>
        </p:blipFill>
        <p:spPr>
          <a:xfrm flipH="1">
            <a:off x="7991996" y="3567143"/>
            <a:ext cx="359261" cy="342045"/>
          </a:xfrm>
          <a:prstGeom prst="rect">
            <a:avLst/>
          </a:prstGeom>
          <a:noFill/>
          <a:ln>
            <a:noFill/>
          </a:ln>
        </p:spPr>
      </p:pic>
      <p:sp>
        <p:nvSpPr>
          <p:cNvPr id="2888" name="Google Shape;2888;p15"/>
          <p:cNvSpPr/>
          <p:nvPr/>
        </p:nvSpPr>
        <p:spPr>
          <a:xfrm flipH="1">
            <a:off x="8145217" y="3599942"/>
            <a:ext cx="169400" cy="156753"/>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fridge2.png" id="2889" name="Google Shape;2889;p15"/>
          <p:cNvPicPr preferRelativeResize="0"/>
          <p:nvPr/>
        </p:nvPicPr>
        <p:blipFill rotWithShape="1">
          <a:blip r:embed="rId11">
            <a:alphaModFix/>
          </a:blip>
          <a:srcRect b="0" l="0" r="0" t="0"/>
          <a:stretch/>
        </p:blipFill>
        <p:spPr>
          <a:xfrm>
            <a:off x="7903199" y="3385017"/>
            <a:ext cx="189578" cy="337027"/>
          </a:xfrm>
          <a:prstGeom prst="rect">
            <a:avLst/>
          </a:prstGeom>
          <a:noFill/>
          <a:ln>
            <a:noFill/>
          </a:ln>
        </p:spPr>
      </p:pic>
      <p:grpSp>
        <p:nvGrpSpPr>
          <p:cNvPr id="2890" name="Google Shape;2890;p15"/>
          <p:cNvGrpSpPr/>
          <p:nvPr/>
        </p:nvGrpSpPr>
        <p:grpSpPr>
          <a:xfrm>
            <a:off x="10288915" y="5273951"/>
            <a:ext cx="177192" cy="330833"/>
            <a:chOff x="4140" y="429"/>
            <a:chExt cx="1425" cy="2396"/>
          </a:xfrm>
        </p:grpSpPr>
        <p:sp>
          <p:nvSpPr>
            <p:cNvPr id="2891" name="Google Shape;2891;p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2" name="Google Shape;2892;p1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93" name="Google Shape;2893;p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4" name="Google Shape;2894;p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5" name="Google Shape;2895;p1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896" name="Google Shape;2896;p15"/>
            <p:cNvGrpSpPr/>
            <p:nvPr/>
          </p:nvGrpSpPr>
          <p:grpSpPr>
            <a:xfrm>
              <a:off x="4748" y="666"/>
              <a:ext cx="578" cy="150"/>
              <a:chOff x="613" y="2566"/>
              <a:chExt cx="721" cy="144"/>
            </a:xfrm>
          </p:grpSpPr>
          <p:sp>
            <p:nvSpPr>
              <p:cNvPr id="2897" name="Google Shape;2897;p1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898" name="Google Shape;2898;p1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899" name="Google Shape;2899;p1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900" name="Google Shape;2900;p15"/>
            <p:cNvGrpSpPr/>
            <p:nvPr/>
          </p:nvGrpSpPr>
          <p:grpSpPr>
            <a:xfrm>
              <a:off x="4748" y="990"/>
              <a:ext cx="578" cy="134"/>
              <a:chOff x="615" y="2564"/>
              <a:chExt cx="721" cy="139"/>
            </a:xfrm>
          </p:grpSpPr>
          <p:sp>
            <p:nvSpPr>
              <p:cNvPr id="2901" name="Google Shape;2901;p1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02" name="Google Shape;2902;p1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903" name="Google Shape;2903;p1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04" name="Google Shape;2904;p1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905" name="Google Shape;2905;p15"/>
            <p:cNvGrpSpPr/>
            <p:nvPr/>
          </p:nvGrpSpPr>
          <p:grpSpPr>
            <a:xfrm>
              <a:off x="4738" y="1647"/>
              <a:ext cx="578" cy="135"/>
              <a:chOff x="618" y="2586"/>
              <a:chExt cx="720" cy="124"/>
            </a:xfrm>
          </p:grpSpPr>
          <p:sp>
            <p:nvSpPr>
              <p:cNvPr id="2906" name="Google Shape;2906;p1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07" name="Google Shape;2907;p1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908" name="Google Shape;2908;p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09" name="Google Shape;2909;p15"/>
            <p:cNvGrpSpPr/>
            <p:nvPr/>
          </p:nvGrpSpPr>
          <p:grpSpPr>
            <a:xfrm>
              <a:off x="4738" y="1330"/>
              <a:ext cx="588" cy="134"/>
              <a:chOff x="613" y="2571"/>
              <a:chExt cx="732" cy="134"/>
            </a:xfrm>
          </p:grpSpPr>
          <p:sp>
            <p:nvSpPr>
              <p:cNvPr id="2910" name="Google Shape;2910;p1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11" name="Google Shape;2911;p1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912" name="Google Shape;2912;p1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13" name="Google Shape;2913;p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4" name="Google Shape;2914;p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5" name="Google Shape;2915;p1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16" name="Google Shape;2916;p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7" name="Google Shape;2917;p1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18" name="Google Shape;2918;p1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19" name="Google Shape;2919;p1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20" name="Google Shape;2920;p1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2921" name="Google Shape;2921;p1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22" name="Google Shape;2922;p1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2923" name="Google Shape;2923;p15"/>
          <p:cNvGrpSpPr/>
          <p:nvPr/>
        </p:nvGrpSpPr>
        <p:grpSpPr>
          <a:xfrm flipH="1">
            <a:off x="7980855" y="4900161"/>
            <a:ext cx="345630" cy="320302"/>
            <a:chOff x="2839" y="3501"/>
            <a:chExt cx="755" cy="803"/>
          </a:xfrm>
        </p:grpSpPr>
        <p:pic>
          <p:nvPicPr>
            <p:cNvPr descr="desktop_computer_stylized_medium" id="2924" name="Google Shape;2924;p15"/>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2925" name="Google Shape;2925;p1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laptop_keyboard" id="2926" name="Google Shape;2926;p15"/>
          <p:cNvPicPr preferRelativeResize="0"/>
          <p:nvPr/>
        </p:nvPicPr>
        <p:blipFill rotWithShape="1">
          <a:blip r:embed="rId13">
            <a:alphaModFix/>
          </a:blip>
          <a:srcRect b="0" l="0" r="0" t="0"/>
          <a:stretch/>
        </p:blipFill>
        <p:spPr>
          <a:xfrm flipH="1" rot="109064">
            <a:off x="9216586" y="6040274"/>
            <a:ext cx="253501" cy="120343"/>
          </a:xfrm>
          <a:prstGeom prst="rect">
            <a:avLst/>
          </a:prstGeom>
          <a:noFill/>
          <a:ln>
            <a:noFill/>
          </a:ln>
        </p:spPr>
      </p:pic>
      <p:sp>
        <p:nvSpPr>
          <p:cNvPr id="2927" name="Google Shape;2927;p15"/>
          <p:cNvSpPr/>
          <p:nvPr/>
        </p:nvSpPr>
        <p:spPr>
          <a:xfrm>
            <a:off x="9300597" y="5923494"/>
            <a:ext cx="204043" cy="15705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928" name="Google Shape;2928;p15"/>
          <p:cNvPicPr preferRelativeResize="0"/>
          <p:nvPr/>
        </p:nvPicPr>
        <p:blipFill rotWithShape="1">
          <a:blip r:embed="rId14">
            <a:alphaModFix/>
          </a:blip>
          <a:srcRect b="0" l="0" r="0" t="0"/>
          <a:stretch/>
        </p:blipFill>
        <p:spPr>
          <a:xfrm>
            <a:off x="9310647" y="5927534"/>
            <a:ext cx="185412" cy="142915"/>
          </a:xfrm>
          <a:prstGeom prst="rect">
            <a:avLst/>
          </a:prstGeom>
          <a:noFill/>
          <a:ln>
            <a:noFill/>
          </a:ln>
        </p:spPr>
      </p:pic>
      <p:sp>
        <p:nvSpPr>
          <p:cNvPr id="2929" name="Google Shape;2929;p15"/>
          <p:cNvSpPr/>
          <p:nvPr/>
        </p:nvSpPr>
        <p:spPr>
          <a:xfrm>
            <a:off x="9337747" y="5918861"/>
            <a:ext cx="172878" cy="2922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0" name="Google Shape;2930;p15"/>
          <p:cNvSpPr/>
          <p:nvPr/>
        </p:nvSpPr>
        <p:spPr>
          <a:xfrm>
            <a:off x="9298791" y="5918624"/>
            <a:ext cx="47990" cy="12165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1" name="Google Shape;2931;p15"/>
          <p:cNvSpPr/>
          <p:nvPr/>
        </p:nvSpPr>
        <p:spPr>
          <a:xfrm>
            <a:off x="9457666" y="5940364"/>
            <a:ext cx="51716" cy="14042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2" name="Google Shape;2932;p15"/>
          <p:cNvSpPr/>
          <p:nvPr/>
        </p:nvSpPr>
        <p:spPr>
          <a:xfrm>
            <a:off x="9298226" y="6034096"/>
            <a:ext cx="189702" cy="47401"/>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3" name="Google Shape;2933;p15"/>
          <p:cNvSpPr/>
          <p:nvPr/>
        </p:nvSpPr>
        <p:spPr>
          <a:xfrm>
            <a:off x="9463425" y="5941552"/>
            <a:ext cx="48442" cy="141014"/>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4" name="Google Shape;2934;p15"/>
          <p:cNvSpPr/>
          <p:nvPr/>
        </p:nvSpPr>
        <p:spPr>
          <a:xfrm>
            <a:off x="9298452" y="6040392"/>
            <a:ext cx="168700" cy="46807"/>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35" name="Google Shape;2935;p15"/>
          <p:cNvGrpSpPr/>
          <p:nvPr/>
        </p:nvGrpSpPr>
        <p:grpSpPr>
          <a:xfrm>
            <a:off x="9295629" y="6090407"/>
            <a:ext cx="57249" cy="27799"/>
            <a:chOff x="1740" y="2642"/>
            <a:chExt cx="752" cy="327"/>
          </a:xfrm>
        </p:grpSpPr>
        <p:sp>
          <p:nvSpPr>
            <p:cNvPr id="2936" name="Google Shape;2936;p1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7" name="Google Shape;2937;p1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8" name="Google Shape;2938;p1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9" name="Google Shape;2939;p1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0" name="Google Shape;2940;p1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1" name="Google Shape;2941;p1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42" name="Google Shape;2942;p15"/>
          <p:cNvSpPr/>
          <p:nvPr/>
        </p:nvSpPr>
        <p:spPr>
          <a:xfrm>
            <a:off x="9393642" y="6094565"/>
            <a:ext cx="69332" cy="61063"/>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3" name="Google Shape;2943;p15"/>
          <p:cNvSpPr/>
          <p:nvPr/>
        </p:nvSpPr>
        <p:spPr>
          <a:xfrm>
            <a:off x="9216699" y="6099436"/>
            <a:ext cx="177394" cy="5571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4" name="Google Shape;2944;p15"/>
          <p:cNvSpPr/>
          <p:nvPr/>
        </p:nvSpPr>
        <p:spPr>
          <a:xfrm>
            <a:off x="9216812" y="6089219"/>
            <a:ext cx="1920" cy="11286"/>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5" name="Google Shape;2945;p15"/>
          <p:cNvSpPr/>
          <p:nvPr/>
        </p:nvSpPr>
        <p:spPr>
          <a:xfrm>
            <a:off x="9216925" y="6043244"/>
            <a:ext cx="82430" cy="466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6" name="Google Shape;2946;p15"/>
          <p:cNvSpPr/>
          <p:nvPr/>
        </p:nvSpPr>
        <p:spPr>
          <a:xfrm>
            <a:off x="9222458" y="6091595"/>
            <a:ext cx="168248" cy="53578"/>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7" name="Google Shape;2947;p15"/>
          <p:cNvSpPr/>
          <p:nvPr/>
        </p:nvSpPr>
        <p:spPr>
          <a:xfrm flipH="1" rot="10800000">
            <a:off x="9390480" y="6087793"/>
            <a:ext cx="68654" cy="5547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48" name="Google Shape;2948;p15"/>
          <p:cNvGrpSpPr/>
          <p:nvPr/>
        </p:nvGrpSpPr>
        <p:grpSpPr>
          <a:xfrm flipH="1">
            <a:off x="8153909" y="5504657"/>
            <a:ext cx="345630" cy="320302"/>
            <a:chOff x="2839" y="3501"/>
            <a:chExt cx="755" cy="803"/>
          </a:xfrm>
        </p:grpSpPr>
        <p:pic>
          <p:nvPicPr>
            <p:cNvPr descr="desktop_computer_stylized_medium" id="2949" name="Google Shape;2949;p15"/>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2950" name="Google Shape;2950;p1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951" name="Google Shape;2951;p15"/>
          <p:cNvGrpSpPr/>
          <p:nvPr/>
        </p:nvGrpSpPr>
        <p:grpSpPr>
          <a:xfrm flipH="1">
            <a:off x="8552134" y="5526130"/>
            <a:ext cx="345630" cy="320302"/>
            <a:chOff x="2839" y="3501"/>
            <a:chExt cx="755" cy="803"/>
          </a:xfrm>
        </p:grpSpPr>
        <p:pic>
          <p:nvPicPr>
            <p:cNvPr descr="desktop_computer_stylized_medium" id="2952" name="Google Shape;2952;p15"/>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2953" name="Google Shape;2953;p1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laptop_keyboard" id="2954" name="Google Shape;2954;p15"/>
          <p:cNvPicPr preferRelativeResize="0"/>
          <p:nvPr/>
        </p:nvPicPr>
        <p:blipFill rotWithShape="1">
          <a:blip r:embed="rId13">
            <a:alphaModFix/>
          </a:blip>
          <a:srcRect b="0" l="0" r="0" t="0"/>
          <a:stretch/>
        </p:blipFill>
        <p:spPr>
          <a:xfrm flipH="1" rot="109064">
            <a:off x="9550087" y="5949454"/>
            <a:ext cx="260920" cy="99063"/>
          </a:xfrm>
          <a:prstGeom prst="rect">
            <a:avLst/>
          </a:prstGeom>
          <a:noFill/>
          <a:ln>
            <a:noFill/>
          </a:ln>
        </p:spPr>
      </p:pic>
      <p:sp>
        <p:nvSpPr>
          <p:cNvPr id="2955" name="Google Shape;2955;p15"/>
          <p:cNvSpPr/>
          <p:nvPr/>
        </p:nvSpPr>
        <p:spPr>
          <a:xfrm>
            <a:off x="9636557" y="5853324"/>
            <a:ext cx="210015" cy="129281"/>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2956" name="Google Shape;2956;p15"/>
          <p:cNvPicPr preferRelativeResize="0"/>
          <p:nvPr/>
        </p:nvPicPr>
        <p:blipFill rotWithShape="1">
          <a:blip r:embed="rId14">
            <a:alphaModFix/>
          </a:blip>
          <a:srcRect b="0" l="0" r="0" t="0"/>
          <a:stretch/>
        </p:blipFill>
        <p:spPr>
          <a:xfrm>
            <a:off x="9646901" y="5856649"/>
            <a:ext cx="190838" cy="117644"/>
          </a:xfrm>
          <a:prstGeom prst="rect">
            <a:avLst/>
          </a:prstGeom>
          <a:noFill/>
          <a:ln>
            <a:noFill/>
          </a:ln>
        </p:spPr>
      </p:pic>
      <p:sp>
        <p:nvSpPr>
          <p:cNvPr id="2957" name="Google Shape;2957;p15"/>
          <p:cNvSpPr/>
          <p:nvPr/>
        </p:nvSpPr>
        <p:spPr>
          <a:xfrm>
            <a:off x="9674794" y="5849510"/>
            <a:ext cx="177937" cy="2405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8" name="Google Shape;2958;p15"/>
          <p:cNvSpPr/>
          <p:nvPr/>
        </p:nvSpPr>
        <p:spPr>
          <a:xfrm>
            <a:off x="9634698" y="5849315"/>
            <a:ext cx="49395" cy="100139"/>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9" name="Google Shape;2959;p15"/>
          <p:cNvSpPr/>
          <p:nvPr/>
        </p:nvSpPr>
        <p:spPr>
          <a:xfrm>
            <a:off x="9798223" y="5867211"/>
            <a:ext cx="53230" cy="11559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0" name="Google Shape;2960;p15"/>
          <p:cNvSpPr/>
          <p:nvPr/>
        </p:nvSpPr>
        <p:spPr>
          <a:xfrm>
            <a:off x="9634116" y="5944369"/>
            <a:ext cx="195254" cy="3901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1" name="Google Shape;2961;p15"/>
          <p:cNvSpPr/>
          <p:nvPr/>
        </p:nvSpPr>
        <p:spPr>
          <a:xfrm>
            <a:off x="9804150" y="5868189"/>
            <a:ext cx="49860" cy="11607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2" name="Google Shape;2962;p15"/>
          <p:cNvSpPr/>
          <p:nvPr/>
        </p:nvSpPr>
        <p:spPr>
          <a:xfrm>
            <a:off x="9634349" y="5949552"/>
            <a:ext cx="173637" cy="38530"/>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63" name="Google Shape;2963;p15"/>
          <p:cNvGrpSpPr/>
          <p:nvPr/>
        </p:nvGrpSpPr>
        <p:grpSpPr>
          <a:xfrm>
            <a:off x="9631443" y="5990722"/>
            <a:ext cx="58925" cy="22883"/>
            <a:chOff x="1740" y="2642"/>
            <a:chExt cx="752" cy="327"/>
          </a:xfrm>
        </p:grpSpPr>
        <p:sp>
          <p:nvSpPr>
            <p:cNvPr id="2964" name="Google Shape;2964;p1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5" name="Google Shape;2965;p1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6" name="Google Shape;2966;p1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7" name="Google Shape;2967;p1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8" name="Google Shape;2968;p1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9" name="Google Shape;2969;p1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70" name="Google Shape;2970;p15"/>
          <p:cNvSpPr/>
          <p:nvPr/>
        </p:nvSpPr>
        <p:spPr>
          <a:xfrm>
            <a:off x="9732325" y="5994145"/>
            <a:ext cx="71361" cy="50265"/>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1" name="Google Shape;2971;p15"/>
          <p:cNvSpPr/>
          <p:nvPr/>
        </p:nvSpPr>
        <p:spPr>
          <a:xfrm>
            <a:off x="9550204" y="5998154"/>
            <a:ext cx="182586" cy="4586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2" name="Google Shape;2972;p15"/>
          <p:cNvSpPr/>
          <p:nvPr/>
        </p:nvSpPr>
        <p:spPr>
          <a:xfrm>
            <a:off x="9550320" y="5989744"/>
            <a:ext cx="1976" cy="929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3" name="Google Shape;2973;p15"/>
          <p:cNvSpPr/>
          <p:nvPr/>
        </p:nvSpPr>
        <p:spPr>
          <a:xfrm>
            <a:off x="9550436" y="5951899"/>
            <a:ext cx="84843" cy="38432"/>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4" name="Google Shape;2974;p15"/>
          <p:cNvSpPr/>
          <p:nvPr/>
        </p:nvSpPr>
        <p:spPr>
          <a:xfrm>
            <a:off x="9556131" y="5991700"/>
            <a:ext cx="173172" cy="4410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5" name="Google Shape;2975;p15"/>
          <p:cNvSpPr/>
          <p:nvPr/>
        </p:nvSpPr>
        <p:spPr>
          <a:xfrm flipH="1" rot="10800000">
            <a:off x="9729071" y="5988571"/>
            <a:ext cx="70663" cy="456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76" name="Google Shape;2976;p15"/>
          <p:cNvGrpSpPr/>
          <p:nvPr/>
        </p:nvGrpSpPr>
        <p:grpSpPr>
          <a:xfrm>
            <a:off x="10017877" y="5636388"/>
            <a:ext cx="171450" cy="348944"/>
            <a:chOff x="4140" y="429"/>
            <a:chExt cx="1425" cy="2396"/>
          </a:xfrm>
        </p:grpSpPr>
        <p:sp>
          <p:nvSpPr>
            <p:cNvPr id="2977" name="Google Shape;2977;p15"/>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8" name="Google Shape;2978;p15"/>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79" name="Google Shape;2979;p15"/>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0" name="Google Shape;2980;p15"/>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1" name="Google Shape;2981;p15"/>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982" name="Google Shape;2982;p15"/>
            <p:cNvGrpSpPr/>
            <p:nvPr/>
          </p:nvGrpSpPr>
          <p:grpSpPr>
            <a:xfrm>
              <a:off x="4748" y="666"/>
              <a:ext cx="578" cy="150"/>
              <a:chOff x="613" y="2566"/>
              <a:chExt cx="721" cy="144"/>
            </a:xfrm>
          </p:grpSpPr>
          <p:sp>
            <p:nvSpPr>
              <p:cNvPr id="2983" name="Google Shape;2983;p15"/>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84" name="Google Shape;2984;p15"/>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985" name="Google Shape;2985;p15"/>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986" name="Google Shape;2986;p15"/>
            <p:cNvGrpSpPr/>
            <p:nvPr/>
          </p:nvGrpSpPr>
          <p:grpSpPr>
            <a:xfrm>
              <a:off x="4748" y="990"/>
              <a:ext cx="578" cy="134"/>
              <a:chOff x="615" y="2564"/>
              <a:chExt cx="721" cy="139"/>
            </a:xfrm>
          </p:grpSpPr>
          <p:sp>
            <p:nvSpPr>
              <p:cNvPr id="2987" name="Google Shape;2987;p15"/>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88" name="Google Shape;2988;p15"/>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989" name="Google Shape;2989;p15"/>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90" name="Google Shape;2990;p15"/>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2991" name="Google Shape;2991;p15"/>
            <p:cNvGrpSpPr/>
            <p:nvPr/>
          </p:nvGrpSpPr>
          <p:grpSpPr>
            <a:xfrm>
              <a:off x="4738" y="1647"/>
              <a:ext cx="578" cy="135"/>
              <a:chOff x="618" y="2586"/>
              <a:chExt cx="720" cy="124"/>
            </a:xfrm>
          </p:grpSpPr>
          <p:sp>
            <p:nvSpPr>
              <p:cNvPr id="2992" name="Google Shape;2992;p15"/>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93" name="Google Shape;2993;p15"/>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994" name="Google Shape;2994;p15"/>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95" name="Google Shape;2995;p15"/>
            <p:cNvGrpSpPr/>
            <p:nvPr/>
          </p:nvGrpSpPr>
          <p:grpSpPr>
            <a:xfrm>
              <a:off x="4738" y="1330"/>
              <a:ext cx="588" cy="134"/>
              <a:chOff x="613" y="2571"/>
              <a:chExt cx="732" cy="134"/>
            </a:xfrm>
          </p:grpSpPr>
          <p:sp>
            <p:nvSpPr>
              <p:cNvPr id="2996" name="Google Shape;2996;p15"/>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97" name="Google Shape;2997;p15"/>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2998" name="Google Shape;2998;p15"/>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2999" name="Google Shape;2999;p15"/>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0" name="Google Shape;3000;p15"/>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1" name="Google Shape;3001;p15"/>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002" name="Google Shape;3002;p15"/>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3" name="Google Shape;3003;p15"/>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004" name="Google Shape;3004;p15"/>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005" name="Google Shape;3005;p15"/>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006" name="Google Shape;3006;p15"/>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007" name="Google Shape;3007;p15"/>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008" name="Google Shape;3008;p15"/>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3009" name="Google Shape;3009;p15"/>
          <p:cNvGrpSpPr/>
          <p:nvPr/>
        </p:nvGrpSpPr>
        <p:grpSpPr>
          <a:xfrm flipH="1">
            <a:off x="7773981" y="5281060"/>
            <a:ext cx="345630" cy="320302"/>
            <a:chOff x="2839" y="3501"/>
            <a:chExt cx="755" cy="803"/>
          </a:xfrm>
        </p:grpSpPr>
        <p:pic>
          <p:nvPicPr>
            <p:cNvPr descr="desktop_computer_stylized_medium" id="3010" name="Google Shape;3010;p15"/>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3011" name="Google Shape;3011;p15"/>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012" name="Google Shape;3012;p15"/>
          <p:cNvGrpSpPr/>
          <p:nvPr/>
        </p:nvGrpSpPr>
        <p:grpSpPr>
          <a:xfrm>
            <a:off x="7439074" y="1859725"/>
            <a:ext cx="4144321" cy="4127477"/>
            <a:chOff x="7439074" y="1859725"/>
            <a:chExt cx="4144321" cy="4127477"/>
          </a:xfrm>
        </p:grpSpPr>
        <p:grpSp>
          <p:nvGrpSpPr>
            <p:cNvPr id="3013" name="Google Shape;3013;p15"/>
            <p:cNvGrpSpPr/>
            <p:nvPr/>
          </p:nvGrpSpPr>
          <p:grpSpPr>
            <a:xfrm>
              <a:off x="7439074" y="1859725"/>
              <a:ext cx="1802647" cy="1120859"/>
              <a:chOff x="7439074" y="1859725"/>
              <a:chExt cx="1802647" cy="1120859"/>
            </a:xfrm>
          </p:grpSpPr>
          <p:pic>
            <p:nvPicPr>
              <p:cNvPr descr="cell_tower_radiation copy" id="3014" name="Google Shape;3014;p15"/>
              <p:cNvPicPr preferRelativeResize="0"/>
              <p:nvPr/>
            </p:nvPicPr>
            <p:blipFill rotWithShape="1">
              <a:blip r:embed="rId15">
                <a:alphaModFix/>
              </a:blip>
              <a:srcRect b="0" l="0" r="0" t="0"/>
              <a:stretch/>
            </p:blipFill>
            <p:spPr>
              <a:xfrm>
                <a:off x="7980866" y="2158167"/>
                <a:ext cx="457200" cy="332766"/>
              </a:xfrm>
              <a:prstGeom prst="rect">
                <a:avLst/>
              </a:prstGeom>
              <a:noFill/>
              <a:ln>
                <a:noFill/>
              </a:ln>
            </p:spPr>
          </p:pic>
          <p:cxnSp>
            <p:nvCxnSpPr>
              <p:cNvPr id="3015" name="Google Shape;3015;p15"/>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3016" name="Google Shape;3016;p15"/>
              <p:cNvGrpSpPr/>
              <p:nvPr/>
            </p:nvGrpSpPr>
            <p:grpSpPr>
              <a:xfrm>
                <a:off x="8050698" y="2309376"/>
                <a:ext cx="298450" cy="464008"/>
                <a:chOff x="3130" y="3288"/>
                <a:chExt cx="410" cy="742"/>
              </a:xfrm>
            </p:grpSpPr>
            <p:cxnSp>
              <p:nvCxnSpPr>
                <p:cNvPr id="3017" name="Google Shape;3017;p15"/>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3018" name="Google Shape;3018;p15"/>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3019" name="Google Shape;3019;p15"/>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3020" name="Google Shape;3020;p15"/>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3021" name="Google Shape;3021;p15"/>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3022" name="Google Shape;3022;p15"/>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3023" name="Google Shape;3023;p15"/>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3024" name="Google Shape;3024;p15"/>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3025" name="Google Shape;3025;p15"/>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3026" name="Google Shape;3026;p15"/>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3027" name="Google Shape;3027;p15"/>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3028" name="Google Shape;3028;p15"/>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3029" name="Google Shape;3029;p15"/>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3030" name="Google Shape;3030;p15"/>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3031" name="Google Shape;3031;p15"/>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grpSp>
            <p:nvGrpSpPr>
              <p:cNvPr id="3032" name="Google Shape;3032;p15"/>
              <p:cNvGrpSpPr/>
              <p:nvPr/>
            </p:nvGrpSpPr>
            <p:grpSpPr>
              <a:xfrm>
                <a:off x="8439827" y="2812309"/>
                <a:ext cx="353678" cy="168275"/>
                <a:chOff x="7493876" y="2774731"/>
                <a:chExt cx="1481958" cy="894622"/>
              </a:xfrm>
            </p:grpSpPr>
            <p:sp>
              <p:nvSpPr>
                <p:cNvPr id="3033" name="Google Shape;3033;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034" name="Google Shape;3034;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035" name="Google Shape;3035;p15"/>
                <p:cNvGrpSpPr/>
                <p:nvPr/>
              </p:nvGrpSpPr>
              <p:grpSpPr>
                <a:xfrm>
                  <a:off x="7713663" y="2848339"/>
                  <a:ext cx="1042107" cy="425543"/>
                  <a:chOff x="7786941" y="2884917"/>
                  <a:chExt cx="897649" cy="353919"/>
                </a:xfrm>
              </p:grpSpPr>
              <p:sp>
                <p:nvSpPr>
                  <p:cNvPr id="3036" name="Google Shape;3036;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37" name="Google Shape;3037;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38" name="Google Shape;3038;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39" name="Google Shape;3039;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antenna_radiation_stylized" id="3040" name="Google Shape;3040;p15"/>
              <p:cNvPicPr preferRelativeResize="0"/>
              <p:nvPr/>
            </p:nvPicPr>
            <p:blipFill rotWithShape="1">
              <a:blip r:embed="rId16">
                <a:alphaModFix/>
              </a:blip>
              <a:srcRect b="0" l="0" r="0" t="0"/>
              <a:stretch/>
            </p:blipFill>
            <p:spPr>
              <a:xfrm>
                <a:off x="7750224" y="1859725"/>
                <a:ext cx="415925" cy="88774"/>
              </a:xfrm>
              <a:prstGeom prst="rect">
                <a:avLst/>
              </a:prstGeom>
              <a:noFill/>
              <a:ln>
                <a:noFill/>
              </a:ln>
            </p:spPr>
          </p:pic>
          <p:pic>
            <p:nvPicPr>
              <p:cNvPr descr="antenna_stylized" id="3041" name="Google Shape;3041;p15"/>
              <p:cNvPicPr preferRelativeResize="0"/>
              <p:nvPr/>
            </p:nvPicPr>
            <p:blipFill rotWithShape="1">
              <a:blip r:embed="rId17">
                <a:alphaModFix/>
              </a:blip>
              <a:srcRect b="0" l="0" r="0" t="0"/>
              <a:stretch/>
            </p:blipFill>
            <p:spPr>
              <a:xfrm>
                <a:off x="7439074" y="2356613"/>
                <a:ext cx="530702" cy="223756"/>
              </a:xfrm>
              <a:prstGeom prst="rect">
                <a:avLst/>
              </a:prstGeom>
              <a:noFill/>
              <a:ln>
                <a:noFill/>
              </a:ln>
            </p:spPr>
          </p:pic>
          <p:pic>
            <p:nvPicPr>
              <p:cNvPr descr="antenna_stylized" id="3042" name="Google Shape;3042;p15"/>
              <p:cNvPicPr preferRelativeResize="0"/>
              <p:nvPr/>
            </p:nvPicPr>
            <p:blipFill rotWithShape="1">
              <a:blip r:embed="rId17">
                <a:alphaModFix/>
              </a:blip>
              <a:srcRect b="0" l="0" r="0" t="0"/>
              <a:stretch/>
            </p:blipFill>
            <p:spPr>
              <a:xfrm>
                <a:off x="8637781" y="2319727"/>
                <a:ext cx="530702" cy="223756"/>
              </a:xfrm>
              <a:prstGeom prst="rect">
                <a:avLst/>
              </a:prstGeom>
              <a:noFill/>
              <a:ln>
                <a:noFill/>
              </a:ln>
            </p:spPr>
          </p:pic>
          <p:pic>
            <p:nvPicPr>
              <p:cNvPr descr="antenna_stylized" id="3043" name="Google Shape;3043;p15"/>
              <p:cNvPicPr preferRelativeResize="0"/>
              <p:nvPr/>
            </p:nvPicPr>
            <p:blipFill rotWithShape="1">
              <a:blip r:embed="rId17">
                <a:alphaModFix/>
              </a:blip>
              <a:srcRect b="0" l="0" r="0" t="0"/>
              <a:stretch/>
            </p:blipFill>
            <p:spPr>
              <a:xfrm>
                <a:off x="8711019" y="2059124"/>
                <a:ext cx="530702" cy="223756"/>
              </a:xfrm>
              <a:prstGeom prst="rect">
                <a:avLst/>
              </a:prstGeom>
              <a:noFill/>
              <a:ln>
                <a:noFill/>
              </a:ln>
            </p:spPr>
          </p:pic>
        </p:grpSp>
        <p:grpSp>
          <p:nvGrpSpPr>
            <p:cNvPr id="3044" name="Google Shape;3044;p15"/>
            <p:cNvGrpSpPr/>
            <p:nvPr/>
          </p:nvGrpSpPr>
          <p:grpSpPr>
            <a:xfrm>
              <a:off x="7493518" y="3325424"/>
              <a:ext cx="911538" cy="843226"/>
              <a:chOff x="7493518" y="3325424"/>
              <a:chExt cx="911538" cy="843226"/>
            </a:xfrm>
          </p:grpSpPr>
          <p:pic>
            <p:nvPicPr>
              <p:cNvPr descr="access_point_stylized_small" id="3045" name="Google Shape;3045;p15"/>
              <p:cNvPicPr preferRelativeResize="0"/>
              <p:nvPr/>
            </p:nvPicPr>
            <p:blipFill rotWithShape="1">
              <a:blip r:embed="rId18">
                <a:alphaModFix/>
              </a:blip>
              <a:srcRect b="0" l="0" r="0" t="0"/>
              <a:stretch/>
            </p:blipFill>
            <p:spPr>
              <a:xfrm>
                <a:off x="7613882" y="3861899"/>
                <a:ext cx="370169" cy="306751"/>
              </a:xfrm>
              <a:prstGeom prst="rect">
                <a:avLst/>
              </a:prstGeom>
              <a:noFill/>
              <a:ln>
                <a:noFill/>
              </a:ln>
            </p:spPr>
          </p:pic>
          <p:grpSp>
            <p:nvGrpSpPr>
              <p:cNvPr id="3046" name="Google Shape;3046;p15"/>
              <p:cNvGrpSpPr/>
              <p:nvPr/>
            </p:nvGrpSpPr>
            <p:grpSpPr>
              <a:xfrm>
                <a:off x="7493518" y="3325424"/>
                <a:ext cx="911538" cy="816238"/>
                <a:chOff x="7493518" y="3325424"/>
                <a:chExt cx="911538" cy="816238"/>
              </a:xfrm>
            </p:grpSpPr>
            <p:cxnSp>
              <p:nvCxnSpPr>
                <p:cNvPr id="3047" name="Google Shape;3047;p15"/>
                <p:cNvCxnSpPr/>
                <p:nvPr/>
              </p:nvCxnSpPr>
              <p:spPr>
                <a:xfrm>
                  <a:off x="8247778" y="3829970"/>
                  <a:ext cx="0" cy="131762"/>
                </a:xfrm>
                <a:prstGeom prst="straightConnector1">
                  <a:avLst/>
                </a:prstGeom>
                <a:noFill/>
                <a:ln cap="flat" cmpd="sng" w="9525">
                  <a:solidFill>
                    <a:schemeClr val="dk1"/>
                  </a:solidFill>
                  <a:prstDash val="solid"/>
                  <a:round/>
                  <a:headEnd len="med" w="med" type="none"/>
                  <a:tailEnd len="med" w="med" type="none"/>
                </a:ln>
              </p:spPr>
            </p:cxnSp>
            <p:cxnSp>
              <p:nvCxnSpPr>
                <p:cNvPr id="3048" name="Google Shape;3048;p15"/>
                <p:cNvCxnSpPr/>
                <p:nvPr/>
              </p:nvCxnSpPr>
              <p:spPr>
                <a:xfrm flipH="1" rot="10800000">
                  <a:off x="7857253" y="4041107"/>
                  <a:ext cx="168275" cy="3175"/>
                </a:xfrm>
                <a:prstGeom prst="straightConnector1">
                  <a:avLst/>
                </a:prstGeom>
                <a:noFill/>
                <a:ln cap="flat" cmpd="sng" w="9525">
                  <a:solidFill>
                    <a:schemeClr val="dk1"/>
                  </a:solidFill>
                  <a:prstDash val="solid"/>
                  <a:round/>
                  <a:headEnd len="med" w="med" type="none"/>
                  <a:tailEnd len="med" w="med" type="none"/>
                </a:ln>
              </p:spPr>
            </p:cxnSp>
            <p:pic>
              <p:nvPicPr>
                <p:cNvPr descr="antenna_radiation_stylized" id="3049" name="Google Shape;3049;p15"/>
                <p:cNvPicPr preferRelativeResize="0"/>
                <p:nvPr/>
              </p:nvPicPr>
              <p:blipFill rotWithShape="1">
                <a:blip r:embed="rId19">
                  <a:alphaModFix/>
                </a:blip>
                <a:srcRect b="0" l="0" r="0" t="0"/>
                <a:stretch/>
              </p:blipFill>
              <p:spPr>
                <a:xfrm>
                  <a:off x="7562238" y="3813930"/>
                  <a:ext cx="506412" cy="106009"/>
                </a:xfrm>
                <a:prstGeom prst="rect">
                  <a:avLst/>
                </a:prstGeom>
                <a:noFill/>
                <a:ln>
                  <a:noFill/>
                </a:ln>
              </p:spPr>
            </p:pic>
            <p:grpSp>
              <p:nvGrpSpPr>
                <p:cNvPr id="3050" name="Google Shape;3050;p15"/>
                <p:cNvGrpSpPr/>
                <p:nvPr/>
              </p:nvGrpSpPr>
              <p:grpSpPr>
                <a:xfrm>
                  <a:off x="8050070" y="3965994"/>
                  <a:ext cx="354986" cy="175668"/>
                  <a:chOff x="7493876" y="2774731"/>
                  <a:chExt cx="1481958" cy="894622"/>
                </a:xfrm>
              </p:grpSpPr>
              <p:sp>
                <p:nvSpPr>
                  <p:cNvPr id="3051" name="Google Shape;3051;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052" name="Google Shape;3052;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053" name="Google Shape;3053;p15"/>
                  <p:cNvGrpSpPr/>
                  <p:nvPr/>
                </p:nvGrpSpPr>
                <p:grpSpPr>
                  <a:xfrm>
                    <a:off x="7713663" y="2848339"/>
                    <a:ext cx="1042107" cy="425543"/>
                    <a:chOff x="7786941" y="2884917"/>
                    <a:chExt cx="897649" cy="353919"/>
                  </a:xfrm>
                </p:grpSpPr>
                <p:sp>
                  <p:nvSpPr>
                    <p:cNvPr id="3054" name="Google Shape;3054;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5" name="Google Shape;3055;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6" name="Google Shape;3056;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7" name="Google Shape;3057;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antenna_stylized" id="3058" name="Google Shape;3058;p15"/>
                <p:cNvPicPr preferRelativeResize="0"/>
                <p:nvPr/>
              </p:nvPicPr>
              <p:blipFill rotWithShape="1">
                <a:blip r:embed="rId20">
                  <a:alphaModFix/>
                </a:blip>
                <a:srcRect b="0" l="0" r="0" t="0"/>
                <a:stretch/>
              </p:blipFill>
              <p:spPr>
                <a:xfrm>
                  <a:off x="7493518" y="3419140"/>
                  <a:ext cx="347997" cy="167557"/>
                </a:xfrm>
                <a:prstGeom prst="rect">
                  <a:avLst/>
                </a:prstGeom>
                <a:noFill/>
                <a:ln>
                  <a:noFill/>
                </a:ln>
              </p:spPr>
            </p:pic>
            <p:pic>
              <p:nvPicPr>
                <p:cNvPr descr="antenna_stylized" id="3059" name="Google Shape;3059;p15"/>
                <p:cNvPicPr preferRelativeResize="0"/>
                <p:nvPr/>
              </p:nvPicPr>
              <p:blipFill rotWithShape="1">
                <a:blip r:embed="rId20">
                  <a:alphaModFix/>
                </a:blip>
                <a:srcRect b="0" l="0" r="0" t="0"/>
                <a:stretch/>
              </p:blipFill>
              <p:spPr>
                <a:xfrm>
                  <a:off x="7803435" y="3325424"/>
                  <a:ext cx="347997" cy="167557"/>
                </a:xfrm>
                <a:prstGeom prst="rect">
                  <a:avLst/>
                </a:prstGeom>
                <a:noFill/>
                <a:ln>
                  <a:noFill/>
                </a:ln>
              </p:spPr>
            </p:pic>
          </p:grpSp>
        </p:grpSp>
        <p:grpSp>
          <p:nvGrpSpPr>
            <p:cNvPr id="3060" name="Google Shape;3060;p15"/>
            <p:cNvGrpSpPr/>
            <p:nvPr/>
          </p:nvGrpSpPr>
          <p:grpSpPr>
            <a:xfrm>
              <a:off x="10884085" y="3428485"/>
              <a:ext cx="604586" cy="405973"/>
              <a:chOff x="10884085" y="3428485"/>
              <a:chExt cx="604586" cy="405973"/>
            </a:xfrm>
          </p:grpSpPr>
          <p:grpSp>
            <p:nvGrpSpPr>
              <p:cNvPr id="3061" name="Google Shape;3061;p15"/>
              <p:cNvGrpSpPr/>
              <p:nvPr/>
            </p:nvGrpSpPr>
            <p:grpSpPr>
              <a:xfrm>
                <a:off x="10884085" y="3601365"/>
                <a:ext cx="170989" cy="97052"/>
                <a:chOff x="7493876" y="2774731"/>
                <a:chExt cx="1481958" cy="894622"/>
              </a:xfrm>
            </p:grpSpPr>
            <p:sp>
              <p:nvSpPr>
                <p:cNvPr id="3062" name="Google Shape;3062;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063" name="Google Shape;3063;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064" name="Google Shape;3064;p15"/>
                <p:cNvGrpSpPr/>
                <p:nvPr/>
              </p:nvGrpSpPr>
              <p:grpSpPr>
                <a:xfrm>
                  <a:off x="7713663" y="2848339"/>
                  <a:ext cx="1042107" cy="425543"/>
                  <a:chOff x="7786941" y="2884917"/>
                  <a:chExt cx="897649" cy="353919"/>
                </a:xfrm>
              </p:grpSpPr>
              <p:sp>
                <p:nvSpPr>
                  <p:cNvPr id="3065" name="Google Shape;3065;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6" name="Google Shape;3066;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7" name="Google Shape;3067;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68" name="Google Shape;3068;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069" name="Google Shape;3069;p15"/>
              <p:cNvGrpSpPr/>
              <p:nvPr/>
            </p:nvGrpSpPr>
            <p:grpSpPr>
              <a:xfrm>
                <a:off x="11064947" y="3428485"/>
                <a:ext cx="423724" cy="405973"/>
                <a:chOff x="5103720" y="2693365"/>
                <a:chExt cx="611650" cy="414788"/>
              </a:xfrm>
            </p:grpSpPr>
            <p:cxnSp>
              <p:nvCxnSpPr>
                <p:cNvPr id="3070" name="Google Shape;3070;p15"/>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071" name="Google Shape;3071;p15"/>
                <p:cNvGrpSpPr/>
                <p:nvPr/>
              </p:nvGrpSpPr>
              <p:grpSpPr>
                <a:xfrm>
                  <a:off x="5275406" y="2693365"/>
                  <a:ext cx="439964" cy="414788"/>
                  <a:chOff x="5275406" y="2711455"/>
                  <a:chExt cx="452949" cy="405518"/>
                </a:xfrm>
              </p:grpSpPr>
              <p:pic>
                <p:nvPicPr>
                  <p:cNvPr descr="server_rack.png" id="3072" name="Google Shape;3072;p15"/>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3073" name="Google Shape;3073;p15"/>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3074" name="Google Shape;3074;p15"/>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grpSp>
          <p:nvGrpSpPr>
            <p:cNvPr id="3075" name="Google Shape;3075;p15"/>
            <p:cNvGrpSpPr/>
            <p:nvPr/>
          </p:nvGrpSpPr>
          <p:grpSpPr>
            <a:xfrm>
              <a:off x="7975881" y="4741266"/>
              <a:ext cx="2318709" cy="1245936"/>
              <a:chOff x="7948367" y="4775686"/>
              <a:chExt cx="2318709" cy="1245936"/>
            </a:xfrm>
          </p:grpSpPr>
          <p:cxnSp>
            <p:nvCxnSpPr>
              <p:cNvPr id="3076" name="Google Shape;3076;p15"/>
              <p:cNvCxnSpPr/>
              <p:nvPr/>
            </p:nvCxnSpPr>
            <p:spPr>
              <a:xfrm flipH="1" rot="5400000">
                <a:off x="9789609" y="5251739"/>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3077" name="Google Shape;3077;p15"/>
              <p:cNvCxnSpPr/>
              <p:nvPr/>
            </p:nvCxnSpPr>
            <p:spPr>
              <a:xfrm>
                <a:off x="8210207" y="5117334"/>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3078" name="Google Shape;3078;p15"/>
              <p:cNvCxnSpPr/>
              <p:nvPr/>
            </p:nvCxnSpPr>
            <p:spPr>
              <a:xfrm flipH="1" rot="10800000">
                <a:off x="8459425" y="5036562"/>
                <a:ext cx="404236" cy="207771"/>
              </a:xfrm>
              <a:prstGeom prst="straightConnector1">
                <a:avLst/>
              </a:prstGeom>
              <a:noFill/>
              <a:ln cap="flat" cmpd="sng" w="9525">
                <a:solidFill>
                  <a:schemeClr val="dk1"/>
                </a:solidFill>
                <a:prstDash val="solid"/>
                <a:round/>
                <a:headEnd len="med" w="med" type="none"/>
                <a:tailEnd len="med" w="med" type="none"/>
              </a:ln>
            </p:spPr>
          </p:cxnSp>
          <p:grpSp>
            <p:nvGrpSpPr>
              <p:cNvPr id="3079" name="Google Shape;3079;p15"/>
              <p:cNvGrpSpPr/>
              <p:nvPr/>
            </p:nvGrpSpPr>
            <p:grpSpPr>
              <a:xfrm>
                <a:off x="7948367" y="4775686"/>
                <a:ext cx="2318709" cy="1245936"/>
                <a:chOff x="7948367" y="4775686"/>
                <a:chExt cx="2318709" cy="1245936"/>
              </a:xfrm>
            </p:grpSpPr>
            <p:cxnSp>
              <p:nvCxnSpPr>
                <p:cNvPr id="3080" name="Google Shape;3080;p15"/>
                <p:cNvCxnSpPr/>
                <p:nvPr/>
              </p:nvCxnSpPr>
              <p:spPr>
                <a:xfrm rot="10800000">
                  <a:off x="10209926" y="5405286"/>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3081" name="Google Shape;3081;p15"/>
                <p:cNvCxnSpPr/>
                <p:nvPr/>
              </p:nvCxnSpPr>
              <p:spPr>
                <a:xfrm>
                  <a:off x="9432959" y="4838517"/>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3082" name="Google Shape;3082;p15"/>
                <p:cNvCxnSpPr/>
                <p:nvPr/>
              </p:nvCxnSpPr>
              <p:spPr>
                <a:xfrm flipH="1" rot="10800000">
                  <a:off x="8850066" y="4838517"/>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3083" name="Google Shape;3083;p15"/>
                <p:cNvCxnSpPr/>
                <p:nvPr/>
              </p:nvCxnSpPr>
              <p:spPr>
                <a:xfrm>
                  <a:off x="8821744" y="5108876"/>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3084" name="Google Shape;3084;p15"/>
                <p:cNvCxnSpPr/>
                <p:nvPr/>
              </p:nvCxnSpPr>
              <p:spPr>
                <a:xfrm flipH="1" rot="10800000">
                  <a:off x="7948367" y="5290470"/>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3085" name="Google Shape;3085;p15"/>
                <p:cNvCxnSpPr/>
                <p:nvPr/>
              </p:nvCxnSpPr>
              <p:spPr>
                <a:xfrm flipH="1">
                  <a:off x="8373817" y="5282252"/>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3086" name="Google Shape;3086;p15"/>
                <p:cNvCxnSpPr/>
                <p:nvPr/>
              </p:nvCxnSpPr>
              <p:spPr>
                <a:xfrm rot="10800000">
                  <a:off x="8488731" y="5307931"/>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3087" name="Google Shape;3087;p15"/>
                <p:cNvCxnSpPr/>
                <p:nvPr/>
              </p:nvCxnSpPr>
              <p:spPr>
                <a:xfrm>
                  <a:off x="8488731" y="5258048"/>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3088" name="Google Shape;3088;p15"/>
                <p:cNvCxnSpPr/>
                <p:nvPr/>
              </p:nvCxnSpPr>
              <p:spPr>
                <a:xfrm flipH="1" rot="5400000">
                  <a:off x="9885545" y="5583471"/>
                  <a:ext cx="366793" cy="1482"/>
                </a:xfrm>
                <a:prstGeom prst="straightConnector1">
                  <a:avLst/>
                </a:prstGeom>
                <a:noFill/>
                <a:ln cap="flat" cmpd="sng" w="12700">
                  <a:solidFill>
                    <a:schemeClr val="dk1"/>
                  </a:solidFill>
                  <a:prstDash val="solid"/>
                  <a:round/>
                  <a:headEnd len="med" w="med" type="none"/>
                  <a:tailEnd len="med" w="med" type="none"/>
                </a:ln>
              </p:spPr>
            </p:cxnSp>
            <p:pic>
              <p:nvPicPr>
                <p:cNvPr descr="antenna_radiation_stylized" id="3089" name="Google Shape;3089;p15"/>
                <p:cNvPicPr preferRelativeResize="0"/>
                <p:nvPr/>
              </p:nvPicPr>
              <p:blipFill rotWithShape="1">
                <a:blip r:embed="rId22">
                  <a:alphaModFix/>
                </a:blip>
                <a:srcRect b="0" l="0" r="0" t="0"/>
                <a:stretch/>
              </p:blipFill>
              <p:spPr>
                <a:xfrm>
                  <a:off x="9242073" y="5480938"/>
                  <a:ext cx="452014" cy="95159"/>
                </a:xfrm>
                <a:prstGeom prst="rect">
                  <a:avLst/>
                </a:prstGeom>
                <a:noFill/>
                <a:ln>
                  <a:noFill/>
                </a:ln>
              </p:spPr>
            </p:pic>
            <p:pic>
              <p:nvPicPr>
                <p:cNvPr descr="access_point_stylized_small" id="3090" name="Google Shape;3090;p15"/>
                <p:cNvPicPr preferRelativeResize="0"/>
                <p:nvPr/>
              </p:nvPicPr>
              <p:blipFill rotWithShape="1">
                <a:blip r:embed="rId18">
                  <a:alphaModFix/>
                </a:blip>
                <a:srcRect b="0" l="0" r="0" t="0"/>
                <a:stretch/>
              </p:blipFill>
              <p:spPr>
                <a:xfrm>
                  <a:off x="9290610" y="5524232"/>
                  <a:ext cx="380935" cy="317464"/>
                </a:xfrm>
                <a:prstGeom prst="rect">
                  <a:avLst/>
                </a:prstGeom>
                <a:noFill/>
                <a:ln>
                  <a:noFill/>
                </a:ln>
              </p:spPr>
            </p:pic>
            <p:grpSp>
              <p:nvGrpSpPr>
                <p:cNvPr id="3091" name="Google Shape;3091;p15"/>
                <p:cNvGrpSpPr/>
                <p:nvPr/>
              </p:nvGrpSpPr>
              <p:grpSpPr>
                <a:xfrm>
                  <a:off x="9783558" y="4989983"/>
                  <a:ext cx="393760" cy="218578"/>
                  <a:chOff x="7493876" y="2774731"/>
                  <a:chExt cx="1481958" cy="894622"/>
                </a:xfrm>
              </p:grpSpPr>
              <p:sp>
                <p:nvSpPr>
                  <p:cNvPr id="3092" name="Google Shape;3092;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093" name="Google Shape;3093;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094" name="Google Shape;3094;p15"/>
                  <p:cNvGrpSpPr/>
                  <p:nvPr/>
                </p:nvGrpSpPr>
                <p:grpSpPr>
                  <a:xfrm>
                    <a:off x="7713663" y="2848339"/>
                    <a:ext cx="1042107" cy="425543"/>
                    <a:chOff x="7786941" y="2884917"/>
                    <a:chExt cx="897649" cy="353919"/>
                  </a:xfrm>
                </p:grpSpPr>
                <p:sp>
                  <p:nvSpPr>
                    <p:cNvPr id="3095" name="Google Shape;3095;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96" name="Google Shape;3096;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97" name="Google Shape;3097;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98" name="Google Shape;3098;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099" name="Google Shape;3099;p15"/>
                <p:cNvGrpSpPr/>
                <p:nvPr/>
              </p:nvGrpSpPr>
              <p:grpSpPr>
                <a:xfrm>
                  <a:off x="9849365" y="5339037"/>
                  <a:ext cx="309740" cy="190838"/>
                  <a:chOff x="3668110" y="2448910"/>
                  <a:chExt cx="3794234" cy="2165130"/>
                </a:xfrm>
              </p:grpSpPr>
              <p:sp>
                <p:nvSpPr>
                  <p:cNvPr id="3100" name="Google Shape;3100;p1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01" name="Google Shape;3101;p1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102" name="Google Shape;3102;p15"/>
                  <p:cNvGrpSpPr/>
                  <p:nvPr/>
                </p:nvGrpSpPr>
                <p:grpSpPr>
                  <a:xfrm>
                    <a:off x="3941378" y="2603243"/>
                    <a:ext cx="3202061" cy="1066110"/>
                    <a:chOff x="7939341" y="3037317"/>
                    <a:chExt cx="897649" cy="353919"/>
                  </a:xfrm>
                </p:grpSpPr>
                <p:sp>
                  <p:nvSpPr>
                    <p:cNvPr id="3103" name="Google Shape;3103;p1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04" name="Google Shape;3104;p1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05" name="Google Shape;3105;p1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06" name="Google Shape;3106;p1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107" name="Google Shape;3107;p15"/>
                <p:cNvGrpSpPr/>
                <p:nvPr/>
              </p:nvGrpSpPr>
              <p:grpSpPr>
                <a:xfrm>
                  <a:off x="8676619" y="4967420"/>
                  <a:ext cx="393760" cy="218578"/>
                  <a:chOff x="7493876" y="2774731"/>
                  <a:chExt cx="1481958" cy="894622"/>
                </a:xfrm>
              </p:grpSpPr>
              <p:sp>
                <p:nvSpPr>
                  <p:cNvPr id="3108" name="Google Shape;3108;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109" name="Google Shape;3109;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110" name="Google Shape;3110;p15"/>
                  <p:cNvGrpSpPr/>
                  <p:nvPr/>
                </p:nvGrpSpPr>
                <p:grpSpPr>
                  <a:xfrm>
                    <a:off x="7713663" y="2848339"/>
                    <a:ext cx="1042107" cy="425543"/>
                    <a:chOff x="7786941" y="2884917"/>
                    <a:chExt cx="897649" cy="353919"/>
                  </a:xfrm>
                </p:grpSpPr>
                <p:sp>
                  <p:nvSpPr>
                    <p:cNvPr id="3111" name="Google Shape;3111;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12" name="Google Shape;3112;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13" name="Google Shape;3113;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14" name="Google Shape;3114;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115" name="Google Shape;3115;p15"/>
                <p:cNvGrpSpPr/>
                <p:nvPr/>
              </p:nvGrpSpPr>
              <p:grpSpPr>
                <a:xfrm>
                  <a:off x="8311520" y="5194433"/>
                  <a:ext cx="309740" cy="190838"/>
                  <a:chOff x="3668110" y="2448910"/>
                  <a:chExt cx="3794234" cy="2165130"/>
                </a:xfrm>
              </p:grpSpPr>
              <p:sp>
                <p:nvSpPr>
                  <p:cNvPr id="3116" name="Google Shape;3116;p15"/>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17" name="Google Shape;3117;p15"/>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118" name="Google Shape;3118;p15"/>
                  <p:cNvGrpSpPr/>
                  <p:nvPr/>
                </p:nvGrpSpPr>
                <p:grpSpPr>
                  <a:xfrm>
                    <a:off x="3941378" y="2603243"/>
                    <a:ext cx="3202061" cy="1066110"/>
                    <a:chOff x="7939341" y="3037317"/>
                    <a:chExt cx="897649" cy="353919"/>
                  </a:xfrm>
                </p:grpSpPr>
                <p:sp>
                  <p:nvSpPr>
                    <p:cNvPr id="3119" name="Google Shape;3119;p15"/>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20" name="Google Shape;3120;p15"/>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21" name="Google Shape;3121;p15"/>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22" name="Google Shape;3122;p15"/>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123" name="Google Shape;3123;p15"/>
                <p:cNvGrpSpPr/>
                <p:nvPr/>
              </p:nvGrpSpPr>
              <p:grpSpPr>
                <a:xfrm>
                  <a:off x="9247893" y="4775686"/>
                  <a:ext cx="393760" cy="218578"/>
                  <a:chOff x="7493876" y="2774731"/>
                  <a:chExt cx="1481958" cy="894622"/>
                </a:xfrm>
              </p:grpSpPr>
              <p:sp>
                <p:nvSpPr>
                  <p:cNvPr id="3124" name="Google Shape;3124;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125" name="Google Shape;3125;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126" name="Google Shape;3126;p15"/>
                  <p:cNvGrpSpPr/>
                  <p:nvPr/>
                </p:nvGrpSpPr>
                <p:grpSpPr>
                  <a:xfrm>
                    <a:off x="7713663" y="2848339"/>
                    <a:ext cx="1042107" cy="425543"/>
                    <a:chOff x="7786941" y="2884917"/>
                    <a:chExt cx="897649" cy="353919"/>
                  </a:xfrm>
                </p:grpSpPr>
                <p:sp>
                  <p:nvSpPr>
                    <p:cNvPr id="3127" name="Google Shape;3127;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28" name="Google Shape;3128;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29" name="Google Shape;3129;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30" name="Google Shape;3130;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antenna_stylized" id="3131" name="Google Shape;3131;p15"/>
                <p:cNvPicPr preferRelativeResize="0"/>
                <p:nvPr/>
              </p:nvPicPr>
              <p:blipFill rotWithShape="1">
                <a:blip r:embed="rId23">
                  <a:alphaModFix/>
                </a:blip>
                <a:srcRect b="0" l="0" r="0" t="0"/>
                <a:stretch/>
              </p:blipFill>
              <p:spPr>
                <a:xfrm>
                  <a:off x="9201681" y="5852809"/>
                  <a:ext cx="307702" cy="168813"/>
                </a:xfrm>
                <a:prstGeom prst="rect">
                  <a:avLst/>
                </a:prstGeom>
                <a:noFill/>
                <a:ln>
                  <a:noFill/>
                </a:ln>
              </p:spPr>
            </p:pic>
            <p:pic>
              <p:nvPicPr>
                <p:cNvPr descr="antenna_stylized" id="3132" name="Google Shape;3132;p15"/>
                <p:cNvPicPr preferRelativeResize="0"/>
                <p:nvPr/>
              </p:nvPicPr>
              <p:blipFill rotWithShape="1">
                <a:blip r:embed="rId23">
                  <a:alphaModFix/>
                </a:blip>
                <a:srcRect b="0" l="0" r="0" t="0"/>
                <a:stretch/>
              </p:blipFill>
              <p:spPr>
                <a:xfrm>
                  <a:off x="9534746" y="5795138"/>
                  <a:ext cx="316707" cy="138962"/>
                </a:xfrm>
                <a:prstGeom prst="rect">
                  <a:avLst/>
                </a:prstGeom>
                <a:noFill/>
                <a:ln>
                  <a:noFill/>
                </a:ln>
              </p:spPr>
            </p:pic>
          </p:grpSp>
        </p:grpSp>
        <p:grpSp>
          <p:nvGrpSpPr>
            <p:cNvPr id="3133" name="Google Shape;3133;p15"/>
            <p:cNvGrpSpPr/>
            <p:nvPr/>
          </p:nvGrpSpPr>
          <p:grpSpPr>
            <a:xfrm>
              <a:off x="10925982" y="4188911"/>
              <a:ext cx="657413" cy="451816"/>
              <a:chOff x="10925982" y="4188911"/>
              <a:chExt cx="657413" cy="451816"/>
            </a:xfrm>
          </p:grpSpPr>
          <p:grpSp>
            <p:nvGrpSpPr>
              <p:cNvPr id="3134" name="Google Shape;3134;p15"/>
              <p:cNvGrpSpPr/>
              <p:nvPr/>
            </p:nvGrpSpPr>
            <p:grpSpPr>
              <a:xfrm>
                <a:off x="11093556" y="4188911"/>
                <a:ext cx="489839" cy="451816"/>
                <a:chOff x="5103720" y="2693365"/>
                <a:chExt cx="611650" cy="414788"/>
              </a:xfrm>
            </p:grpSpPr>
            <p:cxnSp>
              <p:nvCxnSpPr>
                <p:cNvPr id="3135" name="Google Shape;3135;p15"/>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136" name="Google Shape;3136;p15"/>
                <p:cNvGrpSpPr/>
                <p:nvPr/>
              </p:nvGrpSpPr>
              <p:grpSpPr>
                <a:xfrm>
                  <a:off x="5275406" y="2693365"/>
                  <a:ext cx="439964" cy="414788"/>
                  <a:chOff x="5275406" y="2711455"/>
                  <a:chExt cx="452949" cy="405518"/>
                </a:xfrm>
              </p:grpSpPr>
              <p:pic>
                <p:nvPicPr>
                  <p:cNvPr descr="server_rack.png" id="3137" name="Google Shape;3137;p15"/>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3138" name="Google Shape;3138;p15"/>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3139" name="Google Shape;3139;p15"/>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nvGrpSpPr>
              <p:cNvPr id="3140" name="Google Shape;3140;p15"/>
              <p:cNvGrpSpPr/>
              <p:nvPr/>
            </p:nvGrpSpPr>
            <p:grpSpPr>
              <a:xfrm>
                <a:off x="10925982" y="4369125"/>
                <a:ext cx="228295" cy="120400"/>
                <a:chOff x="7493876" y="2774731"/>
                <a:chExt cx="1481958" cy="894622"/>
              </a:xfrm>
            </p:grpSpPr>
            <p:sp>
              <p:nvSpPr>
                <p:cNvPr id="3141" name="Google Shape;3141;p1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142" name="Google Shape;3142;p1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143" name="Google Shape;3143;p15"/>
                <p:cNvGrpSpPr/>
                <p:nvPr/>
              </p:nvGrpSpPr>
              <p:grpSpPr>
                <a:xfrm>
                  <a:off x="7713663" y="2848339"/>
                  <a:ext cx="1042107" cy="425543"/>
                  <a:chOff x="7786941" y="2884917"/>
                  <a:chExt cx="897649" cy="353919"/>
                </a:xfrm>
              </p:grpSpPr>
              <p:sp>
                <p:nvSpPr>
                  <p:cNvPr id="3144" name="Google Shape;3144;p1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5" name="Google Shape;3145;p1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6" name="Google Shape;3146;p1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7" name="Google Shape;3147;p1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grpSp>
        <p:nvGrpSpPr>
          <p:cNvPr id="3148" name="Google Shape;3148;p15"/>
          <p:cNvGrpSpPr/>
          <p:nvPr/>
        </p:nvGrpSpPr>
        <p:grpSpPr>
          <a:xfrm>
            <a:off x="8694912" y="1702617"/>
            <a:ext cx="2658888" cy="2831440"/>
            <a:chOff x="17449127" y="2067553"/>
            <a:chExt cx="2658888" cy="2831440"/>
          </a:xfrm>
        </p:grpSpPr>
        <p:sp>
          <p:nvSpPr>
            <p:cNvPr id="3149" name="Google Shape;3149;p15"/>
            <p:cNvSpPr/>
            <p:nvPr/>
          </p:nvSpPr>
          <p:spPr>
            <a:xfrm>
              <a:off x="18054808" y="2067553"/>
              <a:ext cx="2053207" cy="1399514"/>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50" name="Google Shape;3150;p15"/>
            <p:cNvSpPr/>
            <p:nvPr/>
          </p:nvSpPr>
          <p:spPr>
            <a:xfrm>
              <a:off x="17449127" y="3391110"/>
              <a:ext cx="2173774" cy="1507883"/>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151" name="Google Shape;3151;p15"/>
          <p:cNvSpPr/>
          <p:nvPr/>
        </p:nvSpPr>
        <p:spPr>
          <a:xfrm>
            <a:off x="807652" y="1884278"/>
            <a:ext cx="5787853" cy="2921876"/>
          </a:xfrm>
          <a:prstGeom prst="rect">
            <a:avLst/>
          </a:prstGeom>
          <a:solidFill>
            <a:schemeClr val="lt1">
              <a:alpha val="7294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52" name="Google Shape;3152;p15"/>
          <p:cNvSpPr/>
          <p:nvPr/>
        </p:nvSpPr>
        <p:spPr>
          <a:xfrm>
            <a:off x="7157545" y="1523999"/>
            <a:ext cx="4550979" cy="4897821"/>
          </a:xfrm>
          <a:custGeom>
            <a:rect b="b" l="l" r="r" t="t"/>
            <a:pathLst>
              <a:path extrusionOk="0" h="4897821" w="4550979">
                <a:moveTo>
                  <a:pt x="21020" y="178677"/>
                </a:moveTo>
                <a:cubicBezTo>
                  <a:pt x="1030013" y="42043"/>
                  <a:pt x="1453930" y="54304"/>
                  <a:pt x="2270234" y="0"/>
                </a:cubicBezTo>
                <a:cubicBezTo>
                  <a:pt x="2291255" y="476469"/>
                  <a:pt x="1902372" y="963447"/>
                  <a:pt x="2333296" y="1429406"/>
                </a:cubicBezTo>
                <a:lnTo>
                  <a:pt x="1587062" y="1881352"/>
                </a:lnTo>
                <a:lnTo>
                  <a:pt x="1450427" y="2427889"/>
                </a:lnTo>
                <a:cubicBezTo>
                  <a:pt x="1681655" y="2998951"/>
                  <a:pt x="2312276" y="3139089"/>
                  <a:pt x="3026979" y="3048000"/>
                </a:cubicBezTo>
                <a:lnTo>
                  <a:pt x="3499945" y="2827283"/>
                </a:lnTo>
                <a:lnTo>
                  <a:pt x="3699641" y="2554013"/>
                </a:lnTo>
                <a:lnTo>
                  <a:pt x="3720662" y="2217683"/>
                </a:lnTo>
                <a:lnTo>
                  <a:pt x="3678621" y="2017986"/>
                </a:lnTo>
                <a:lnTo>
                  <a:pt x="3584027" y="1839310"/>
                </a:lnTo>
                <a:lnTo>
                  <a:pt x="3342289" y="1681655"/>
                </a:lnTo>
                <a:lnTo>
                  <a:pt x="4393324" y="1545021"/>
                </a:lnTo>
                <a:lnTo>
                  <a:pt x="4550979" y="2879834"/>
                </a:lnTo>
                <a:lnTo>
                  <a:pt x="4403834" y="4519448"/>
                </a:lnTo>
                <a:lnTo>
                  <a:pt x="3394841" y="4897821"/>
                </a:lnTo>
                <a:lnTo>
                  <a:pt x="0" y="4855779"/>
                </a:lnTo>
                <a:cubicBezTo>
                  <a:pt x="7007" y="3296745"/>
                  <a:pt x="14013" y="1737711"/>
                  <a:pt x="21020" y="178677"/>
                </a:cubicBezTo>
                <a:close/>
              </a:path>
            </a:pathLst>
          </a:custGeom>
          <a:solidFill>
            <a:schemeClr val="lt1">
              <a:alpha val="7098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6" name="Shape 3156"/>
        <p:cNvGrpSpPr/>
        <p:nvPr/>
      </p:nvGrpSpPr>
      <p:grpSpPr>
        <a:xfrm>
          <a:off x="0" y="0"/>
          <a:ext cx="0" cy="0"/>
          <a:chOff x="0" y="0"/>
          <a:chExt cx="0" cy="0"/>
        </a:xfrm>
      </p:grpSpPr>
      <p:sp>
        <p:nvSpPr>
          <p:cNvPr id="3157" name="Google Shape;3157;p16"/>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8" name="Google Shape;3158;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id="3159" name="Google Shape;3159;p16"/>
          <p:cNvPicPr preferRelativeResize="0"/>
          <p:nvPr/>
        </p:nvPicPr>
        <p:blipFill rotWithShape="1">
          <a:blip r:embed="rId3">
            <a:alphaModFix/>
          </a:blip>
          <a:srcRect b="0" l="0" r="0" t="0"/>
          <a:stretch/>
        </p:blipFill>
        <p:spPr>
          <a:xfrm>
            <a:off x="3792539" y="404813"/>
            <a:ext cx="4879975" cy="5822950"/>
          </a:xfrm>
          <a:prstGeom prst="rect">
            <a:avLst/>
          </a:prstGeom>
          <a:noFill/>
          <a:ln>
            <a:noFill/>
          </a:ln>
        </p:spPr>
      </p:pic>
      <p:sp>
        <p:nvSpPr>
          <p:cNvPr id="3160" name="Google Shape;3160;p16"/>
          <p:cNvSpPr/>
          <p:nvPr/>
        </p:nvSpPr>
        <p:spPr>
          <a:xfrm>
            <a:off x="1847850" y="188914"/>
            <a:ext cx="210487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Noto Sans Symbols"/>
              <a:buNone/>
            </a:pPr>
            <a:r>
              <a:rPr b="1" i="1" lang="en-US" sz="2400">
                <a:solidFill>
                  <a:srgbClr val="C00000"/>
                </a:solidFill>
                <a:latin typeface="Arial"/>
                <a:ea typeface="Arial"/>
                <a:cs typeface="Arial"/>
                <a:sym typeface="Arial"/>
              </a:rPr>
              <a:t>A closer look</a:t>
            </a:r>
            <a:endParaRPr b="1" sz="2400">
              <a:solidFill>
                <a:srgbClr val="C00000"/>
              </a:solidFill>
              <a:latin typeface="Arial"/>
              <a:ea typeface="Arial"/>
              <a:cs typeface="Arial"/>
              <a:sym typeface="Arial"/>
            </a:endParaRPr>
          </a:p>
        </p:txBody>
      </p:sp>
      <p:sp>
        <p:nvSpPr>
          <p:cNvPr id="3161" name="Google Shape;3161;p16"/>
          <p:cNvSpPr/>
          <p:nvPr/>
        </p:nvSpPr>
        <p:spPr>
          <a:xfrm>
            <a:off x="2279650" y="684214"/>
            <a:ext cx="1512888" cy="719137"/>
          </a:xfrm>
          <a:prstGeom prst="wedgeRoundRectCallout">
            <a:avLst>
              <a:gd fmla="val 82321" name="adj1"/>
              <a:gd fmla="val 15192" name="adj2"/>
              <a:gd fmla="val 16667" name="adj3"/>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Calibri"/>
                <a:ea typeface="Calibri"/>
                <a:cs typeface="Calibri"/>
                <a:sym typeface="Calibri"/>
              </a:rPr>
              <a:t>Network edge</a:t>
            </a:r>
            <a:endParaRPr b="1" sz="2000">
              <a:solidFill>
                <a:schemeClr val="lt1"/>
              </a:solidFill>
              <a:latin typeface="Calibri"/>
              <a:ea typeface="Calibri"/>
              <a:cs typeface="Calibri"/>
              <a:sym typeface="Calibri"/>
            </a:endParaRPr>
          </a:p>
        </p:txBody>
      </p:sp>
      <p:sp>
        <p:nvSpPr>
          <p:cNvPr id="3162" name="Google Shape;3162;p16"/>
          <p:cNvSpPr/>
          <p:nvPr/>
        </p:nvSpPr>
        <p:spPr>
          <a:xfrm>
            <a:off x="7319963" y="333375"/>
            <a:ext cx="2089150" cy="719138"/>
          </a:xfrm>
          <a:prstGeom prst="wedgeRoundRectCallout">
            <a:avLst>
              <a:gd fmla="val -22427" name="adj1"/>
              <a:gd fmla="val 119769" name="adj2"/>
              <a:gd fmla="val 16667" name="adj3"/>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Calibri"/>
                <a:ea typeface="Calibri"/>
                <a:cs typeface="Calibri"/>
                <a:sym typeface="Calibri"/>
              </a:rPr>
              <a:t>Media: Wired/wireless</a:t>
            </a:r>
            <a:endParaRPr b="1" sz="2000">
              <a:solidFill>
                <a:schemeClr val="lt1"/>
              </a:solidFill>
              <a:latin typeface="Calibri"/>
              <a:ea typeface="Calibri"/>
              <a:cs typeface="Calibri"/>
              <a:sym typeface="Calibri"/>
            </a:endParaRPr>
          </a:p>
        </p:txBody>
      </p:sp>
      <p:sp>
        <p:nvSpPr>
          <p:cNvPr id="3163" name="Google Shape;3163;p16"/>
          <p:cNvSpPr/>
          <p:nvPr/>
        </p:nvSpPr>
        <p:spPr>
          <a:xfrm>
            <a:off x="7967663" y="4221164"/>
            <a:ext cx="2089150" cy="720725"/>
          </a:xfrm>
          <a:prstGeom prst="wedgeRoundRectCallout">
            <a:avLst>
              <a:gd fmla="val -64498" name="adj1"/>
              <a:gd fmla="val -96855" name="adj2"/>
              <a:gd fmla="val 16667" name="adj3"/>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Calibri"/>
                <a:ea typeface="Calibri"/>
                <a:cs typeface="Calibri"/>
                <a:sym typeface="Calibri"/>
              </a:rPr>
              <a:t>Network Core</a:t>
            </a:r>
            <a:endParaRPr b="1" sz="2000">
              <a:solidFill>
                <a:schemeClr val="lt1"/>
              </a:solidFill>
              <a:latin typeface="Calibri"/>
              <a:ea typeface="Calibri"/>
              <a:cs typeface="Calibri"/>
              <a:sym typeface="Calibri"/>
            </a:endParaRPr>
          </a:p>
        </p:txBody>
      </p:sp>
      <p:sp>
        <p:nvSpPr>
          <p:cNvPr id="3164" name="Google Shape;3164;p16"/>
          <p:cNvSpPr/>
          <p:nvPr/>
        </p:nvSpPr>
        <p:spPr>
          <a:xfrm>
            <a:off x="3143250" y="1844676"/>
            <a:ext cx="2089150" cy="720725"/>
          </a:xfrm>
          <a:prstGeom prst="wedgeRoundRectCallout">
            <a:avLst>
              <a:gd fmla="val 59905" name="adj1"/>
              <a:gd fmla="val -91766" name="adj2"/>
              <a:gd fmla="val 16667" name="adj3"/>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Calibri"/>
                <a:ea typeface="Calibri"/>
                <a:cs typeface="Calibri"/>
                <a:sym typeface="Calibri"/>
              </a:rPr>
              <a:t>Access Networks</a:t>
            </a:r>
            <a:endParaRPr b="1" sz="2000">
              <a:solidFill>
                <a:schemeClr val="lt1"/>
              </a:solidFill>
              <a:latin typeface="Calibri"/>
              <a:ea typeface="Calibri"/>
              <a:cs typeface="Calibri"/>
              <a:sym typeface="Calibri"/>
            </a:endParaRPr>
          </a:p>
        </p:txBody>
      </p:sp>
      <p:pic>
        <p:nvPicPr>
          <p:cNvPr descr="Puzzle" id="3165" name="Google Shape;3165;p16"/>
          <p:cNvPicPr preferRelativeResize="0"/>
          <p:nvPr/>
        </p:nvPicPr>
        <p:blipFill rotWithShape="1">
          <a:blip r:embed="rId4">
            <a:alphaModFix/>
          </a:blip>
          <a:srcRect b="0" l="0" r="0" t="0"/>
          <a:stretch/>
        </p:blipFill>
        <p:spPr>
          <a:xfrm rot="2653558">
            <a:off x="9882188" y="103188"/>
            <a:ext cx="603250" cy="6032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9" name="Shape 3169"/>
        <p:cNvGrpSpPr/>
        <p:nvPr/>
      </p:nvGrpSpPr>
      <p:grpSpPr>
        <a:xfrm>
          <a:off x="0" y="0"/>
          <a:ext cx="0" cy="0"/>
          <a:chOff x="0" y="0"/>
          <a:chExt cx="0" cy="0"/>
        </a:xfrm>
      </p:grpSpPr>
      <p:sp>
        <p:nvSpPr>
          <p:cNvPr id="3170" name="Google Shape;3170;p1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1" name="Google Shape;3171;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Puzzle" id="3172" name="Google Shape;3172;p17"/>
          <p:cNvPicPr preferRelativeResize="0"/>
          <p:nvPr/>
        </p:nvPicPr>
        <p:blipFill rotWithShape="1">
          <a:blip r:embed="rId3">
            <a:alphaModFix/>
          </a:blip>
          <a:srcRect b="0" l="0" r="0" t="0"/>
          <a:stretch/>
        </p:blipFill>
        <p:spPr>
          <a:xfrm rot="2653558">
            <a:off x="9939338" y="125413"/>
            <a:ext cx="603250" cy="603250"/>
          </a:xfrm>
          <a:prstGeom prst="rect">
            <a:avLst/>
          </a:prstGeom>
          <a:noFill/>
          <a:ln>
            <a:noFill/>
          </a:ln>
        </p:spPr>
      </p:pic>
      <p:pic>
        <p:nvPicPr>
          <p:cNvPr id="3173" name="Google Shape;3173;p17"/>
          <p:cNvPicPr preferRelativeResize="0"/>
          <p:nvPr/>
        </p:nvPicPr>
        <p:blipFill rotWithShape="1">
          <a:blip r:embed="rId4">
            <a:alphaModFix/>
          </a:blip>
          <a:srcRect b="0" l="0" r="0" t="0"/>
          <a:stretch/>
        </p:blipFill>
        <p:spPr>
          <a:xfrm>
            <a:off x="2279651" y="549275"/>
            <a:ext cx="4321175" cy="5429250"/>
          </a:xfrm>
          <a:prstGeom prst="rect">
            <a:avLst/>
          </a:prstGeom>
          <a:noFill/>
          <a:ln>
            <a:noFill/>
          </a:ln>
        </p:spPr>
      </p:pic>
      <p:sp>
        <p:nvSpPr>
          <p:cNvPr id="3174" name="Google Shape;3174;p17"/>
          <p:cNvSpPr txBox="1"/>
          <p:nvPr/>
        </p:nvSpPr>
        <p:spPr>
          <a:xfrm>
            <a:off x="6888164" y="1052513"/>
            <a:ext cx="2232025" cy="8318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Noto Sans Symbols"/>
              <a:buNone/>
            </a:pPr>
            <a:r>
              <a:rPr b="1" lang="en-US" sz="2400">
                <a:solidFill>
                  <a:srgbClr val="C00000"/>
                </a:solidFill>
                <a:latin typeface="Arial"/>
                <a:ea typeface="Arial"/>
                <a:cs typeface="Arial"/>
                <a:sym typeface="Arial"/>
              </a:rPr>
              <a:t>End system interaction</a:t>
            </a:r>
            <a:endParaRPr b="1" sz="2400">
              <a:solidFill>
                <a:srgbClr val="C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8" name="Shape 3178"/>
        <p:cNvGrpSpPr/>
        <p:nvPr/>
      </p:nvGrpSpPr>
      <p:grpSpPr>
        <a:xfrm>
          <a:off x="0" y="0"/>
          <a:ext cx="0" cy="0"/>
          <a:chOff x="0" y="0"/>
          <a:chExt cx="0" cy="0"/>
        </a:xfrm>
      </p:grpSpPr>
      <p:sp>
        <p:nvSpPr>
          <p:cNvPr id="3179" name="Google Shape;3179;p18"/>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0" name="Google Shape;3180;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Puzzle" id="3181" name="Google Shape;3181;p18"/>
          <p:cNvPicPr preferRelativeResize="0"/>
          <p:nvPr/>
        </p:nvPicPr>
        <p:blipFill rotWithShape="1">
          <a:blip r:embed="rId3">
            <a:alphaModFix/>
          </a:blip>
          <a:srcRect b="0" l="0" r="0" t="0"/>
          <a:stretch/>
        </p:blipFill>
        <p:spPr>
          <a:xfrm rot="2653558">
            <a:off x="9939338" y="125413"/>
            <a:ext cx="603250" cy="603250"/>
          </a:xfrm>
          <a:prstGeom prst="rect">
            <a:avLst/>
          </a:prstGeom>
          <a:noFill/>
          <a:ln>
            <a:noFill/>
          </a:ln>
        </p:spPr>
      </p:pic>
      <p:pic>
        <p:nvPicPr>
          <p:cNvPr id="3182" name="Google Shape;3182;p18"/>
          <p:cNvPicPr preferRelativeResize="0"/>
          <p:nvPr/>
        </p:nvPicPr>
        <p:blipFill rotWithShape="1">
          <a:blip r:embed="rId4">
            <a:alphaModFix/>
          </a:blip>
          <a:srcRect b="0" l="0" r="0" t="0"/>
          <a:stretch/>
        </p:blipFill>
        <p:spPr>
          <a:xfrm>
            <a:off x="2208213" y="549275"/>
            <a:ext cx="4443412" cy="5418138"/>
          </a:xfrm>
          <a:prstGeom prst="rect">
            <a:avLst/>
          </a:prstGeom>
          <a:noFill/>
          <a:ln>
            <a:noFill/>
          </a:ln>
        </p:spPr>
      </p:pic>
      <p:sp>
        <p:nvSpPr>
          <p:cNvPr id="3183" name="Google Shape;3183;p18"/>
          <p:cNvSpPr/>
          <p:nvPr/>
        </p:nvSpPr>
        <p:spPr>
          <a:xfrm>
            <a:off x="6816726" y="908051"/>
            <a:ext cx="2797175" cy="4619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Noto Sans Symbols"/>
              <a:buNone/>
            </a:pPr>
            <a:r>
              <a:rPr b="1" lang="en-US" sz="2400">
                <a:solidFill>
                  <a:srgbClr val="C00000"/>
                </a:solidFill>
                <a:latin typeface="Arial"/>
                <a:ea typeface="Arial"/>
                <a:cs typeface="Arial"/>
                <a:sym typeface="Arial"/>
              </a:rPr>
              <a:t>Access networks</a:t>
            </a:r>
            <a:endParaRPr/>
          </a:p>
        </p:txBody>
      </p:sp>
      <p:sp>
        <p:nvSpPr>
          <p:cNvPr id="3184" name="Google Shape;3184;p18"/>
          <p:cNvSpPr/>
          <p:nvPr/>
        </p:nvSpPr>
        <p:spPr>
          <a:xfrm>
            <a:off x="6311900" y="2133601"/>
            <a:ext cx="3924300" cy="2676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The network </a:t>
            </a:r>
            <a:r>
              <a:rPr lang="en-US" sz="2400">
                <a:solidFill>
                  <a:srgbClr val="C00000"/>
                </a:solidFill>
                <a:latin typeface="Arial"/>
                <a:ea typeface="Arial"/>
                <a:cs typeface="Arial"/>
                <a:sym typeface="Arial"/>
              </a:rPr>
              <a:t>that physically connects</a:t>
            </a:r>
            <a:r>
              <a:rPr lang="en-US" sz="2400">
                <a:solidFill>
                  <a:schemeClr val="dk1"/>
                </a:solidFill>
                <a:latin typeface="Arial"/>
                <a:ea typeface="Arial"/>
                <a:cs typeface="Arial"/>
                <a:sym typeface="Arial"/>
              </a:rPr>
              <a:t> an </a:t>
            </a:r>
            <a:r>
              <a:rPr lang="en-US" sz="2400">
                <a:solidFill>
                  <a:srgbClr val="C00000"/>
                </a:solidFill>
                <a:latin typeface="Arial"/>
                <a:ea typeface="Arial"/>
                <a:cs typeface="Arial"/>
                <a:sym typeface="Arial"/>
              </a:rPr>
              <a:t>end system to the first router </a:t>
            </a:r>
            <a:r>
              <a:rPr lang="en-US" sz="2400">
                <a:solidFill>
                  <a:schemeClr val="dk1"/>
                </a:solidFill>
                <a:latin typeface="Arial"/>
                <a:ea typeface="Arial"/>
                <a:cs typeface="Arial"/>
                <a:sym typeface="Arial"/>
              </a:rPr>
              <a:t>(also known as the “</a:t>
            </a:r>
            <a:r>
              <a:rPr i="1" lang="en-US" sz="2400" u="sng">
                <a:solidFill>
                  <a:schemeClr val="dk1"/>
                </a:solidFill>
                <a:latin typeface="Arial"/>
                <a:ea typeface="Arial"/>
                <a:cs typeface="Arial"/>
                <a:sym typeface="Arial"/>
              </a:rPr>
              <a:t>edge router</a:t>
            </a:r>
            <a:r>
              <a:rPr lang="en-US" sz="2400">
                <a:solidFill>
                  <a:schemeClr val="dk1"/>
                </a:solidFill>
                <a:latin typeface="Arial"/>
                <a:ea typeface="Arial"/>
                <a:cs typeface="Arial"/>
                <a:sym typeface="Arial"/>
              </a:rPr>
              <a:t>”) on a path from the end system to any other distant end system.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9" name="Shape 3189"/>
        <p:cNvGrpSpPr/>
        <p:nvPr/>
      </p:nvGrpSpPr>
      <p:grpSpPr>
        <a:xfrm>
          <a:off x="0" y="0"/>
          <a:ext cx="0" cy="0"/>
          <a:chOff x="0" y="0"/>
          <a:chExt cx="0" cy="0"/>
        </a:xfrm>
      </p:grpSpPr>
      <p:sp>
        <p:nvSpPr>
          <p:cNvPr id="3190" name="Google Shape;3190;p19"/>
          <p:cNvSpPr/>
          <p:nvPr/>
        </p:nvSpPr>
        <p:spPr>
          <a:xfrm>
            <a:off x="7439074" y="3553079"/>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191" name="Google Shape;3191;p19"/>
          <p:cNvSpPr txBox="1"/>
          <p:nvPr>
            <p:ph type="title"/>
          </p:nvPr>
        </p:nvSpPr>
        <p:spPr>
          <a:xfrm>
            <a:off x="848710" y="27314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Access networks and physical media</a:t>
            </a:r>
            <a:endParaRPr/>
          </a:p>
        </p:txBody>
      </p:sp>
      <p:sp>
        <p:nvSpPr>
          <p:cNvPr id="3192" name="Google Shape;3192;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3193" name="Google Shape;3193;p19"/>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94" name="Google Shape;3194;p19"/>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5" name="Google Shape;3195;p19"/>
          <p:cNvSpPr/>
          <p:nvPr/>
        </p:nvSpPr>
        <p:spPr>
          <a:xfrm>
            <a:off x="7205350" y="3289251"/>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sp>
        <p:nvSpPr>
          <p:cNvPr id="3196" name="Google Shape;3196;p19"/>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7" name="Google Shape;3197;p19"/>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a:p>
        </p:txBody>
      </p:sp>
      <p:sp>
        <p:nvSpPr>
          <p:cNvPr id="3198" name="Google Shape;3198;p19"/>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a:p>
        </p:txBody>
      </p:sp>
      <p:sp>
        <p:nvSpPr>
          <p:cNvPr id="3199" name="Google Shape;3199;p19"/>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a:p>
        </p:txBody>
      </p:sp>
      <p:sp>
        <p:nvSpPr>
          <p:cNvPr id="3200" name="Google Shape;3200;p19"/>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9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201" name="Google Shape;3201;p19"/>
          <p:cNvGrpSpPr/>
          <p:nvPr/>
        </p:nvGrpSpPr>
        <p:grpSpPr>
          <a:xfrm>
            <a:off x="10837700" y="3928050"/>
            <a:ext cx="687393" cy="721548"/>
            <a:chOff x="5203089" y="1751190"/>
            <a:chExt cx="858331" cy="662414"/>
          </a:xfrm>
        </p:grpSpPr>
        <p:sp>
          <p:nvSpPr>
            <p:cNvPr id="3202" name="Google Shape;3202;p1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03" name="Google Shape;3203;p1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204" name="Google Shape;3204;p1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3205" name="Google Shape;3205;p1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3206" name="Google Shape;3206;p1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3207" name="Google Shape;3207;p1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3208" name="Google Shape;3208;p1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3209" name="Google Shape;3209;p1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3210" name="Google Shape;3210;p19"/>
          <p:cNvGrpSpPr/>
          <p:nvPr/>
        </p:nvGrpSpPr>
        <p:grpSpPr>
          <a:xfrm>
            <a:off x="10771171" y="3194171"/>
            <a:ext cx="594613" cy="648336"/>
            <a:chOff x="5203089" y="1751190"/>
            <a:chExt cx="858331" cy="662414"/>
          </a:xfrm>
        </p:grpSpPr>
        <p:sp>
          <p:nvSpPr>
            <p:cNvPr id="3211" name="Google Shape;3211;p19"/>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12" name="Google Shape;3212;p19"/>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213" name="Google Shape;3213;p19"/>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3214" name="Google Shape;3214;p19"/>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3215" name="Google Shape;3215;p19"/>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3216" name="Google Shape;3216;p19"/>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3217" name="Google Shape;3217;p19"/>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3218" name="Google Shape;3218;p19"/>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3219" name="Google Shape;3219;p19"/>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20" name="Google Shape;3220;p19"/>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a:p>
        </p:txBody>
      </p:sp>
      <p:sp>
        <p:nvSpPr>
          <p:cNvPr id="3221" name="Google Shape;3221;p19"/>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22" name="Google Shape;3222;p19"/>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a:p>
        </p:txBody>
      </p:sp>
      <p:sp>
        <p:nvSpPr>
          <p:cNvPr id="3223" name="Google Shape;3223;p19"/>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a:p>
        </p:txBody>
      </p:sp>
      <p:sp>
        <p:nvSpPr>
          <p:cNvPr id="3224" name="Google Shape;3224;p19"/>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cxnSp>
        <p:nvCxnSpPr>
          <p:cNvPr id="3225" name="Google Shape;3225;p19"/>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3226" name="Google Shape;3226;p19"/>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3227" name="Google Shape;3227;p19"/>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3228" name="Google Shape;3228;p19"/>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3229" name="Google Shape;3229;p19"/>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3230" name="Google Shape;3230;p19"/>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3231" name="Google Shape;3231;p19"/>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3232" name="Google Shape;3232;p19"/>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3233" name="Google Shape;3233;p19"/>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3234" name="Google Shape;3234;p19"/>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3235" name="Google Shape;3235;p19"/>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cxnSp>
        <p:nvCxnSpPr>
          <p:cNvPr id="3236" name="Google Shape;3236;p19"/>
          <p:cNvCxnSpPr/>
          <p:nvPr/>
        </p:nvCxnSpPr>
        <p:spPr>
          <a:xfrm flipH="1">
            <a:off x="10100635" y="2169432"/>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3237" name="Google Shape;3237;p19"/>
          <p:cNvCxnSpPr/>
          <p:nvPr/>
        </p:nvCxnSpPr>
        <p:spPr>
          <a:xfrm flipH="1">
            <a:off x="10100635" y="2268313"/>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3238" name="Google Shape;3238;p19"/>
          <p:cNvCxnSpPr/>
          <p:nvPr/>
        </p:nvCxnSpPr>
        <p:spPr>
          <a:xfrm flipH="1">
            <a:off x="10672135" y="2200506"/>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3239" name="Google Shape;3239;p19"/>
          <p:cNvCxnSpPr/>
          <p:nvPr/>
        </p:nvCxnSpPr>
        <p:spPr>
          <a:xfrm flipH="1">
            <a:off x="10142166" y="2718967"/>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3240" name="Google Shape;3240;p19"/>
          <p:cNvCxnSpPr/>
          <p:nvPr/>
        </p:nvCxnSpPr>
        <p:spPr>
          <a:xfrm flipH="1">
            <a:off x="10069542" y="2169432"/>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3241" name="Google Shape;3241;p19"/>
          <p:cNvCxnSpPr/>
          <p:nvPr/>
        </p:nvCxnSpPr>
        <p:spPr>
          <a:xfrm flipH="1">
            <a:off x="10862103" y="2127325"/>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3242" name="Google Shape;3242;p19"/>
          <p:cNvCxnSpPr/>
          <p:nvPr/>
        </p:nvCxnSpPr>
        <p:spPr>
          <a:xfrm rot="10800000">
            <a:off x="10681994" y="2718967"/>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3243" name="Google Shape;3243;p19"/>
          <p:cNvCxnSpPr/>
          <p:nvPr/>
        </p:nvCxnSpPr>
        <p:spPr>
          <a:xfrm flipH="1">
            <a:off x="8769223" y="2268313"/>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3244" name="Google Shape;3244;p19"/>
          <p:cNvCxnSpPr/>
          <p:nvPr/>
        </p:nvCxnSpPr>
        <p:spPr>
          <a:xfrm flipH="1" rot="10800000">
            <a:off x="9378705" y="4113379"/>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3245" name="Google Shape;3245;p19"/>
          <p:cNvCxnSpPr/>
          <p:nvPr/>
        </p:nvCxnSpPr>
        <p:spPr>
          <a:xfrm flipH="1" rot="10800000">
            <a:off x="8244554" y="4047456"/>
            <a:ext cx="969051" cy="3175"/>
          </a:xfrm>
          <a:prstGeom prst="straightConnector1">
            <a:avLst/>
          </a:prstGeom>
          <a:noFill/>
          <a:ln cap="flat" cmpd="sng" w="9525">
            <a:solidFill>
              <a:schemeClr val="dk1"/>
            </a:solidFill>
            <a:prstDash val="solid"/>
            <a:round/>
            <a:headEnd len="med" w="med" type="none"/>
            <a:tailEnd len="med" w="med" type="none"/>
          </a:ln>
        </p:spPr>
      </p:cxnSp>
      <p:sp>
        <p:nvSpPr>
          <p:cNvPr id="3246" name="Google Shape;3246;p19"/>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3247" name="Google Shape;3247;p19"/>
          <p:cNvGrpSpPr/>
          <p:nvPr/>
        </p:nvGrpSpPr>
        <p:grpSpPr>
          <a:xfrm>
            <a:off x="10410609" y="3496138"/>
            <a:ext cx="353678" cy="198344"/>
            <a:chOff x="7493876" y="2774731"/>
            <a:chExt cx="1481958" cy="894622"/>
          </a:xfrm>
        </p:grpSpPr>
        <p:sp>
          <p:nvSpPr>
            <p:cNvPr id="3248" name="Google Shape;3248;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249" name="Google Shape;3249;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250" name="Google Shape;3250;p19"/>
            <p:cNvGrpSpPr/>
            <p:nvPr/>
          </p:nvGrpSpPr>
          <p:grpSpPr>
            <a:xfrm>
              <a:off x="7713663" y="2848339"/>
              <a:ext cx="1042107" cy="425543"/>
              <a:chOff x="7786941" y="2884917"/>
              <a:chExt cx="897649" cy="353919"/>
            </a:xfrm>
          </p:grpSpPr>
          <p:sp>
            <p:nvSpPr>
              <p:cNvPr id="3251" name="Google Shape;3251;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2" name="Google Shape;3252;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3" name="Google Shape;3253;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4" name="Google Shape;3254;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255" name="Google Shape;3255;p19"/>
          <p:cNvGrpSpPr/>
          <p:nvPr/>
        </p:nvGrpSpPr>
        <p:grpSpPr>
          <a:xfrm>
            <a:off x="9948724" y="2202292"/>
            <a:ext cx="353678" cy="198344"/>
            <a:chOff x="7493876" y="2774731"/>
            <a:chExt cx="1481958" cy="894622"/>
          </a:xfrm>
        </p:grpSpPr>
        <p:sp>
          <p:nvSpPr>
            <p:cNvPr id="3256" name="Google Shape;3256;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257" name="Google Shape;3257;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258" name="Google Shape;3258;p19"/>
            <p:cNvGrpSpPr/>
            <p:nvPr/>
          </p:nvGrpSpPr>
          <p:grpSpPr>
            <a:xfrm>
              <a:off x="7713663" y="2848339"/>
              <a:ext cx="1042107" cy="425543"/>
              <a:chOff x="7786941" y="2884917"/>
              <a:chExt cx="897649" cy="353919"/>
            </a:xfrm>
          </p:grpSpPr>
          <p:sp>
            <p:nvSpPr>
              <p:cNvPr id="3259" name="Google Shape;3259;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0" name="Google Shape;3260;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1" name="Google Shape;3261;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2" name="Google Shape;3262;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263" name="Google Shape;3263;p19"/>
          <p:cNvGrpSpPr/>
          <p:nvPr/>
        </p:nvGrpSpPr>
        <p:grpSpPr>
          <a:xfrm>
            <a:off x="10527214" y="2613367"/>
            <a:ext cx="353678" cy="198344"/>
            <a:chOff x="7493876" y="2774731"/>
            <a:chExt cx="1481958" cy="894622"/>
          </a:xfrm>
        </p:grpSpPr>
        <p:sp>
          <p:nvSpPr>
            <p:cNvPr id="3264" name="Google Shape;3264;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265" name="Google Shape;3265;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266" name="Google Shape;3266;p19"/>
            <p:cNvGrpSpPr/>
            <p:nvPr/>
          </p:nvGrpSpPr>
          <p:grpSpPr>
            <a:xfrm>
              <a:off x="7713663" y="2848339"/>
              <a:ext cx="1042107" cy="425543"/>
              <a:chOff x="7786941" y="2884917"/>
              <a:chExt cx="897649" cy="353919"/>
            </a:xfrm>
          </p:grpSpPr>
          <p:sp>
            <p:nvSpPr>
              <p:cNvPr id="3267" name="Google Shape;3267;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8" name="Google Shape;3268;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9" name="Google Shape;3269;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0" name="Google Shape;3270;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271" name="Google Shape;3271;p19"/>
          <p:cNvGrpSpPr/>
          <p:nvPr/>
        </p:nvGrpSpPr>
        <p:grpSpPr>
          <a:xfrm>
            <a:off x="10643825" y="2107963"/>
            <a:ext cx="353678" cy="198344"/>
            <a:chOff x="7493876" y="2774731"/>
            <a:chExt cx="1481958" cy="894622"/>
          </a:xfrm>
        </p:grpSpPr>
        <p:sp>
          <p:nvSpPr>
            <p:cNvPr id="3272" name="Google Shape;3272;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273" name="Google Shape;3273;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274" name="Google Shape;3274;p19"/>
            <p:cNvGrpSpPr/>
            <p:nvPr/>
          </p:nvGrpSpPr>
          <p:grpSpPr>
            <a:xfrm>
              <a:off x="7713663" y="2848339"/>
              <a:ext cx="1042107" cy="425543"/>
              <a:chOff x="7786941" y="2884917"/>
              <a:chExt cx="897649" cy="353919"/>
            </a:xfrm>
          </p:grpSpPr>
          <p:sp>
            <p:nvSpPr>
              <p:cNvPr id="3275" name="Google Shape;3275;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6" name="Google Shape;3276;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7" name="Google Shape;3277;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8" name="Google Shape;3278;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279" name="Google Shape;3279;p19"/>
          <p:cNvGrpSpPr/>
          <p:nvPr/>
        </p:nvGrpSpPr>
        <p:grpSpPr>
          <a:xfrm>
            <a:off x="9098788" y="3956624"/>
            <a:ext cx="367224" cy="240304"/>
            <a:chOff x="7493876" y="2774731"/>
            <a:chExt cx="1481958" cy="894622"/>
          </a:xfrm>
        </p:grpSpPr>
        <p:sp>
          <p:nvSpPr>
            <p:cNvPr id="3280" name="Google Shape;3280;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281" name="Google Shape;3281;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282" name="Google Shape;3282;p19"/>
            <p:cNvGrpSpPr/>
            <p:nvPr/>
          </p:nvGrpSpPr>
          <p:grpSpPr>
            <a:xfrm>
              <a:off x="7713663" y="2848339"/>
              <a:ext cx="1042107" cy="425543"/>
              <a:chOff x="7786941" y="2884917"/>
              <a:chExt cx="897649" cy="353919"/>
            </a:xfrm>
          </p:grpSpPr>
          <p:sp>
            <p:nvSpPr>
              <p:cNvPr id="3283" name="Google Shape;3283;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4" name="Google Shape;3284;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5" name="Google Shape;3285;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6" name="Google Shape;3286;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287" name="Google Shape;3287;p19"/>
          <p:cNvGrpSpPr/>
          <p:nvPr/>
        </p:nvGrpSpPr>
        <p:grpSpPr>
          <a:xfrm>
            <a:off x="9980126" y="2661565"/>
            <a:ext cx="353678" cy="198344"/>
            <a:chOff x="7493876" y="2774731"/>
            <a:chExt cx="1481958" cy="894622"/>
          </a:xfrm>
        </p:grpSpPr>
        <p:sp>
          <p:nvSpPr>
            <p:cNvPr id="3288" name="Google Shape;3288;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289" name="Google Shape;3289;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290" name="Google Shape;3290;p19"/>
            <p:cNvGrpSpPr/>
            <p:nvPr/>
          </p:nvGrpSpPr>
          <p:grpSpPr>
            <a:xfrm>
              <a:off x="7713663" y="2848339"/>
              <a:ext cx="1042107" cy="425543"/>
              <a:chOff x="7786941" y="2884917"/>
              <a:chExt cx="897649" cy="353919"/>
            </a:xfrm>
          </p:grpSpPr>
          <p:sp>
            <p:nvSpPr>
              <p:cNvPr id="3291" name="Google Shape;3291;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92" name="Google Shape;3292;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93" name="Google Shape;3293;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94" name="Google Shape;3294;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295" name="Google Shape;3295;p19"/>
          <p:cNvGrpSpPr/>
          <p:nvPr/>
        </p:nvGrpSpPr>
        <p:grpSpPr>
          <a:xfrm>
            <a:off x="9497138" y="3394032"/>
            <a:ext cx="367224" cy="240304"/>
            <a:chOff x="7493876" y="2774731"/>
            <a:chExt cx="1481958" cy="894622"/>
          </a:xfrm>
        </p:grpSpPr>
        <p:sp>
          <p:nvSpPr>
            <p:cNvPr id="3296" name="Google Shape;3296;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297" name="Google Shape;3297;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298" name="Google Shape;3298;p19"/>
            <p:cNvGrpSpPr/>
            <p:nvPr/>
          </p:nvGrpSpPr>
          <p:grpSpPr>
            <a:xfrm>
              <a:off x="7713663" y="2848339"/>
              <a:ext cx="1042107" cy="425543"/>
              <a:chOff x="7786941" y="2884917"/>
              <a:chExt cx="897649" cy="353919"/>
            </a:xfrm>
          </p:grpSpPr>
          <p:sp>
            <p:nvSpPr>
              <p:cNvPr id="3299" name="Google Shape;3299;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0" name="Google Shape;3300;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1" name="Google Shape;3301;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2" name="Google Shape;3302;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303" name="Google Shape;3303;p19"/>
          <p:cNvGrpSpPr/>
          <p:nvPr/>
        </p:nvGrpSpPr>
        <p:grpSpPr>
          <a:xfrm>
            <a:off x="9601554" y="3999763"/>
            <a:ext cx="367224" cy="240304"/>
            <a:chOff x="7493876" y="2774731"/>
            <a:chExt cx="1481958" cy="894622"/>
          </a:xfrm>
        </p:grpSpPr>
        <p:sp>
          <p:nvSpPr>
            <p:cNvPr id="3304" name="Google Shape;3304;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305" name="Google Shape;3305;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306" name="Google Shape;3306;p19"/>
            <p:cNvGrpSpPr/>
            <p:nvPr/>
          </p:nvGrpSpPr>
          <p:grpSpPr>
            <a:xfrm>
              <a:off x="7713663" y="2848339"/>
              <a:ext cx="1042107" cy="425543"/>
              <a:chOff x="7786941" y="2884917"/>
              <a:chExt cx="897649" cy="353919"/>
            </a:xfrm>
          </p:grpSpPr>
          <p:sp>
            <p:nvSpPr>
              <p:cNvPr id="3307" name="Google Shape;3307;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8" name="Google Shape;3308;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09" name="Google Shape;3309;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10" name="Google Shape;3310;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311" name="Google Shape;3311;p19"/>
          <p:cNvGrpSpPr/>
          <p:nvPr/>
        </p:nvGrpSpPr>
        <p:grpSpPr>
          <a:xfrm>
            <a:off x="10375259" y="3992325"/>
            <a:ext cx="353678" cy="198344"/>
            <a:chOff x="7493876" y="2774731"/>
            <a:chExt cx="1481958" cy="894622"/>
          </a:xfrm>
        </p:grpSpPr>
        <p:sp>
          <p:nvSpPr>
            <p:cNvPr id="3312" name="Google Shape;3312;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313" name="Google Shape;3313;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314" name="Google Shape;3314;p19"/>
            <p:cNvGrpSpPr/>
            <p:nvPr/>
          </p:nvGrpSpPr>
          <p:grpSpPr>
            <a:xfrm>
              <a:off x="7713663" y="2848339"/>
              <a:ext cx="1042107" cy="425543"/>
              <a:chOff x="7786941" y="2884917"/>
              <a:chExt cx="897649" cy="353919"/>
            </a:xfrm>
          </p:grpSpPr>
          <p:sp>
            <p:nvSpPr>
              <p:cNvPr id="3315" name="Google Shape;3315;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16" name="Google Shape;3316;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17" name="Google Shape;3317;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18" name="Google Shape;3318;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iphone_stylized_small" id="3319" name="Google Shape;3319;p19"/>
          <p:cNvPicPr preferRelativeResize="0"/>
          <p:nvPr/>
        </p:nvPicPr>
        <p:blipFill rotWithShape="1">
          <a:blip r:embed="rId3">
            <a:alphaModFix/>
          </a:blip>
          <a:srcRect b="0" l="0" r="0" t="0"/>
          <a:stretch/>
        </p:blipFill>
        <p:spPr>
          <a:xfrm>
            <a:off x="7909572" y="1917025"/>
            <a:ext cx="136841" cy="328463"/>
          </a:xfrm>
          <a:prstGeom prst="rect">
            <a:avLst/>
          </a:prstGeom>
          <a:noFill/>
          <a:ln>
            <a:noFill/>
          </a:ln>
        </p:spPr>
      </p:pic>
      <p:pic>
        <p:nvPicPr>
          <p:cNvPr descr="laptop_keyboard" id="3320" name="Google Shape;3320;p19"/>
          <p:cNvPicPr preferRelativeResize="0"/>
          <p:nvPr/>
        </p:nvPicPr>
        <p:blipFill rotWithShape="1">
          <a:blip r:embed="rId4">
            <a:alphaModFix/>
          </a:blip>
          <a:srcRect b="0" l="0" r="0" t="0"/>
          <a:stretch/>
        </p:blipFill>
        <p:spPr>
          <a:xfrm flipH="1" rot="109064">
            <a:off x="7464781" y="2605090"/>
            <a:ext cx="437221" cy="159511"/>
          </a:xfrm>
          <a:prstGeom prst="rect">
            <a:avLst/>
          </a:prstGeom>
          <a:noFill/>
          <a:ln>
            <a:noFill/>
          </a:ln>
        </p:spPr>
      </p:pic>
      <p:sp>
        <p:nvSpPr>
          <p:cNvPr id="3321" name="Google Shape;3321;p19"/>
          <p:cNvSpPr/>
          <p:nvPr/>
        </p:nvSpPr>
        <p:spPr>
          <a:xfrm>
            <a:off x="7609678" y="245030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3322" name="Google Shape;3322;p19"/>
          <p:cNvPicPr preferRelativeResize="0"/>
          <p:nvPr/>
        </p:nvPicPr>
        <p:blipFill rotWithShape="1">
          <a:blip r:embed="rId5">
            <a:alphaModFix/>
          </a:blip>
          <a:srcRect b="0" l="0" r="0" t="0"/>
          <a:stretch/>
        </p:blipFill>
        <p:spPr>
          <a:xfrm>
            <a:off x="7627011" y="2455658"/>
            <a:ext cx="319785" cy="189429"/>
          </a:xfrm>
          <a:prstGeom prst="rect">
            <a:avLst/>
          </a:prstGeom>
          <a:noFill/>
          <a:ln>
            <a:noFill/>
          </a:ln>
        </p:spPr>
      </p:pic>
      <p:sp>
        <p:nvSpPr>
          <p:cNvPr id="3323" name="Google Shape;3323;p19"/>
          <p:cNvSpPr/>
          <p:nvPr/>
        </p:nvSpPr>
        <p:spPr>
          <a:xfrm>
            <a:off x="7673752" y="244416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4" name="Google Shape;3324;p19"/>
          <p:cNvSpPr/>
          <p:nvPr/>
        </p:nvSpPr>
        <p:spPr>
          <a:xfrm>
            <a:off x="7606562" y="244384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5" name="Google Shape;3325;p19"/>
          <p:cNvSpPr/>
          <p:nvPr/>
        </p:nvSpPr>
        <p:spPr>
          <a:xfrm>
            <a:off x="7880579" y="247266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6" name="Google Shape;3326;p19"/>
          <p:cNvSpPr/>
          <p:nvPr/>
        </p:nvSpPr>
        <p:spPr>
          <a:xfrm>
            <a:off x="7605588" y="259690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7" name="Google Shape;3327;p19"/>
          <p:cNvSpPr/>
          <p:nvPr/>
        </p:nvSpPr>
        <p:spPr>
          <a:xfrm>
            <a:off x="7890512" y="247423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8" name="Google Shape;3328;p19"/>
          <p:cNvSpPr/>
          <p:nvPr/>
        </p:nvSpPr>
        <p:spPr>
          <a:xfrm>
            <a:off x="7605977" y="260524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29" name="Google Shape;3329;p19"/>
          <p:cNvGrpSpPr/>
          <p:nvPr/>
        </p:nvGrpSpPr>
        <p:grpSpPr>
          <a:xfrm>
            <a:off x="7601109" y="2671540"/>
            <a:ext cx="98740" cy="36846"/>
            <a:chOff x="1740" y="2642"/>
            <a:chExt cx="752" cy="327"/>
          </a:xfrm>
        </p:grpSpPr>
        <p:sp>
          <p:nvSpPr>
            <p:cNvPr id="3330" name="Google Shape;3330;p1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1" name="Google Shape;3331;p1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2" name="Google Shape;3332;p1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3" name="Google Shape;3333;p1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4" name="Google Shape;3334;p1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5" name="Google Shape;3335;p1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36" name="Google Shape;3336;p19"/>
          <p:cNvSpPr/>
          <p:nvPr/>
        </p:nvSpPr>
        <p:spPr>
          <a:xfrm>
            <a:off x="7770154" y="267705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7" name="Google Shape;3337;p19"/>
          <p:cNvSpPr/>
          <p:nvPr/>
        </p:nvSpPr>
        <p:spPr>
          <a:xfrm>
            <a:off x="7464976" y="268350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8" name="Google Shape;3338;p19"/>
          <p:cNvSpPr/>
          <p:nvPr/>
        </p:nvSpPr>
        <p:spPr>
          <a:xfrm>
            <a:off x="7465171" y="266996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9" name="Google Shape;3339;p19"/>
          <p:cNvSpPr/>
          <p:nvPr/>
        </p:nvSpPr>
        <p:spPr>
          <a:xfrm>
            <a:off x="7465366" y="260902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0" name="Google Shape;3340;p19"/>
          <p:cNvSpPr/>
          <p:nvPr/>
        </p:nvSpPr>
        <p:spPr>
          <a:xfrm>
            <a:off x="7474909" y="267311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1" name="Google Shape;3341;p19"/>
          <p:cNvSpPr/>
          <p:nvPr/>
        </p:nvSpPr>
        <p:spPr>
          <a:xfrm flipH="1" rot="10800000">
            <a:off x="7764701" y="266807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ight2.png" id="3342" name="Google Shape;3342;p19"/>
          <p:cNvPicPr preferRelativeResize="0"/>
          <p:nvPr/>
        </p:nvPicPr>
        <p:blipFill rotWithShape="1">
          <a:blip r:embed="rId6">
            <a:alphaModFix/>
          </a:blip>
          <a:srcRect b="0" l="0" r="0" t="0"/>
          <a:stretch/>
        </p:blipFill>
        <p:spPr>
          <a:xfrm flipH="1">
            <a:off x="8831667" y="2392289"/>
            <a:ext cx="92772" cy="405447"/>
          </a:xfrm>
          <a:prstGeom prst="rect">
            <a:avLst/>
          </a:prstGeom>
          <a:noFill/>
          <a:ln>
            <a:noFill/>
          </a:ln>
        </p:spPr>
      </p:pic>
      <p:pic>
        <p:nvPicPr>
          <p:cNvPr descr="car_icon_small" id="3343" name="Google Shape;3343;p19"/>
          <p:cNvPicPr preferRelativeResize="0"/>
          <p:nvPr/>
        </p:nvPicPr>
        <p:blipFill rotWithShape="1">
          <a:blip r:embed="rId7">
            <a:alphaModFix/>
          </a:blip>
          <a:srcRect b="0" l="0" r="0" t="0"/>
          <a:stretch/>
        </p:blipFill>
        <p:spPr>
          <a:xfrm>
            <a:off x="8499539" y="2116958"/>
            <a:ext cx="849312" cy="168275"/>
          </a:xfrm>
          <a:prstGeom prst="rect">
            <a:avLst/>
          </a:prstGeom>
          <a:noFill/>
          <a:ln>
            <a:noFill/>
          </a:ln>
        </p:spPr>
      </p:pic>
      <p:pic>
        <p:nvPicPr>
          <p:cNvPr descr="laptop_keyboard" id="3344" name="Google Shape;3344;p19"/>
          <p:cNvPicPr preferRelativeResize="0"/>
          <p:nvPr/>
        </p:nvPicPr>
        <p:blipFill rotWithShape="1">
          <a:blip r:embed="rId8">
            <a:alphaModFix/>
          </a:blip>
          <a:srcRect b="0" l="0" r="0" t="0"/>
          <a:stretch/>
        </p:blipFill>
        <p:spPr>
          <a:xfrm flipH="1" rot="109064">
            <a:off x="7510375" y="3605209"/>
            <a:ext cx="286699" cy="119448"/>
          </a:xfrm>
          <a:prstGeom prst="rect">
            <a:avLst/>
          </a:prstGeom>
          <a:noFill/>
          <a:ln>
            <a:noFill/>
          </a:ln>
        </p:spPr>
      </p:pic>
      <p:sp>
        <p:nvSpPr>
          <p:cNvPr id="3345" name="Google Shape;3345;p19"/>
          <p:cNvSpPr/>
          <p:nvPr/>
        </p:nvSpPr>
        <p:spPr>
          <a:xfrm>
            <a:off x="7605388" y="348929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3346" name="Google Shape;3346;p19"/>
          <p:cNvPicPr preferRelativeResize="0"/>
          <p:nvPr/>
        </p:nvPicPr>
        <p:blipFill rotWithShape="1">
          <a:blip r:embed="rId9">
            <a:alphaModFix/>
          </a:blip>
          <a:srcRect b="0" l="0" r="0" t="0"/>
          <a:stretch/>
        </p:blipFill>
        <p:spPr>
          <a:xfrm>
            <a:off x="7616754" y="3493308"/>
            <a:ext cx="209692" cy="141851"/>
          </a:xfrm>
          <a:prstGeom prst="rect">
            <a:avLst/>
          </a:prstGeom>
          <a:noFill/>
          <a:ln>
            <a:noFill/>
          </a:ln>
        </p:spPr>
      </p:pic>
      <p:sp>
        <p:nvSpPr>
          <p:cNvPr id="3347" name="Google Shape;3347;p19"/>
          <p:cNvSpPr/>
          <p:nvPr/>
        </p:nvSpPr>
        <p:spPr>
          <a:xfrm>
            <a:off x="7647403" y="348470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8" name="Google Shape;3348;p19"/>
          <p:cNvSpPr/>
          <p:nvPr/>
        </p:nvSpPr>
        <p:spPr>
          <a:xfrm>
            <a:off x="7603345" y="348446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9" name="Google Shape;3349;p19"/>
          <p:cNvSpPr/>
          <p:nvPr/>
        </p:nvSpPr>
        <p:spPr>
          <a:xfrm>
            <a:off x="7783026" y="350604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0" name="Google Shape;3350;p19"/>
          <p:cNvSpPr/>
          <p:nvPr/>
        </p:nvSpPr>
        <p:spPr>
          <a:xfrm>
            <a:off x="7602706" y="359907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1" name="Google Shape;3351;p19"/>
          <p:cNvSpPr/>
          <p:nvPr/>
        </p:nvSpPr>
        <p:spPr>
          <a:xfrm>
            <a:off x="7789539" y="350722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2" name="Google Shape;3352;p19"/>
          <p:cNvSpPr/>
          <p:nvPr/>
        </p:nvSpPr>
        <p:spPr>
          <a:xfrm>
            <a:off x="7602962" y="360532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53" name="Google Shape;3353;p19"/>
          <p:cNvGrpSpPr/>
          <p:nvPr/>
        </p:nvGrpSpPr>
        <p:grpSpPr>
          <a:xfrm>
            <a:off x="7599769" y="3654969"/>
            <a:ext cx="64747" cy="27592"/>
            <a:chOff x="1740" y="2642"/>
            <a:chExt cx="752" cy="327"/>
          </a:xfrm>
        </p:grpSpPr>
        <p:sp>
          <p:nvSpPr>
            <p:cNvPr id="3354" name="Google Shape;3354;p1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5" name="Google Shape;3355;p1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6" name="Google Shape;3356;p1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7" name="Google Shape;3357;p1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8" name="Google Shape;3358;p1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9" name="Google Shape;3359;p1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60" name="Google Shape;3360;p19"/>
          <p:cNvSpPr/>
          <p:nvPr/>
        </p:nvSpPr>
        <p:spPr>
          <a:xfrm>
            <a:off x="7710617" y="365909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1" name="Google Shape;3361;p19"/>
          <p:cNvSpPr/>
          <p:nvPr/>
        </p:nvSpPr>
        <p:spPr>
          <a:xfrm>
            <a:off x="7510503" y="366393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2" name="Google Shape;3362;p19"/>
          <p:cNvSpPr/>
          <p:nvPr/>
        </p:nvSpPr>
        <p:spPr>
          <a:xfrm>
            <a:off x="7510631" y="365379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3" name="Google Shape;3363;p19"/>
          <p:cNvSpPr/>
          <p:nvPr/>
        </p:nvSpPr>
        <p:spPr>
          <a:xfrm>
            <a:off x="7510758" y="360815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4" name="Google Shape;3364;p19"/>
          <p:cNvSpPr/>
          <p:nvPr/>
        </p:nvSpPr>
        <p:spPr>
          <a:xfrm>
            <a:off x="7517016" y="365614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5" name="Google Shape;3365;p19"/>
          <p:cNvSpPr/>
          <p:nvPr/>
        </p:nvSpPr>
        <p:spPr>
          <a:xfrm flipH="1" rot="10800000">
            <a:off x="7707042" y="365237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desktop_computer_stylized_medium" id="3366" name="Google Shape;3366;p19"/>
          <p:cNvPicPr preferRelativeResize="0"/>
          <p:nvPr/>
        </p:nvPicPr>
        <p:blipFill rotWithShape="1">
          <a:blip r:embed="rId10">
            <a:alphaModFix/>
          </a:blip>
          <a:srcRect b="0" l="0" r="0" t="0"/>
          <a:stretch/>
        </p:blipFill>
        <p:spPr>
          <a:xfrm flipH="1">
            <a:off x="7991996" y="3567143"/>
            <a:ext cx="359261" cy="342045"/>
          </a:xfrm>
          <a:prstGeom prst="rect">
            <a:avLst/>
          </a:prstGeom>
          <a:noFill/>
          <a:ln>
            <a:noFill/>
          </a:ln>
        </p:spPr>
      </p:pic>
      <p:sp>
        <p:nvSpPr>
          <p:cNvPr id="3367" name="Google Shape;3367;p19"/>
          <p:cNvSpPr/>
          <p:nvPr/>
        </p:nvSpPr>
        <p:spPr>
          <a:xfrm flipH="1">
            <a:off x="8145217" y="3599942"/>
            <a:ext cx="169400" cy="156753"/>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fridge2.png" id="3368" name="Google Shape;3368;p19"/>
          <p:cNvPicPr preferRelativeResize="0"/>
          <p:nvPr/>
        </p:nvPicPr>
        <p:blipFill rotWithShape="1">
          <a:blip r:embed="rId11">
            <a:alphaModFix/>
          </a:blip>
          <a:srcRect b="0" l="0" r="0" t="0"/>
          <a:stretch/>
        </p:blipFill>
        <p:spPr>
          <a:xfrm>
            <a:off x="7903199" y="3385017"/>
            <a:ext cx="189578" cy="337027"/>
          </a:xfrm>
          <a:prstGeom prst="rect">
            <a:avLst/>
          </a:prstGeom>
          <a:noFill/>
          <a:ln>
            <a:noFill/>
          </a:ln>
        </p:spPr>
      </p:pic>
      <p:grpSp>
        <p:nvGrpSpPr>
          <p:cNvPr id="3369" name="Google Shape;3369;p19"/>
          <p:cNvGrpSpPr/>
          <p:nvPr/>
        </p:nvGrpSpPr>
        <p:grpSpPr>
          <a:xfrm>
            <a:off x="10288915" y="5273951"/>
            <a:ext cx="177192" cy="330833"/>
            <a:chOff x="4140" y="429"/>
            <a:chExt cx="1425" cy="2396"/>
          </a:xfrm>
        </p:grpSpPr>
        <p:sp>
          <p:nvSpPr>
            <p:cNvPr id="3370" name="Google Shape;3370;p1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1" name="Google Shape;3371;p1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372" name="Google Shape;3372;p1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3" name="Google Shape;3373;p1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4" name="Google Shape;3374;p1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3375" name="Google Shape;3375;p19"/>
            <p:cNvGrpSpPr/>
            <p:nvPr/>
          </p:nvGrpSpPr>
          <p:grpSpPr>
            <a:xfrm>
              <a:off x="4748" y="666"/>
              <a:ext cx="578" cy="150"/>
              <a:chOff x="613" y="2566"/>
              <a:chExt cx="721" cy="144"/>
            </a:xfrm>
          </p:grpSpPr>
          <p:sp>
            <p:nvSpPr>
              <p:cNvPr id="3376" name="Google Shape;3376;p1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377" name="Google Shape;3377;p1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3378" name="Google Shape;3378;p1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3379" name="Google Shape;3379;p19"/>
            <p:cNvGrpSpPr/>
            <p:nvPr/>
          </p:nvGrpSpPr>
          <p:grpSpPr>
            <a:xfrm>
              <a:off x="4748" y="990"/>
              <a:ext cx="578" cy="134"/>
              <a:chOff x="615" y="2564"/>
              <a:chExt cx="721" cy="139"/>
            </a:xfrm>
          </p:grpSpPr>
          <p:sp>
            <p:nvSpPr>
              <p:cNvPr id="3380" name="Google Shape;3380;p1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381" name="Google Shape;3381;p1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3382" name="Google Shape;3382;p1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383" name="Google Shape;3383;p1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3384" name="Google Shape;3384;p19"/>
            <p:cNvGrpSpPr/>
            <p:nvPr/>
          </p:nvGrpSpPr>
          <p:grpSpPr>
            <a:xfrm>
              <a:off x="4738" y="1647"/>
              <a:ext cx="578" cy="135"/>
              <a:chOff x="618" y="2586"/>
              <a:chExt cx="720" cy="124"/>
            </a:xfrm>
          </p:grpSpPr>
          <p:sp>
            <p:nvSpPr>
              <p:cNvPr id="3385" name="Google Shape;3385;p1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386" name="Google Shape;3386;p1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3387" name="Google Shape;3387;p1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388" name="Google Shape;3388;p19"/>
            <p:cNvGrpSpPr/>
            <p:nvPr/>
          </p:nvGrpSpPr>
          <p:grpSpPr>
            <a:xfrm>
              <a:off x="4738" y="1330"/>
              <a:ext cx="588" cy="134"/>
              <a:chOff x="613" y="2571"/>
              <a:chExt cx="732" cy="134"/>
            </a:xfrm>
          </p:grpSpPr>
          <p:sp>
            <p:nvSpPr>
              <p:cNvPr id="3389" name="Google Shape;3389;p1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390" name="Google Shape;3390;p1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3391" name="Google Shape;3391;p1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392" name="Google Shape;3392;p1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3" name="Google Shape;3393;p1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4" name="Google Shape;3394;p1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395" name="Google Shape;3395;p1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6" name="Google Shape;3396;p1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397" name="Google Shape;3397;p1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398" name="Google Shape;3398;p1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399" name="Google Shape;3399;p1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400" name="Google Shape;3400;p1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401" name="Google Shape;3401;p1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3402" name="Google Shape;3402;p19"/>
          <p:cNvGrpSpPr/>
          <p:nvPr/>
        </p:nvGrpSpPr>
        <p:grpSpPr>
          <a:xfrm flipH="1">
            <a:off x="7980855" y="4900161"/>
            <a:ext cx="345630" cy="320302"/>
            <a:chOff x="2839" y="3501"/>
            <a:chExt cx="755" cy="803"/>
          </a:xfrm>
        </p:grpSpPr>
        <p:pic>
          <p:nvPicPr>
            <p:cNvPr descr="desktop_computer_stylized_medium" id="3403" name="Google Shape;3403;p19"/>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3404" name="Google Shape;3404;p1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laptop_keyboard" id="3405" name="Google Shape;3405;p19"/>
          <p:cNvPicPr preferRelativeResize="0"/>
          <p:nvPr/>
        </p:nvPicPr>
        <p:blipFill rotWithShape="1">
          <a:blip r:embed="rId13">
            <a:alphaModFix/>
          </a:blip>
          <a:srcRect b="0" l="0" r="0" t="0"/>
          <a:stretch/>
        </p:blipFill>
        <p:spPr>
          <a:xfrm flipH="1" rot="109064">
            <a:off x="9216586" y="6040274"/>
            <a:ext cx="253501" cy="120343"/>
          </a:xfrm>
          <a:prstGeom prst="rect">
            <a:avLst/>
          </a:prstGeom>
          <a:noFill/>
          <a:ln>
            <a:noFill/>
          </a:ln>
        </p:spPr>
      </p:pic>
      <p:sp>
        <p:nvSpPr>
          <p:cNvPr id="3406" name="Google Shape;3406;p19"/>
          <p:cNvSpPr/>
          <p:nvPr/>
        </p:nvSpPr>
        <p:spPr>
          <a:xfrm>
            <a:off x="9300597" y="5923494"/>
            <a:ext cx="204043" cy="15705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3407" name="Google Shape;3407;p19"/>
          <p:cNvPicPr preferRelativeResize="0"/>
          <p:nvPr/>
        </p:nvPicPr>
        <p:blipFill rotWithShape="1">
          <a:blip r:embed="rId14">
            <a:alphaModFix/>
          </a:blip>
          <a:srcRect b="0" l="0" r="0" t="0"/>
          <a:stretch/>
        </p:blipFill>
        <p:spPr>
          <a:xfrm>
            <a:off x="9310647" y="5927534"/>
            <a:ext cx="185412" cy="142915"/>
          </a:xfrm>
          <a:prstGeom prst="rect">
            <a:avLst/>
          </a:prstGeom>
          <a:noFill/>
          <a:ln>
            <a:noFill/>
          </a:ln>
        </p:spPr>
      </p:pic>
      <p:sp>
        <p:nvSpPr>
          <p:cNvPr id="3408" name="Google Shape;3408;p19"/>
          <p:cNvSpPr/>
          <p:nvPr/>
        </p:nvSpPr>
        <p:spPr>
          <a:xfrm>
            <a:off x="9337747" y="5918861"/>
            <a:ext cx="172878" cy="2922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9" name="Google Shape;3409;p19"/>
          <p:cNvSpPr/>
          <p:nvPr/>
        </p:nvSpPr>
        <p:spPr>
          <a:xfrm>
            <a:off x="9298791" y="5918624"/>
            <a:ext cx="47990" cy="12165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0" name="Google Shape;3410;p19"/>
          <p:cNvSpPr/>
          <p:nvPr/>
        </p:nvSpPr>
        <p:spPr>
          <a:xfrm>
            <a:off x="9457666" y="5940364"/>
            <a:ext cx="51716" cy="14042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1" name="Google Shape;3411;p19"/>
          <p:cNvSpPr/>
          <p:nvPr/>
        </p:nvSpPr>
        <p:spPr>
          <a:xfrm>
            <a:off x="9298226" y="6034096"/>
            <a:ext cx="189702" cy="47401"/>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2" name="Google Shape;3412;p19"/>
          <p:cNvSpPr/>
          <p:nvPr/>
        </p:nvSpPr>
        <p:spPr>
          <a:xfrm>
            <a:off x="9463425" y="5941552"/>
            <a:ext cx="48442" cy="141014"/>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3" name="Google Shape;3413;p19"/>
          <p:cNvSpPr/>
          <p:nvPr/>
        </p:nvSpPr>
        <p:spPr>
          <a:xfrm>
            <a:off x="9298452" y="6040392"/>
            <a:ext cx="168700" cy="46807"/>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14" name="Google Shape;3414;p19"/>
          <p:cNvGrpSpPr/>
          <p:nvPr/>
        </p:nvGrpSpPr>
        <p:grpSpPr>
          <a:xfrm>
            <a:off x="9295629" y="6090407"/>
            <a:ext cx="57249" cy="27799"/>
            <a:chOff x="1740" y="2642"/>
            <a:chExt cx="752" cy="327"/>
          </a:xfrm>
        </p:grpSpPr>
        <p:sp>
          <p:nvSpPr>
            <p:cNvPr id="3415" name="Google Shape;3415;p1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6" name="Google Shape;3416;p1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7" name="Google Shape;3417;p1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8" name="Google Shape;3418;p1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9" name="Google Shape;3419;p1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0" name="Google Shape;3420;p1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21" name="Google Shape;3421;p19"/>
          <p:cNvSpPr/>
          <p:nvPr/>
        </p:nvSpPr>
        <p:spPr>
          <a:xfrm>
            <a:off x="9393642" y="6094565"/>
            <a:ext cx="69332" cy="61063"/>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2" name="Google Shape;3422;p19"/>
          <p:cNvSpPr/>
          <p:nvPr/>
        </p:nvSpPr>
        <p:spPr>
          <a:xfrm>
            <a:off x="9216699" y="6099436"/>
            <a:ext cx="177394" cy="5571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3" name="Google Shape;3423;p19"/>
          <p:cNvSpPr/>
          <p:nvPr/>
        </p:nvSpPr>
        <p:spPr>
          <a:xfrm>
            <a:off x="9216812" y="6089219"/>
            <a:ext cx="1920" cy="11286"/>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4" name="Google Shape;3424;p19"/>
          <p:cNvSpPr/>
          <p:nvPr/>
        </p:nvSpPr>
        <p:spPr>
          <a:xfrm>
            <a:off x="9216925" y="6043244"/>
            <a:ext cx="82430" cy="466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5" name="Google Shape;3425;p19"/>
          <p:cNvSpPr/>
          <p:nvPr/>
        </p:nvSpPr>
        <p:spPr>
          <a:xfrm>
            <a:off x="9222458" y="6091595"/>
            <a:ext cx="168248" cy="53578"/>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6" name="Google Shape;3426;p19"/>
          <p:cNvSpPr/>
          <p:nvPr/>
        </p:nvSpPr>
        <p:spPr>
          <a:xfrm flipH="1" rot="10800000">
            <a:off x="9390480" y="6087793"/>
            <a:ext cx="68654" cy="5547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27" name="Google Shape;3427;p19"/>
          <p:cNvGrpSpPr/>
          <p:nvPr/>
        </p:nvGrpSpPr>
        <p:grpSpPr>
          <a:xfrm flipH="1">
            <a:off x="8153909" y="5504657"/>
            <a:ext cx="345630" cy="320302"/>
            <a:chOff x="2839" y="3501"/>
            <a:chExt cx="755" cy="803"/>
          </a:xfrm>
        </p:grpSpPr>
        <p:pic>
          <p:nvPicPr>
            <p:cNvPr descr="desktop_computer_stylized_medium" id="3428" name="Google Shape;3428;p19"/>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3429" name="Google Shape;3429;p1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30" name="Google Shape;3430;p19"/>
          <p:cNvGrpSpPr/>
          <p:nvPr/>
        </p:nvGrpSpPr>
        <p:grpSpPr>
          <a:xfrm flipH="1">
            <a:off x="8552134" y="5526130"/>
            <a:ext cx="345630" cy="320302"/>
            <a:chOff x="2839" y="3501"/>
            <a:chExt cx="755" cy="803"/>
          </a:xfrm>
        </p:grpSpPr>
        <p:pic>
          <p:nvPicPr>
            <p:cNvPr descr="desktop_computer_stylized_medium" id="3431" name="Google Shape;3431;p19"/>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3432" name="Google Shape;3432;p1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laptop_keyboard" id="3433" name="Google Shape;3433;p19"/>
          <p:cNvPicPr preferRelativeResize="0"/>
          <p:nvPr/>
        </p:nvPicPr>
        <p:blipFill rotWithShape="1">
          <a:blip r:embed="rId13">
            <a:alphaModFix/>
          </a:blip>
          <a:srcRect b="0" l="0" r="0" t="0"/>
          <a:stretch/>
        </p:blipFill>
        <p:spPr>
          <a:xfrm flipH="1" rot="109064">
            <a:off x="9550087" y="5949454"/>
            <a:ext cx="260920" cy="99063"/>
          </a:xfrm>
          <a:prstGeom prst="rect">
            <a:avLst/>
          </a:prstGeom>
          <a:noFill/>
          <a:ln>
            <a:noFill/>
          </a:ln>
        </p:spPr>
      </p:pic>
      <p:sp>
        <p:nvSpPr>
          <p:cNvPr id="3434" name="Google Shape;3434;p19"/>
          <p:cNvSpPr/>
          <p:nvPr/>
        </p:nvSpPr>
        <p:spPr>
          <a:xfrm>
            <a:off x="9636557" y="5853324"/>
            <a:ext cx="210015" cy="129281"/>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3435" name="Google Shape;3435;p19"/>
          <p:cNvPicPr preferRelativeResize="0"/>
          <p:nvPr/>
        </p:nvPicPr>
        <p:blipFill rotWithShape="1">
          <a:blip r:embed="rId14">
            <a:alphaModFix/>
          </a:blip>
          <a:srcRect b="0" l="0" r="0" t="0"/>
          <a:stretch/>
        </p:blipFill>
        <p:spPr>
          <a:xfrm>
            <a:off x="9646901" y="5856649"/>
            <a:ext cx="190838" cy="117644"/>
          </a:xfrm>
          <a:prstGeom prst="rect">
            <a:avLst/>
          </a:prstGeom>
          <a:noFill/>
          <a:ln>
            <a:noFill/>
          </a:ln>
        </p:spPr>
      </p:pic>
      <p:sp>
        <p:nvSpPr>
          <p:cNvPr id="3436" name="Google Shape;3436;p19"/>
          <p:cNvSpPr/>
          <p:nvPr/>
        </p:nvSpPr>
        <p:spPr>
          <a:xfrm>
            <a:off x="9674794" y="5849510"/>
            <a:ext cx="177937" cy="2405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7" name="Google Shape;3437;p19"/>
          <p:cNvSpPr/>
          <p:nvPr/>
        </p:nvSpPr>
        <p:spPr>
          <a:xfrm>
            <a:off x="9634698" y="5849315"/>
            <a:ext cx="49395" cy="100139"/>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8" name="Google Shape;3438;p19"/>
          <p:cNvSpPr/>
          <p:nvPr/>
        </p:nvSpPr>
        <p:spPr>
          <a:xfrm>
            <a:off x="9798223" y="5867211"/>
            <a:ext cx="53230" cy="11559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9" name="Google Shape;3439;p19"/>
          <p:cNvSpPr/>
          <p:nvPr/>
        </p:nvSpPr>
        <p:spPr>
          <a:xfrm>
            <a:off x="9634116" y="5944369"/>
            <a:ext cx="195254" cy="3901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0" name="Google Shape;3440;p19"/>
          <p:cNvSpPr/>
          <p:nvPr/>
        </p:nvSpPr>
        <p:spPr>
          <a:xfrm>
            <a:off x="9804150" y="5868189"/>
            <a:ext cx="49860" cy="11607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1" name="Google Shape;3441;p19"/>
          <p:cNvSpPr/>
          <p:nvPr/>
        </p:nvSpPr>
        <p:spPr>
          <a:xfrm>
            <a:off x="9634349" y="5949552"/>
            <a:ext cx="173637" cy="38530"/>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42" name="Google Shape;3442;p19"/>
          <p:cNvGrpSpPr/>
          <p:nvPr/>
        </p:nvGrpSpPr>
        <p:grpSpPr>
          <a:xfrm>
            <a:off x="9631443" y="5990722"/>
            <a:ext cx="58925" cy="22883"/>
            <a:chOff x="1740" y="2642"/>
            <a:chExt cx="752" cy="327"/>
          </a:xfrm>
        </p:grpSpPr>
        <p:sp>
          <p:nvSpPr>
            <p:cNvPr id="3443" name="Google Shape;3443;p1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4" name="Google Shape;3444;p19"/>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5" name="Google Shape;3445;p19"/>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6" name="Google Shape;3446;p19"/>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7" name="Google Shape;3447;p19"/>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8" name="Google Shape;3448;p19"/>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49" name="Google Shape;3449;p19"/>
          <p:cNvSpPr/>
          <p:nvPr/>
        </p:nvSpPr>
        <p:spPr>
          <a:xfrm>
            <a:off x="9732325" y="5994145"/>
            <a:ext cx="71361" cy="50265"/>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0" name="Google Shape;3450;p19"/>
          <p:cNvSpPr/>
          <p:nvPr/>
        </p:nvSpPr>
        <p:spPr>
          <a:xfrm>
            <a:off x="9550204" y="5998154"/>
            <a:ext cx="182586" cy="4586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1" name="Google Shape;3451;p19"/>
          <p:cNvSpPr/>
          <p:nvPr/>
        </p:nvSpPr>
        <p:spPr>
          <a:xfrm>
            <a:off x="9550320" y="5989744"/>
            <a:ext cx="1976" cy="929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2" name="Google Shape;3452;p19"/>
          <p:cNvSpPr/>
          <p:nvPr/>
        </p:nvSpPr>
        <p:spPr>
          <a:xfrm>
            <a:off x="9550436" y="5951899"/>
            <a:ext cx="84843" cy="38432"/>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3" name="Google Shape;3453;p19"/>
          <p:cNvSpPr/>
          <p:nvPr/>
        </p:nvSpPr>
        <p:spPr>
          <a:xfrm>
            <a:off x="9556131" y="5991700"/>
            <a:ext cx="173172" cy="4410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4" name="Google Shape;3454;p19"/>
          <p:cNvSpPr/>
          <p:nvPr/>
        </p:nvSpPr>
        <p:spPr>
          <a:xfrm flipH="1" rot="10800000">
            <a:off x="9729071" y="5988571"/>
            <a:ext cx="70663" cy="456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55" name="Google Shape;3455;p19"/>
          <p:cNvGrpSpPr/>
          <p:nvPr/>
        </p:nvGrpSpPr>
        <p:grpSpPr>
          <a:xfrm>
            <a:off x="10017877" y="5636388"/>
            <a:ext cx="171450" cy="348944"/>
            <a:chOff x="4140" y="429"/>
            <a:chExt cx="1425" cy="2396"/>
          </a:xfrm>
        </p:grpSpPr>
        <p:sp>
          <p:nvSpPr>
            <p:cNvPr id="3456" name="Google Shape;3456;p1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7" name="Google Shape;3457;p1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458" name="Google Shape;3458;p1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9" name="Google Shape;3459;p1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0" name="Google Shape;3460;p1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3461" name="Google Shape;3461;p19"/>
            <p:cNvGrpSpPr/>
            <p:nvPr/>
          </p:nvGrpSpPr>
          <p:grpSpPr>
            <a:xfrm>
              <a:off x="4748" y="666"/>
              <a:ext cx="578" cy="150"/>
              <a:chOff x="613" y="2566"/>
              <a:chExt cx="721" cy="144"/>
            </a:xfrm>
          </p:grpSpPr>
          <p:sp>
            <p:nvSpPr>
              <p:cNvPr id="3462" name="Google Shape;3462;p1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463" name="Google Shape;3463;p1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3464" name="Google Shape;3464;p1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3465" name="Google Shape;3465;p19"/>
            <p:cNvGrpSpPr/>
            <p:nvPr/>
          </p:nvGrpSpPr>
          <p:grpSpPr>
            <a:xfrm>
              <a:off x="4748" y="990"/>
              <a:ext cx="578" cy="134"/>
              <a:chOff x="615" y="2564"/>
              <a:chExt cx="721" cy="139"/>
            </a:xfrm>
          </p:grpSpPr>
          <p:sp>
            <p:nvSpPr>
              <p:cNvPr id="3466" name="Google Shape;3466;p1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467" name="Google Shape;3467;p1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3468" name="Google Shape;3468;p1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469" name="Google Shape;3469;p1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3470" name="Google Shape;3470;p19"/>
            <p:cNvGrpSpPr/>
            <p:nvPr/>
          </p:nvGrpSpPr>
          <p:grpSpPr>
            <a:xfrm>
              <a:off x="4738" y="1647"/>
              <a:ext cx="578" cy="135"/>
              <a:chOff x="618" y="2586"/>
              <a:chExt cx="720" cy="124"/>
            </a:xfrm>
          </p:grpSpPr>
          <p:sp>
            <p:nvSpPr>
              <p:cNvPr id="3471" name="Google Shape;3471;p1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472" name="Google Shape;3472;p1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3473" name="Google Shape;3473;p1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74" name="Google Shape;3474;p19"/>
            <p:cNvGrpSpPr/>
            <p:nvPr/>
          </p:nvGrpSpPr>
          <p:grpSpPr>
            <a:xfrm>
              <a:off x="4738" y="1330"/>
              <a:ext cx="588" cy="134"/>
              <a:chOff x="613" y="2571"/>
              <a:chExt cx="732" cy="134"/>
            </a:xfrm>
          </p:grpSpPr>
          <p:sp>
            <p:nvSpPr>
              <p:cNvPr id="3475" name="Google Shape;3475;p1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476" name="Google Shape;3476;p1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3477" name="Google Shape;3477;p1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478" name="Google Shape;3478;p1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9" name="Google Shape;3479;p1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0" name="Google Shape;3480;p1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481" name="Google Shape;3481;p1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2" name="Google Shape;3482;p1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483" name="Google Shape;3483;p1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484" name="Google Shape;3484;p1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485" name="Google Shape;3485;p19"/>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3486" name="Google Shape;3486;p1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3487" name="Google Shape;3487;p1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3488" name="Google Shape;3488;p19"/>
          <p:cNvGrpSpPr/>
          <p:nvPr/>
        </p:nvGrpSpPr>
        <p:grpSpPr>
          <a:xfrm flipH="1">
            <a:off x="7773981" y="5281060"/>
            <a:ext cx="345630" cy="320302"/>
            <a:chOff x="2839" y="3501"/>
            <a:chExt cx="755" cy="803"/>
          </a:xfrm>
        </p:grpSpPr>
        <p:pic>
          <p:nvPicPr>
            <p:cNvPr descr="desktop_computer_stylized_medium" id="3489" name="Google Shape;3489;p19"/>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3490" name="Google Shape;3490;p1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91" name="Google Shape;3491;p19"/>
          <p:cNvSpPr/>
          <p:nvPr/>
        </p:nvSpPr>
        <p:spPr>
          <a:xfrm>
            <a:off x="6471025" y="1451551"/>
            <a:ext cx="5359400" cy="4954628"/>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492" name="Google Shape;3492;p19"/>
          <p:cNvGrpSpPr/>
          <p:nvPr/>
        </p:nvGrpSpPr>
        <p:grpSpPr>
          <a:xfrm>
            <a:off x="7439074" y="1859725"/>
            <a:ext cx="4144321" cy="4127477"/>
            <a:chOff x="7439074" y="1859725"/>
            <a:chExt cx="4144321" cy="4127477"/>
          </a:xfrm>
        </p:grpSpPr>
        <p:grpSp>
          <p:nvGrpSpPr>
            <p:cNvPr id="3493" name="Google Shape;3493;p19"/>
            <p:cNvGrpSpPr/>
            <p:nvPr/>
          </p:nvGrpSpPr>
          <p:grpSpPr>
            <a:xfrm>
              <a:off x="7439074" y="1859725"/>
              <a:ext cx="1802647" cy="1120859"/>
              <a:chOff x="7439074" y="1859725"/>
              <a:chExt cx="1802647" cy="1120859"/>
            </a:xfrm>
          </p:grpSpPr>
          <p:pic>
            <p:nvPicPr>
              <p:cNvPr descr="cell_tower_radiation copy" id="3494" name="Google Shape;3494;p19"/>
              <p:cNvPicPr preferRelativeResize="0"/>
              <p:nvPr/>
            </p:nvPicPr>
            <p:blipFill rotWithShape="1">
              <a:blip r:embed="rId15">
                <a:alphaModFix/>
              </a:blip>
              <a:srcRect b="0" l="0" r="0" t="0"/>
              <a:stretch/>
            </p:blipFill>
            <p:spPr>
              <a:xfrm>
                <a:off x="7980866" y="2158167"/>
                <a:ext cx="457200" cy="332766"/>
              </a:xfrm>
              <a:prstGeom prst="rect">
                <a:avLst/>
              </a:prstGeom>
              <a:noFill/>
              <a:ln>
                <a:noFill/>
              </a:ln>
            </p:spPr>
          </p:pic>
          <p:cxnSp>
            <p:nvCxnSpPr>
              <p:cNvPr id="3495" name="Google Shape;3495;p19"/>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3496" name="Google Shape;3496;p19"/>
              <p:cNvGrpSpPr/>
              <p:nvPr/>
            </p:nvGrpSpPr>
            <p:grpSpPr>
              <a:xfrm>
                <a:off x="8050698" y="2309376"/>
                <a:ext cx="298450" cy="464008"/>
                <a:chOff x="3130" y="3288"/>
                <a:chExt cx="410" cy="742"/>
              </a:xfrm>
            </p:grpSpPr>
            <p:cxnSp>
              <p:nvCxnSpPr>
                <p:cNvPr id="3497" name="Google Shape;3497;p19"/>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3498" name="Google Shape;3498;p19"/>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3499" name="Google Shape;3499;p19"/>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3500" name="Google Shape;3500;p19"/>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3501" name="Google Shape;3501;p19"/>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3502" name="Google Shape;3502;p19"/>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3503" name="Google Shape;3503;p19"/>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3504" name="Google Shape;3504;p19"/>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3505" name="Google Shape;3505;p19"/>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3506" name="Google Shape;3506;p19"/>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3507" name="Google Shape;3507;p19"/>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3508" name="Google Shape;3508;p19"/>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3509" name="Google Shape;3509;p19"/>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3510" name="Google Shape;3510;p19"/>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3511" name="Google Shape;3511;p19"/>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grpSp>
            <p:nvGrpSpPr>
              <p:cNvPr id="3512" name="Google Shape;3512;p19"/>
              <p:cNvGrpSpPr/>
              <p:nvPr/>
            </p:nvGrpSpPr>
            <p:grpSpPr>
              <a:xfrm>
                <a:off x="8439827" y="2812309"/>
                <a:ext cx="353678" cy="168275"/>
                <a:chOff x="7493876" y="2774731"/>
                <a:chExt cx="1481958" cy="894622"/>
              </a:xfrm>
            </p:grpSpPr>
            <p:sp>
              <p:nvSpPr>
                <p:cNvPr id="3513" name="Google Shape;3513;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514" name="Google Shape;3514;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515" name="Google Shape;3515;p19"/>
                <p:cNvGrpSpPr/>
                <p:nvPr/>
              </p:nvGrpSpPr>
              <p:grpSpPr>
                <a:xfrm>
                  <a:off x="7713663" y="2848339"/>
                  <a:ext cx="1042107" cy="425543"/>
                  <a:chOff x="7786941" y="2884917"/>
                  <a:chExt cx="897649" cy="353919"/>
                </a:xfrm>
              </p:grpSpPr>
              <p:sp>
                <p:nvSpPr>
                  <p:cNvPr id="3516" name="Google Shape;3516;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17" name="Google Shape;3517;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18" name="Google Shape;3518;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19" name="Google Shape;3519;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antenna_radiation_stylized" id="3520" name="Google Shape;3520;p19"/>
              <p:cNvPicPr preferRelativeResize="0"/>
              <p:nvPr/>
            </p:nvPicPr>
            <p:blipFill rotWithShape="1">
              <a:blip r:embed="rId16">
                <a:alphaModFix/>
              </a:blip>
              <a:srcRect b="0" l="0" r="0" t="0"/>
              <a:stretch/>
            </p:blipFill>
            <p:spPr>
              <a:xfrm>
                <a:off x="7750224" y="1859725"/>
                <a:ext cx="415925" cy="88774"/>
              </a:xfrm>
              <a:prstGeom prst="rect">
                <a:avLst/>
              </a:prstGeom>
              <a:noFill/>
              <a:ln>
                <a:noFill/>
              </a:ln>
            </p:spPr>
          </p:pic>
          <p:pic>
            <p:nvPicPr>
              <p:cNvPr descr="antenna_stylized" id="3521" name="Google Shape;3521;p19"/>
              <p:cNvPicPr preferRelativeResize="0"/>
              <p:nvPr/>
            </p:nvPicPr>
            <p:blipFill rotWithShape="1">
              <a:blip r:embed="rId17">
                <a:alphaModFix/>
              </a:blip>
              <a:srcRect b="0" l="0" r="0" t="0"/>
              <a:stretch/>
            </p:blipFill>
            <p:spPr>
              <a:xfrm>
                <a:off x="7439074" y="2356613"/>
                <a:ext cx="530702" cy="223756"/>
              </a:xfrm>
              <a:prstGeom prst="rect">
                <a:avLst/>
              </a:prstGeom>
              <a:noFill/>
              <a:ln>
                <a:noFill/>
              </a:ln>
            </p:spPr>
          </p:pic>
          <p:pic>
            <p:nvPicPr>
              <p:cNvPr descr="antenna_stylized" id="3522" name="Google Shape;3522;p19"/>
              <p:cNvPicPr preferRelativeResize="0"/>
              <p:nvPr/>
            </p:nvPicPr>
            <p:blipFill rotWithShape="1">
              <a:blip r:embed="rId17">
                <a:alphaModFix/>
              </a:blip>
              <a:srcRect b="0" l="0" r="0" t="0"/>
              <a:stretch/>
            </p:blipFill>
            <p:spPr>
              <a:xfrm>
                <a:off x="8637781" y="2319727"/>
                <a:ext cx="530702" cy="223756"/>
              </a:xfrm>
              <a:prstGeom prst="rect">
                <a:avLst/>
              </a:prstGeom>
              <a:noFill/>
              <a:ln>
                <a:noFill/>
              </a:ln>
            </p:spPr>
          </p:pic>
          <p:pic>
            <p:nvPicPr>
              <p:cNvPr descr="antenna_stylized" id="3523" name="Google Shape;3523;p19"/>
              <p:cNvPicPr preferRelativeResize="0"/>
              <p:nvPr/>
            </p:nvPicPr>
            <p:blipFill rotWithShape="1">
              <a:blip r:embed="rId17">
                <a:alphaModFix/>
              </a:blip>
              <a:srcRect b="0" l="0" r="0" t="0"/>
              <a:stretch/>
            </p:blipFill>
            <p:spPr>
              <a:xfrm>
                <a:off x="8711019" y="2059124"/>
                <a:ext cx="530702" cy="223756"/>
              </a:xfrm>
              <a:prstGeom prst="rect">
                <a:avLst/>
              </a:prstGeom>
              <a:noFill/>
              <a:ln>
                <a:noFill/>
              </a:ln>
            </p:spPr>
          </p:pic>
        </p:grpSp>
        <p:grpSp>
          <p:nvGrpSpPr>
            <p:cNvPr id="3524" name="Google Shape;3524;p19"/>
            <p:cNvGrpSpPr/>
            <p:nvPr/>
          </p:nvGrpSpPr>
          <p:grpSpPr>
            <a:xfrm>
              <a:off x="7493518" y="3325424"/>
              <a:ext cx="911538" cy="843226"/>
              <a:chOff x="7493518" y="3325424"/>
              <a:chExt cx="911538" cy="843226"/>
            </a:xfrm>
          </p:grpSpPr>
          <p:pic>
            <p:nvPicPr>
              <p:cNvPr descr="access_point_stylized_small" id="3525" name="Google Shape;3525;p19"/>
              <p:cNvPicPr preferRelativeResize="0"/>
              <p:nvPr/>
            </p:nvPicPr>
            <p:blipFill rotWithShape="1">
              <a:blip r:embed="rId18">
                <a:alphaModFix/>
              </a:blip>
              <a:srcRect b="0" l="0" r="0" t="0"/>
              <a:stretch/>
            </p:blipFill>
            <p:spPr>
              <a:xfrm>
                <a:off x="7613882" y="3861899"/>
                <a:ext cx="370169" cy="306751"/>
              </a:xfrm>
              <a:prstGeom prst="rect">
                <a:avLst/>
              </a:prstGeom>
              <a:noFill/>
              <a:ln>
                <a:noFill/>
              </a:ln>
            </p:spPr>
          </p:pic>
          <p:grpSp>
            <p:nvGrpSpPr>
              <p:cNvPr id="3526" name="Google Shape;3526;p19"/>
              <p:cNvGrpSpPr/>
              <p:nvPr/>
            </p:nvGrpSpPr>
            <p:grpSpPr>
              <a:xfrm>
                <a:off x="7493518" y="3325424"/>
                <a:ext cx="911538" cy="816238"/>
                <a:chOff x="7493518" y="3325424"/>
                <a:chExt cx="911538" cy="816238"/>
              </a:xfrm>
            </p:grpSpPr>
            <p:cxnSp>
              <p:nvCxnSpPr>
                <p:cNvPr id="3527" name="Google Shape;3527;p19"/>
                <p:cNvCxnSpPr/>
                <p:nvPr/>
              </p:nvCxnSpPr>
              <p:spPr>
                <a:xfrm>
                  <a:off x="8247778" y="3829970"/>
                  <a:ext cx="0" cy="131762"/>
                </a:xfrm>
                <a:prstGeom prst="straightConnector1">
                  <a:avLst/>
                </a:prstGeom>
                <a:noFill/>
                <a:ln cap="flat" cmpd="sng" w="9525">
                  <a:solidFill>
                    <a:schemeClr val="dk1"/>
                  </a:solidFill>
                  <a:prstDash val="solid"/>
                  <a:round/>
                  <a:headEnd len="med" w="med" type="none"/>
                  <a:tailEnd len="med" w="med" type="none"/>
                </a:ln>
              </p:spPr>
            </p:cxnSp>
            <p:cxnSp>
              <p:nvCxnSpPr>
                <p:cNvPr id="3528" name="Google Shape;3528;p19"/>
                <p:cNvCxnSpPr/>
                <p:nvPr/>
              </p:nvCxnSpPr>
              <p:spPr>
                <a:xfrm flipH="1" rot="10800000">
                  <a:off x="7857253" y="4041107"/>
                  <a:ext cx="168275" cy="3175"/>
                </a:xfrm>
                <a:prstGeom prst="straightConnector1">
                  <a:avLst/>
                </a:prstGeom>
                <a:noFill/>
                <a:ln cap="flat" cmpd="sng" w="9525">
                  <a:solidFill>
                    <a:schemeClr val="dk1"/>
                  </a:solidFill>
                  <a:prstDash val="solid"/>
                  <a:round/>
                  <a:headEnd len="med" w="med" type="none"/>
                  <a:tailEnd len="med" w="med" type="none"/>
                </a:ln>
              </p:spPr>
            </p:cxnSp>
            <p:pic>
              <p:nvPicPr>
                <p:cNvPr descr="antenna_radiation_stylized" id="3529" name="Google Shape;3529;p19"/>
                <p:cNvPicPr preferRelativeResize="0"/>
                <p:nvPr/>
              </p:nvPicPr>
              <p:blipFill rotWithShape="1">
                <a:blip r:embed="rId19">
                  <a:alphaModFix/>
                </a:blip>
                <a:srcRect b="0" l="0" r="0" t="0"/>
                <a:stretch/>
              </p:blipFill>
              <p:spPr>
                <a:xfrm>
                  <a:off x="7562238" y="3813930"/>
                  <a:ext cx="506412" cy="106009"/>
                </a:xfrm>
                <a:prstGeom prst="rect">
                  <a:avLst/>
                </a:prstGeom>
                <a:noFill/>
                <a:ln>
                  <a:noFill/>
                </a:ln>
              </p:spPr>
            </p:pic>
            <p:grpSp>
              <p:nvGrpSpPr>
                <p:cNvPr id="3530" name="Google Shape;3530;p19"/>
                <p:cNvGrpSpPr/>
                <p:nvPr/>
              </p:nvGrpSpPr>
              <p:grpSpPr>
                <a:xfrm>
                  <a:off x="8050070" y="3965994"/>
                  <a:ext cx="354986" cy="175668"/>
                  <a:chOff x="7493876" y="2774731"/>
                  <a:chExt cx="1481958" cy="894622"/>
                </a:xfrm>
              </p:grpSpPr>
              <p:sp>
                <p:nvSpPr>
                  <p:cNvPr id="3531" name="Google Shape;3531;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532" name="Google Shape;3532;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533" name="Google Shape;3533;p19"/>
                  <p:cNvGrpSpPr/>
                  <p:nvPr/>
                </p:nvGrpSpPr>
                <p:grpSpPr>
                  <a:xfrm>
                    <a:off x="7713663" y="2848339"/>
                    <a:ext cx="1042107" cy="425543"/>
                    <a:chOff x="7786941" y="2884917"/>
                    <a:chExt cx="897649" cy="353919"/>
                  </a:xfrm>
                </p:grpSpPr>
                <p:sp>
                  <p:nvSpPr>
                    <p:cNvPr id="3534" name="Google Shape;3534;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35" name="Google Shape;3535;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36" name="Google Shape;3536;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37" name="Google Shape;3537;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antenna_stylized" id="3538" name="Google Shape;3538;p19"/>
                <p:cNvPicPr preferRelativeResize="0"/>
                <p:nvPr/>
              </p:nvPicPr>
              <p:blipFill rotWithShape="1">
                <a:blip r:embed="rId20">
                  <a:alphaModFix/>
                </a:blip>
                <a:srcRect b="0" l="0" r="0" t="0"/>
                <a:stretch/>
              </p:blipFill>
              <p:spPr>
                <a:xfrm>
                  <a:off x="7493518" y="3419140"/>
                  <a:ext cx="347997" cy="167557"/>
                </a:xfrm>
                <a:prstGeom prst="rect">
                  <a:avLst/>
                </a:prstGeom>
                <a:noFill/>
                <a:ln>
                  <a:noFill/>
                </a:ln>
              </p:spPr>
            </p:pic>
            <p:pic>
              <p:nvPicPr>
                <p:cNvPr descr="antenna_stylized" id="3539" name="Google Shape;3539;p19"/>
                <p:cNvPicPr preferRelativeResize="0"/>
                <p:nvPr/>
              </p:nvPicPr>
              <p:blipFill rotWithShape="1">
                <a:blip r:embed="rId20">
                  <a:alphaModFix/>
                </a:blip>
                <a:srcRect b="0" l="0" r="0" t="0"/>
                <a:stretch/>
              </p:blipFill>
              <p:spPr>
                <a:xfrm>
                  <a:off x="7803435" y="3325424"/>
                  <a:ext cx="347997" cy="167557"/>
                </a:xfrm>
                <a:prstGeom prst="rect">
                  <a:avLst/>
                </a:prstGeom>
                <a:noFill/>
                <a:ln>
                  <a:noFill/>
                </a:ln>
              </p:spPr>
            </p:pic>
          </p:grpSp>
        </p:grpSp>
        <p:grpSp>
          <p:nvGrpSpPr>
            <p:cNvPr id="3540" name="Google Shape;3540;p19"/>
            <p:cNvGrpSpPr/>
            <p:nvPr/>
          </p:nvGrpSpPr>
          <p:grpSpPr>
            <a:xfrm>
              <a:off x="10884085" y="3428485"/>
              <a:ext cx="604586" cy="405973"/>
              <a:chOff x="10884085" y="3428485"/>
              <a:chExt cx="604586" cy="405973"/>
            </a:xfrm>
          </p:grpSpPr>
          <p:grpSp>
            <p:nvGrpSpPr>
              <p:cNvPr id="3541" name="Google Shape;3541;p19"/>
              <p:cNvGrpSpPr/>
              <p:nvPr/>
            </p:nvGrpSpPr>
            <p:grpSpPr>
              <a:xfrm>
                <a:off x="10884085" y="3601365"/>
                <a:ext cx="170989" cy="97052"/>
                <a:chOff x="7493876" y="2774731"/>
                <a:chExt cx="1481958" cy="894622"/>
              </a:xfrm>
            </p:grpSpPr>
            <p:sp>
              <p:nvSpPr>
                <p:cNvPr id="3542" name="Google Shape;3542;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543" name="Google Shape;3543;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544" name="Google Shape;3544;p19"/>
                <p:cNvGrpSpPr/>
                <p:nvPr/>
              </p:nvGrpSpPr>
              <p:grpSpPr>
                <a:xfrm>
                  <a:off x="7713663" y="2848339"/>
                  <a:ext cx="1042107" cy="425543"/>
                  <a:chOff x="7786941" y="2884917"/>
                  <a:chExt cx="897649" cy="353919"/>
                </a:xfrm>
              </p:grpSpPr>
              <p:sp>
                <p:nvSpPr>
                  <p:cNvPr id="3545" name="Google Shape;3545;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46" name="Google Shape;3546;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47" name="Google Shape;3547;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48" name="Google Shape;3548;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549" name="Google Shape;3549;p19"/>
              <p:cNvGrpSpPr/>
              <p:nvPr/>
            </p:nvGrpSpPr>
            <p:grpSpPr>
              <a:xfrm>
                <a:off x="11064947" y="3428485"/>
                <a:ext cx="423724" cy="405973"/>
                <a:chOff x="5103720" y="2693365"/>
                <a:chExt cx="611650" cy="414788"/>
              </a:xfrm>
            </p:grpSpPr>
            <p:cxnSp>
              <p:nvCxnSpPr>
                <p:cNvPr id="3550" name="Google Shape;3550;p1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551" name="Google Shape;3551;p19"/>
                <p:cNvGrpSpPr/>
                <p:nvPr/>
              </p:nvGrpSpPr>
              <p:grpSpPr>
                <a:xfrm>
                  <a:off x="5275406" y="2693365"/>
                  <a:ext cx="439964" cy="414788"/>
                  <a:chOff x="5275406" y="2711455"/>
                  <a:chExt cx="452949" cy="405518"/>
                </a:xfrm>
              </p:grpSpPr>
              <p:pic>
                <p:nvPicPr>
                  <p:cNvPr descr="server_rack.png" id="3552" name="Google Shape;3552;p19"/>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3553" name="Google Shape;3553;p19"/>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3554" name="Google Shape;3554;p19"/>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grpSp>
          <p:nvGrpSpPr>
            <p:cNvPr id="3555" name="Google Shape;3555;p19"/>
            <p:cNvGrpSpPr/>
            <p:nvPr/>
          </p:nvGrpSpPr>
          <p:grpSpPr>
            <a:xfrm>
              <a:off x="7975881" y="4741266"/>
              <a:ext cx="2318709" cy="1245936"/>
              <a:chOff x="7948367" y="4775686"/>
              <a:chExt cx="2318709" cy="1245936"/>
            </a:xfrm>
          </p:grpSpPr>
          <p:cxnSp>
            <p:nvCxnSpPr>
              <p:cNvPr id="3556" name="Google Shape;3556;p19"/>
              <p:cNvCxnSpPr/>
              <p:nvPr/>
            </p:nvCxnSpPr>
            <p:spPr>
              <a:xfrm flipH="1" rot="5400000">
                <a:off x="9789609" y="5251739"/>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3557" name="Google Shape;3557;p19"/>
              <p:cNvCxnSpPr/>
              <p:nvPr/>
            </p:nvCxnSpPr>
            <p:spPr>
              <a:xfrm>
                <a:off x="8210207" y="5117334"/>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3558" name="Google Shape;3558;p19"/>
              <p:cNvCxnSpPr/>
              <p:nvPr/>
            </p:nvCxnSpPr>
            <p:spPr>
              <a:xfrm flipH="1" rot="10800000">
                <a:off x="8459425" y="5036562"/>
                <a:ext cx="404236" cy="207771"/>
              </a:xfrm>
              <a:prstGeom prst="straightConnector1">
                <a:avLst/>
              </a:prstGeom>
              <a:noFill/>
              <a:ln cap="flat" cmpd="sng" w="9525">
                <a:solidFill>
                  <a:schemeClr val="dk1"/>
                </a:solidFill>
                <a:prstDash val="solid"/>
                <a:round/>
                <a:headEnd len="med" w="med" type="none"/>
                <a:tailEnd len="med" w="med" type="none"/>
              </a:ln>
            </p:spPr>
          </p:cxnSp>
          <p:grpSp>
            <p:nvGrpSpPr>
              <p:cNvPr id="3559" name="Google Shape;3559;p19"/>
              <p:cNvGrpSpPr/>
              <p:nvPr/>
            </p:nvGrpSpPr>
            <p:grpSpPr>
              <a:xfrm>
                <a:off x="7948367" y="4775686"/>
                <a:ext cx="2318709" cy="1245936"/>
                <a:chOff x="7948367" y="4775686"/>
                <a:chExt cx="2318709" cy="1245936"/>
              </a:xfrm>
            </p:grpSpPr>
            <p:cxnSp>
              <p:nvCxnSpPr>
                <p:cNvPr id="3560" name="Google Shape;3560;p19"/>
                <p:cNvCxnSpPr/>
                <p:nvPr/>
              </p:nvCxnSpPr>
              <p:spPr>
                <a:xfrm rot="10800000">
                  <a:off x="10209926" y="5405286"/>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3561" name="Google Shape;3561;p19"/>
                <p:cNvCxnSpPr/>
                <p:nvPr/>
              </p:nvCxnSpPr>
              <p:spPr>
                <a:xfrm>
                  <a:off x="9432959" y="4838517"/>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3562" name="Google Shape;3562;p19"/>
                <p:cNvCxnSpPr/>
                <p:nvPr/>
              </p:nvCxnSpPr>
              <p:spPr>
                <a:xfrm flipH="1" rot="10800000">
                  <a:off x="8850066" y="4838517"/>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3563" name="Google Shape;3563;p19"/>
                <p:cNvCxnSpPr/>
                <p:nvPr/>
              </p:nvCxnSpPr>
              <p:spPr>
                <a:xfrm>
                  <a:off x="8821744" y="5108876"/>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3564" name="Google Shape;3564;p19"/>
                <p:cNvCxnSpPr/>
                <p:nvPr/>
              </p:nvCxnSpPr>
              <p:spPr>
                <a:xfrm flipH="1" rot="10800000">
                  <a:off x="7948367" y="5290470"/>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3565" name="Google Shape;3565;p19"/>
                <p:cNvCxnSpPr/>
                <p:nvPr/>
              </p:nvCxnSpPr>
              <p:spPr>
                <a:xfrm flipH="1">
                  <a:off x="8373817" y="5282252"/>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3566" name="Google Shape;3566;p19"/>
                <p:cNvCxnSpPr/>
                <p:nvPr/>
              </p:nvCxnSpPr>
              <p:spPr>
                <a:xfrm rot="10800000">
                  <a:off x="8488731" y="5307931"/>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3567" name="Google Shape;3567;p19"/>
                <p:cNvCxnSpPr/>
                <p:nvPr/>
              </p:nvCxnSpPr>
              <p:spPr>
                <a:xfrm>
                  <a:off x="8488731" y="5258048"/>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3568" name="Google Shape;3568;p19"/>
                <p:cNvCxnSpPr/>
                <p:nvPr/>
              </p:nvCxnSpPr>
              <p:spPr>
                <a:xfrm flipH="1" rot="5400000">
                  <a:off x="9885545" y="5583471"/>
                  <a:ext cx="366793" cy="1482"/>
                </a:xfrm>
                <a:prstGeom prst="straightConnector1">
                  <a:avLst/>
                </a:prstGeom>
                <a:noFill/>
                <a:ln cap="flat" cmpd="sng" w="12700">
                  <a:solidFill>
                    <a:schemeClr val="dk1"/>
                  </a:solidFill>
                  <a:prstDash val="solid"/>
                  <a:round/>
                  <a:headEnd len="med" w="med" type="none"/>
                  <a:tailEnd len="med" w="med" type="none"/>
                </a:ln>
              </p:spPr>
            </p:cxnSp>
            <p:pic>
              <p:nvPicPr>
                <p:cNvPr descr="antenna_radiation_stylized" id="3569" name="Google Shape;3569;p19"/>
                <p:cNvPicPr preferRelativeResize="0"/>
                <p:nvPr/>
              </p:nvPicPr>
              <p:blipFill rotWithShape="1">
                <a:blip r:embed="rId22">
                  <a:alphaModFix/>
                </a:blip>
                <a:srcRect b="0" l="0" r="0" t="0"/>
                <a:stretch/>
              </p:blipFill>
              <p:spPr>
                <a:xfrm>
                  <a:off x="9242073" y="5480938"/>
                  <a:ext cx="452014" cy="95159"/>
                </a:xfrm>
                <a:prstGeom prst="rect">
                  <a:avLst/>
                </a:prstGeom>
                <a:noFill/>
                <a:ln>
                  <a:noFill/>
                </a:ln>
              </p:spPr>
            </p:pic>
            <p:pic>
              <p:nvPicPr>
                <p:cNvPr descr="access_point_stylized_small" id="3570" name="Google Shape;3570;p19"/>
                <p:cNvPicPr preferRelativeResize="0"/>
                <p:nvPr/>
              </p:nvPicPr>
              <p:blipFill rotWithShape="1">
                <a:blip r:embed="rId18">
                  <a:alphaModFix/>
                </a:blip>
                <a:srcRect b="0" l="0" r="0" t="0"/>
                <a:stretch/>
              </p:blipFill>
              <p:spPr>
                <a:xfrm>
                  <a:off x="9290610" y="5524232"/>
                  <a:ext cx="380935" cy="317464"/>
                </a:xfrm>
                <a:prstGeom prst="rect">
                  <a:avLst/>
                </a:prstGeom>
                <a:noFill/>
                <a:ln>
                  <a:noFill/>
                </a:ln>
              </p:spPr>
            </p:pic>
            <p:grpSp>
              <p:nvGrpSpPr>
                <p:cNvPr id="3571" name="Google Shape;3571;p19"/>
                <p:cNvGrpSpPr/>
                <p:nvPr/>
              </p:nvGrpSpPr>
              <p:grpSpPr>
                <a:xfrm>
                  <a:off x="9783558" y="4989983"/>
                  <a:ext cx="393760" cy="218578"/>
                  <a:chOff x="7493876" y="2774731"/>
                  <a:chExt cx="1481958" cy="894622"/>
                </a:xfrm>
              </p:grpSpPr>
              <p:sp>
                <p:nvSpPr>
                  <p:cNvPr id="3572" name="Google Shape;3572;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573" name="Google Shape;3573;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574" name="Google Shape;3574;p19"/>
                  <p:cNvGrpSpPr/>
                  <p:nvPr/>
                </p:nvGrpSpPr>
                <p:grpSpPr>
                  <a:xfrm>
                    <a:off x="7713663" y="2848339"/>
                    <a:ext cx="1042107" cy="425543"/>
                    <a:chOff x="7786941" y="2884917"/>
                    <a:chExt cx="897649" cy="353919"/>
                  </a:xfrm>
                </p:grpSpPr>
                <p:sp>
                  <p:nvSpPr>
                    <p:cNvPr id="3575" name="Google Shape;3575;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6" name="Google Shape;3576;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7" name="Google Shape;3577;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8" name="Google Shape;3578;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579" name="Google Shape;3579;p19"/>
                <p:cNvGrpSpPr/>
                <p:nvPr/>
              </p:nvGrpSpPr>
              <p:grpSpPr>
                <a:xfrm>
                  <a:off x="9849365" y="5339037"/>
                  <a:ext cx="309740" cy="190838"/>
                  <a:chOff x="3668110" y="2448910"/>
                  <a:chExt cx="3794234" cy="2165130"/>
                </a:xfrm>
              </p:grpSpPr>
              <p:sp>
                <p:nvSpPr>
                  <p:cNvPr id="3580" name="Google Shape;3580;p1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1" name="Google Shape;3581;p1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582" name="Google Shape;3582;p19"/>
                  <p:cNvGrpSpPr/>
                  <p:nvPr/>
                </p:nvGrpSpPr>
                <p:grpSpPr>
                  <a:xfrm>
                    <a:off x="3941378" y="2603243"/>
                    <a:ext cx="3202061" cy="1066110"/>
                    <a:chOff x="7939341" y="3037317"/>
                    <a:chExt cx="897649" cy="353919"/>
                  </a:xfrm>
                </p:grpSpPr>
                <p:sp>
                  <p:nvSpPr>
                    <p:cNvPr id="3583" name="Google Shape;3583;p1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4" name="Google Shape;3584;p1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5" name="Google Shape;3585;p1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6" name="Google Shape;3586;p1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587" name="Google Shape;3587;p19"/>
                <p:cNvGrpSpPr/>
                <p:nvPr/>
              </p:nvGrpSpPr>
              <p:grpSpPr>
                <a:xfrm>
                  <a:off x="8676619" y="4967420"/>
                  <a:ext cx="393760" cy="218578"/>
                  <a:chOff x="7493876" y="2774731"/>
                  <a:chExt cx="1481958" cy="894622"/>
                </a:xfrm>
              </p:grpSpPr>
              <p:sp>
                <p:nvSpPr>
                  <p:cNvPr id="3588" name="Google Shape;3588;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589" name="Google Shape;3589;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590" name="Google Shape;3590;p19"/>
                  <p:cNvGrpSpPr/>
                  <p:nvPr/>
                </p:nvGrpSpPr>
                <p:grpSpPr>
                  <a:xfrm>
                    <a:off x="7713663" y="2848339"/>
                    <a:ext cx="1042107" cy="425543"/>
                    <a:chOff x="7786941" y="2884917"/>
                    <a:chExt cx="897649" cy="353919"/>
                  </a:xfrm>
                </p:grpSpPr>
                <p:sp>
                  <p:nvSpPr>
                    <p:cNvPr id="3591" name="Google Shape;3591;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2" name="Google Shape;3592;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3" name="Google Shape;3593;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4" name="Google Shape;3594;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595" name="Google Shape;3595;p19"/>
                <p:cNvGrpSpPr/>
                <p:nvPr/>
              </p:nvGrpSpPr>
              <p:grpSpPr>
                <a:xfrm>
                  <a:off x="8311520" y="5194433"/>
                  <a:ext cx="309740" cy="190838"/>
                  <a:chOff x="3668110" y="2448910"/>
                  <a:chExt cx="3794234" cy="2165130"/>
                </a:xfrm>
              </p:grpSpPr>
              <p:sp>
                <p:nvSpPr>
                  <p:cNvPr id="3596" name="Google Shape;3596;p19"/>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7" name="Google Shape;3597;p19"/>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598" name="Google Shape;3598;p19"/>
                  <p:cNvGrpSpPr/>
                  <p:nvPr/>
                </p:nvGrpSpPr>
                <p:grpSpPr>
                  <a:xfrm>
                    <a:off x="3941378" y="2603243"/>
                    <a:ext cx="3202061" cy="1066110"/>
                    <a:chOff x="7939341" y="3037317"/>
                    <a:chExt cx="897649" cy="353919"/>
                  </a:xfrm>
                </p:grpSpPr>
                <p:sp>
                  <p:nvSpPr>
                    <p:cNvPr id="3599" name="Google Shape;3599;p19"/>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00" name="Google Shape;3600;p19"/>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01" name="Google Shape;3601;p19"/>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02" name="Google Shape;3602;p19"/>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3603" name="Google Shape;3603;p19"/>
                <p:cNvGrpSpPr/>
                <p:nvPr/>
              </p:nvGrpSpPr>
              <p:grpSpPr>
                <a:xfrm>
                  <a:off x="9247893" y="4775686"/>
                  <a:ext cx="393760" cy="218578"/>
                  <a:chOff x="7493876" y="2774731"/>
                  <a:chExt cx="1481958" cy="894622"/>
                </a:xfrm>
              </p:grpSpPr>
              <p:sp>
                <p:nvSpPr>
                  <p:cNvPr id="3604" name="Google Shape;3604;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605" name="Google Shape;3605;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606" name="Google Shape;3606;p19"/>
                  <p:cNvGrpSpPr/>
                  <p:nvPr/>
                </p:nvGrpSpPr>
                <p:grpSpPr>
                  <a:xfrm>
                    <a:off x="7713663" y="2848339"/>
                    <a:ext cx="1042107" cy="425543"/>
                    <a:chOff x="7786941" y="2884917"/>
                    <a:chExt cx="897649" cy="353919"/>
                  </a:xfrm>
                </p:grpSpPr>
                <p:sp>
                  <p:nvSpPr>
                    <p:cNvPr id="3607" name="Google Shape;3607;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08" name="Google Shape;3608;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09" name="Google Shape;3609;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10" name="Google Shape;3610;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antenna_stylized" id="3611" name="Google Shape;3611;p19"/>
                <p:cNvPicPr preferRelativeResize="0"/>
                <p:nvPr/>
              </p:nvPicPr>
              <p:blipFill rotWithShape="1">
                <a:blip r:embed="rId23">
                  <a:alphaModFix/>
                </a:blip>
                <a:srcRect b="0" l="0" r="0" t="0"/>
                <a:stretch/>
              </p:blipFill>
              <p:spPr>
                <a:xfrm>
                  <a:off x="9201681" y="5852809"/>
                  <a:ext cx="307702" cy="168813"/>
                </a:xfrm>
                <a:prstGeom prst="rect">
                  <a:avLst/>
                </a:prstGeom>
                <a:noFill/>
                <a:ln>
                  <a:noFill/>
                </a:ln>
              </p:spPr>
            </p:pic>
            <p:pic>
              <p:nvPicPr>
                <p:cNvPr descr="antenna_stylized" id="3612" name="Google Shape;3612;p19"/>
                <p:cNvPicPr preferRelativeResize="0"/>
                <p:nvPr/>
              </p:nvPicPr>
              <p:blipFill rotWithShape="1">
                <a:blip r:embed="rId23">
                  <a:alphaModFix/>
                </a:blip>
                <a:srcRect b="0" l="0" r="0" t="0"/>
                <a:stretch/>
              </p:blipFill>
              <p:spPr>
                <a:xfrm>
                  <a:off x="9534746" y="5795138"/>
                  <a:ext cx="316707" cy="138962"/>
                </a:xfrm>
                <a:prstGeom prst="rect">
                  <a:avLst/>
                </a:prstGeom>
                <a:noFill/>
                <a:ln>
                  <a:noFill/>
                </a:ln>
              </p:spPr>
            </p:pic>
          </p:grpSp>
        </p:grpSp>
        <p:grpSp>
          <p:nvGrpSpPr>
            <p:cNvPr id="3613" name="Google Shape;3613;p19"/>
            <p:cNvGrpSpPr/>
            <p:nvPr/>
          </p:nvGrpSpPr>
          <p:grpSpPr>
            <a:xfrm>
              <a:off x="10925982" y="4188911"/>
              <a:ext cx="657413" cy="451816"/>
              <a:chOff x="10925982" y="4188911"/>
              <a:chExt cx="657413" cy="451816"/>
            </a:xfrm>
          </p:grpSpPr>
          <p:grpSp>
            <p:nvGrpSpPr>
              <p:cNvPr id="3614" name="Google Shape;3614;p19"/>
              <p:cNvGrpSpPr/>
              <p:nvPr/>
            </p:nvGrpSpPr>
            <p:grpSpPr>
              <a:xfrm>
                <a:off x="11093556" y="4188911"/>
                <a:ext cx="489839" cy="451816"/>
                <a:chOff x="5103720" y="2693365"/>
                <a:chExt cx="611650" cy="414788"/>
              </a:xfrm>
            </p:grpSpPr>
            <p:cxnSp>
              <p:nvCxnSpPr>
                <p:cNvPr id="3615" name="Google Shape;3615;p19"/>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3616" name="Google Shape;3616;p19"/>
                <p:cNvGrpSpPr/>
                <p:nvPr/>
              </p:nvGrpSpPr>
              <p:grpSpPr>
                <a:xfrm>
                  <a:off x="5275406" y="2693365"/>
                  <a:ext cx="439964" cy="414788"/>
                  <a:chOff x="5275406" y="2711455"/>
                  <a:chExt cx="452949" cy="405518"/>
                </a:xfrm>
              </p:grpSpPr>
              <p:pic>
                <p:nvPicPr>
                  <p:cNvPr descr="server_rack.png" id="3617" name="Google Shape;3617;p19"/>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3618" name="Google Shape;3618;p19"/>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3619" name="Google Shape;3619;p19"/>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nvGrpSpPr>
              <p:cNvPr id="3620" name="Google Shape;3620;p19"/>
              <p:cNvGrpSpPr/>
              <p:nvPr/>
            </p:nvGrpSpPr>
            <p:grpSpPr>
              <a:xfrm>
                <a:off x="10925982" y="4369125"/>
                <a:ext cx="228295" cy="120400"/>
                <a:chOff x="7493876" y="2774731"/>
                <a:chExt cx="1481958" cy="894622"/>
              </a:xfrm>
            </p:grpSpPr>
            <p:sp>
              <p:nvSpPr>
                <p:cNvPr id="3621" name="Google Shape;3621;p1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3622" name="Google Shape;3622;p1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3623" name="Google Shape;3623;p19"/>
                <p:cNvGrpSpPr/>
                <p:nvPr/>
              </p:nvGrpSpPr>
              <p:grpSpPr>
                <a:xfrm>
                  <a:off x="7713663" y="2848339"/>
                  <a:ext cx="1042107" cy="425543"/>
                  <a:chOff x="7786941" y="2884917"/>
                  <a:chExt cx="897649" cy="353919"/>
                </a:xfrm>
              </p:grpSpPr>
              <p:sp>
                <p:nvSpPr>
                  <p:cNvPr id="3624" name="Google Shape;3624;p1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25" name="Google Shape;3625;p1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26" name="Google Shape;3626;p1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27" name="Google Shape;3627;p1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grpSp>
        <p:nvGrpSpPr>
          <p:cNvPr id="3628" name="Google Shape;3628;p19"/>
          <p:cNvGrpSpPr/>
          <p:nvPr/>
        </p:nvGrpSpPr>
        <p:grpSpPr>
          <a:xfrm>
            <a:off x="7380480" y="1798646"/>
            <a:ext cx="4322981" cy="3949460"/>
            <a:chOff x="11448552" y="1676017"/>
            <a:chExt cx="4322981" cy="3949460"/>
          </a:xfrm>
        </p:grpSpPr>
        <p:sp>
          <p:nvSpPr>
            <p:cNvPr id="3629" name="Google Shape;3629;p19"/>
            <p:cNvSpPr/>
            <p:nvPr/>
          </p:nvSpPr>
          <p:spPr>
            <a:xfrm>
              <a:off x="11548524" y="3627656"/>
              <a:ext cx="1007401" cy="44821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0" name="Google Shape;3630;p19"/>
            <p:cNvSpPr/>
            <p:nvPr/>
          </p:nvSpPr>
          <p:spPr>
            <a:xfrm rot="1622536">
              <a:off x="12634901" y="5270789"/>
              <a:ext cx="887739" cy="161724"/>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1" name="Google Shape;3631;p19"/>
            <p:cNvSpPr/>
            <p:nvPr/>
          </p:nvSpPr>
          <p:spPr>
            <a:xfrm>
              <a:off x="12775958" y="1847944"/>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2" name="Google Shape;3632;p19"/>
            <p:cNvSpPr/>
            <p:nvPr/>
          </p:nvSpPr>
          <p:spPr>
            <a:xfrm>
              <a:off x="12669374" y="4563454"/>
              <a:ext cx="1698836"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3" name="Google Shape;3633;p19"/>
            <p:cNvSpPr/>
            <p:nvPr/>
          </p:nvSpPr>
          <p:spPr>
            <a:xfrm>
              <a:off x="12239699" y="4881027"/>
              <a:ext cx="660040" cy="553827"/>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4" name="Google Shape;3634;p19"/>
            <p:cNvSpPr/>
            <p:nvPr/>
          </p:nvSpPr>
          <p:spPr>
            <a:xfrm>
              <a:off x="12638017" y="2106713"/>
              <a:ext cx="503074" cy="24332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5" name="Google Shape;3635;p19"/>
            <p:cNvSpPr/>
            <p:nvPr/>
          </p:nvSpPr>
          <p:spPr>
            <a:xfrm>
              <a:off x="13837524" y="5040395"/>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6" name="Google Shape;3636;p19"/>
            <p:cNvSpPr/>
            <p:nvPr/>
          </p:nvSpPr>
          <p:spPr>
            <a:xfrm rot="2528345">
              <a:off x="12297976" y="2504847"/>
              <a:ext cx="61230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7" name="Google Shape;3637;p19"/>
            <p:cNvSpPr/>
            <p:nvPr/>
          </p:nvSpPr>
          <p:spPr>
            <a:xfrm>
              <a:off x="11972286" y="1972003"/>
              <a:ext cx="612303" cy="754264"/>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8" name="Google Shape;3638;p19"/>
            <p:cNvSpPr/>
            <p:nvPr/>
          </p:nvSpPr>
          <p:spPr>
            <a:xfrm>
              <a:off x="11792971" y="1676017"/>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39" name="Google Shape;3639;p19"/>
            <p:cNvSpPr/>
            <p:nvPr/>
          </p:nvSpPr>
          <p:spPr>
            <a:xfrm>
              <a:off x="11448552" y="2167072"/>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40" name="Google Shape;3640;p19"/>
            <p:cNvSpPr/>
            <p:nvPr/>
          </p:nvSpPr>
          <p:spPr>
            <a:xfrm>
              <a:off x="11807613" y="3089587"/>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41" name="Google Shape;3641;p19"/>
            <p:cNvSpPr/>
            <p:nvPr/>
          </p:nvSpPr>
          <p:spPr>
            <a:xfrm>
              <a:off x="11461856" y="3203435"/>
              <a:ext cx="473396" cy="244212"/>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42" name="Google Shape;3642;p19"/>
            <p:cNvSpPr/>
            <p:nvPr/>
          </p:nvSpPr>
          <p:spPr>
            <a:xfrm>
              <a:off x="14880961" y="3246013"/>
              <a:ext cx="81304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43" name="Google Shape;3643;p19"/>
            <p:cNvSpPr/>
            <p:nvPr/>
          </p:nvSpPr>
          <p:spPr>
            <a:xfrm>
              <a:off x="14958490" y="4026029"/>
              <a:ext cx="813043" cy="51006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644" name="Google Shape;3644;p19"/>
          <p:cNvSpPr txBox="1"/>
          <p:nvPr>
            <p:ph idx="1" type="body"/>
          </p:nvPr>
        </p:nvSpPr>
        <p:spPr>
          <a:xfrm>
            <a:off x="839285" y="1424002"/>
            <a:ext cx="5823897" cy="2635217"/>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i="1" lang="en-US" sz="3200">
                <a:solidFill>
                  <a:srgbClr val="CC0000"/>
                </a:solidFill>
              </a:rPr>
              <a:t>Q: How to connect end systems to edge router?</a:t>
            </a:r>
            <a:endParaRPr/>
          </a:p>
          <a:p>
            <a:pPr indent="-222250" lvl="0" marL="352425" rtl="0" algn="l">
              <a:lnSpc>
                <a:spcPct val="90000"/>
              </a:lnSpc>
              <a:spcBef>
                <a:spcPts val="600"/>
              </a:spcBef>
              <a:spcAft>
                <a:spcPts val="0"/>
              </a:spcAft>
              <a:buSzPts val="1800"/>
              <a:buChar char="▪"/>
            </a:pPr>
            <a:r>
              <a:rPr lang="en-US" sz="2400"/>
              <a:t>residential access nets</a:t>
            </a:r>
            <a:endParaRPr/>
          </a:p>
          <a:p>
            <a:pPr indent="-222250" lvl="0" marL="352425" rtl="0" algn="l">
              <a:lnSpc>
                <a:spcPct val="90000"/>
              </a:lnSpc>
              <a:spcBef>
                <a:spcPts val="600"/>
              </a:spcBef>
              <a:spcAft>
                <a:spcPts val="0"/>
              </a:spcAft>
              <a:buSzPts val="1800"/>
              <a:buChar char="▪"/>
            </a:pPr>
            <a:r>
              <a:rPr lang="en-US" sz="2400"/>
              <a:t>institutional access networks (school, company)</a:t>
            </a:r>
            <a:endParaRPr/>
          </a:p>
          <a:p>
            <a:pPr indent="-222250" lvl="0" marL="352425" rtl="0" algn="l">
              <a:lnSpc>
                <a:spcPct val="90000"/>
              </a:lnSpc>
              <a:spcBef>
                <a:spcPts val="600"/>
              </a:spcBef>
              <a:spcAft>
                <a:spcPts val="0"/>
              </a:spcAft>
              <a:buSzPts val="1800"/>
              <a:buChar char="▪"/>
            </a:pPr>
            <a:r>
              <a:rPr lang="en-US" sz="2400"/>
              <a:t>mobile access networks (WiFi, 4G/5G)</a:t>
            </a:r>
            <a:endParaRPr sz="2400">
              <a:solidFill>
                <a:srgbClr val="FF0000"/>
              </a:solidFill>
            </a:endParaRPr>
          </a:p>
          <a:p>
            <a:pPr indent="0" lvl="0" marL="174625" rtl="0" algn="l">
              <a:lnSpc>
                <a:spcPct val="90000"/>
              </a:lnSpc>
              <a:spcBef>
                <a:spcPts val="1720"/>
              </a:spcBef>
              <a:spcAft>
                <a:spcPts val="0"/>
              </a:spcAft>
              <a:buSzPts val="2100"/>
              <a:buNone/>
            </a:pPr>
            <a:r>
              <a:t/>
            </a:r>
            <a:endParaRPr/>
          </a:p>
          <a:p>
            <a:pPr indent="-44450" lvl="0" marL="352425" rtl="0" algn="l">
              <a:lnSpc>
                <a:spcPct val="90000"/>
              </a:lnSpc>
              <a:spcBef>
                <a:spcPts val="1000"/>
              </a:spcBef>
              <a:spcAft>
                <a:spcPts val="0"/>
              </a:spcAft>
              <a:buSzPts val="2800"/>
              <a:buNone/>
            </a:pPr>
            <a:r>
              <a:t/>
            </a:r>
            <a:endParaRPr/>
          </a:p>
        </p:txBody>
      </p:sp>
      <p:sp>
        <p:nvSpPr>
          <p:cNvPr id="3645" name="Google Shape;3645;p19"/>
          <p:cNvSpPr txBox="1"/>
          <p:nvPr/>
        </p:nvSpPr>
        <p:spPr>
          <a:xfrm>
            <a:off x="759558" y="4154280"/>
            <a:ext cx="6495974" cy="1524639"/>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marR="0" rtl="0" algn="l">
              <a:lnSpc>
                <a:spcPct val="90000"/>
              </a:lnSpc>
              <a:spcBef>
                <a:spcPts val="0"/>
              </a:spcBef>
              <a:spcAft>
                <a:spcPts val="0"/>
              </a:spcAft>
              <a:buClr>
                <a:srgbClr val="0000A3"/>
              </a:buClr>
              <a:buSzPct val="100000"/>
              <a:buFont typeface="Noto Sans Symbols"/>
              <a:buNone/>
            </a:pPr>
            <a:r>
              <a:rPr i="1" lang="en-US" sz="3200">
                <a:solidFill>
                  <a:srgbClr val="CC0000"/>
                </a:solidFill>
                <a:latin typeface="Calibri"/>
                <a:ea typeface="Calibri"/>
                <a:cs typeface="Calibri"/>
                <a:sym typeface="Calibri"/>
              </a:rPr>
              <a:t>What to look for: </a:t>
            </a:r>
            <a:endParaRPr/>
          </a:p>
          <a:p>
            <a:pPr indent="-222250" lvl="0" marL="352425" marR="0" rtl="0" algn="l">
              <a:lnSpc>
                <a:spcPct val="90000"/>
              </a:lnSpc>
              <a:spcBef>
                <a:spcPts val="1000"/>
              </a:spcBef>
              <a:spcAft>
                <a:spcPts val="0"/>
              </a:spcAft>
              <a:buClr>
                <a:srgbClr val="0000A3"/>
              </a:buClr>
              <a:buSzPct val="75000"/>
              <a:buFont typeface="Noto Sans Symbols"/>
              <a:buChar char="▪"/>
            </a:pPr>
            <a:r>
              <a:rPr lang="en-US" sz="2400">
                <a:solidFill>
                  <a:schemeClr val="dk1"/>
                </a:solidFill>
                <a:latin typeface="Calibri"/>
                <a:ea typeface="Calibri"/>
                <a:cs typeface="Calibri"/>
                <a:sym typeface="Calibri"/>
              </a:rPr>
              <a:t>transmission rate  (bits per second) of access network?</a:t>
            </a:r>
            <a:endParaRPr/>
          </a:p>
          <a:p>
            <a:pPr indent="-222250" lvl="0" marL="352425" marR="0" rtl="0" algn="l">
              <a:lnSpc>
                <a:spcPct val="90000"/>
              </a:lnSpc>
              <a:spcBef>
                <a:spcPts val="1000"/>
              </a:spcBef>
              <a:spcAft>
                <a:spcPts val="0"/>
              </a:spcAft>
              <a:buClr>
                <a:srgbClr val="0000A3"/>
              </a:buClr>
              <a:buSzPct val="75000"/>
              <a:buFont typeface="Noto Sans Symbols"/>
              <a:buChar char="▪"/>
            </a:pPr>
            <a:r>
              <a:rPr lang="en-US" sz="2400">
                <a:solidFill>
                  <a:schemeClr val="dk1"/>
                </a:solidFill>
                <a:latin typeface="Calibri"/>
                <a:ea typeface="Calibri"/>
                <a:cs typeface="Calibri"/>
                <a:sym typeface="Calibri"/>
              </a:rPr>
              <a:t>shared or dedicated access among users?</a:t>
            </a:r>
            <a:endParaRPr/>
          </a:p>
          <a:p>
            <a:pPr indent="0" lvl="0" marL="174625" marR="0" rtl="0" algn="l">
              <a:lnSpc>
                <a:spcPct val="90000"/>
              </a:lnSpc>
              <a:spcBef>
                <a:spcPts val="1000"/>
              </a:spcBef>
              <a:spcAft>
                <a:spcPts val="0"/>
              </a:spcAft>
              <a:buClr>
                <a:srgbClr val="0000A3"/>
              </a:buClr>
              <a:buSzPct val="75000"/>
              <a:buFont typeface="Noto Sans Symbols"/>
              <a:buNone/>
            </a:pPr>
            <a:r>
              <a:t/>
            </a:r>
            <a:endParaRPr sz="2800">
              <a:solidFill>
                <a:schemeClr val="dk1"/>
              </a:solidFill>
              <a:latin typeface="Calibri"/>
              <a:ea typeface="Calibri"/>
              <a:cs typeface="Calibri"/>
              <a:sym typeface="Calibri"/>
            </a:endParaRPr>
          </a:p>
          <a:p>
            <a:pPr indent="-57784" lvl="0" marL="352425" marR="0" rtl="0" algn="l">
              <a:lnSpc>
                <a:spcPct val="90000"/>
              </a:lnSpc>
              <a:spcBef>
                <a:spcPts val="1000"/>
              </a:spcBef>
              <a:spcAft>
                <a:spcPts val="0"/>
              </a:spcAft>
              <a:buClr>
                <a:srgbClr val="0000A3"/>
              </a:buClr>
              <a:buSzPct val="100000"/>
              <a:buFont typeface="Noto Sans Symbols"/>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0" name="Shape 3650"/>
        <p:cNvGrpSpPr/>
        <p:nvPr/>
      </p:nvGrpSpPr>
      <p:grpSpPr>
        <a:xfrm>
          <a:off x="0" y="0"/>
          <a:ext cx="0" cy="0"/>
          <a:chOff x="0" y="0"/>
          <a:chExt cx="0" cy="0"/>
        </a:xfrm>
      </p:grpSpPr>
      <p:grpSp>
        <p:nvGrpSpPr>
          <p:cNvPr id="3651" name="Google Shape;3651;p20"/>
          <p:cNvGrpSpPr/>
          <p:nvPr/>
        </p:nvGrpSpPr>
        <p:grpSpPr>
          <a:xfrm>
            <a:off x="6745014" y="2947413"/>
            <a:ext cx="2178050" cy="1147763"/>
            <a:chOff x="6634372" y="2940623"/>
            <a:chExt cx="2178050" cy="1147763"/>
          </a:xfrm>
        </p:grpSpPr>
        <p:sp>
          <p:nvSpPr>
            <p:cNvPr id="3652" name="Google Shape;3652;p20"/>
            <p:cNvSpPr/>
            <p:nvPr/>
          </p:nvSpPr>
          <p:spPr>
            <a:xfrm>
              <a:off x="6634372" y="2940623"/>
              <a:ext cx="2178050" cy="1147763"/>
            </a:xfrm>
            <a:custGeom>
              <a:rect b="b" l="l" r="r" t="t"/>
              <a:pathLst>
                <a:path extrusionOk="0" h="459" w="765">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a:gsLst>
                <a:gs pos="0">
                  <a:srgbClr val="9CDFF9"/>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653" name="Google Shape;3653;p20"/>
            <p:cNvCxnSpPr/>
            <p:nvPr/>
          </p:nvCxnSpPr>
          <p:spPr>
            <a:xfrm flipH="1" rot="10800000">
              <a:off x="7464635" y="3294636"/>
              <a:ext cx="168275" cy="120650"/>
            </a:xfrm>
            <a:prstGeom prst="straightConnector1">
              <a:avLst/>
            </a:prstGeom>
            <a:noFill/>
            <a:ln cap="flat" cmpd="sng" w="9525">
              <a:solidFill>
                <a:schemeClr val="dk1"/>
              </a:solidFill>
              <a:prstDash val="solid"/>
              <a:round/>
              <a:headEnd len="med" w="med" type="none"/>
              <a:tailEnd len="med" w="med" type="none"/>
            </a:ln>
          </p:spPr>
        </p:cxnSp>
        <p:cxnSp>
          <p:nvCxnSpPr>
            <p:cNvPr id="3654" name="Google Shape;3654;p20"/>
            <p:cNvCxnSpPr/>
            <p:nvPr/>
          </p:nvCxnSpPr>
          <p:spPr>
            <a:xfrm>
              <a:off x="7231272" y="3534348"/>
              <a:ext cx="0" cy="114300"/>
            </a:xfrm>
            <a:prstGeom prst="straightConnector1">
              <a:avLst/>
            </a:prstGeom>
            <a:noFill/>
            <a:ln cap="flat" cmpd="sng" w="9525">
              <a:solidFill>
                <a:schemeClr val="dk1"/>
              </a:solidFill>
              <a:prstDash val="solid"/>
              <a:round/>
              <a:headEnd len="med" w="med" type="none"/>
              <a:tailEnd len="med" w="med" type="none"/>
            </a:ln>
          </p:spPr>
        </p:cxnSp>
        <p:cxnSp>
          <p:nvCxnSpPr>
            <p:cNvPr id="3655" name="Google Shape;3655;p20"/>
            <p:cNvCxnSpPr/>
            <p:nvPr/>
          </p:nvCxnSpPr>
          <p:spPr>
            <a:xfrm flipH="1" rot="10800000">
              <a:off x="7464635" y="3391473"/>
              <a:ext cx="358775" cy="400050"/>
            </a:xfrm>
            <a:prstGeom prst="straightConnector1">
              <a:avLst/>
            </a:prstGeom>
            <a:noFill/>
            <a:ln cap="flat" cmpd="sng" w="9525">
              <a:solidFill>
                <a:schemeClr val="dk1"/>
              </a:solidFill>
              <a:prstDash val="solid"/>
              <a:round/>
              <a:headEnd len="med" w="med" type="none"/>
              <a:tailEnd len="med" w="med" type="none"/>
            </a:ln>
          </p:spPr>
        </p:cxnSp>
        <p:cxnSp>
          <p:nvCxnSpPr>
            <p:cNvPr id="3656" name="Google Shape;3656;p20"/>
            <p:cNvCxnSpPr/>
            <p:nvPr/>
          </p:nvCxnSpPr>
          <p:spPr>
            <a:xfrm>
              <a:off x="7961522" y="3389886"/>
              <a:ext cx="0" cy="271463"/>
            </a:xfrm>
            <a:prstGeom prst="straightConnector1">
              <a:avLst/>
            </a:prstGeom>
            <a:noFill/>
            <a:ln cap="flat" cmpd="sng" w="9525">
              <a:solidFill>
                <a:schemeClr val="dk1"/>
              </a:solidFill>
              <a:prstDash val="solid"/>
              <a:round/>
              <a:headEnd len="med" w="med" type="none"/>
              <a:tailEnd len="med" w="med" type="none"/>
            </a:ln>
          </p:spPr>
        </p:cxnSp>
        <p:cxnSp>
          <p:nvCxnSpPr>
            <p:cNvPr id="3657" name="Google Shape;3657;p20"/>
            <p:cNvCxnSpPr/>
            <p:nvPr/>
          </p:nvCxnSpPr>
          <p:spPr>
            <a:xfrm>
              <a:off x="7490035" y="3813748"/>
              <a:ext cx="257175" cy="0"/>
            </a:xfrm>
            <a:prstGeom prst="straightConnector1">
              <a:avLst/>
            </a:prstGeom>
            <a:noFill/>
            <a:ln cap="flat" cmpd="sng" w="9525">
              <a:solidFill>
                <a:schemeClr val="dk1"/>
              </a:solidFill>
              <a:prstDash val="solid"/>
              <a:round/>
              <a:headEnd len="med" w="med" type="none"/>
              <a:tailEnd len="med" w="med" type="none"/>
            </a:ln>
          </p:spPr>
        </p:cxnSp>
        <p:cxnSp>
          <p:nvCxnSpPr>
            <p:cNvPr id="3658" name="Google Shape;3658;p20"/>
            <p:cNvCxnSpPr/>
            <p:nvPr/>
          </p:nvCxnSpPr>
          <p:spPr>
            <a:xfrm>
              <a:off x="8245685" y="3801048"/>
              <a:ext cx="241300" cy="0"/>
            </a:xfrm>
            <a:prstGeom prst="straightConnector1">
              <a:avLst/>
            </a:prstGeom>
            <a:noFill/>
            <a:ln cap="flat" cmpd="sng" w="9525">
              <a:solidFill>
                <a:schemeClr val="dk1"/>
              </a:solidFill>
              <a:prstDash val="solid"/>
              <a:round/>
              <a:headEnd len="med" w="med" type="none"/>
              <a:tailEnd len="med" w="med" type="none"/>
            </a:ln>
          </p:spPr>
        </p:cxnSp>
        <p:cxnSp>
          <p:nvCxnSpPr>
            <p:cNvPr id="3659" name="Google Shape;3659;p20"/>
            <p:cNvCxnSpPr/>
            <p:nvPr/>
          </p:nvCxnSpPr>
          <p:spPr>
            <a:xfrm>
              <a:off x="8510797" y="3797873"/>
              <a:ext cx="242888" cy="0"/>
            </a:xfrm>
            <a:prstGeom prst="straightConnector1">
              <a:avLst/>
            </a:prstGeom>
            <a:noFill/>
            <a:ln cap="flat" cmpd="sng" w="9525">
              <a:solidFill>
                <a:schemeClr val="lt2"/>
              </a:solidFill>
              <a:prstDash val="dash"/>
              <a:round/>
              <a:headEnd len="med" w="med" type="none"/>
              <a:tailEnd len="med" w="med" type="none"/>
            </a:ln>
          </p:spPr>
        </p:cxnSp>
        <p:sp>
          <p:nvSpPr>
            <p:cNvPr id="3660" name="Google Shape;3660;p20"/>
            <p:cNvSpPr txBox="1"/>
            <p:nvPr/>
          </p:nvSpPr>
          <p:spPr>
            <a:xfrm>
              <a:off x="8207585" y="3191448"/>
              <a:ext cx="5524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ISP</a:t>
              </a:r>
              <a:endParaRPr/>
            </a:p>
          </p:txBody>
        </p:sp>
        <p:grpSp>
          <p:nvGrpSpPr>
            <p:cNvPr id="3661" name="Google Shape;3661;p20"/>
            <p:cNvGrpSpPr/>
            <p:nvPr/>
          </p:nvGrpSpPr>
          <p:grpSpPr>
            <a:xfrm>
              <a:off x="6972551" y="3193191"/>
              <a:ext cx="576221" cy="330754"/>
              <a:chOff x="7493876" y="2774731"/>
              <a:chExt cx="1481958" cy="894622"/>
            </a:xfrm>
          </p:grpSpPr>
          <p:sp>
            <p:nvSpPr>
              <p:cNvPr id="3662" name="Google Shape;3662;p2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663" name="Google Shape;3663;p2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664" name="Google Shape;3664;p20"/>
              <p:cNvGrpSpPr/>
              <p:nvPr/>
            </p:nvGrpSpPr>
            <p:grpSpPr>
              <a:xfrm>
                <a:off x="7713663" y="2848339"/>
                <a:ext cx="1042107" cy="425543"/>
                <a:chOff x="7786941" y="2884917"/>
                <a:chExt cx="897649" cy="353919"/>
              </a:xfrm>
            </p:grpSpPr>
            <p:sp>
              <p:nvSpPr>
                <p:cNvPr id="3665" name="Google Shape;3665;p2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66" name="Google Shape;3666;p2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67" name="Google Shape;3667;p2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68" name="Google Shape;3668;p2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669" name="Google Shape;3669;p20"/>
            <p:cNvGrpSpPr/>
            <p:nvPr/>
          </p:nvGrpSpPr>
          <p:grpSpPr>
            <a:xfrm>
              <a:off x="6955883" y="3598924"/>
              <a:ext cx="576221" cy="330754"/>
              <a:chOff x="7493876" y="2774731"/>
              <a:chExt cx="1481958" cy="894622"/>
            </a:xfrm>
          </p:grpSpPr>
          <p:sp>
            <p:nvSpPr>
              <p:cNvPr id="3670" name="Google Shape;3670;p2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671" name="Google Shape;3671;p2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672" name="Google Shape;3672;p20"/>
              <p:cNvGrpSpPr/>
              <p:nvPr/>
            </p:nvGrpSpPr>
            <p:grpSpPr>
              <a:xfrm>
                <a:off x="7713663" y="2848339"/>
                <a:ext cx="1042107" cy="425543"/>
                <a:chOff x="7786941" y="2884917"/>
                <a:chExt cx="897649" cy="353919"/>
              </a:xfrm>
            </p:grpSpPr>
            <p:sp>
              <p:nvSpPr>
                <p:cNvPr id="3673" name="Google Shape;3673;p2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74" name="Google Shape;3674;p2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75" name="Google Shape;3675;p2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76" name="Google Shape;3676;p2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677" name="Google Shape;3677;p20"/>
            <p:cNvGrpSpPr/>
            <p:nvPr/>
          </p:nvGrpSpPr>
          <p:grpSpPr>
            <a:xfrm>
              <a:off x="7720114" y="3593282"/>
              <a:ext cx="576221" cy="330754"/>
              <a:chOff x="7493876" y="2774731"/>
              <a:chExt cx="1481958" cy="894622"/>
            </a:xfrm>
          </p:grpSpPr>
          <p:sp>
            <p:nvSpPr>
              <p:cNvPr id="3678" name="Google Shape;3678;p2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679" name="Google Shape;3679;p2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680" name="Google Shape;3680;p20"/>
              <p:cNvGrpSpPr/>
              <p:nvPr/>
            </p:nvGrpSpPr>
            <p:grpSpPr>
              <a:xfrm>
                <a:off x="7713663" y="2848339"/>
                <a:ext cx="1042107" cy="425543"/>
                <a:chOff x="7786941" y="2884917"/>
                <a:chExt cx="897649" cy="353919"/>
              </a:xfrm>
            </p:grpSpPr>
            <p:sp>
              <p:nvSpPr>
                <p:cNvPr id="3681" name="Google Shape;3681;p2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2" name="Google Shape;3682;p2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3" name="Google Shape;3683;p2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84" name="Google Shape;3684;p2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685" name="Google Shape;3685;p20"/>
            <p:cNvGrpSpPr/>
            <p:nvPr/>
          </p:nvGrpSpPr>
          <p:grpSpPr>
            <a:xfrm>
              <a:off x="7618622" y="3082478"/>
              <a:ext cx="576221" cy="330754"/>
              <a:chOff x="7493876" y="2774731"/>
              <a:chExt cx="1481958" cy="894622"/>
            </a:xfrm>
          </p:grpSpPr>
          <p:sp>
            <p:nvSpPr>
              <p:cNvPr id="3686" name="Google Shape;3686;p2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687" name="Google Shape;3687;p2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688" name="Google Shape;3688;p20"/>
              <p:cNvGrpSpPr/>
              <p:nvPr/>
            </p:nvGrpSpPr>
            <p:grpSpPr>
              <a:xfrm>
                <a:off x="7713663" y="2848339"/>
                <a:ext cx="1042107" cy="425543"/>
                <a:chOff x="7786941" y="2884917"/>
                <a:chExt cx="897649" cy="353919"/>
              </a:xfrm>
            </p:grpSpPr>
            <p:sp>
              <p:nvSpPr>
                <p:cNvPr id="3689" name="Google Shape;3689;p2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0" name="Google Shape;3690;p2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1" name="Google Shape;3691;p2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2" name="Google Shape;3692;p2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sp>
        <p:nvSpPr>
          <p:cNvPr id="3693" name="Google Shape;3693;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Introduction: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3694" name="Google Shape;3694;p20"/>
          <p:cNvSpPr txBox="1"/>
          <p:nvPr>
            <p:ph type="title"/>
          </p:nvPr>
        </p:nvSpPr>
        <p:spPr>
          <a:xfrm>
            <a:off x="848710" y="27314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Access networks: digital subscriber line (DSL)</a:t>
            </a:r>
            <a:endParaRPr/>
          </a:p>
        </p:txBody>
      </p:sp>
      <p:sp>
        <p:nvSpPr>
          <p:cNvPr id="3695" name="Google Shape;3695;p20"/>
          <p:cNvSpPr/>
          <p:nvPr/>
        </p:nvSpPr>
        <p:spPr>
          <a:xfrm>
            <a:off x="5902873" y="1444625"/>
            <a:ext cx="2216150" cy="1477963"/>
          </a:xfrm>
          <a:custGeom>
            <a:rect b="b" l="l" r="r" t="t"/>
            <a:pathLst>
              <a:path extrusionOk="0" h="931" w="1396">
                <a:moveTo>
                  <a:pt x="873" y="18"/>
                </a:moveTo>
                <a:cubicBezTo>
                  <a:pt x="787" y="32"/>
                  <a:pt x="625" y="55"/>
                  <a:pt x="526" y="89"/>
                </a:cubicBezTo>
                <a:cubicBezTo>
                  <a:pt x="426" y="122"/>
                  <a:pt x="346" y="184"/>
                  <a:pt x="278" y="216"/>
                </a:cubicBezTo>
                <a:cubicBezTo>
                  <a:pt x="210" y="248"/>
                  <a:pt x="159" y="236"/>
                  <a:pt x="118" y="283"/>
                </a:cubicBezTo>
                <a:cubicBezTo>
                  <a:pt x="77" y="330"/>
                  <a:pt x="46" y="416"/>
                  <a:pt x="30" y="497"/>
                </a:cubicBezTo>
                <a:cubicBezTo>
                  <a:pt x="14" y="578"/>
                  <a:pt x="0" y="714"/>
                  <a:pt x="24" y="768"/>
                </a:cubicBezTo>
                <a:cubicBezTo>
                  <a:pt x="49" y="821"/>
                  <a:pt x="112" y="796"/>
                  <a:pt x="178" y="818"/>
                </a:cubicBezTo>
                <a:cubicBezTo>
                  <a:pt x="244" y="840"/>
                  <a:pt x="318" y="886"/>
                  <a:pt x="421" y="902"/>
                </a:cubicBezTo>
                <a:cubicBezTo>
                  <a:pt x="524" y="918"/>
                  <a:pt x="681" y="916"/>
                  <a:pt x="793" y="916"/>
                </a:cubicBezTo>
                <a:cubicBezTo>
                  <a:pt x="905" y="916"/>
                  <a:pt x="1004" y="931"/>
                  <a:pt x="1095" y="902"/>
                </a:cubicBezTo>
                <a:cubicBezTo>
                  <a:pt x="1186" y="873"/>
                  <a:pt x="1291" y="813"/>
                  <a:pt x="1337" y="744"/>
                </a:cubicBezTo>
                <a:cubicBezTo>
                  <a:pt x="1383" y="675"/>
                  <a:pt x="1365" y="580"/>
                  <a:pt x="1372" y="487"/>
                </a:cubicBezTo>
                <a:cubicBezTo>
                  <a:pt x="1378" y="393"/>
                  <a:pt x="1396" y="256"/>
                  <a:pt x="1377" y="179"/>
                </a:cubicBezTo>
                <a:cubicBezTo>
                  <a:pt x="1358" y="102"/>
                  <a:pt x="1314" y="57"/>
                  <a:pt x="1259" y="28"/>
                </a:cubicBezTo>
                <a:cubicBezTo>
                  <a:pt x="1203" y="0"/>
                  <a:pt x="1110" y="7"/>
                  <a:pt x="1046" y="5"/>
                </a:cubicBezTo>
                <a:cubicBezTo>
                  <a:pt x="981" y="3"/>
                  <a:pt x="959" y="5"/>
                  <a:pt x="873" y="18"/>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696" name="Google Shape;3696;p20"/>
          <p:cNvSpPr/>
          <p:nvPr/>
        </p:nvSpPr>
        <p:spPr>
          <a:xfrm>
            <a:off x="6902998" y="2151063"/>
            <a:ext cx="193675" cy="193675"/>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3697" name="Google Shape;3697;p20"/>
          <p:cNvSpPr/>
          <p:nvPr/>
        </p:nvSpPr>
        <p:spPr>
          <a:xfrm>
            <a:off x="7283998" y="1779588"/>
            <a:ext cx="193675" cy="193675"/>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3698" name="Google Shape;3698;p20"/>
          <p:cNvCxnSpPr/>
          <p:nvPr/>
        </p:nvCxnSpPr>
        <p:spPr>
          <a:xfrm flipH="1" rot="10800000">
            <a:off x="6990311" y="1920875"/>
            <a:ext cx="317500" cy="336550"/>
          </a:xfrm>
          <a:prstGeom prst="straightConnector1">
            <a:avLst/>
          </a:prstGeom>
          <a:noFill/>
          <a:ln cap="flat" cmpd="sng" w="9525">
            <a:solidFill>
              <a:schemeClr val="dk1"/>
            </a:solidFill>
            <a:prstDash val="solid"/>
            <a:round/>
            <a:headEnd len="med" w="med" type="none"/>
            <a:tailEnd len="med" w="med" type="none"/>
          </a:ln>
        </p:spPr>
      </p:cxnSp>
      <p:cxnSp>
        <p:nvCxnSpPr>
          <p:cNvPr id="3699" name="Google Shape;3699;p20"/>
          <p:cNvCxnSpPr/>
          <p:nvPr/>
        </p:nvCxnSpPr>
        <p:spPr>
          <a:xfrm>
            <a:off x="7384011" y="1897063"/>
            <a:ext cx="400050" cy="590550"/>
          </a:xfrm>
          <a:prstGeom prst="straightConnector1">
            <a:avLst/>
          </a:prstGeom>
          <a:noFill/>
          <a:ln cap="flat" cmpd="sng" w="9525">
            <a:solidFill>
              <a:schemeClr val="dk1"/>
            </a:solidFill>
            <a:prstDash val="dash"/>
            <a:round/>
            <a:headEnd len="med" w="med" type="none"/>
            <a:tailEnd len="med" w="med" type="none"/>
          </a:ln>
        </p:spPr>
      </p:cxnSp>
      <p:sp>
        <p:nvSpPr>
          <p:cNvPr id="3700" name="Google Shape;3700;p20"/>
          <p:cNvSpPr/>
          <p:nvPr/>
        </p:nvSpPr>
        <p:spPr>
          <a:xfrm>
            <a:off x="6182273" y="1900238"/>
            <a:ext cx="955675" cy="700087"/>
          </a:xfrm>
          <a:prstGeom prst="rect">
            <a:avLst/>
          </a:prstGeom>
          <a:noFill/>
          <a:ln cap="flat" cmpd="sng" w="9525">
            <a:solidFill>
              <a:schemeClr val="dk1"/>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3701" name="Google Shape;3701;p20"/>
          <p:cNvSpPr txBox="1"/>
          <p:nvPr/>
        </p:nvSpPr>
        <p:spPr>
          <a:xfrm>
            <a:off x="5637761" y="1419225"/>
            <a:ext cx="1925637" cy="28733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central office</a:t>
            </a:r>
            <a:endParaRPr/>
          </a:p>
        </p:txBody>
      </p:sp>
      <p:cxnSp>
        <p:nvCxnSpPr>
          <p:cNvPr id="3702" name="Google Shape;3702;p20"/>
          <p:cNvCxnSpPr/>
          <p:nvPr/>
        </p:nvCxnSpPr>
        <p:spPr>
          <a:xfrm>
            <a:off x="4288386" y="2306638"/>
            <a:ext cx="1938337" cy="0"/>
          </a:xfrm>
          <a:prstGeom prst="straightConnector1">
            <a:avLst/>
          </a:prstGeom>
          <a:noFill/>
          <a:ln cap="flat" cmpd="sng" w="9525">
            <a:solidFill>
              <a:schemeClr val="dk1"/>
            </a:solidFill>
            <a:prstDash val="solid"/>
            <a:round/>
            <a:headEnd len="med" w="med" type="none"/>
            <a:tailEnd len="med" w="med" type="none"/>
          </a:ln>
        </p:spPr>
      </p:cxnSp>
      <p:sp>
        <p:nvSpPr>
          <p:cNvPr id="3703" name="Google Shape;3703;p20"/>
          <p:cNvSpPr txBox="1"/>
          <p:nvPr/>
        </p:nvSpPr>
        <p:spPr>
          <a:xfrm>
            <a:off x="7539586" y="1473200"/>
            <a:ext cx="1074737" cy="508000"/>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telephone</a:t>
            </a:r>
            <a:endParaRPr/>
          </a:p>
          <a:p>
            <a:pPr indent="0" lvl="0" marL="0" marR="0" rtl="0" algn="l">
              <a:lnSpc>
                <a:spcPct val="85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network</a:t>
            </a:r>
            <a:endParaRPr/>
          </a:p>
        </p:txBody>
      </p:sp>
      <p:grpSp>
        <p:nvGrpSpPr>
          <p:cNvPr id="3704" name="Google Shape;3704;p20"/>
          <p:cNvGrpSpPr/>
          <p:nvPr/>
        </p:nvGrpSpPr>
        <p:grpSpPr>
          <a:xfrm>
            <a:off x="6239423" y="2017713"/>
            <a:ext cx="368300" cy="519112"/>
            <a:chOff x="1852" y="2562"/>
            <a:chExt cx="355" cy="471"/>
          </a:xfrm>
        </p:grpSpPr>
        <p:sp>
          <p:nvSpPr>
            <p:cNvPr id="3705" name="Google Shape;3705;p20"/>
            <p:cNvSpPr/>
            <p:nvPr/>
          </p:nvSpPr>
          <p:spPr>
            <a:xfrm>
              <a:off x="1852" y="2621"/>
              <a:ext cx="318" cy="412"/>
            </a:xfrm>
            <a:custGeom>
              <a:rect b="b" l="l" r="r" t="t"/>
              <a:pathLst>
                <a:path extrusionOk="0" h="412" w="318">
                  <a:moveTo>
                    <a:pt x="0" y="412"/>
                  </a:moveTo>
                  <a:lnTo>
                    <a:pt x="3" y="1"/>
                  </a:lnTo>
                  <a:lnTo>
                    <a:pt x="74" y="0"/>
                  </a:lnTo>
                  <a:lnTo>
                    <a:pt x="254" y="111"/>
                  </a:lnTo>
                  <a:lnTo>
                    <a:pt x="318" y="115"/>
                  </a:lnTo>
                  <a:lnTo>
                    <a:pt x="318" y="308"/>
                  </a:lnTo>
                  <a:lnTo>
                    <a:pt x="246" y="308"/>
                  </a:lnTo>
                  <a:lnTo>
                    <a:pt x="74" y="412"/>
                  </a:lnTo>
                  <a:lnTo>
                    <a:pt x="0" y="412"/>
                  </a:lnTo>
                  <a:close/>
                </a:path>
              </a:pathLst>
            </a:custGeom>
            <a:gradFill>
              <a:gsLst>
                <a:gs pos="0">
                  <a:schemeClr val="lt1"/>
                </a:gs>
                <a:gs pos="100000">
                  <a:schemeClr val="accent1"/>
                </a:gs>
              </a:gsLst>
              <a:lin ang="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06" name="Google Shape;3706;p20"/>
            <p:cNvSpPr/>
            <p:nvPr/>
          </p:nvSpPr>
          <p:spPr>
            <a:xfrm>
              <a:off x="1854" y="2562"/>
              <a:ext cx="353" cy="369"/>
            </a:xfrm>
            <a:custGeom>
              <a:rect b="b" l="l" r="r" t="t"/>
              <a:pathLst>
                <a:path extrusionOk="0" h="369" w="353">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707" name="Google Shape;3707;p20"/>
            <p:cNvCxnSpPr/>
            <p:nvPr/>
          </p:nvCxnSpPr>
          <p:spPr>
            <a:xfrm flipH="1">
              <a:off x="2167" y="2674"/>
              <a:ext cx="34" cy="62"/>
            </a:xfrm>
            <a:prstGeom prst="straightConnector1">
              <a:avLst/>
            </a:prstGeom>
            <a:noFill/>
            <a:ln cap="flat" cmpd="sng" w="9525">
              <a:solidFill>
                <a:schemeClr val="dk1"/>
              </a:solidFill>
              <a:prstDash val="solid"/>
              <a:round/>
              <a:headEnd len="med" w="med" type="none"/>
              <a:tailEnd len="med" w="med" type="none"/>
            </a:ln>
          </p:spPr>
        </p:cxnSp>
        <p:cxnSp>
          <p:nvCxnSpPr>
            <p:cNvPr id="3708" name="Google Shape;3708;p20"/>
            <p:cNvCxnSpPr/>
            <p:nvPr/>
          </p:nvCxnSpPr>
          <p:spPr>
            <a:xfrm>
              <a:off x="1880" y="2830"/>
              <a:ext cx="260" cy="0"/>
            </a:xfrm>
            <a:prstGeom prst="straightConnector1">
              <a:avLst/>
            </a:prstGeom>
            <a:noFill/>
            <a:ln cap="flat" cmpd="sng" w="9525">
              <a:solidFill>
                <a:schemeClr val="dk1"/>
              </a:solidFill>
              <a:prstDash val="solid"/>
              <a:round/>
              <a:headEnd len="med" w="med" type="none"/>
              <a:tailEnd len="med" w="med" type="triangle"/>
            </a:ln>
          </p:spPr>
        </p:cxnSp>
        <p:sp>
          <p:nvSpPr>
            <p:cNvPr id="3709" name="Google Shape;3709;p20"/>
            <p:cNvSpPr/>
            <p:nvPr/>
          </p:nvSpPr>
          <p:spPr>
            <a:xfrm>
              <a:off x="1874" y="2670"/>
              <a:ext cx="264" cy="105"/>
            </a:xfrm>
            <a:custGeom>
              <a:rect b="b" l="l" r="r" t="t"/>
              <a:pathLst>
                <a:path extrusionOk="0" h="105" w="264">
                  <a:moveTo>
                    <a:pt x="0" y="0"/>
                  </a:moveTo>
                  <a:lnTo>
                    <a:pt x="52" y="0"/>
                  </a:lnTo>
                  <a:lnTo>
                    <a:pt x="207" y="105"/>
                  </a:lnTo>
                  <a:lnTo>
                    <a:pt x="264" y="105"/>
                  </a:lnTo>
                </a:path>
              </a:pathLst>
            </a:custGeom>
            <a:noFill/>
            <a:ln cap="flat" cmpd="sng" w="9525">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710" name="Google Shape;3710;p20"/>
            <p:cNvSpPr/>
            <p:nvPr/>
          </p:nvSpPr>
          <p:spPr>
            <a:xfrm flipH="1" rot="10800000">
              <a:off x="1874" y="2884"/>
              <a:ext cx="264" cy="105"/>
            </a:xfrm>
            <a:custGeom>
              <a:rect b="b" l="l" r="r" t="t"/>
              <a:pathLst>
                <a:path extrusionOk="0" h="105" w="264">
                  <a:moveTo>
                    <a:pt x="0" y="0"/>
                  </a:moveTo>
                  <a:lnTo>
                    <a:pt x="52" y="0"/>
                  </a:lnTo>
                  <a:lnTo>
                    <a:pt x="207" y="105"/>
                  </a:lnTo>
                  <a:lnTo>
                    <a:pt x="264" y="105"/>
                  </a:lnTo>
                </a:path>
              </a:pathLst>
            </a:custGeom>
            <a:noFill/>
            <a:ln cap="flat" cmpd="sng" w="9525">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711" name="Google Shape;3711;p20"/>
          <p:cNvSpPr txBox="1"/>
          <p:nvPr/>
        </p:nvSpPr>
        <p:spPr>
          <a:xfrm>
            <a:off x="5918748" y="2562225"/>
            <a:ext cx="950913"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DSLAM</a:t>
            </a:r>
            <a:endParaRPr/>
          </a:p>
        </p:txBody>
      </p:sp>
      <p:grpSp>
        <p:nvGrpSpPr>
          <p:cNvPr id="3712" name="Google Shape;3712;p20"/>
          <p:cNvGrpSpPr/>
          <p:nvPr/>
        </p:nvGrpSpPr>
        <p:grpSpPr>
          <a:xfrm>
            <a:off x="4980536" y="1304925"/>
            <a:ext cx="796925" cy="658813"/>
            <a:chOff x="1671" y="1861"/>
            <a:chExt cx="502" cy="415"/>
          </a:xfrm>
        </p:grpSpPr>
        <p:sp>
          <p:nvSpPr>
            <p:cNvPr id="3713" name="Google Shape;3713;p20"/>
            <p:cNvSpPr/>
            <p:nvPr/>
          </p:nvSpPr>
          <p:spPr>
            <a:xfrm>
              <a:off x="1742" y="1966"/>
              <a:ext cx="360" cy="310"/>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14" name="Google Shape;3714;p20"/>
            <p:cNvSpPr/>
            <p:nvPr/>
          </p:nvSpPr>
          <p:spPr>
            <a:xfrm>
              <a:off x="1671" y="1861"/>
              <a:ext cx="502" cy="129"/>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sp>
        <p:nvSpPr>
          <p:cNvPr id="3715" name="Google Shape;3715;p20"/>
          <p:cNvSpPr/>
          <p:nvPr/>
        </p:nvSpPr>
        <p:spPr>
          <a:xfrm>
            <a:off x="5583786" y="1893888"/>
            <a:ext cx="674687" cy="239712"/>
          </a:xfrm>
          <a:custGeom>
            <a:rect b="b" l="l" r="r" t="t"/>
            <a:pathLst>
              <a:path extrusionOk="0" h="151" w="425">
                <a:moveTo>
                  <a:pt x="0" y="0"/>
                </a:moveTo>
                <a:lnTo>
                  <a:pt x="0" y="151"/>
                </a:lnTo>
                <a:lnTo>
                  <a:pt x="425" y="151"/>
                </a:lnTo>
              </a:path>
            </a:pathLst>
          </a:custGeom>
          <a:noFill/>
          <a:ln cap="flat" cmpd="sng" w="9525">
            <a:solidFill>
              <a:schemeClr val="lt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716" name="Google Shape;3716;p20"/>
          <p:cNvCxnSpPr/>
          <p:nvPr/>
        </p:nvCxnSpPr>
        <p:spPr>
          <a:xfrm>
            <a:off x="6612486" y="2259013"/>
            <a:ext cx="377825" cy="0"/>
          </a:xfrm>
          <a:prstGeom prst="straightConnector1">
            <a:avLst/>
          </a:prstGeom>
          <a:noFill/>
          <a:ln cap="flat" cmpd="sng" w="9525">
            <a:solidFill>
              <a:schemeClr val="dk1"/>
            </a:solidFill>
            <a:prstDash val="solid"/>
            <a:round/>
            <a:headEnd len="med" w="med" type="none"/>
            <a:tailEnd len="med" w="med" type="none"/>
          </a:ln>
        </p:spPr>
      </p:cxnSp>
      <p:sp>
        <p:nvSpPr>
          <p:cNvPr id="3717" name="Google Shape;3717;p20"/>
          <p:cNvSpPr/>
          <p:nvPr/>
        </p:nvSpPr>
        <p:spPr>
          <a:xfrm>
            <a:off x="6612486" y="2327275"/>
            <a:ext cx="463550" cy="1009650"/>
          </a:xfrm>
          <a:custGeom>
            <a:rect b="b" l="l" r="r" t="t"/>
            <a:pathLst>
              <a:path extrusionOk="0" h="636" w="292">
                <a:moveTo>
                  <a:pt x="0" y="0"/>
                </a:moveTo>
                <a:lnTo>
                  <a:pt x="130" y="0"/>
                </a:lnTo>
                <a:lnTo>
                  <a:pt x="130" y="636"/>
                </a:lnTo>
                <a:lnTo>
                  <a:pt x="292" y="636"/>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718" name="Google Shape;3718;p20"/>
          <p:cNvGrpSpPr/>
          <p:nvPr/>
        </p:nvGrpSpPr>
        <p:grpSpPr>
          <a:xfrm>
            <a:off x="2375448" y="2384425"/>
            <a:ext cx="3117850" cy="1611313"/>
            <a:chOff x="490" y="1538"/>
            <a:chExt cx="1964" cy="1015"/>
          </a:xfrm>
        </p:grpSpPr>
        <p:sp>
          <p:nvSpPr>
            <p:cNvPr id="3719" name="Google Shape;3719;p20"/>
            <p:cNvSpPr txBox="1"/>
            <p:nvPr/>
          </p:nvSpPr>
          <p:spPr>
            <a:xfrm>
              <a:off x="490" y="2102"/>
              <a:ext cx="1809" cy="451"/>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voice, data transmitted</a:t>
              </a:r>
              <a:endParaRPr/>
            </a:p>
            <a:p>
              <a:pPr indent="0" lvl="0" marL="0" marR="0" rtl="0" algn="r">
                <a:lnSpc>
                  <a:spcPct val="85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at different frequencies over</a:t>
              </a:r>
              <a:endParaRPr/>
            </a:p>
            <a:p>
              <a:pPr indent="0" lvl="0" marL="0" marR="0" rtl="0" algn="r">
                <a:lnSpc>
                  <a:spcPct val="85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dedicated </a:t>
              </a:r>
              <a:r>
                <a:rPr b="0" i="1" lang="en-US" sz="1600" u="none" cap="none" strike="noStrike">
                  <a:solidFill>
                    <a:srgbClr val="000000"/>
                  </a:solidFill>
                  <a:latin typeface="Arial"/>
                  <a:ea typeface="Arial"/>
                  <a:cs typeface="Arial"/>
                  <a:sym typeface="Arial"/>
                </a:rPr>
                <a:t>line to central office</a:t>
              </a:r>
              <a:endParaRPr/>
            </a:p>
          </p:txBody>
        </p:sp>
        <p:cxnSp>
          <p:nvCxnSpPr>
            <p:cNvPr id="3720" name="Google Shape;3720;p20"/>
            <p:cNvCxnSpPr/>
            <p:nvPr/>
          </p:nvCxnSpPr>
          <p:spPr>
            <a:xfrm flipH="1" rot="10800000">
              <a:off x="2093" y="1538"/>
              <a:ext cx="361" cy="584"/>
            </a:xfrm>
            <a:prstGeom prst="straightConnector1">
              <a:avLst/>
            </a:prstGeom>
            <a:noFill/>
            <a:ln cap="flat" cmpd="sng" w="9525">
              <a:solidFill>
                <a:srgbClr val="CC0000"/>
              </a:solidFill>
              <a:prstDash val="solid"/>
              <a:round/>
              <a:headEnd len="med" w="med" type="none"/>
              <a:tailEnd len="med" w="med" type="none"/>
            </a:ln>
          </p:spPr>
        </p:cxnSp>
      </p:grpSp>
      <p:sp>
        <p:nvSpPr>
          <p:cNvPr id="3721" name="Google Shape;3721;p20"/>
          <p:cNvSpPr/>
          <p:nvPr/>
        </p:nvSpPr>
        <p:spPr>
          <a:xfrm>
            <a:off x="1010672" y="4004660"/>
            <a:ext cx="10515599" cy="258532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ED7D31"/>
              </a:buClr>
              <a:buSzPts val="2040"/>
              <a:buFont typeface="Arial"/>
              <a:buNone/>
            </a:pPr>
            <a:r>
              <a:t/>
            </a:r>
            <a:endParaRPr b="0" i="0" sz="2400" u="none" cap="none" strike="noStrike">
              <a:solidFill>
                <a:srgbClr val="FF0000"/>
              </a:solidFill>
              <a:latin typeface="Comic Sans MS"/>
              <a:ea typeface="Comic Sans MS"/>
              <a:cs typeface="Comic Sans MS"/>
              <a:sym typeface="Comic Sans MS"/>
            </a:endParaRPr>
          </a:p>
          <a:p>
            <a:pPr indent="-219075" lvl="1" marL="738188" marR="0" rtl="0" algn="l">
              <a:lnSpc>
                <a:spcPct val="9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use </a:t>
            </a:r>
            <a:r>
              <a:rPr b="0" i="1" lang="en-US" sz="2400" u="none" cap="none" strike="noStrike">
                <a:solidFill>
                  <a:srgbClr val="CC0000"/>
                </a:solidFill>
                <a:latin typeface="Calibri"/>
                <a:ea typeface="Calibri"/>
                <a:cs typeface="Calibri"/>
                <a:sym typeface="Calibri"/>
              </a:rPr>
              <a:t>existing</a:t>
            </a:r>
            <a:r>
              <a:rPr b="0" i="0" lang="en-US" sz="2400" u="none" cap="none" strike="noStrike">
                <a:solidFill>
                  <a:srgbClr val="000000"/>
                </a:solidFill>
                <a:latin typeface="Calibri"/>
                <a:ea typeface="Calibri"/>
                <a:cs typeface="Calibri"/>
                <a:sym typeface="Calibri"/>
              </a:rPr>
              <a:t> telephone line to central office DSLAM</a:t>
            </a:r>
            <a:endParaRPr/>
          </a:p>
          <a:p>
            <a:pPr indent="-233362" lvl="2" marL="1147763" marR="0" rtl="0" algn="l">
              <a:lnSpc>
                <a:spcPct val="9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data over DSL phone line goes to Internet</a:t>
            </a:r>
            <a:endParaRPr/>
          </a:p>
          <a:p>
            <a:pPr indent="-233362" lvl="2" marL="1147763" marR="0" rtl="0" algn="l">
              <a:lnSpc>
                <a:spcPct val="9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voice over DSL phone line goes to telephone net</a:t>
            </a:r>
            <a:endParaRPr/>
          </a:p>
          <a:p>
            <a:pPr indent="-219075" lvl="1" marL="738188" marR="0" rtl="0" algn="l">
              <a:lnSpc>
                <a:spcPct val="9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24-52 Mbps dedicated downstream transmission rate </a:t>
            </a:r>
            <a:endParaRPr/>
          </a:p>
          <a:p>
            <a:pPr indent="-219075" lvl="1" marL="738188" marR="0" rtl="0" algn="l">
              <a:lnSpc>
                <a:spcPct val="9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3.5-16 Mbps dedicated upstream transmission rate</a:t>
            </a:r>
            <a:endParaRPr/>
          </a:p>
        </p:txBody>
      </p:sp>
      <p:sp>
        <p:nvSpPr>
          <p:cNvPr id="3722" name="Google Shape;3722;p20"/>
          <p:cNvSpPr/>
          <p:nvPr/>
        </p:nvSpPr>
        <p:spPr>
          <a:xfrm>
            <a:off x="2835823" y="1757363"/>
            <a:ext cx="1978025" cy="1395412"/>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723" name="Google Shape;3723;p20"/>
          <p:cNvCxnSpPr/>
          <p:nvPr/>
        </p:nvCxnSpPr>
        <p:spPr>
          <a:xfrm flipH="1" rot="10800000">
            <a:off x="3321598" y="2308225"/>
            <a:ext cx="365125" cy="1588"/>
          </a:xfrm>
          <a:prstGeom prst="straightConnector1">
            <a:avLst/>
          </a:prstGeom>
          <a:noFill/>
          <a:ln cap="flat" cmpd="sng" w="9525">
            <a:solidFill>
              <a:schemeClr val="dk1"/>
            </a:solidFill>
            <a:prstDash val="solid"/>
            <a:round/>
            <a:headEnd len="med" w="med" type="none"/>
            <a:tailEnd len="med" w="med" type="none"/>
          </a:ln>
        </p:spPr>
      </p:cxnSp>
      <p:sp>
        <p:nvSpPr>
          <p:cNvPr id="3724" name="Google Shape;3724;p20"/>
          <p:cNvSpPr txBox="1"/>
          <p:nvPr/>
        </p:nvSpPr>
        <p:spPr>
          <a:xfrm>
            <a:off x="3583536" y="2414588"/>
            <a:ext cx="774700" cy="43180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DSL</a:t>
            </a:r>
            <a:endParaRPr/>
          </a:p>
          <a:p>
            <a:pPr indent="0" lvl="0" marL="0" marR="0" rtl="0" algn="ctr">
              <a:lnSpc>
                <a:spcPct val="8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modem</a:t>
            </a:r>
            <a:endParaRPr/>
          </a:p>
        </p:txBody>
      </p:sp>
      <p:sp>
        <p:nvSpPr>
          <p:cNvPr id="3725" name="Google Shape;3725;p20"/>
          <p:cNvSpPr txBox="1"/>
          <p:nvPr/>
        </p:nvSpPr>
        <p:spPr>
          <a:xfrm>
            <a:off x="4261398" y="2438400"/>
            <a:ext cx="706438" cy="26193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splitter</a:t>
            </a:r>
            <a:endParaRPr/>
          </a:p>
        </p:txBody>
      </p:sp>
      <p:grpSp>
        <p:nvGrpSpPr>
          <p:cNvPr id="3726" name="Google Shape;3726;p20"/>
          <p:cNvGrpSpPr/>
          <p:nvPr/>
        </p:nvGrpSpPr>
        <p:grpSpPr>
          <a:xfrm>
            <a:off x="3677198" y="2195513"/>
            <a:ext cx="614363" cy="220662"/>
            <a:chOff x="322" y="890"/>
            <a:chExt cx="872" cy="339"/>
          </a:xfrm>
        </p:grpSpPr>
        <p:sp>
          <p:nvSpPr>
            <p:cNvPr id="3727" name="Google Shape;3727;p20"/>
            <p:cNvSpPr/>
            <p:nvPr/>
          </p:nvSpPr>
          <p:spPr>
            <a:xfrm>
              <a:off x="322" y="1005"/>
              <a:ext cx="872" cy="224"/>
            </a:xfrm>
            <a:prstGeom prst="rect">
              <a:avLst/>
            </a:pr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28" name="Google Shape;3728;p20"/>
            <p:cNvSpPr/>
            <p:nvPr/>
          </p:nvSpPr>
          <p:spPr>
            <a:xfrm>
              <a:off x="394" y="1073"/>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29" name="Google Shape;3729;p20"/>
            <p:cNvSpPr/>
            <p:nvPr/>
          </p:nvSpPr>
          <p:spPr>
            <a:xfrm>
              <a:off x="466" y="1073"/>
              <a:ext cx="56"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30" name="Google Shape;3730;p20"/>
            <p:cNvSpPr/>
            <p:nvPr/>
          </p:nvSpPr>
          <p:spPr>
            <a:xfrm>
              <a:off x="541" y="1070"/>
              <a:ext cx="56"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31" name="Google Shape;3731;p20"/>
            <p:cNvSpPr/>
            <p:nvPr/>
          </p:nvSpPr>
          <p:spPr>
            <a:xfrm>
              <a:off x="615" y="1070"/>
              <a:ext cx="56"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32" name="Google Shape;3732;p20"/>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733" name="Google Shape;3733;p20"/>
          <p:cNvSpPr/>
          <p:nvPr/>
        </p:nvSpPr>
        <p:spPr>
          <a:xfrm>
            <a:off x="2553248" y="1346200"/>
            <a:ext cx="2498725" cy="468313"/>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34" name="Google Shape;3734;p20"/>
          <p:cNvSpPr/>
          <p:nvPr/>
        </p:nvSpPr>
        <p:spPr>
          <a:xfrm>
            <a:off x="4531273" y="2246313"/>
            <a:ext cx="166688" cy="144462"/>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35" name="Google Shape;3735;p20"/>
          <p:cNvSpPr/>
          <p:nvPr/>
        </p:nvSpPr>
        <p:spPr>
          <a:xfrm>
            <a:off x="4007398" y="1801813"/>
            <a:ext cx="604838" cy="434975"/>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aphicFrame>
        <p:nvGraphicFramePr>
          <p:cNvPr id="3736" name="Google Shape;3736;p20"/>
          <p:cNvGraphicFramePr/>
          <p:nvPr/>
        </p:nvGraphicFramePr>
        <p:xfrm>
          <a:off x="3667673" y="1598613"/>
          <a:ext cx="490538" cy="369887"/>
        </p:xfrm>
        <a:graphic>
          <a:graphicData uri="http://schemas.openxmlformats.org/presentationml/2006/ole">
            <mc:AlternateContent>
              <mc:Choice Requires="v">
                <p:oleObj r:id="rId4" imgH="369887" imgW="490538" progId="MS_ClipArt_Gallery.2" spid="_x0000_s1">
                  <p:embed/>
                </p:oleObj>
              </mc:Choice>
              <mc:Fallback>
                <p:oleObj r:id="rId5" imgH="369887" imgW="490538" progId="MS_ClipArt_Gallery.2">
                  <p:embed/>
                  <p:pic>
                    <p:nvPicPr>
                      <p:cNvPr id="3736" name="Google Shape;3736;p20"/>
                      <p:cNvPicPr preferRelativeResize="0"/>
                      <p:nvPr/>
                    </p:nvPicPr>
                    <p:blipFill rotWithShape="1">
                      <a:blip r:embed="rId6">
                        <a:alphaModFix/>
                      </a:blip>
                      <a:srcRect b="0" l="0" r="0" t="0"/>
                      <a:stretch/>
                    </p:blipFill>
                    <p:spPr>
                      <a:xfrm>
                        <a:off x="3667673" y="1598613"/>
                        <a:ext cx="490538" cy="369887"/>
                      </a:xfrm>
                      <a:prstGeom prst="rect">
                        <a:avLst/>
                      </a:prstGeom>
                      <a:noFill/>
                      <a:ln>
                        <a:noFill/>
                      </a:ln>
                    </p:spPr>
                  </p:pic>
                </p:oleObj>
              </mc:Fallback>
            </mc:AlternateContent>
          </a:graphicData>
        </a:graphic>
      </p:graphicFrame>
      <p:cxnSp>
        <p:nvCxnSpPr>
          <p:cNvPr id="3737" name="Google Shape;3737;p20"/>
          <p:cNvCxnSpPr/>
          <p:nvPr/>
        </p:nvCxnSpPr>
        <p:spPr>
          <a:xfrm rot="10800000">
            <a:off x="4294736" y="2308225"/>
            <a:ext cx="239712" cy="0"/>
          </a:xfrm>
          <a:prstGeom prst="straightConnector1">
            <a:avLst/>
          </a:prstGeom>
          <a:noFill/>
          <a:ln cap="flat" cmpd="sng" w="9525">
            <a:solidFill>
              <a:schemeClr val="dk1"/>
            </a:solidFill>
            <a:prstDash val="solid"/>
            <a:round/>
            <a:headEnd len="med" w="med" type="none"/>
            <a:tailEnd len="med" w="med" type="none"/>
          </a:ln>
        </p:spPr>
      </p:cxnSp>
      <p:sp>
        <p:nvSpPr>
          <p:cNvPr id="3738" name="Google Shape;3738;p20"/>
          <p:cNvSpPr/>
          <p:nvPr/>
        </p:nvSpPr>
        <p:spPr>
          <a:xfrm>
            <a:off x="6042573" y="1646238"/>
            <a:ext cx="1206500" cy="261937"/>
          </a:xfrm>
          <a:prstGeom prst="triangle">
            <a:avLst>
              <a:gd fmla="val 50000" name="adj"/>
            </a:avLst>
          </a:prstGeom>
          <a:noFill/>
          <a:ln cap="flat" cmpd="sng" w="9525">
            <a:solidFill>
              <a:schemeClr val="dk1"/>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3739" name="Google Shape;3739;p20"/>
          <p:cNvGrpSpPr/>
          <p:nvPr/>
        </p:nvGrpSpPr>
        <p:grpSpPr>
          <a:xfrm>
            <a:off x="5275811" y="2809875"/>
            <a:ext cx="1323975" cy="1174750"/>
            <a:chOff x="2317" y="1806"/>
            <a:chExt cx="834" cy="740"/>
          </a:xfrm>
        </p:grpSpPr>
        <p:cxnSp>
          <p:nvCxnSpPr>
            <p:cNvPr id="3740" name="Google Shape;3740;p20"/>
            <p:cNvCxnSpPr/>
            <p:nvPr/>
          </p:nvCxnSpPr>
          <p:spPr>
            <a:xfrm flipH="1" rot="10800000">
              <a:off x="2671" y="1806"/>
              <a:ext cx="268" cy="433"/>
            </a:xfrm>
            <a:prstGeom prst="straightConnector1">
              <a:avLst/>
            </a:prstGeom>
            <a:noFill/>
            <a:ln cap="flat" cmpd="sng" w="9525">
              <a:solidFill>
                <a:srgbClr val="CC0000"/>
              </a:solidFill>
              <a:prstDash val="solid"/>
              <a:round/>
              <a:headEnd len="med" w="med" type="none"/>
              <a:tailEnd len="med" w="med" type="none"/>
            </a:ln>
          </p:spPr>
        </p:cxnSp>
        <p:sp>
          <p:nvSpPr>
            <p:cNvPr id="3741" name="Google Shape;3741;p20"/>
            <p:cNvSpPr txBox="1"/>
            <p:nvPr/>
          </p:nvSpPr>
          <p:spPr>
            <a:xfrm>
              <a:off x="2317" y="2226"/>
              <a:ext cx="834"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DSL access </a:t>
              </a:r>
              <a:endParaRPr/>
            </a:p>
            <a:p>
              <a:pPr indent="0" lvl="0" marL="0" marR="0" rtl="0" algn="r">
                <a:lnSpc>
                  <a:spcPct val="85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multiplexer</a:t>
              </a:r>
              <a:endParaRPr/>
            </a:p>
          </p:txBody>
        </p:sp>
      </p:grpSp>
      <p:grpSp>
        <p:nvGrpSpPr>
          <p:cNvPr id="3742" name="Google Shape;3742;p20"/>
          <p:cNvGrpSpPr/>
          <p:nvPr/>
        </p:nvGrpSpPr>
        <p:grpSpPr>
          <a:xfrm>
            <a:off x="2740573" y="1985963"/>
            <a:ext cx="642938" cy="644525"/>
            <a:chOff x="-44" y="1473"/>
            <a:chExt cx="981" cy="1105"/>
          </a:xfrm>
        </p:grpSpPr>
        <p:pic>
          <p:nvPicPr>
            <p:cNvPr descr="desktop_computer_stylized_medium" id="3743" name="Google Shape;3743;p20"/>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3744" name="Google Shape;3744;p2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8" name="Shape 3748"/>
        <p:cNvGrpSpPr/>
        <p:nvPr/>
      </p:nvGrpSpPr>
      <p:grpSpPr>
        <a:xfrm>
          <a:off x="0" y="0"/>
          <a:ext cx="0" cy="0"/>
          <a:chOff x="0" y="0"/>
          <a:chExt cx="0" cy="0"/>
        </a:xfrm>
      </p:grpSpPr>
      <p:sp>
        <p:nvSpPr>
          <p:cNvPr id="3749" name="Google Shape;3749;p21"/>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0" name="Google Shape;3750;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id="3751" name="Google Shape;3751;p21"/>
          <p:cNvPicPr preferRelativeResize="0"/>
          <p:nvPr/>
        </p:nvPicPr>
        <p:blipFill rotWithShape="1">
          <a:blip r:embed="rId3">
            <a:alphaModFix/>
          </a:blip>
          <a:srcRect b="0" l="0" r="0" t="0"/>
          <a:stretch/>
        </p:blipFill>
        <p:spPr>
          <a:xfrm>
            <a:off x="1547046" y="1458803"/>
            <a:ext cx="9691177" cy="3940393"/>
          </a:xfrm>
          <a:prstGeom prst="rect">
            <a:avLst/>
          </a:prstGeom>
          <a:noFill/>
          <a:ln>
            <a:noFill/>
          </a:ln>
        </p:spPr>
      </p:pic>
      <p:pic>
        <p:nvPicPr>
          <p:cNvPr descr="Puzzle" id="3752" name="Google Shape;3752;p21"/>
          <p:cNvPicPr preferRelativeResize="0"/>
          <p:nvPr/>
        </p:nvPicPr>
        <p:blipFill rotWithShape="1">
          <a:blip r:embed="rId4">
            <a:alphaModFix/>
          </a:blip>
          <a:srcRect b="0" l="0" r="0" t="0"/>
          <a:stretch/>
        </p:blipFill>
        <p:spPr>
          <a:xfrm rot="2653558">
            <a:off x="9939338" y="125413"/>
            <a:ext cx="603250" cy="6032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7" name="Shape 3757"/>
        <p:cNvGrpSpPr/>
        <p:nvPr/>
      </p:nvGrpSpPr>
      <p:grpSpPr>
        <a:xfrm>
          <a:off x="0" y="0"/>
          <a:ext cx="0" cy="0"/>
          <a:chOff x="0" y="0"/>
          <a:chExt cx="0" cy="0"/>
        </a:xfrm>
      </p:grpSpPr>
      <p:sp>
        <p:nvSpPr>
          <p:cNvPr id="3758" name="Google Shape;3758;p22"/>
          <p:cNvSpPr txBox="1"/>
          <p:nvPr>
            <p:ph type="title"/>
          </p:nvPr>
        </p:nvSpPr>
        <p:spPr>
          <a:xfrm>
            <a:off x="848710" y="27314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Access networks: cable-based access</a:t>
            </a:r>
            <a:endParaRPr/>
          </a:p>
        </p:txBody>
      </p:sp>
      <p:sp>
        <p:nvSpPr>
          <p:cNvPr id="3759" name="Google Shape;3759;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Introduction: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3760" name="Google Shape;3760;p22"/>
          <p:cNvSpPr/>
          <p:nvPr/>
        </p:nvSpPr>
        <p:spPr>
          <a:xfrm>
            <a:off x="2097142" y="1686498"/>
            <a:ext cx="1793875" cy="92551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761" name="Google Shape;3761;p22"/>
          <p:cNvCxnSpPr/>
          <p:nvPr/>
        </p:nvCxnSpPr>
        <p:spPr>
          <a:xfrm flipH="1" rot="10800000">
            <a:off x="2398767" y="2237361"/>
            <a:ext cx="365125" cy="1587"/>
          </a:xfrm>
          <a:prstGeom prst="straightConnector1">
            <a:avLst/>
          </a:prstGeom>
          <a:noFill/>
          <a:ln cap="flat" cmpd="sng" w="9525">
            <a:solidFill>
              <a:schemeClr val="dk1"/>
            </a:solidFill>
            <a:prstDash val="solid"/>
            <a:round/>
            <a:headEnd len="med" w="med" type="none"/>
            <a:tailEnd len="med" w="med" type="none"/>
          </a:ln>
        </p:spPr>
      </p:cxnSp>
      <p:sp>
        <p:nvSpPr>
          <p:cNvPr id="3762" name="Google Shape;3762;p22"/>
          <p:cNvSpPr txBox="1"/>
          <p:nvPr/>
        </p:nvSpPr>
        <p:spPr>
          <a:xfrm>
            <a:off x="2560692" y="2388173"/>
            <a:ext cx="774700" cy="43180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cable</a:t>
            </a:r>
            <a:endParaRPr/>
          </a:p>
          <a:p>
            <a:pPr indent="0" lvl="0" marL="0" marR="0" rtl="0" algn="ctr">
              <a:lnSpc>
                <a:spcPct val="8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modem</a:t>
            </a:r>
            <a:endParaRPr/>
          </a:p>
        </p:txBody>
      </p:sp>
      <p:sp>
        <p:nvSpPr>
          <p:cNvPr id="3763" name="Google Shape;3763;p22"/>
          <p:cNvSpPr txBox="1"/>
          <p:nvPr/>
        </p:nvSpPr>
        <p:spPr>
          <a:xfrm>
            <a:off x="3227442" y="2389761"/>
            <a:ext cx="706438" cy="261937"/>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splitter</a:t>
            </a:r>
            <a:endParaRPr/>
          </a:p>
        </p:txBody>
      </p:sp>
      <p:grpSp>
        <p:nvGrpSpPr>
          <p:cNvPr id="3764" name="Google Shape;3764;p22"/>
          <p:cNvGrpSpPr/>
          <p:nvPr/>
        </p:nvGrpSpPr>
        <p:grpSpPr>
          <a:xfrm>
            <a:off x="2744842" y="2113536"/>
            <a:ext cx="614363" cy="220662"/>
            <a:chOff x="322" y="890"/>
            <a:chExt cx="872" cy="339"/>
          </a:xfrm>
        </p:grpSpPr>
        <p:sp>
          <p:nvSpPr>
            <p:cNvPr id="3765" name="Google Shape;3765;p22"/>
            <p:cNvSpPr/>
            <p:nvPr/>
          </p:nvSpPr>
          <p:spPr>
            <a:xfrm>
              <a:off x="322" y="1005"/>
              <a:ext cx="872" cy="224"/>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66" name="Google Shape;3766;p22"/>
            <p:cNvSpPr/>
            <p:nvPr/>
          </p:nvSpPr>
          <p:spPr>
            <a:xfrm>
              <a:off x="394" y="1073"/>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67" name="Google Shape;3767;p22"/>
            <p:cNvSpPr/>
            <p:nvPr/>
          </p:nvSpPr>
          <p:spPr>
            <a:xfrm>
              <a:off x="466" y="1073"/>
              <a:ext cx="56"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68" name="Google Shape;3768;p22"/>
            <p:cNvSpPr/>
            <p:nvPr/>
          </p:nvSpPr>
          <p:spPr>
            <a:xfrm>
              <a:off x="541" y="1070"/>
              <a:ext cx="56"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69" name="Google Shape;3769;p22"/>
            <p:cNvSpPr/>
            <p:nvPr/>
          </p:nvSpPr>
          <p:spPr>
            <a:xfrm>
              <a:off x="615" y="1070"/>
              <a:ext cx="56"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70" name="Google Shape;3770;p22"/>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771" name="Google Shape;3771;p22"/>
          <p:cNvSpPr/>
          <p:nvPr/>
        </p:nvSpPr>
        <p:spPr>
          <a:xfrm>
            <a:off x="1859017" y="1275336"/>
            <a:ext cx="2268538" cy="468312"/>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72" name="Google Shape;3772;p22"/>
          <p:cNvSpPr/>
          <p:nvPr/>
        </p:nvSpPr>
        <p:spPr>
          <a:xfrm>
            <a:off x="3475092" y="2175448"/>
            <a:ext cx="166688" cy="144463"/>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73" name="Google Shape;3773;p22"/>
          <p:cNvSpPr/>
          <p:nvPr/>
        </p:nvSpPr>
        <p:spPr>
          <a:xfrm>
            <a:off x="3084567" y="1730948"/>
            <a:ext cx="479425" cy="434975"/>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774" name="Google Shape;3774;p22"/>
          <p:cNvCxnSpPr/>
          <p:nvPr/>
        </p:nvCxnSpPr>
        <p:spPr>
          <a:xfrm rot="10800000">
            <a:off x="3383017" y="2237361"/>
            <a:ext cx="239713" cy="0"/>
          </a:xfrm>
          <a:prstGeom prst="straightConnector1">
            <a:avLst/>
          </a:prstGeom>
          <a:noFill/>
          <a:ln cap="flat" cmpd="sng" w="9525">
            <a:solidFill>
              <a:schemeClr val="dk1"/>
            </a:solidFill>
            <a:prstDash val="solid"/>
            <a:round/>
            <a:headEnd len="med" w="med" type="none"/>
            <a:tailEnd len="med" w="med" type="none"/>
          </a:ln>
        </p:spPr>
      </p:cxnSp>
      <p:pic>
        <p:nvPicPr>
          <p:cNvPr descr="tv" id="3775" name="Google Shape;3775;p22"/>
          <p:cNvPicPr preferRelativeResize="0"/>
          <p:nvPr/>
        </p:nvPicPr>
        <p:blipFill rotWithShape="1">
          <a:blip r:embed="rId3">
            <a:alphaModFix/>
          </a:blip>
          <a:srcRect b="0" l="0" r="0" t="0"/>
          <a:stretch/>
        </p:blipFill>
        <p:spPr>
          <a:xfrm>
            <a:off x="2640067" y="1391223"/>
            <a:ext cx="755650" cy="674688"/>
          </a:xfrm>
          <a:prstGeom prst="rect">
            <a:avLst/>
          </a:prstGeom>
          <a:noFill/>
          <a:ln>
            <a:noFill/>
          </a:ln>
        </p:spPr>
      </p:pic>
      <p:grpSp>
        <p:nvGrpSpPr>
          <p:cNvPr id="3776" name="Google Shape;3776;p22"/>
          <p:cNvGrpSpPr/>
          <p:nvPr/>
        </p:nvGrpSpPr>
        <p:grpSpPr>
          <a:xfrm>
            <a:off x="4116442" y="1505523"/>
            <a:ext cx="850900" cy="527050"/>
            <a:chOff x="-490" y="1664"/>
            <a:chExt cx="1429" cy="842"/>
          </a:xfrm>
        </p:grpSpPr>
        <p:sp>
          <p:nvSpPr>
            <p:cNvPr id="3777" name="Google Shape;3777;p22"/>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3778" name="Google Shape;3778;p22"/>
            <p:cNvGrpSpPr/>
            <p:nvPr/>
          </p:nvGrpSpPr>
          <p:grpSpPr>
            <a:xfrm>
              <a:off x="-427" y="1737"/>
              <a:ext cx="1217" cy="769"/>
              <a:chOff x="-427" y="1737"/>
              <a:chExt cx="1217" cy="769"/>
            </a:xfrm>
          </p:grpSpPr>
          <p:sp>
            <p:nvSpPr>
              <p:cNvPr id="3779" name="Google Shape;3779;p22"/>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780" name="Google Shape;3780;p22"/>
              <p:cNvCxnSpPr/>
              <p:nvPr/>
            </p:nvCxnSpPr>
            <p:spPr>
              <a:xfrm flipH="1" rot="10800000">
                <a:off x="-150" y="2270"/>
                <a:ext cx="230" cy="1"/>
              </a:xfrm>
              <a:prstGeom prst="straightConnector1">
                <a:avLst/>
              </a:prstGeom>
              <a:noFill/>
              <a:ln cap="flat" cmpd="sng" w="9525">
                <a:solidFill>
                  <a:schemeClr val="dk1"/>
                </a:solidFill>
                <a:prstDash val="solid"/>
                <a:round/>
                <a:headEnd len="med" w="med" type="none"/>
                <a:tailEnd len="med" w="med" type="none"/>
              </a:ln>
            </p:spPr>
          </p:cxnSp>
          <p:grpSp>
            <p:nvGrpSpPr>
              <p:cNvPr id="3781" name="Google Shape;3781;p22"/>
              <p:cNvGrpSpPr/>
              <p:nvPr/>
            </p:nvGrpSpPr>
            <p:grpSpPr>
              <a:xfrm>
                <a:off x="67" y="2192"/>
                <a:ext cx="387" cy="139"/>
                <a:chOff x="320" y="890"/>
                <a:chExt cx="871" cy="339"/>
              </a:xfrm>
            </p:grpSpPr>
            <p:sp>
              <p:nvSpPr>
                <p:cNvPr id="3782" name="Google Shape;3782;p22"/>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83" name="Google Shape;3783;p22"/>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84" name="Google Shape;3784;p22"/>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85" name="Google Shape;3785;p22"/>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86" name="Google Shape;3786;p22"/>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87" name="Google Shape;3787;p22"/>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3788" name="Google Shape;3788;p22"/>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3789" name="Google Shape;3789;p22"/>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790" name="Google Shape;3790;p22"/>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791" name="Google Shape;3791;p22"/>
              <p:cNvCxnSpPr/>
              <p:nvPr/>
            </p:nvCxnSpPr>
            <p:spPr>
              <a:xfrm rot="10800000">
                <a:off x="470" y="2270"/>
                <a:ext cx="152" cy="0"/>
              </a:xfrm>
              <a:prstGeom prst="straightConnector1">
                <a:avLst/>
              </a:prstGeom>
              <a:noFill/>
              <a:ln cap="flat" cmpd="sng" w="9525">
                <a:solidFill>
                  <a:schemeClr val="dk1"/>
                </a:solidFill>
                <a:prstDash val="solid"/>
                <a:round/>
                <a:headEnd len="med" w="med" type="none"/>
                <a:tailEnd len="med" w="med" type="none"/>
              </a:ln>
            </p:spPr>
          </p:cxnSp>
          <p:pic>
            <p:nvPicPr>
              <p:cNvPr descr="tv" id="3792" name="Google Shape;3792;p22"/>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grpSp>
        <p:nvGrpSpPr>
          <p:cNvPr id="3793" name="Google Shape;3793;p22"/>
          <p:cNvGrpSpPr/>
          <p:nvPr/>
        </p:nvGrpSpPr>
        <p:grpSpPr>
          <a:xfrm>
            <a:off x="5018142" y="1499173"/>
            <a:ext cx="850900" cy="527050"/>
            <a:chOff x="-490" y="1664"/>
            <a:chExt cx="1429" cy="842"/>
          </a:xfrm>
        </p:grpSpPr>
        <p:sp>
          <p:nvSpPr>
            <p:cNvPr id="3794" name="Google Shape;3794;p22"/>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3795" name="Google Shape;3795;p22"/>
            <p:cNvGrpSpPr/>
            <p:nvPr/>
          </p:nvGrpSpPr>
          <p:grpSpPr>
            <a:xfrm>
              <a:off x="-427" y="1737"/>
              <a:ext cx="1217" cy="769"/>
              <a:chOff x="-427" y="1737"/>
              <a:chExt cx="1217" cy="769"/>
            </a:xfrm>
          </p:grpSpPr>
          <p:sp>
            <p:nvSpPr>
              <p:cNvPr id="3796" name="Google Shape;3796;p22"/>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797" name="Google Shape;3797;p22"/>
              <p:cNvCxnSpPr/>
              <p:nvPr/>
            </p:nvCxnSpPr>
            <p:spPr>
              <a:xfrm flipH="1" rot="10800000">
                <a:off x="-150" y="2270"/>
                <a:ext cx="230" cy="1"/>
              </a:xfrm>
              <a:prstGeom prst="straightConnector1">
                <a:avLst/>
              </a:prstGeom>
              <a:noFill/>
              <a:ln cap="flat" cmpd="sng" w="9525">
                <a:solidFill>
                  <a:schemeClr val="dk1"/>
                </a:solidFill>
                <a:prstDash val="solid"/>
                <a:round/>
                <a:headEnd len="med" w="med" type="none"/>
                <a:tailEnd len="med" w="med" type="none"/>
              </a:ln>
            </p:spPr>
          </p:cxnSp>
          <p:grpSp>
            <p:nvGrpSpPr>
              <p:cNvPr id="3798" name="Google Shape;3798;p22"/>
              <p:cNvGrpSpPr/>
              <p:nvPr/>
            </p:nvGrpSpPr>
            <p:grpSpPr>
              <a:xfrm>
                <a:off x="67" y="2192"/>
                <a:ext cx="387" cy="139"/>
                <a:chOff x="320" y="890"/>
                <a:chExt cx="871" cy="339"/>
              </a:xfrm>
            </p:grpSpPr>
            <p:sp>
              <p:nvSpPr>
                <p:cNvPr id="3799" name="Google Shape;3799;p22"/>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00" name="Google Shape;3800;p22"/>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01" name="Google Shape;3801;p22"/>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02" name="Google Shape;3802;p22"/>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03" name="Google Shape;3803;p22"/>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04" name="Google Shape;3804;p22"/>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3805" name="Google Shape;3805;p22"/>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3806" name="Google Shape;3806;p22"/>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07" name="Google Shape;3807;p22"/>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808" name="Google Shape;3808;p22"/>
              <p:cNvCxnSpPr/>
              <p:nvPr/>
            </p:nvCxnSpPr>
            <p:spPr>
              <a:xfrm rot="10800000">
                <a:off x="470" y="2270"/>
                <a:ext cx="152" cy="0"/>
              </a:xfrm>
              <a:prstGeom prst="straightConnector1">
                <a:avLst/>
              </a:prstGeom>
              <a:noFill/>
              <a:ln cap="flat" cmpd="sng" w="9525">
                <a:solidFill>
                  <a:schemeClr val="dk1"/>
                </a:solidFill>
                <a:prstDash val="solid"/>
                <a:round/>
                <a:headEnd len="med" w="med" type="none"/>
                <a:tailEnd len="med" w="med" type="none"/>
              </a:ln>
            </p:spPr>
          </p:cxnSp>
          <p:pic>
            <p:nvPicPr>
              <p:cNvPr descr="tv" id="3809" name="Google Shape;3809;p22"/>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grpSp>
        <p:nvGrpSpPr>
          <p:cNvPr id="3810" name="Google Shape;3810;p22"/>
          <p:cNvGrpSpPr/>
          <p:nvPr/>
        </p:nvGrpSpPr>
        <p:grpSpPr>
          <a:xfrm>
            <a:off x="4203755" y="2345311"/>
            <a:ext cx="850900" cy="527050"/>
            <a:chOff x="-490" y="1664"/>
            <a:chExt cx="1429" cy="842"/>
          </a:xfrm>
        </p:grpSpPr>
        <p:sp>
          <p:nvSpPr>
            <p:cNvPr id="3811" name="Google Shape;3811;p22"/>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3812" name="Google Shape;3812;p22"/>
            <p:cNvGrpSpPr/>
            <p:nvPr/>
          </p:nvGrpSpPr>
          <p:grpSpPr>
            <a:xfrm>
              <a:off x="-427" y="1737"/>
              <a:ext cx="1217" cy="769"/>
              <a:chOff x="-427" y="1737"/>
              <a:chExt cx="1217" cy="769"/>
            </a:xfrm>
          </p:grpSpPr>
          <p:sp>
            <p:nvSpPr>
              <p:cNvPr id="3813" name="Google Shape;3813;p22"/>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814" name="Google Shape;3814;p22"/>
              <p:cNvCxnSpPr/>
              <p:nvPr/>
            </p:nvCxnSpPr>
            <p:spPr>
              <a:xfrm flipH="1" rot="10800000">
                <a:off x="-150" y="2270"/>
                <a:ext cx="230" cy="1"/>
              </a:xfrm>
              <a:prstGeom prst="straightConnector1">
                <a:avLst/>
              </a:prstGeom>
              <a:noFill/>
              <a:ln cap="flat" cmpd="sng" w="9525">
                <a:solidFill>
                  <a:schemeClr val="dk1"/>
                </a:solidFill>
                <a:prstDash val="solid"/>
                <a:round/>
                <a:headEnd len="med" w="med" type="none"/>
                <a:tailEnd len="med" w="med" type="none"/>
              </a:ln>
            </p:spPr>
          </p:cxnSp>
          <p:grpSp>
            <p:nvGrpSpPr>
              <p:cNvPr id="3815" name="Google Shape;3815;p22"/>
              <p:cNvGrpSpPr/>
              <p:nvPr/>
            </p:nvGrpSpPr>
            <p:grpSpPr>
              <a:xfrm>
                <a:off x="67" y="2192"/>
                <a:ext cx="387" cy="139"/>
                <a:chOff x="320" y="890"/>
                <a:chExt cx="871" cy="339"/>
              </a:xfrm>
            </p:grpSpPr>
            <p:sp>
              <p:nvSpPr>
                <p:cNvPr id="3816" name="Google Shape;3816;p22"/>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17" name="Google Shape;3817;p22"/>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18" name="Google Shape;3818;p22"/>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19" name="Google Shape;3819;p22"/>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20" name="Google Shape;3820;p22"/>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21" name="Google Shape;3821;p22"/>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3822" name="Google Shape;3822;p22"/>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3823" name="Google Shape;3823;p22"/>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24" name="Google Shape;3824;p22"/>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825" name="Google Shape;3825;p22"/>
              <p:cNvCxnSpPr/>
              <p:nvPr/>
            </p:nvCxnSpPr>
            <p:spPr>
              <a:xfrm rot="10800000">
                <a:off x="470" y="2270"/>
                <a:ext cx="152" cy="0"/>
              </a:xfrm>
              <a:prstGeom prst="straightConnector1">
                <a:avLst/>
              </a:prstGeom>
              <a:noFill/>
              <a:ln cap="flat" cmpd="sng" w="9525">
                <a:solidFill>
                  <a:schemeClr val="dk1"/>
                </a:solidFill>
                <a:prstDash val="solid"/>
                <a:round/>
                <a:headEnd len="med" w="med" type="none"/>
                <a:tailEnd len="med" w="med" type="none"/>
              </a:ln>
            </p:spPr>
          </p:cxnSp>
          <p:pic>
            <p:nvPicPr>
              <p:cNvPr descr="tv" id="3826" name="Google Shape;3826;p22"/>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grpSp>
        <p:nvGrpSpPr>
          <p:cNvPr id="3827" name="Google Shape;3827;p22"/>
          <p:cNvGrpSpPr/>
          <p:nvPr/>
        </p:nvGrpSpPr>
        <p:grpSpPr>
          <a:xfrm>
            <a:off x="5070530" y="2354836"/>
            <a:ext cx="850900" cy="527050"/>
            <a:chOff x="-490" y="1664"/>
            <a:chExt cx="1429" cy="842"/>
          </a:xfrm>
        </p:grpSpPr>
        <p:sp>
          <p:nvSpPr>
            <p:cNvPr id="3828" name="Google Shape;3828;p22"/>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3829" name="Google Shape;3829;p22"/>
            <p:cNvGrpSpPr/>
            <p:nvPr/>
          </p:nvGrpSpPr>
          <p:grpSpPr>
            <a:xfrm>
              <a:off x="-427" y="1737"/>
              <a:ext cx="1217" cy="769"/>
              <a:chOff x="-427" y="1737"/>
              <a:chExt cx="1217" cy="769"/>
            </a:xfrm>
          </p:grpSpPr>
          <p:sp>
            <p:nvSpPr>
              <p:cNvPr id="3830" name="Google Shape;3830;p22"/>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831" name="Google Shape;3831;p22"/>
              <p:cNvCxnSpPr/>
              <p:nvPr/>
            </p:nvCxnSpPr>
            <p:spPr>
              <a:xfrm flipH="1" rot="10800000">
                <a:off x="-150" y="2270"/>
                <a:ext cx="230" cy="1"/>
              </a:xfrm>
              <a:prstGeom prst="straightConnector1">
                <a:avLst/>
              </a:prstGeom>
              <a:noFill/>
              <a:ln cap="flat" cmpd="sng" w="9525">
                <a:solidFill>
                  <a:schemeClr val="dk1"/>
                </a:solidFill>
                <a:prstDash val="solid"/>
                <a:round/>
                <a:headEnd len="med" w="med" type="none"/>
                <a:tailEnd len="med" w="med" type="none"/>
              </a:ln>
            </p:spPr>
          </p:cxnSp>
          <p:grpSp>
            <p:nvGrpSpPr>
              <p:cNvPr id="3832" name="Google Shape;3832;p22"/>
              <p:cNvGrpSpPr/>
              <p:nvPr/>
            </p:nvGrpSpPr>
            <p:grpSpPr>
              <a:xfrm>
                <a:off x="67" y="2192"/>
                <a:ext cx="387" cy="139"/>
                <a:chOff x="320" y="890"/>
                <a:chExt cx="871" cy="339"/>
              </a:xfrm>
            </p:grpSpPr>
            <p:sp>
              <p:nvSpPr>
                <p:cNvPr id="3833" name="Google Shape;3833;p22"/>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34" name="Google Shape;3834;p22"/>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35" name="Google Shape;3835;p22"/>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36" name="Google Shape;3836;p22"/>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37" name="Google Shape;3837;p22"/>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38" name="Google Shape;3838;p22"/>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3839" name="Google Shape;3839;p22"/>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3840" name="Google Shape;3840;p22"/>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41" name="Google Shape;3841;p22"/>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842" name="Google Shape;3842;p22"/>
              <p:cNvCxnSpPr/>
              <p:nvPr/>
            </p:nvCxnSpPr>
            <p:spPr>
              <a:xfrm rot="10800000">
                <a:off x="470" y="2270"/>
                <a:ext cx="152" cy="0"/>
              </a:xfrm>
              <a:prstGeom prst="straightConnector1">
                <a:avLst/>
              </a:prstGeom>
              <a:noFill/>
              <a:ln cap="flat" cmpd="sng" w="9525">
                <a:solidFill>
                  <a:schemeClr val="dk1"/>
                </a:solidFill>
                <a:prstDash val="solid"/>
                <a:round/>
                <a:headEnd len="med" w="med" type="none"/>
                <a:tailEnd len="med" w="med" type="none"/>
              </a:ln>
            </p:spPr>
          </p:cxnSp>
          <p:pic>
            <p:nvPicPr>
              <p:cNvPr descr="tv" id="3843" name="Google Shape;3843;p22"/>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cxnSp>
        <p:nvCxnSpPr>
          <p:cNvPr id="3844" name="Google Shape;3844;p22"/>
          <p:cNvCxnSpPr/>
          <p:nvPr/>
        </p:nvCxnSpPr>
        <p:spPr>
          <a:xfrm>
            <a:off x="3657655" y="2248473"/>
            <a:ext cx="3690937" cy="0"/>
          </a:xfrm>
          <a:prstGeom prst="straightConnector1">
            <a:avLst/>
          </a:prstGeom>
          <a:noFill/>
          <a:ln cap="flat" cmpd="sng" w="19050">
            <a:solidFill>
              <a:schemeClr val="dk1"/>
            </a:solidFill>
            <a:prstDash val="solid"/>
            <a:round/>
            <a:headEnd len="med" w="med" type="none"/>
            <a:tailEnd len="med" w="med" type="none"/>
          </a:ln>
        </p:spPr>
      </p:cxnSp>
      <p:grpSp>
        <p:nvGrpSpPr>
          <p:cNvPr id="3845" name="Google Shape;3845;p22"/>
          <p:cNvGrpSpPr/>
          <p:nvPr/>
        </p:nvGrpSpPr>
        <p:grpSpPr>
          <a:xfrm>
            <a:off x="6159555" y="1507111"/>
            <a:ext cx="850900" cy="527050"/>
            <a:chOff x="-490" y="1664"/>
            <a:chExt cx="1429" cy="842"/>
          </a:xfrm>
        </p:grpSpPr>
        <p:sp>
          <p:nvSpPr>
            <p:cNvPr id="3846" name="Google Shape;3846;p22"/>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3847" name="Google Shape;3847;p22"/>
            <p:cNvGrpSpPr/>
            <p:nvPr/>
          </p:nvGrpSpPr>
          <p:grpSpPr>
            <a:xfrm>
              <a:off x="-427" y="1737"/>
              <a:ext cx="1217" cy="769"/>
              <a:chOff x="-427" y="1737"/>
              <a:chExt cx="1217" cy="769"/>
            </a:xfrm>
          </p:grpSpPr>
          <p:sp>
            <p:nvSpPr>
              <p:cNvPr id="3848" name="Google Shape;3848;p22"/>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849" name="Google Shape;3849;p22"/>
              <p:cNvCxnSpPr/>
              <p:nvPr/>
            </p:nvCxnSpPr>
            <p:spPr>
              <a:xfrm flipH="1" rot="10800000">
                <a:off x="-150" y="2270"/>
                <a:ext cx="230" cy="1"/>
              </a:xfrm>
              <a:prstGeom prst="straightConnector1">
                <a:avLst/>
              </a:prstGeom>
              <a:noFill/>
              <a:ln cap="flat" cmpd="sng" w="9525">
                <a:solidFill>
                  <a:schemeClr val="dk1"/>
                </a:solidFill>
                <a:prstDash val="solid"/>
                <a:round/>
                <a:headEnd len="med" w="med" type="none"/>
                <a:tailEnd len="med" w="med" type="none"/>
              </a:ln>
            </p:spPr>
          </p:cxnSp>
          <p:grpSp>
            <p:nvGrpSpPr>
              <p:cNvPr id="3850" name="Google Shape;3850;p22"/>
              <p:cNvGrpSpPr/>
              <p:nvPr/>
            </p:nvGrpSpPr>
            <p:grpSpPr>
              <a:xfrm>
                <a:off x="67" y="2192"/>
                <a:ext cx="387" cy="139"/>
                <a:chOff x="320" y="890"/>
                <a:chExt cx="871" cy="339"/>
              </a:xfrm>
            </p:grpSpPr>
            <p:sp>
              <p:nvSpPr>
                <p:cNvPr id="3851" name="Google Shape;3851;p22"/>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52" name="Google Shape;3852;p22"/>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53" name="Google Shape;3853;p22"/>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54" name="Google Shape;3854;p22"/>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55" name="Google Shape;3855;p22"/>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56" name="Google Shape;3856;p22"/>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3857" name="Google Shape;3857;p22"/>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3858" name="Google Shape;3858;p22"/>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859" name="Google Shape;3859;p22"/>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860" name="Google Shape;3860;p22"/>
              <p:cNvCxnSpPr/>
              <p:nvPr/>
            </p:nvCxnSpPr>
            <p:spPr>
              <a:xfrm rot="10800000">
                <a:off x="470" y="2270"/>
                <a:ext cx="152" cy="0"/>
              </a:xfrm>
              <a:prstGeom prst="straightConnector1">
                <a:avLst/>
              </a:prstGeom>
              <a:noFill/>
              <a:ln cap="flat" cmpd="sng" w="9525">
                <a:solidFill>
                  <a:schemeClr val="dk1"/>
                </a:solidFill>
                <a:prstDash val="solid"/>
                <a:round/>
                <a:headEnd len="med" w="med" type="none"/>
                <a:tailEnd len="med" w="med" type="none"/>
              </a:ln>
            </p:spPr>
          </p:cxnSp>
          <p:pic>
            <p:nvPicPr>
              <p:cNvPr descr="tv" id="3861" name="Google Shape;3861;p22"/>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sp>
        <p:nvSpPr>
          <p:cNvPr id="3862" name="Google Shape;3862;p22"/>
          <p:cNvSpPr txBox="1"/>
          <p:nvPr/>
        </p:nvSpPr>
        <p:spPr>
          <a:xfrm>
            <a:off x="5770617" y="1576961"/>
            <a:ext cx="4889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69696"/>
              </a:buClr>
              <a:buSzPts val="2400"/>
              <a:buFont typeface="Times New Roman"/>
              <a:buNone/>
            </a:pPr>
            <a:r>
              <a:rPr b="0" i="0" lang="en-US" sz="2400" u="none" cap="none" strike="noStrike">
                <a:solidFill>
                  <a:srgbClr val="969696"/>
                </a:solidFill>
                <a:latin typeface="Times New Roman"/>
                <a:ea typeface="Times New Roman"/>
                <a:cs typeface="Times New Roman"/>
                <a:sym typeface="Times New Roman"/>
              </a:rPr>
              <a:t>…</a:t>
            </a:r>
            <a:endParaRPr/>
          </a:p>
        </p:txBody>
      </p:sp>
      <p:cxnSp>
        <p:nvCxnSpPr>
          <p:cNvPr id="3863" name="Google Shape;3863;p22"/>
          <p:cNvCxnSpPr/>
          <p:nvPr/>
        </p:nvCxnSpPr>
        <p:spPr>
          <a:xfrm flipH="1">
            <a:off x="4751442" y="1918273"/>
            <a:ext cx="3175" cy="333375"/>
          </a:xfrm>
          <a:prstGeom prst="straightConnector1">
            <a:avLst/>
          </a:prstGeom>
          <a:noFill/>
          <a:ln cap="flat" cmpd="sng" w="9525">
            <a:solidFill>
              <a:schemeClr val="dk1"/>
            </a:solidFill>
            <a:prstDash val="solid"/>
            <a:round/>
            <a:headEnd len="med" w="med" type="none"/>
            <a:tailEnd len="med" w="med" type="none"/>
          </a:ln>
        </p:spPr>
      </p:cxnSp>
      <p:cxnSp>
        <p:nvCxnSpPr>
          <p:cNvPr id="3864" name="Google Shape;3864;p22"/>
          <p:cNvCxnSpPr/>
          <p:nvPr/>
        </p:nvCxnSpPr>
        <p:spPr>
          <a:xfrm flipH="1">
            <a:off x="5656317" y="1918273"/>
            <a:ext cx="3175" cy="333375"/>
          </a:xfrm>
          <a:prstGeom prst="straightConnector1">
            <a:avLst/>
          </a:prstGeom>
          <a:noFill/>
          <a:ln cap="flat" cmpd="sng" w="9525">
            <a:solidFill>
              <a:schemeClr val="dk1"/>
            </a:solidFill>
            <a:prstDash val="solid"/>
            <a:round/>
            <a:headEnd len="med" w="med" type="none"/>
            <a:tailEnd len="med" w="med" type="none"/>
          </a:ln>
        </p:spPr>
      </p:cxnSp>
      <p:cxnSp>
        <p:nvCxnSpPr>
          <p:cNvPr id="3865" name="Google Shape;3865;p22"/>
          <p:cNvCxnSpPr/>
          <p:nvPr/>
        </p:nvCxnSpPr>
        <p:spPr>
          <a:xfrm flipH="1">
            <a:off x="6792967" y="1918273"/>
            <a:ext cx="3175" cy="333375"/>
          </a:xfrm>
          <a:prstGeom prst="straightConnector1">
            <a:avLst/>
          </a:prstGeom>
          <a:noFill/>
          <a:ln cap="flat" cmpd="sng" w="9525">
            <a:solidFill>
              <a:schemeClr val="dk1"/>
            </a:solidFill>
            <a:prstDash val="solid"/>
            <a:round/>
            <a:headEnd len="med" w="med" type="none"/>
            <a:tailEnd len="med" w="med" type="none"/>
          </a:ln>
        </p:spPr>
      </p:cxnSp>
      <p:sp>
        <p:nvSpPr>
          <p:cNvPr id="3866" name="Google Shape;3866;p22"/>
          <p:cNvSpPr/>
          <p:nvPr/>
        </p:nvSpPr>
        <p:spPr>
          <a:xfrm>
            <a:off x="5742042" y="2254823"/>
            <a:ext cx="127000" cy="476250"/>
          </a:xfrm>
          <a:custGeom>
            <a:rect b="b" l="l" r="r" t="t"/>
            <a:pathLst>
              <a:path extrusionOk="0" h="300" w="80">
                <a:moveTo>
                  <a:pt x="0" y="300"/>
                </a:moveTo>
                <a:lnTo>
                  <a:pt x="80" y="300"/>
                </a:lnTo>
                <a:lnTo>
                  <a:pt x="8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67" name="Google Shape;3867;p22"/>
          <p:cNvSpPr/>
          <p:nvPr/>
        </p:nvSpPr>
        <p:spPr>
          <a:xfrm>
            <a:off x="4875267" y="2248473"/>
            <a:ext cx="127000" cy="476250"/>
          </a:xfrm>
          <a:custGeom>
            <a:rect b="b" l="l" r="r" t="t"/>
            <a:pathLst>
              <a:path extrusionOk="0" h="300" w="80">
                <a:moveTo>
                  <a:pt x="0" y="300"/>
                </a:moveTo>
                <a:lnTo>
                  <a:pt x="80" y="300"/>
                </a:lnTo>
                <a:lnTo>
                  <a:pt x="8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68" name="Google Shape;3868;p22"/>
          <p:cNvSpPr/>
          <p:nvPr/>
        </p:nvSpPr>
        <p:spPr>
          <a:xfrm>
            <a:off x="7086655" y="1823023"/>
            <a:ext cx="955675" cy="700088"/>
          </a:xfrm>
          <a:prstGeom prst="rect">
            <a:avLst/>
          </a:prstGeom>
          <a:noFill/>
          <a:ln cap="flat" cmpd="sng" w="9525">
            <a:solidFill>
              <a:schemeClr val="dk1"/>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3869" name="Google Shape;3869;p22"/>
          <p:cNvSpPr txBox="1"/>
          <p:nvPr/>
        </p:nvSpPr>
        <p:spPr>
          <a:xfrm>
            <a:off x="6597705" y="1286448"/>
            <a:ext cx="1925637" cy="296863"/>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cable headend</a:t>
            </a:r>
            <a:endParaRPr/>
          </a:p>
        </p:txBody>
      </p:sp>
      <p:sp>
        <p:nvSpPr>
          <p:cNvPr id="3870" name="Google Shape;3870;p22"/>
          <p:cNvSpPr/>
          <p:nvPr/>
        </p:nvSpPr>
        <p:spPr>
          <a:xfrm>
            <a:off x="7343830" y="2005586"/>
            <a:ext cx="330200" cy="454025"/>
          </a:xfrm>
          <a:custGeom>
            <a:rect b="b" l="l" r="r" t="t"/>
            <a:pathLst>
              <a:path extrusionOk="0" h="412" w="318">
                <a:moveTo>
                  <a:pt x="0" y="412"/>
                </a:moveTo>
                <a:lnTo>
                  <a:pt x="3" y="1"/>
                </a:lnTo>
                <a:lnTo>
                  <a:pt x="74" y="0"/>
                </a:lnTo>
                <a:lnTo>
                  <a:pt x="254" y="111"/>
                </a:lnTo>
                <a:lnTo>
                  <a:pt x="318" y="115"/>
                </a:lnTo>
                <a:lnTo>
                  <a:pt x="318" y="308"/>
                </a:lnTo>
                <a:lnTo>
                  <a:pt x="246" y="308"/>
                </a:lnTo>
                <a:lnTo>
                  <a:pt x="74" y="412"/>
                </a:lnTo>
                <a:lnTo>
                  <a:pt x="0" y="412"/>
                </a:lnTo>
                <a:close/>
              </a:path>
            </a:pathLst>
          </a:custGeom>
          <a:gradFill>
            <a:gsLst>
              <a:gs pos="0">
                <a:schemeClr val="lt1"/>
              </a:gs>
              <a:gs pos="100000">
                <a:srgbClr val="8DA9DB"/>
              </a:gs>
            </a:gsLst>
            <a:lin ang="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71" name="Google Shape;3871;p22"/>
          <p:cNvSpPr/>
          <p:nvPr/>
        </p:nvSpPr>
        <p:spPr>
          <a:xfrm>
            <a:off x="7345417" y="1940498"/>
            <a:ext cx="366713" cy="406400"/>
          </a:xfrm>
          <a:custGeom>
            <a:rect b="b" l="l" r="r" t="t"/>
            <a:pathLst>
              <a:path extrusionOk="0" h="369" w="353">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2F5496"/>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872" name="Google Shape;3872;p22"/>
          <p:cNvCxnSpPr/>
          <p:nvPr/>
        </p:nvCxnSpPr>
        <p:spPr>
          <a:xfrm flipH="1">
            <a:off x="7670855" y="2064323"/>
            <a:ext cx="34925" cy="68263"/>
          </a:xfrm>
          <a:prstGeom prst="straightConnector1">
            <a:avLst/>
          </a:prstGeom>
          <a:noFill/>
          <a:ln cap="flat" cmpd="sng" w="9525">
            <a:solidFill>
              <a:schemeClr val="dk1"/>
            </a:solidFill>
            <a:prstDash val="solid"/>
            <a:round/>
            <a:headEnd len="med" w="med" type="none"/>
            <a:tailEnd len="med" w="med" type="none"/>
          </a:ln>
        </p:spPr>
      </p:cxnSp>
      <p:cxnSp>
        <p:nvCxnSpPr>
          <p:cNvPr id="3873" name="Google Shape;3873;p22"/>
          <p:cNvCxnSpPr/>
          <p:nvPr/>
        </p:nvCxnSpPr>
        <p:spPr>
          <a:xfrm>
            <a:off x="7372405" y="2235773"/>
            <a:ext cx="268287" cy="0"/>
          </a:xfrm>
          <a:prstGeom prst="straightConnector1">
            <a:avLst/>
          </a:prstGeom>
          <a:noFill/>
          <a:ln cap="flat" cmpd="sng" w="9525">
            <a:solidFill>
              <a:schemeClr val="dk1"/>
            </a:solidFill>
            <a:prstDash val="solid"/>
            <a:round/>
            <a:headEnd len="med" w="med" type="none"/>
            <a:tailEnd len="med" w="med" type="triangle"/>
          </a:ln>
        </p:spPr>
      </p:cxnSp>
      <p:sp>
        <p:nvSpPr>
          <p:cNvPr id="3874" name="Google Shape;3874;p22"/>
          <p:cNvSpPr/>
          <p:nvPr/>
        </p:nvSpPr>
        <p:spPr>
          <a:xfrm>
            <a:off x="7366055" y="2059561"/>
            <a:ext cx="274637" cy="115887"/>
          </a:xfrm>
          <a:custGeom>
            <a:rect b="b" l="l" r="r" t="t"/>
            <a:pathLst>
              <a:path extrusionOk="0" h="105" w="264">
                <a:moveTo>
                  <a:pt x="0" y="0"/>
                </a:moveTo>
                <a:lnTo>
                  <a:pt x="52" y="0"/>
                </a:lnTo>
                <a:lnTo>
                  <a:pt x="207" y="105"/>
                </a:lnTo>
                <a:lnTo>
                  <a:pt x="264" y="105"/>
                </a:lnTo>
              </a:path>
            </a:pathLst>
          </a:custGeom>
          <a:noFill/>
          <a:ln cap="flat" cmpd="sng" w="9525">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75" name="Google Shape;3875;p22"/>
          <p:cNvSpPr/>
          <p:nvPr/>
        </p:nvSpPr>
        <p:spPr>
          <a:xfrm flipH="1" rot="10800000">
            <a:off x="7366055" y="2296098"/>
            <a:ext cx="274637" cy="114300"/>
          </a:xfrm>
          <a:custGeom>
            <a:rect b="b" l="l" r="r" t="t"/>
            <a:pathLst>
              <a:path extrusionOk="0" h="105" w="264">
                <a:moveTo>
                  <a:pt x="0" y="0"/>
                </a:moveTo>
                <a:lnTo>
                  <a:pt x="52" y="0"/>
                </a:lnTo>
                <a:lnTo>
                  <a:pt x="207" y="105"/>
                </a:lnTo>
                <a:lnTo>
                  <a:pt x="264" y="105"/>
                </a:lnTo>
              </a:path>
            </a:pathLst>
          </a:custGeom>
          <a:noFill/>
          <a:ln cap="flat" cmpd="sng" w="9525">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876" name="Google Shape;3876;p22"/>
          <p:cNvSpPr/>
          <p:nvPr/>
        </p:nvSpPr>
        <p:spPr>
          <a:xfrm>
            <a:off x="6946955" y="1559498"/>
            <a:ext cx="1206500" cy="261938"/>
          </a:xfrm>
          <a:prstGeom prst="triangle">
            <a:avLst>
              <a:gd fmla="val 50000" name="adj"/>
            </a:avLst>
          </a:prstGeom>
          <a:noFill/>
          <a:ln cap="flat" cmpd="sng" w="9525">
            <a:solidFill>
              <a:schemeClr val="dk1"/>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3877" name="Google Shape;3877;p22"/>
          <p:cNvGrpSpPr/>
          <p:nvPr/>
        </p:nvGrpSpPr>
        <p:grpSpPr>
          <a:xfrm>
            <a:off x="2000305" y="1964311"/>
            <a:ext cx="609600" cy="609600"/>
            <a:chOff x="-44" y="1473"/>
            <a:chExt cx="981" cy="1105"/>
          </a:xfrm>
        </p:grpSpPr>
        <p:pic>
          <p:nvPicPr>
            <p:cNvPr descr="desktop_computer_stylized_medium" id="3878" name="Google Shape;3878;p22"/>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3879" name="Google Shape;3879;p2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880" name="Google Shape;3880;p22"/>
          <p:cNvGrpSpPr/>
          <p:nvPr/>
        </p:nvGrpSpPr>
        <p:grpSpPr>
          <a:xfrm>
            <a:off x="1815284" y="2250058"/>
            <a:ext cx="3092450" cy="1417637"/>
            <a:chOff x="256" y="1443"/>
            <a:chExt cx="1948" cy="893"/>
          </a:xfrm>
        </p:grpSpPr>
        <p:sp>
          <p:nvSpPr>
            <p:cNvPr id="3881" name="Google Shape;3881;p22"/>
            <p:cNvSpPr txBox="1"/>
            <p:nvPr/>
          </p:nvSpPr>
          <p:spPr>
            <a:xfrm>
              <a:off x="256" y="1885"/>
              <a:ext cx="1948" cy="451"/>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data, TV transmitted at different </a:t>
              </a:r>
              <a:endParaRPr/>
            </a:p>
            <a:p>
              <a:pPr indent="0" lvl="0" marL="0" marR="0" rtl="0" algn="r">
                <a:lnSpc>
                  <a:spcPct val="85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frequencies over </a:t>
              </a:r>
              <a:r>
                <a:rPr b="0" i="1" lang="en-US" sz="1600" u="none" cap="none" strike="noStrike">
                  <a:solidFill>
                    <a:srgbClr val="CC0000"/>
                  </a:solidFill>
                  <a:latin typeface="Arial"/>
                  <a:ea typeface="Arial"/>
                  <a:cs typeface="Arial"/>
                  <a:sym typeface="Arial"/>
                </a:rPr>
                <a:t>shared </a:t>
              </a:r>
              <a:r>
                <a:rPr b="0" i="1" lang="en-US" sz="1600" u="none" cap="none" strike="noStrike">
                  <a:solidFill>
                    <a:srgbClr val="000000"/>
                  </a:solidFill>
                  <a:latin typeface="Arial"/>
                  <a:ea typeface="Arial"/>
                  <a:cs typeface="Arial"/>
                  <a:sym typeface="Arial"/>
                </a:rPr>
                <a:t>cable </a:t>
              </a:r>
              <a:endParaRPr/>
            </a:p>
            <a:p>
              <a:pPr indent="0" lvl="0" marL="0" marR="0" rtl="0" algn="r">
                <a:lnSpc>
                  <a:spcPct val="85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distribution network</a:t>
              </a:r>
              <a:endParaRPr/>
            </a:p>
          </p:txBody>
        </p:sp>
        <p:cxnSp>
          <p:nvCxnSpPr>
            <p:cNvPr id="3882" name="Google Shape;3882;p22"/>
            <p:cNvCxnSpPr/>
            <p:nvPr/>
          </p:nvCxnSpPr>
          <p:spPr>
            <a:xfrm flipH="1" rot="10800000">
              <a:off x="1452" y="1443"/>
              <a:ext cx="282" cy="476"/>
            </a:xfrm>
            <a:prstGeom prst="straightConnector1">
              <a:avLst/>
            </a:prstGeom>
            <a:noFill/>
            <a:ln cap="flat" cmpd="sng" w="9525">
              <a:solidFill>
                <a:srgbClr val="CC0000"/>
              </a:solidFill>
              <a:prstDash val="solid"/>
              <a:round/>
              <a:headEnd len="med" w="med" type="none"/>
              <a:tailEnd len="med" w="med" type="none"/>
            </a:ln>
          </p:spPr>
        </p:cxnSp>
      </p:grpSp>
      <p:sp>
        <p:nvSpPr>
          <p:cNvPr id="3883" name="Google Shape;3883;p22"/>
          <p:cNvSpPr/>
          <p:nvPr/>
        </p:nvSpPr>
        <p:spPr>
          <a:xfrm>
            <a:off x="952500" y="4196551"/>
            <a:ext cx="11503627" cy="2388300"/>
          </a:xfrm>
          <a:prstGeom prst="rect">
            <a:avLst/>
          </a:prstGeom>
          <a:noFill/>
          <a:ln>
            <a:noFill/>
          </a:ln>
        </p:spPr>
        <p:txBody>
          <a:bodyPr anchorCtr="0" anchor="t" bIns="45700" lIns="91425" spcFirstLastPara="1" rIns="91425" wrap="square" tIns="45700">
            <a:noAutofit/>
          </a:bodyPr>
          <a:lstStyle/>
          <a:p>
            <a:pPr indent="-287338" lvl="0" marL="287338" marR="0" rtl="0" algn="l">
              <a:lnSpc>
                <a:spcPct val="95000"/>
              </a:lnSpc>
              <a:spcBef>
                <a:spcPts val="0"/>
              </a:spcBef>
              <a:spcAft>
                <a:spcPts val="0"/>
              </a:spcAft>
              <a:buClr>
                <a:srgbClr val="000099"/>
              </a:buClr>
              <a:buSzPts val="2800"/>
              <a:buFont typeface="Noto Sans Symbols"/>
              <a:buChar char="▪"/>
            </a:pPr>
            <a:r>
              <a:rPr b="0" i="0" lang="en-US" sz="2800" u="none" cap="none" strike="noStrike">
                <a:solidFill>
                  <a:srgbClr val="000099"/>
                </a:solidFill>
                <a:latin typeface="Calibri"/>
                <a:ea typeface="Calibri"/>
                <a:cs typeface="Calibri"/>
                <a:sym typeface="Calibri"/>
              </a:rPr>
              <a:t>HFC: hybrid fiber coax</a:t>
            </a:r>
            <a:endParaRPr/>
          </a:p>
          <a:p>
            <a:pPr indent="-225425" lvl="1" marL="682625" marR="0" rtl="0" algn="l">
              <a:lnSpc>
                <a:spcPct val="9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asymmetric: up to 40 Mbps – 1.2 Gbs downstream transmission rate, 30-100 Mbps upstream transmission rate</a:t>
            </a:r>
            <a:endParaRPr/>
          </a:p>
          <a:p>
            <a:pPr indent="-342900" lvl="0" marL="342900" marR="0" rtl="0" algn="l">
              <a:lnSpc>
                <a:spcPct val="95000"/>
              </a:lnSpc>
              <a:spcBef>
                <a:spcPts val="560"/>
              </a:spcBef>
              <a:spcAft>
                <a:spcPts val="0"/>
              </a:spcAft>
              <a:buClr>
                <a:srgbClr val="000099"/>
              </a:buClr>
              <a:buSzPts val="2800"/>
              <a:buFont typeface="Noto Sans Symbols"/>
              <a:buChar char="▪"/>
            </a:pPr>
            <a:r>
              <a:rPr b="0" i="0" lang="en-US" sz="2800" u="none" cap="none" strike="noStrike">
                <a:solidFill>
                  <a:srgbClr val="000099"/>
                </a:solidFill>
                <a:latin typeface="Calibri"/>
                <a:ea typeface="Calibri"/>
                <a:cs typeface="Calibri"/>
                <a:sym typeface="Calibri"/>
              </a:rPr>
              <a:t>network </a:t>
            </a:r>
            <a:r>
              <a:rPr b="0" i="0" lang="en-US" sz="2800" u="none" cap="none" strike="noStrike">
                <a:solidFill>
                  <a:srgbClr val="000000"/>
                </a:solidFill>
                <a:latin typeface="Calibri"/>
                <a:ea typeface="Calibri"/>
                <a:cs typeface="Calibri"/>
                <a:sym typeface="Calibri"/>
              </a:rPr>
              <a:t>of cable, fiber attaches homes to ISP router</a:t>
            </a:r>
            <a:endParaRPr/>
          </a:p>
          <a:p>
            <a:pPr indent="-225425" lvl="1" marL="682625" marR="0" rtl="0" algn="l">
              <a:lnSpc>
                <a:spcPct val="9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homes </a:t>
            </a:r>
            <a:r>
              <a:rPr b="0" i="1" lang="en-US" sz="2400" u="none" cap="none" strike="noStrike">
                <a:solidFill>
                  <a:srgbClr val="CC0000"/>
                </a:solidFill>
                <a:latin typeface="Calibri"/>
                <a:ea typeface="Calibri"/>
                <a:cs typeface="Calibri"/>
                <a:sym typeface="Calibri"/>
              </a:rPr>
              <a:t>share access network</a:t>
            </a:r>
            <a:r>
              <a:rPr b="0" i="0" lang="en-US" sz="24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to cable headend</a:t>
            </a:r>
            <a:endParaRPr/>
          </a:p>
          <a:p>
            <a:pPr indent="-225425" lvl="1" marL="682625" marR="0" rtl="0" algn="l">
              <a:lnSpc>
                <a:spcPct val="9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unlike DSL, which has dedicated access to central office</a:t>
            </a:r>
            <a:endParaRPr/>
          </a:p>
          <a:p>
            <a:pPr indent="-285750" lvl="1" marL="742950" marR="0" rtl="0" algn="l">
              <a:lnSpc>
                <a:spcPct val="85000"/>
              </a:lnSpc>
              <a:spcBef>
                <a:spcPts val="400"/>
              </a:spcBef>
              <a:spcAft>
                <a:spcPts val="0"/>
              </a:spcAft>
              <a:buClr>
                <a:srgbClr val="000099"/>
              </a:buClr>
              <a:buSzPts val="2000"/>
              <a:buFont typeface="Noto Sans Symbols"/>
              <a:buNone/>
            </a:pPr>
            <a:r>
              <a:t/>
            </a:r>
            <a:endParaRPr b="0" i="0" sz="2000" u="none" cap="none" strike="noStrike">
              <a:solidFill>
                <a:srgbClr val="000000"/>
              </a:solidFill>
              <a:latin typeface="Gill Sans"/>
              <a:ea typeface="Gill Sans"/>
              <a:cs typeface="Gill Sans"/>
              <a:sym typeface="Gill Sans"/>
            </a:endParaRPr>
          </a:p>
        </p:txBody>
      </p:sp>
      <p:grpSp>
        <p:nvGrpSpPr>
          <p:cNvPr id="3884" name="Google Shape;3884;p22"/>
          <p:cNvGrpSpPr/>
          <p:nvPr/>
        </p:nvGrpSpPr>
        <p:grpSpPr>
          <a:xfrm>
            <a:off x="6634372" y="2229423"/>
            <a:ext cx="3584575" cy="1858963"/>
            <a:chOff x="6634372" y="2229423"/>
            <a:chExt cx="3584575" cy="1858963"/>
          </a:xfrm>
        </p:grpSpPr>
        <p:grpSp>
          <p:nvGrpSpPr>
            <p:cNvPr id="3885" name="Google Shape;3885;p22"/>
            <p:cNvGrpSpPr/>
            <p:nvPr/>
          </p:nvGrpSpPr>
          <p:grpSpPr>
            <a:xfrm>
              <a:off x="7701172" y="2391348"/>
              <a:ext cx="2517775" cy="508000"/>
              <a:chOff x="3912" y="1484"/>
              <a:chExt cx="1586" cy="320"/>
            </a:xfrm>
          </p:grpSpPr>
          <p:cxnSp>
            <p:nvCxnSpPr>
              <p:cNvPr id="3886" name="Google Shape;3886;p22"/>
              <p:cNvCxnSpPr/>
              <p:nvPr/>
            </p:nvCxnSpPr>
            <p:spPr>
              <a:xfrm rot="10800000">
                <a:off x="3912" y="1497"/>
                <a:ext cx="711" cy="94"/>
              </a:xfrm>
              <a:prstGeom prst="straightConnector1">
                <a:avLst/>
              </a:prstGeom>
              <a:noFill/>
              <a:ln cap="flat" cmpd="sng" w="9525">
                <a:solidFill>
                  <a:srgbClr val="CC0000"/>
                </a:solidFill>
                <a:prstDash val="solid"/>
                <a:round/>
                <a:headEnd len="med" w="med" type="none"/>
                <a:tailEnd len="med" w="med" type="none"/>
              </a:ln>
            </p:spPr>
          </p:cxnSp>
          <p:sp>
            <p:nvSpPr>
              <p:cNvPr id="3887" name="Google Shape;3887;p22"/>
              <p:cNvSpPr txBox="1"/>
              <p:nvPr/>
            </p:nvSpPr>
            <p:spPr>
              <a:xfrm>
                <a:off x="4307" y="1484"/>
                <a:ext cx="1191" cy="320"/>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cable modem</a:t>
                </a:r>
                <a:endParaRPr/>
              </a:p>
              <a:p>
                <a:pPr indent="0" lvl="0" marL="0" marR="0" rtl="0" algn="r">
                  <a:lnSpc>
                    <a:spcPct val="85000"/>
                  </a:lnSpc>
                  <a:spcBef>
                    <a:spcPts val="0"/>
                  </a:spcBef>
                  <a:spcAft>
                    <a:spcPts val="0"/>
                  </a:spcAft>
                  <a:buClr>
                    <a:srgbClr val="000000"/>
                  </a:buClr>
                  <a:buSzPts val="1600"/>
                  <a:buFont typeface="Arial"/>
                  <a:buNone/>
                </a:pPr>
                <a:r>
                  <a:rPr b="0" i="1" lang="en-US" sz="1600" u="none" cap="none" strike="noStrike">
                    <a:solidFill>
                      <a:srgbClr val="000000"/>
                    </a:solidFill>
                    <a:latin typeface="Arial"/>
                    <a:ea typeface="Arial"/>
                    <a:cs typeface="Arial"/>
                    <a:sym typeface="Arial"/>
                  </a:rPr>
                  <a:t>termination system</a:t>
                </a:r>
                <a:endParaRPr/>
              </a:p>
            </p:txBody>
          </p:sp>
        </p:grpSp>
        <p:sp>
          <p:nvSpPr>
            <p:cNvPr id="3888" name="Google Shape;3888;p22"/>
            <p:cNvSpPr txBox="1"/>
            <p:nvPr/>
          </p:nvSpPr>
          <p:spPr>
            <a:xfrm>
              <a:off x="7086655" y="2478661"/>
              <a:ext cx="950913"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CMTS</a:t>
              </a:r>
              <a:endParaRPr/>
            </a:p>
          </p:txBody>
        </p:sp>
        <p:sp>
          <p:nvSpPr>
            <p:cNvPr id="3889" name="Google Shape;3889;p22"/>
            <p:cNvSpPr/>
            <p:nvPr/>
          </p:nvSpPr>
          <p:spPr>
            <a:xfrm>
              <a:off x="7742447" y="2229423"/>
              <a:ext cx="206375" cy="927100"/>
            </a:xfrm>
            <a:custGeom>
              <a:rect b="b" l="l" r="r" t="t"/>
              <a:pathLst>
                <a:path extrusionOk="0" h="584" w="130">
                  <a:moveTo>
                    <a:pt x="0" y="0"/>
                  </a:moveTo>
                  <a:lnTo>
                    <a:pt x="130" y="0"/>
                  </a:lnTo>
                  <a:lnTo>
                    <a:pt x="130" y="584"/>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3890" name="Google Shape;3890;p22"/>
            <p:cNvGrpSpPr/>
            <p:nvPr/>
          </p:nvGrpSpPr>
          <p:grpSpPr>
            <a:xfrm>
              <a:off x="6634372" y="2940623"/>
              <a:ext cx="2178050" cy="1147763"/>
              <a:chOff x="6634372" y="2940623"/>
              <a:chExt cx="2178050" cy="1147763"/>
            </a:xfrm>
          </p:grpSpPr>
          <p:sp>
            <p:nvSpPr>
              <p:cNvPr id="3891" name="Google Shape;3891;p22"/>
              <p:cNvSpPr/>
              <p:nvPr/>
            </p:nvSpPr>
            <p:spPr>
              <a:xfrm>
                <a:off x="6634372" y="2940623"/>
                <a:ext cx="2178050" cy="1147763"/>
              </a:xfrm>
              <a:custGeom>
                <a:rect b="b" l="l" r="r" t="t"/>
                <a:pathLst>
                  <a:path extrusionOk="0" h="459" w="765">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a:gsLst>
                  <a:gs pos="0">
                    <a:srgbClr val="00CCFF"/>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892" name="Google Shape;3892;p22"/>
              <p:cNvCxnSpPr/>
              <p:nvPr/>
            </p:nvCxnSpPr>
            <p:spPr>
              <a:xfrm flipH="1" rot="10800000">
                <a:off x="7464635" y="3294636"/>
                <a:ext cx="168275" cy="120650"/>
              </a:xfrm>
              <a:prstGeom prst="straightConnector1">
                <a:avLst/>
              </a:prstGeom>
              <a:noFill/>
              <a:ln cap="flat" cmpd="sng" w="9525">
                <a:solidFill>
                  <a:schemeClr val="dk1"/>
                </a:solidFill>
                <a:prstDash val="solid"/>
                <a:round/>
                <a:headEnd len="med" w="med" type="none"/>
                <a:tailEnd len="med" w="med" type="none"/>
              </a:ln>
            </p:spPr>
          </p:cxnSp>
          <p:cxnSp>
            <p:nvCxnSpPr>
              <p:cNvPr id="3893" name="Google Shape;3893;p22"/>
              <p:cNvCxnSpPr/>
              <p:nvPr/>
            </p:nvCxnSpPr>
            <p:spPr>
              <a:xfrm>
                <a:off x="7231272" y="3534348"/>
                <a:ext cx="0" cy="114300"/>
              </a:xfrm>
              <a:prstGeom prst="straightConnector1">
                <a:avLst/>
              </a:prstGeom>
              <a:noFill/>
              <a:ln cap="flat" cmpd="sng" w="9525">
                <a:solidFill>
                  <a:schemeClr val="dk1"/>
                </a:solidFill>
                <a:prstDash val="solid"/>
                <a:round/>
                <a:headEnd len="med" w="med" type="none"/>
                <a:tailEnd len="med" w="med" type="none"/>
              </a:ln>
            </p:spPr>
          </p:cxnSp>
          <p:cxnSp>
            <p:nvCxnSpPr>
              <p:cNvPr id="3894" name="Google Shape;3894;p22"/>
              <p:cNvCxnSpPr/>
              <p:nvPr/>
            </p:nvCxnSpPr>
            <p:spPr>
              <a:xfrm flipH="1" rot="10800000">
                <a:off x="7464635" y="3391473"/>
                <a:ext cx="358775" cy="400050"/>
              </a:xfrm>
              <a:prstGeom prst="straightConnector1">
                <a:avLst/>
              </a:prstGeom>
              <a:noFill/>
              <a:ln cap="flat" cmpd="sng" w="9525">
                <a:solidFill>
                  <a:schemeClr val="dk1"/>
                </a:solidFill>
                <a:prstDash val="solid"/>
                <a:round/>
                <a:headEnd len="med" w="med" type="none"/>
                <a:tailEnd len="med" w="med" type="none"/>
              </a:ln>
            </p:spPr>
          </p:cxnSp>
          <p:cxnSp>
            <p:nvCxnSpPr>
              <p:cNvPr id="3895" name="Google Shape;3895;p22"/>
              <p:cNvCxnSpPr/>
              <p:nvPr/>
            </p:nvCxnSpPr>
            <p:spPr>
              <a:xfrm>
                <a:off x="7961522" y="3389886"/>
                <a:ext cx="0" cy="271463"/>
              </a:xfrm>
              <a:prstGeom prst="straightConnector1">
                <a:avLst/>
              </a:prstGeom>
              <a:noFill/>
              <a:ln cap="flat" cmpd="sng" w="9525">
                <a:solidFill>
                  <a:schemeClr val="dk1"/>
                </a:solidFill>
                <a:prstDash val="solid"/>
                <a:round/>
                <a:headEnd len="med" w="med" type="none"/>
                <a:tailEnd len="med" w="med" type="none"/>
              </a:ln>
            </p:spPr>
          </p:cxnSp>
          <p:cxnSp>
            <p:nvCxnSpPr>
              <p:cNvPr id="3896" name="Google Shape;3896;p22"/>
              <p:cNvCxnSpPr/>
              <p:nvPr/>
            </p:nvCxnSpPr>
            <p:spPr>
              <a:xfrm>
                <a:off x="7490035" y="3813748"/>
                <a:ext cx="257175" cy="0"/>
              </a:xfrm>
              <a:prstGeom prst="straightConnector1">
                <a:avLst/>
              </a:prstGeom>
              <a:noFill/>
              <a:ln cap="flat" cmpd="sng" w="9525">
                <a:solidFill>
                  <a:schemeClr val="dk1"/>
                </a:solidFill>
                <a:prstDash val="solid"/>
                <a:round/>
                <a:headEnd len="med" w="med" type="none"/>
                <a:tailEnd len="med" w="med" type="none"/>
              </a:ln>
            </p:spPr>
          </p:cxnSp>
          <p:cxnSp>
            <p:nvCxnSpPr>
              <p:cNvPr id="3897" name="Google Shape;3897;p22"/>
              <p:cNvCxnSpPr/>
              <p:nvPr/>
            </p:nvCxnSpPr>
            <p:spPr>
              <a:xfrm>
                <a:off x="8245685" y="3801048"/>
                <a:ext cx="241300" cy="0"/>
              </a:xfrm>
              <a:prstGeom prst="straightConnector1">
                <a:avLst/>
              </a:prstGeom>
              <a:noFill/>
              <a:ln cap="flat" cmpd="sng" w="9525">
                <a:solidFill>
                  <a:schemeClr val="dk1"/>
                </a:solidFill>
                <a:prstDash val="solid"/>
                <a:round/>
                <a:headEnd len="med" w="med" type="none"/>
                <a:tailEnd len="med" w="med" type="none"/>
              </a:ln>
            </p:spPr>
          </p:cxnSp>
          <p:cxnSp>
            <p:nvCxnSpPr>
              <p:cNvPr id="3898" name="Google Shape;3898;p22"/>
              <p:cNvCxnSpPr/>
              <p:nvPr/>
            </p:nvCxnSpPr>
            <p:spPr>
              <a:xfrm>
                <a:off x="8510797" y="3797873"/>
                <a:ext cx="242888" cy="0"/>
              </a:xfrm>
              <a:prstGeom prst="straightConnector1">
                <a:avLst/>
              </a:prstGeom>
              <a:noFill/>
              <a:ln cap="flat" cmpd="sng" w="9525">
                <a:solidFill>
                  <a:schemeClr val="lt2"/>
                </a:solidFill>
                <a:prstDash val="dash"/>
                <a:round/>
                <a:headEnd len="med" w="med" type="none"/>
                <a:tailEnd len="med" w="med" type="none"/>
              </a:ln>
            </p:spPr>
          </p:cxnSp>
          <p:sp>
            <p:nvSpPr>
              <p:cNvPr id="3899" name="Google Shape;3899;p22"/>
              <p:cNvSpPr txBox="1"/>
              <p:nvPr/>
            </p:nvSpPr>
            <p:spPr>
              <a:xfrm>
                <a:off x="8207585" y="3191448"/>
                <a:ext cx="55245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ISP</a:t>
                </a:r>
                <a:endParaRPr/>
              </a:p>
            </p:txBody>
          </p:sp>
          <p:grpSp>
            <p:nvGrpSpPr>
              <p:cNvPr id="3900" name="Google Shape;3900;p22"/>
              <p:cNvGrpSpPr/>
              <p:nvPr/>
            </p:nvGrpSpPr>
            <p:grpSpPr>
              <a:xfrm>
                <a:off x="6972551" y="3193191"/>
                <a:ext cx="576221" cy="330754"/>
                <a:chOff x="7493876" y="2774731"/>
                <a:chExt cx="1481958" cy="894622"/>
              </a:xfrm>
            </p:grpSpPr>
            <p:sp>
              <p:nvSpPr>
                <p:cNvPr id="3901" name="Google Shape;3901;p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902" name="Google Shape;3902;p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903" name="Google Shape;3903;p22"/>
                <p:cNvGrpSpPr/>
                <p:nvPr/>
              </p:nvGrpSpPr>
              <p:grpSpPr>
                <a:xfrm>
                  <a:off x="7713663" y="2848339"/>
                  <a:ext cx="1042107" cy="425543"/>
                  <a:chOff x="7786941" y="2884917"/>
                  <a:chExt cx="897649" cy="353919"/>
                </a:xfrm>
              </p:grpSpPr>
              <p:sp>
                <p:nvSpPr>
                  <p:cNvPr id="3904" name="Google Shape;3904;p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05" name="Google Shape;3905;p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06" name="Google Shape;3906;p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07" name="Google Shape;3907;p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08" name="Google Shape;3908;p22"/>
              <p:cNvGrpSpPr/>
              <p:nvPr/>
            </p:nvGrpSpPr>
            <p:grpSpPr>
              <a:xfrm>
                <a:off x="6955883" y="3598924"/>
                <a:ext cx="576221" cy="330754"/>
                <a:chOff x="7493876" y="2774731"/>
                <a:chExt cx="1481958" cy="894622"/>
              </a:xfrm>
            </p:grpSpPr>
            <p:sp>
              <p:nvSpPr>
                <p:cNvPr id="3909" name="Google Shape;3909;p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910" name="Google Shape;3910;p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911" name="Google Shape;3911;p22"/>
                <p:cNvGrpSpPr/>
                <p:nvPr/>
              </p:nvGrpSpPr>
              <p:grpSpPr>
                <a:xfrm>
                  <a:off x="7713663" y="2848339"/>
                  <a:ext cx="1042107" cy="425543"/>
                  <a:chOff x="7786941" y="2884917"/>
                  <a:chExt cx="897649" cy="353919"/>
                </a:xfrm>
              </p:grpSpPr>
              <p:sp>
                <p:nvSpPr>
                  <p:cNvPr id="3912" name="Google Shape;3912;p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13" name="Google Shape;3913;p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14" name="Google Shape;3914;p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15" name="Google Shape;3915;p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16" name="Google Shape;3916;p22"/>
              <p:cNvGrpSpPr/>
              <p:nvPr/>
            </p:nvGrpSpPr>
            <p:grpSpPr>
              <a:xfrm>
                <a:off x="7720114" y="3593282"/>
                <a:ext cx="576221" cy="330754"/>
                <a:chOff x="7493876" y="2774731"/>
                <a:chExt cx="1481958" cy="894622"/>
              </a:xfrm>
            </p:grpSpPr>
            <p:sp>
              <p:nvSpPr>
                <p:cNvPr id="3917" name="Google Shape;3917;p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918" name="Google Shape;3918;p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919" name="Google Shape;3919;p22"/>
                <p:cNvGrpSpPr/>
                <p:nvPr/>
              </p:nvGrpSpPr>
              <p:grpSpPr>
                <a:xfrm>
                  <a:off x="7713663" y="2848339"/>
                  <a:ext cx="1042107" cy="425543"/>
                  <a:chOff x="7786941" y="2884917"/>
                  <a:chExt cx="897649" cy="353919"/>
                </a:xfrm>
              </p:grpSpPr>
              <p:sp>
                <p:nvSpPr>
                  <p:cNvPr id="3920" name="Google Shape;3920;p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1" name="Google Shape;3921;p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2" name="Google Shape;3922;p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3" name="Google Shape;3923;p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nvGrpSpPr>
              <p:cNvPr id="3924" name="Google Shape;3924;p22"/>
              <p:cNvGrpSpPr/>
              <p:nvPr/>
            </p:nvGrpSpPr>
            <p:grpSpPr>
              <a:xfrm>
                <a:off x="7618622" y="3082478"/>
                <a:ext cx="576221" cy="330754"/>
                <a:chOff x="7493876" y="2774731"/>
                <a:chExt cx="1481958" cy="894622"/>
              </a:xfrm>
            </p:grpSpPr>
            <p:sp>
              <p:nvSpPr>
                <p:cNvPr id="3925" name="Google Shape;3925;p2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3926" name="Google Shape;3926;p2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grpSp>
              <p:nvGrpSpPr>
                <p:cNvPr id="3927" name="Google Shape;3927;p22"/>
                <p:cNvGrpSpPr/>
                <p:nvPr/>
              </p:nvGrpSpPr>
              <p:grpSpPr>
                <a:xfrm>
                  <a:off x="7713663" y="2848339"/>
                  <a:ext cx="1042107" cy="425543"/>
                  <a:chOff x="7786941" y="2884917"/>
                  <a:chExt cx="897649" cy="353919"/>
                </a:xfrm>
              </p:grpSpPr>
              <p:sp>
                <p:nvSpPr>
                  <p:cNvPr id="3928" name="Google Shape;3928;p2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29" name="Google Shape;3929;p2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0" name="Google Shape;3930;p2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931" name="Google Shape;3931;p2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gr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6" name="Shape 3936"/>
        <p:cNvGrpSpPr/>
        <p:nvPr/>
      </p:nvGrpSpPr>
      <p:grpSpPr>
        <a:xfrm>
          <a:off x="0" y="0"/>
          <a:ext cx="0" cy="0"/>
          <a:chOff x="0" y="0"/>
          <a:chExt cx="0" cy="0"/>
        </a:xfrm>
      </p:grpSpPr>
      <p:sp>
        <p:nvSpPr>
          <p:cNvPr id="3937" name="Google Shape;3937;p23"/>
          <p:cNvSpPr txBox="1"/>
          <p:nvPr>
            <p:ph type="title"/>
          </p:nvPr>
        </p:nvSpPr>
        <p:spPr>
          <a:xfrm>
            <a:off x="848710" y="27314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Access networks: cable-based access</a:t>
            </a:r>
            <a:endParaRPr/>
          </a:p>
        </p:txBody>
      </p:sp>
      <p:sp>
        <p:nvSpPr>
          <p:cNvPr id="3938" name="Google Shape;3938;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Introduction: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3939" name="Google Shape;3939;p23"/>
          <p:cNvSpPr/>
          <p:nvPr/>
        </p:nvSpPr>
        <p:spPr>
          <a:xfrm>
            <a:off x="2097142" y="1686498"/>
            <a:ext cx="1793875" cy="92551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940" name="Google Shape;3940;p23"/>
          <p:cNvCxnSpPr/>
          <p:nvPr/>
        </p:nvCxnSpPr>
        <p:spPr>
          <a:xfrm flipH="1" rot="10800000">
            <a:off x="2398767" y="2237361"/>
            <a:ext cx="365125" cy="1587"/>
          </a:xfrm>
          <a:prstGeom prst="straightConnector1">
            <a:avLst/>
          </a:prstGeom>
          <a:noFill/>
          <a:ln cap="flat" cmpd="sng" w="9525">
            <a:solidFill>
              <a:schemeClr val="dk1"/>
            </a:solidFill>
            <a:prstDash val="solid"/>
            <a:round/>
            <a:headEnd len="med" w="med" type="none"/>
            <a:tailEnd len="med" w="med" type="none"/>
          </a:ln>
        </p:spPr>
      </p:cxnSp>
      <p:sp>
        <p:nvSpPr>
          <p:cNvPr id="3941" name="Google Shape;3941;p23"/>
          <p:cNvSpPr txBox="1"/>
          <p:nvPr/>
        </p:nvSpPr>
        <p:spPr>
          <a:xfrm>
            <a:off x="2560692" y="2388173"/>
            <a:ext cx="774700" cy="43180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cable</a:t>
            </a:r>
            <a:endParaRPr/>
          </a:p>
          <a:p>
            <a:pPr indent="0" lvl="0" marL="0" marR="0" rtl="0" algn="ctr">
              <a:lnSpc>
                <a:spcPct val="8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modem</a:t>
            </a:r>
            <a:endParaRPr/>
          </a:p>
        </p:txBody>
      </p:sp>
      <p:sp>
        <p:nvSpPr>
          <p:cNvPr id="3942" name="Google Shape;3942;p23"/>
          <p:cNvSpPr txBox="1"/>
          <p:nvPr/>
        </p:nvSpPr>
        <p:spPr>
          <a:xfrm>
            <a:off x="3227442" y="2389761"/>
            <a:ext cx="706438" cy="261937"/>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splitter</a:t>
            </a:r>
            <a:endParaRPr/>
          </a:p>
        </p:txBody>
      </p:sp>
      <p:grpSp>
        <p:nvGrpSpPr>
          <p:cNvPr id="3943" name="Google Shape;3943;p23"/>
          <p:cNvGrpSpPr/>
          <p:nvPr/>
        </p:nvGrpSpPr>
        <p:grpSpPr>
          <a:xfrm>
            <a:off x="2744842" y="2113536"/>
            <a:ext cx="614363" cy="220662"/>
            <a:chOff x="322" y="890"/>
            <a:chExt cx="872" cy="339"/>
          </a:xfrm>
        </p:grpSpPr>
        <p:sp>
          <p:nvSpPr>
            <p:cNvPr id="3944" name="Google Shape;3944;p23"/>
            <p:cNvSpPr/>
            <p:nvPr/>
          </p:nvSpPr>
          <p:spPr>
            <a:xfrm>
              <a:off x="322" y="1005"/>
              <a:ext cx="872" cy="224"/>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45" name="Google Shape;3945;p23"/>
            <p:cNvSpPr/>
            <p:nvPr/>
          </p:nvSpPr>
          <p:spPr>
            <a:xfrm>
              <a:off x="394" y="1073"/>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46" name="Google Shape;3946;p23"/>
            <p:cNvSpPr/>
            <p:nvPr/>
          </p:nvSpPr>
          <p:spPr>
            <a:xfrm>
              <a:off x="466" y="1073"/>
              <a:ext cx="56"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47" name="Google Shape;3947;p23"/>
            <p:cNvSpPr/>
            <p:nvPr/>
          </p:nvSpPr>
          <p:spPr>
            <a:xfrm>
              <a:off x="541" y="1070"/>
              <a:ext cx="56"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48" name="Google Shape;3948;p23"/>
            <p:cNvSpPr/>
            <p:nvPr/>
          </p:nvSpPr>
          <p:spPr>
            <a:xfrm>
              <a:off x="615" y="1070"/>
              <a:ext cx="56"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49" name="Google Shape;3949;p23"/>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950" name="Google Shape;3950;p23"/>
          <p:cNvSpPr/>
          <p:nvPr/>
        </p:nvSpPr>
        <p:spPr>
          <a:xfrm>
            <a:off x="1859017" y="1275336"/>
            <a:ext cx="2268538" cy="468312"/>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51" name="Google Shape;3951;p23"/>
          <p:cNvSpPr/>
          <p:nvPr/>
        </p:nvSpPr>
        <p:spPr>
          <a:xfrm>
            <a:off x="3475092" y="2175448"/>
            <a:ext cx="166688" cy="144463"/>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52" name="Google Shape;3952;p23"/>
          <p:cNvSpPr/>
          <p:nvPr/>
        </p:nvSpPr>
        <p:spPr>
          <a:xfrm>
            <a:off x="3084567" y="1730948"/>
            <a:ext cx="479425" cy="434975"/>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953" name="Google Shape;3953;p23"/>
          <p:cNvCxnSpPr/>
          <p:nvPr/>
        </p:nvCxnSpPr>
        <p:spPr>
          <a:xfrm rot="10800000">
            <a:off x="3383017" y="2237361"/>
            <a:ext cx="239713" cy="0"/>
          </a:xfrm>
          <a:prstGeom prst="straightConnector1">
            <a:avLst/>
          </a:prstGeom>
          <a:noFill/>
          <a:ln cap="flat" cmpd="sng" w="9525">
            <a:solidFill>
              <a:schemeClr val="dk1"/>
            </a:solidFill>
            <a:prstDash val="solid"/>
            <a:round/>
            <a:headEnd len="med" w="med" type="none"/>
            <a:tailEnd len="med" w="med" type="none"/>
          </a:ln>
        </p:spPr>
      </p:cxnSp>
      <p:pic>
        <p:nvPicPr>
          <p:cNvPr descr="tv" id="3954" name="Google Shape;3954;p23"/>
          <p:cNvPicPr preferRelativeResize="0"/>
          <p:nvPr/>
        </p:nvPicPr>
        <p:blipFill rotWithShape="1">
          <a:blip r:embed="rId3">
            <a:alphaModFix/>
          </a:blip>
          <a:srcRect b="0" l="0" r="0" t="0"/>
          <a:stretch/>
        </p:blipFill>
        <p:spPr>
          <a:xfrm>
            <a:off x="2640067" y="1391223"/>
            <a:ext cx="755650" cy="674688"/>
          </a:xfrm>
          <a:prstGeom prst="rect">
            <a:avLst/>
          </a:prstGeom>
          <a:noFill/>
          <a:ln>
            <a:noFill/>
          </a:ln>
        </p:spPr>
      </p:pic>
      <p:grpSp>
        <p:nvGrpSpPr>
          <p:cNvPr id="3955" name="Google Shape;3955;p23"/>
          <p:cNvGrpSpPr/>
          <p:nvPr/>
        </p:nvGrpSpPr>
        <p:grpSpPr>
          <a:xfrm>
            <a:off x="4116442" y="1505523"/>
            <a:ext cx="850900" cy="527050"/>
            <a:chOff x="-490" y="1664"/>
            <a:chExt cx="1429" cy="842"/>
          </a:xfrm>
        </p:grpSpPr>
        <p:sp>
          <p:nvSpPr>
            <p:cNvPr id="3956" name="Google Shape;3956;p23"/>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3957" name="Google Shape;3957;p23"/>
            <p:cNvGrpSpPr/>
            <p:nvPr/>
          </p:nvGrpSpPr>
          <p:grpSpPr>
            <a:xfrm>
              <a:off x="-427" y="1737"/>
              <a:ext cx="1217" cy="769"/>
              <a:chOff x="-427" y="1737"/>
              <a:chExt cx="1217" cy="769"/>
            </a:xfrm>
          </p:grpSpPr>
          <p:sp>
            <p:nvSpPr>
              <p:cNvPr id="3958" name="Google Shape;3958;p23"/>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959" name="Google Shape;3959;p23"/>
              <p:cNvCxnSpPr/>
              <p:nvPr/>
            </p:nvCxnSpPr>
            <p:spPr>
              <a:xfrm flipH="1" rot="10800000">
                <a:off x="-150" y="2270"/>
                <a:ext cx="230" cy="1"/>
              </a:xfrm>
              <a:prstGeom prst="straightConnector1">
                <a:avLst/>
              </a:prstGeom>
              <a:noFill/>
              <a:ln cap="flat" cmpd="sng" w="9525">
                <a:solidFill>
                  <a:schemeClr val="dk1"/>
                </a:solidFill>
                <a:prstDash val="solid"/>
                <a:round/>
                <a:headEnd len="med" w="med" type="none"/>
                <a:tailEnd len="med" w="med" type="none"/>
              </a:ln>
            </p:spPr>
          </p:cxnSp>
          <p:grpSp>
            <p:nvGrpSpPr>
              <p:cNvPr id="3960" name="Google Shape;3960;p23"/>
              <p:cNvGrpSpPr/>
              <p:nvPr/>
            </p:nvGrpSpPr>
            <p:grpSpPr>
              <a:xfrm>
                <a:off x="67" y="2192"/>
                <a:ext cx="387" cy="139"/>
                <a:chOff x="320" y="890"/>
                <a:chExt cx="871" cy="339"/>
              </a:xfrm>
            </p:grpSpPr>
            <p:sp>
              <p:nvSpPr>
                <p:cNvPr id="3961" name="Google Shape;3961;p23"/>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62" name="Google Shape;3962;p23"/>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63" name="Google Shape;3963;p23"/>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64" name="Google Shape;3964;p23"/>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65" name="Google Shape;3965;p23"/>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66" name="Google Shape;3966;p23"/>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3967" name="Google Shape;3967;p23"/>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3968" name="Google Shape;3968;p23"/>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69" name="Google Shape;3969;p23"/>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970" name="Google Shape;3970;p23"/>
              <p:cNvCxnSpPr/>
              <p:nvPr/>
            </p:nvCxnSpPr>
            <p:spPr>
              <a:xfrm rot="10800000">
                <a:off x="470" y="2270"/>
                <a:ext cx="152" cy="0"/>
              </a:xfrm>
              <a:prstGeom prst="straightConnector1">
                <a:avLst/>
              </a:prstGeom>
              <a:noFill/>
              <a:ln cap="flat" cmpd="sng" w="9525">
                <a:solidFill>
                  <a:schemeClr val="dk1"/>
                </a:solidFill>
                <a:prstDash val="solid"/>
                <a:round/>
                <a:headEnd len="med" w="med" type="none"/>
                <a:tailEnd len="med" w="med" type="none"/>
              </a:ln>
            </p:spPr>
          </p:cxnSp>
          <p:pic>
            <p:nvPicPr>
              <p:cNvPr descr="tv" id="3971" name="Google Shape;3971;p23"/>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grpSp>
        <p:nvGrpSpPr>
          <p:cNvPr id="3972" name="Google Shape;3972;p23"/>
          <p:cNvGrpSpPr/>
          <p:nvPr/>
        </p:nvGrpSpPr>
        <p:grpSpPr>
          <a:xfrm>
            <a:off x="5018142" y="1499173"/>
            <a:ext cx="850900" cy="527050"/>
            <a:chOff x="-490" y="1664"/>
            <a:chExt cx="1429" cy="842"/>
          </a:xfrm>
        </p:grpSpPr>
        <p:sp>
          <p:nvSpPr>
            <p:cNvPr id="3973" name="Google Shape;3973;p23"/>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3974" name="Google Shape;3974;p23"/>
            <p:cNvGrpSpPr/>
            <p:nvPr/>
          </p:nvGrpSpPr>
          <p:grpSpPr>
            <a:xfrm>
              <a:off x="-427" y="1737"/>
              <a:ext cx="1217" cy="769"/>
              <a:chOff x="-427" y="1737"/>
              <a:chExt cx="1217" cy="769"/>
            </a:xfrm>
          </p:grpSpPr>
          <p:sp>
            <p:nvSpPr>
              <p:cNvPr id="3975" name="Google Shape;3975;p23"/>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976" name="Google Shape;3976;p23"/>
              <p:cNvCxnSpPr/>
              <p:nvPr/>
            </p:nvCxnSpPr>
            <p:spPr>
              <a:xfrm flipH="1" rot="10800000">
                <a:off x="-150" y="2270"/>
                <a:ext cx="230" cy="1"/>
              </a:xfrm>
              <a:prstGeom prst="straightConnector1">
                <a:avLst/>
              </a:prstGeom>
              <a:noFill/>
              <a:ln cap="flat" cmpd="sng" w="9525">
                <a:solidFill>
                  <a:schemeClr val="dk1"/>
                </a:solidFill>
                <a:prstDash val="solid"/>
                <a:round/>
                <a:headEnd len="med" w="med" type="none"/>
                <a:tailEnd len="med" w="med" type="none"/>
              </a:ln>
            </p:spPr>
          </p:cxnSp>
          <p:grpSp>
            <p:nvGrpSpPr>
              <p:cNvPr id="3977" name="Google Shape;3977;p23"/>
              <p:cNvGrpSpPr/>
              <p:nvPr/>
            </p:nvGrpSpPr>
            <p:grpSpPr>
              <a:xfrm>
                <a:off x="67" y="2192"/>
                <a:ext cx="387" cy="139"/>
                <a:chOff x="320" y="890"/>
                <a:chExt cx="871" cy="339"/>
              </a:xfrm>
            </p:grpSpPr>
            <p:sp>
              <p:nvSpPr>
                <p:cNvPr id="3978" name="Google Shape;3978;p23"/>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79" name="Google Shape;3979;p23"/>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80" name="Google Shape;3980;p23"/>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81" name="Google Shape;3981;p23"/>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82" name="Google Shape;3982;p23"/>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83" name="Google Shape;3983;p23"/>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3984" name="Google Shape;3984;p23"/>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3985" name="Google Shape;3985;p23"/>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86" name="Google Shape;3986;p23"/>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987" name="Google Shape;3987;p23"/>
              <p:cNvCxnSpPr/>
              <p:nvPr/>
            </p:nvCxnSpPr>
            <p:spPr>
              <a:xfrm rot="10800000">
                <a:off x="470" y="2270"/>
                <a:ext cx="152" cy="0"/>
              </a:xfrm>
              <a:prstGeom prst="straightConnector1">
                <a:avLst/>
              </a:prstGeom>
              <a:noFill/>
              <a:ln cap="flat" cmpd="sng" w="9525">
                <a:solidFill>
                  <a:schemeClr val="dk1"/>
                </a:solidFill>
                <a:prstDash val="solid"/>
                <a:round/>
                <a:headEnd len="med" w="med" type="none"/>
                <a:tailEnd len="med" w="med" type="none"/>
              </a:ln>
            </p:spPr>
          </p:cxnSp>
          <p:pic>
            <p:nvPicPr>
              <p:cNvPr descr="tv" id="3988" name="Google Shape;3988;p23"/>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grpSp>
        <p:nvGrpSpPr>
          <p:cNvPr id="3989" name="Google Shape;3989;p23"/>
          <p:cNvGrpSpPr/>
          <p:nvPr/>
        </p:nvGrpSpPr>
        <p:grpSpPr>
          <a:xfrm>
            <a:off x="4203755" y="2345311"/>
            <a:ext cx="850900" cy="527050"/>
            <a:chOff x="-490" y="1664"/>
            <a:chExt cx="1429" cy="842"/>
          </a:xfrm>
        </p:grpSpPr>
        <p:sp>
          <p:nvSpPr>
            <p:cNvPr id="3990" name="Google Shape;3990;p23"/>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3991" name="Google Shape;3991;p23"/>
            <p:cNvGrpSpPr/>
            <p:nvPr/>
          </p:nvGrpSpPr>
          <p:grpSpPr>
            <a:xfrm>
              <a:off x="-427" y="1737"/>
              <a:ext cx="1217" cy="769"/>
              <a:chOff x="-427" y="1737"/>
              <a:chExt cx="1217" cy="769"/>
            </a:xfrm>
          </p:grpSpPr>
          <p:sp>
            <p:nvSpPr>
              <p:cNvPr id="3992" name="Google Shape;3992;p23"/>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3993" name="Google Shape;3993;p23"/>
              <p:cNvCxnSpPr/>
              <p:nvPr/>
            </p:nvCxnSpPr>
            <p:spPr>
              <a:xfrm flipH="1" rot="10800000">
                <a:off x="-150" y="2270"/>
                <a:ext cx="230" cy="1"/>
              </a:xfrm>
              <a:prstGeom prst="straightConnector1">
                <a:avLst/>
              </a:prstGeom>
              <a:noFill/>
              <a:ln cap="flat" cmpd="sng" w="9525">
                <a:solidFill>
                  <a:schemeClr val="dk1"/>
                </a:solidFill>
                <a:prstDash val="solid"/>
                <a:round/>
                <a:headEnd len="med" w="med" type="none"/>
                <a:tailEnd len="med" w="med" type="none"/>
              </a:ln>
            </p:spPr>
          </p:cxnSp>
          <p:grpSp>
            <p:nvGrpSpPr>
              <p:cNvPr id="3994" name="Google Shape;3994;p23"/>
              <p:cNvGrpSpPr/>
              <p:nvPr/>
            </p:nvGrpSpPr>
            <p:grpSpPr>
              <a:xfrm>
                <a:off x="67" y="2192"/>
                <a:ext cx="387" cy="139"/>
                <a:chOff x="320" y="890"/>
                <a:chExt cx="871" cy="339"/>
              </a:xfrm>
            </p:grpSpPr>
            <p:sp>
              <p:nvSpPr>
                <p:cNvPr id="3995" name="Google Shape;3995;p23"/>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96" name="Google Shape;3996;p23"/>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97" name="Google Shape;3997;p23"/>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98" name="Google Shape;3998;p23"/>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3999" name="Google Shape;3999;p23"/>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000" name="Google Shape;4000;p23"/>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4001" name="Google Shape;4001;p23"/>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4002" name="Google Shape;4002;p23"/>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003" name="Google Shape;4003;p23"/>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004" name="Google Shape;4004;p23"/>
              <p:cNvCxnSpPr/>
              <p:nvPr/>
            </p:nvCxnSpPr>
            <p:spPr>
              <a:xfrm rot="10800000">
                <a:off x="470" y="2270"/>
                <a:ext cx="152" cy="0"/>
              </a:xfrm>
              <a:prstGeom prst="straightConnector1">
                <a:avLst/>
              </a:prstGeom>
              <a:noFill/>
              <a:ln cap="flat" cmpd="sng" w="9525">
                <a:solidFill>
                  <a:schemeClr val="dk1"/>
                </a:solidFill>
                <a:prstDash val="solid"/>
                <a:round/>
                <a:headEnd len="med" w="med" type="none"/>
                <a:tailEnd len="med" w="med" type="none"/>
              </a:ln>
            </p:spPr>
          </p:cxnSp>
          <p:pic>
            <p:nvPicPr>
              <p:cNvPr descr="tv" id="4005" name="Google Shape;4005;p23"/>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grpSp>
        <p:nvGrpSpPr>
          <p:cNvPr id="4006" name="Google Shape;4006;p23"/>
          <p:cNvGrpSpPr/>
          <p:nvPr/>
        </p:nvGrpSpPr>
        <p:grpSpPr>
          <a:xfrm>
            <a:off x="5070530" y="2354836"/>
            <a:ext cx="850900" cy="527050"/>
            <a:chOff x="-490" y="1664"/>
            <a:chExt cx="1429" cy="842"/>
          </a:xfrm>
        </p:grpSpPr>
        <p:sp>
          <p:nvSpPr>
            <p:cNvPr id="4007" name="Google Shape;4007;p23"/>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4008" name="Google Shape;4008;p23"/>
            <p:cNvGrpSpPr/>
            <p:nvPr/>
          </p:nvGrpSpPr>
          <p:grpSpPr>
            <a:xfrm>
              <a:off x="-427" y="1737"/>
              <a:ext cx="1217" cy="769"/>
              <a:chOff x="-427" y="1737"/>
              <a:chExt cx="1217" cy="769"/>
            </a:xfrm>
          </p:grpSpPr>
          <p:sp>
            <p:nvSpPr>
              <p:cNvPr id="4009" name="Google Shape;4009;p23"/>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4010" name="Google Shape;4010;p23"/>
              <p:cNvCxnSpPr/>
              <p:nvPr/>
            </p:nvCxnSpPr>
            <p:spPr>
              <a:xfrm flipH="1" rot="10800000">
                <a:off x="-150" y="2270"/>
                <a:ext cx="230" cy="1"/>
              </a:xfrm>
              <a:prstGeom prst="straightConnector1">
                <a:avLst/>
              </a:prstGeom>
              <a:noFill/>
              <a:ln cap="flat" cmpd="sng" w="9525">
                <a:solidFill>
                  <a:schemeClr val="dk1"/>
                </a:solidFill>
                <a:prstDash val="solid"/>
                <a:round/>
                <a:headEnd len="med" w="med" type="none"/>
                <a:tailEnd len="med" w="med" type="none"/>
              </a:ln>
            </p:spPr>
          </p:cxnSp>
          <p:grpSp>
            <p:nvGrpSpPr>
              <p:cNvPr id="4011" name="Google Shape;4011;p23"/>
              <p:cNvGrpSpPr/>
              <p:nvPr/>
            </p:nvGrpSpPr>
            <p:grpSpPr>
              <a:xfrm>
                <a:off x="67" y="2192"/>
                <a:ext cx="387" cy="139"/>
                <a:chOff x="320" y="890"/>
                <a:chExt cx="871" cy="339"/>
              </a:xfrm>
            </p:grpSpPr>
            <p:sp>
              <p:nvSpPr>
                <p:cNvPr id="4012" name="Google Shape;4012;p23"/>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013" name="Google Shape;4013;p23"/>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014" name="Google Shape;4014;p23"/>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015" name="Google Shape;4015;p23"/>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016" name="Google Shape;4016;p23"/>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017" name="Google Shape;4017;p23"/>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4018" name="Google Shape;4018;p23"/>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4019" name="Google Shape;4019;p23"/>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020" name="Google Shape;4020;p23"/>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021" name="Google Shape;4021;p23"/>
              <p:cNvCxnSpPr/>
              <p:nvPr/>
            </p:nvCxnSpPr>
            <p:spPr>
              <a:xfrm rot="10800000">
                <a:off x="470" y="2270"/>
                <a:ext cx="152" cy="0"/>
              </a:xfrm>
              <a:prstGeom prst="straightConnector1">
                <a:avLst/>
              </a:prstGeom>
              <a:noFill/>
              <a:ln cap="flat" cmpd="sng" w="9525">
                <a:solidFill>
                  <a:schemeClr val="dk1"/>
                </a:solidFill>
                <a:prstDash val="solid"/>
                <a:round/>
                <a:headEnd len="med" w="med" type="none"/>
                <a:tailEnd len="med" w="med" type="none"/>
              </a:ln>
            </p:spPr>
          </p:cxnSp>
          <p:pic>
            <p:nvPicPr>
              <p:cNvPr descr="tv" id="4022" name="Google Shape;4022;p23"/>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cxnSp>
        <p:nvCxnSpPr>
          <p:cNvPr id="4023" name="Google Shape;4023;p23"/>
          <p:cNvCxnSpPr/>
          <p:nvPr/>
        </p:nvCxnSpPr>
        <p:spPr>
          <a:xfrm>
            <a:off x="3657655" y="2248473"/>
            <a:ext cx="3690937" cy="0"/>
          </a:xfrm>
          <a:prstGeom prst="straightConnector1">
            <a:avLst/>
          </a:prstGeom>
          <a:noFill/>
          <a:ln cap="flat" cmpd="sng" w="19050">
            <a:solidFill>
              <a:schemeClr val="dk1"/>
            </a:solidFill>
            <a:prstDash val="solid"/>
            <a:round/>
            <a:headEnd len="med" w="med" type="none"/>
            <a:tailEnd len="med" w="med" type="none"/>
          </a:ln>
        </p:spPr>
      </p:cxnSp>
      <p:grpSp>
        <p:nvGrpSpPr>
          <p:cNvPr id="4024" name="Google Shape;4024;p23"/>
          <p:cNvGrpSpPr/>
          <p:nvPr/>
        </p:nvGrpSpPr>
        <p:grpSpPr>
          <a:xfrm>
            <a:off x="6159555" y="1507111"/>
            <a:ext cx="850900" cy="527050"/>
            <a:chOff x="-490" y="1664"/>
            <a:chExt cx="1429" cy="842"/>
          </a:xfrm>
        </p:grpSpPr>
        <p:sp>
          <p:nvSpPr>
            <p:cNvPr id="4025" name="Google Shape;4025;p23"/>
            <p:cNvSpPr/>
            <p:nvPr/>
          </p:nvSpPr>
          <p:spPr>
            <a:xfrm>
              <a:off x="-490" y="1664"/>
              <a:ext cx="1429" cy="294"/>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4026" name="Google Shape;4026;p23"/>
            <p:cNvGrpSpPr/>
            <p:nvPr/>
          </p:nvGrpSpPr>
          <p:grpSpPr>
            <a:xfrm>
              <a:off x="-427" y="1737"/>
              <a:ext cx="1217" cy="769"/>
              <a:chOff x="-427" y="1737"/>
              <a:chExt cx="1217" cy="769"/>
            </a:xfrm>
          </p:grpSpPr>
          <p:sp>
            <p:nvSpPr>
              <p:cNvPr id="4027" name="Google Shape;4027;p23"/>
              <p:cNvSpPr/>
              <p:nvPr/>
            </p:nvSpPr>
            <p:spPr>
              <a:xfrm>
                <a:off x="-338" y="1923"/>
                <a:ext cx="1128" cy="583"/>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4028" name="Google Shape;4028;p23"/>
              <p:cNvCxnSpPr/>
              <p:nvPr/>
            </p:nvCxnSpPr>
            <p:spPr>
              <a:xfrm flipH="1" rot="10800000">
                <a:off x="-150" y="2270"/>
                <a:ext cx="230" cy="1"/>
              </a:xfrm>
              <a:prstGeom prst="straightConnector1">
                <a:avLst/>
              </a:prstGeom>
              <a:noFill/>
              <a:ln cap="flat" cmpd="sng" w="9525">
                <a:solidFill>
                  <a:schemeClr val="dk1"/>
                </a:solidFill>
                <a:prstDash val="solid"/>
                <a:round/>
                <a:headEnd len="med" w="med" type="none"/>
                <a:tailEnd len="med" w="med" type="none"/>
              </a:ln>
            </p:spPr>
          </p:cxnSp>
          <p:grpSp>
            <p:nvGrpSpPr>
              <p:cNvPr id="4029" name="Google Shape;4029;p23"/>
              <p:cNvGrpSpPr/>
              <p:nvPr/>
            </p:nvGrpSpPr>
            <p:grpSpPr>
              <a:xfrm>
                <a:off x="67" y="2192"/>
                <a:ext cx="387" cy="139"/>
                <a:chOff x="320" y="890"/>
                <a:chExt cx="871" cy="339"/>
              </a:xfrm>
            </p:grpSpPr>
            <p:sp>
              <p:nvSpPr>
                <p:cNvPr id="4030" name="Google Shape;4030;p23"/>
                <p:cNvSpPr/>
                <p:nvPr/>
              </p:nvSpPr>
              <p:spPr>
                <a:xfrm>
                  <a:off x="320" y="1000"/>
                  <a:ext cx="871" cy="229"/>
                </a:xfrm>
                <a:prstGeom prst="rect">
                  <a:avLst/>
                </a:pr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031" name="Google Shape;4031;p23"/>
                <p:cNvSpPr/>
                <p:nvPr/>
              </p:nvSpPr>
              <p:spPr>
                <a:xfrm>
                  <a:off x="392" y="1074"/>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032" name="Google Shape;4032;p23"/>
                <p:cNvSpPr/>
                <p:nvPr/>
              </p:nvSpPr>
              <p:spPr>
                <a:xfrm>
                  <a:off x="464" y="1074"/>
                  <a:ext cx="54" cy="56"/>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033" name="Google Shape;4033;p23"/>
                <p:cNvSpPr/>
                <p:nvPr/>
              </p:nvSpPr>
              <p:spPr>
                <a:xfrm>
                  <a:off x="536" y="1068"/>
                  <a:ext cx="60"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034" name="Google Shape;4034;p23"/>
                <p:cNvSpPr/>
                <p:nvPr/>
              </p:nvSpPr>
              <p:spPr>
                <a:xfrm>
                  <a:off x="615" y="1068"/>
                  <a:ext cx="54" cy="5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035" name="Google Shape;4035;p23"/>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pic>
            <p:nvPicPr>
              <p:cNvPr descr="desktop_computer_stylized_small" id="4036" name="Google Shape;4036;p23"/>
              <p:cNvPicPr preferRelativeResize="0"/>
              <p:nvPr/>
            </p:nvPicPr>
            <p:blipFill rotWithShape="1">
              <a:blip r:embed="rId4">
                <a:alphaModFix/>
              </a:blip>
              <a:srcRect b="0" l="0" r="0" t="0"/>
              <a:stretch/>
            </p:blipFill>
            <p:spPr>
              <a:xfrm>
                <a:off x="-427" y="2049"/>
                <a:ext cx="447" cy="411"/>
              </a:xfrm>
              <a:prstGeom prst="rect">
                <a:avLst/>
              </a:prstGeom>
              <a:noFill/>
              <a:ln>
                <a:noFill/>
              </a:ln>
            </p:spPr>
          </p:pic>
          <p:sp>
            <p:nvSpPr>
              <p:cNvPr id="4037" name="Google Shape;4037;p23"/>
              <p:cNvSpPr/>
              <p:nvPr/>
            </p:nvSpPr>
            <p:spPr>
              <a:xfrm>
                <a:off x="528" y="2232"/>
                <a:ext cx="104" cy="91"/>
              </a:xfrm>
              <a:prstGeom prst="rect">
                <a:avLst/>
              </a:prstGeom>
              <a:solidFill>
                <a:srgbClr val="00009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038" name="Google Shape;4038;p23"/>
              <p:cNvSpPr/>
              <p:nvPr/>
            </p:nvSpPr>
            <p:spPr>
              <a:xfrm>
                <a:off x="282" y="1951"/>
                <a:ext cx="302" cy="274"/>
              </a:xfrm>
              <a:custGeom>
                <a:rect b="b" l="l" r="r" t="t"/>
                <a:pathLst>
                  <a:path extrusionOk="0" h="274" w="381">
                    <a:moveTo>
                      <a:pt x="381" y="274"/>
                    </a:moveTo>
                    <a:lnTo>
                      <a:pt x="381" y="130"/>
                    </a:lnTo>
                    <a:lnTo>
                      <a:pt x="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039" name="Google Shape;4039;p23"/>
              <p:cNvCxnSpPr/>
              <p:nvPr/>
            </p:nvCxnSpPr>
            <p:spPr>
              <a:xfrm rot="10800000">
                <a:off x="470" y="2270"/>
                <a:ext cx="152" cy="0"/>
              </a:xfrm>
              <a:prstGeom prst="straightConnector1">
                <a:avLst/>
              </a:prstGeom>
              <a:noFill/>
              <a:ln cap="flat" cmpd="sng" w="9525">
                <a:solidFill>
                  <a:schemeClr val="dk1"/>
                </a:solidFill>
                <a:prstDash val="solid"/>
                <a:round/>
                <a:headEnd len="med" w="med" type="none"/>
                <a:tailEnd len="med" w="med" type="none"/>
              </a:ln>
            </p:spPr>
          </p:cxnSp>
          <p:pic>
            <p:nvPicPr>
              <p:cNvPr descr="tv" id="4040" name="Google Shape;4040;p23"/>
              <p:cNvPicPr preferRelativeResize="0"/>
              <p:nvPr/>
            </p:nvPicPr>
            <p:blipFill rotWithShape="1">
              <a:blip r:embed="rId5">
                <a:alphaModFix/>
              </a:blip>
              <a:srcRect b="0" l="0" r="0" t="0"/>
              <a:stretch/>
            </p:blipFill>
            <p:spPr>
              <a:xfrm>
                <a:off x="2" y="1737"/>
                <a:ext cx="476" cy="425"/>
              </a:xfrm>
              <a:prstGeom prst="rect">
                <a:avLst/>
              </a:prstGeom>
              <a:noFill/>
              <a:ln>
                <a:noFill/>
              </a:ln>
            </p:spPr>
          </p:pic>
        </p:grpSp>
      </p:grpSp>
      <p:sp>
        <p:nvSpPr>
          <p:cNvPr id="4041" name="Google Shape;4041;p23"/>
          <p:cNvSpPr txBox="1"/>
          <p:nvPr/>
        </p:nvSpPr>
        <p:spPr>
          <a:xfrm>
            <a:off x="5770617" y="1576961"/>
            <a:ext cx="4889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69696"/>
              </a:buClr>
              <a:buSzPts val="2400"/>
              <a:buFont typeface="Times New Roman"/>
              <a:buNone/>
            </a:pPr>
            <a:r>
              <a:rPr b="0" i="0" lang="en-US" sz="2400" u="none" cap="none" strike="noStrike">
                <a:solidFill>
                  <a:srgbClr val="969696"/>
                </a:solidFill>
                <a:latin typeface="Times New Roman"/>
                <a:ea typeface="Times New Roman"/>
                <a:cs typeface="Times New Roman"/>
                <a:sym typeface="Times New Roman"/>
              </a:rPr>
              <a:t>…</a:t>
            </a:r>
            <a:endParaRPr/>
          </a:p>
        </p:txBody>
      </p:sp>
      <p:cxnSp>
        <p:nvCxnSpPr>
          <p:cNvPr id="4042" name="Google Shape;4042;p23"/>
          <p:cNvCxnSpPr/>
          <p:nvPr/>
        </p:nvCxnSpPr>
        <p:spPr>
          <a:xfrm flipH="1">
            <a:off x="4751442" y="1918273"/>
            <a:ext cx="3175" cy="333375"/>
          </a:xfrm>
          <a:prstGeom prst="straightConnector1">
            <a:avLst/>
          </a:prstGeom>
          <a:noFill/>
          <a:ln cap="flat" cmpd="sng" w="9525">
            <a:solidFill>
              <a:schemeClr val="dk1"/>
            </a:solidFill>
            <a:prstDash val="solid"/>
            <a:round/>
            <a:headEnd len="med" w="med" type="none"/>
            <a:tailEnd len="med" w="med" type="none"/>
          </a:ln>
        </p:spPr>
      </p:cxnSp>
      <p:cxnSp>
        <p:nvCxnSpPr>
          <p:cNvPr id="4043" name="Google Shape;4043;p23"/>
          <p:cNvCxnSpPr/>
          <p:nvPr/>
        </p:nvCxnSpPr>
        <p:spPr>
          <a:xfrm flipH="1">
            <a:off x="5656317" y="1918273"/>
            <a:ext cx="3175" cy="333375"/>
          </a:xfrm>
          <a:prstGeom prst="straightConnector1">
            <a:avLst/>
          </a:prstGeom>
          <a:noFill/>
          <a:ln cap="flat" cmpd="sng" w="9525">
            <a:solidFill>
              <a:schemeClr val="dk1"/>
            </a:solidFill>
            <a:prstDash val="solid"/>
            <a:round/>
            <a:headEnd len="med" w="med" type="none"/>
            <a:tailEnd len="med" w="med" type="none"/>
          </a:ln>
        </p:spPr>
      </p:cxnSp>
      <p:cxnSp>
        <p:nvCxnSpPr>
          <p:cNvPr id="4044" name="Google Shape;4044;p23"/>
          <p:cNvCxnSpPr/>
          <p:nvPr/>
        </p:nvCxnSpPr>
        <p:spPr>
          <a:xfrm flipH="1">
            <a:off x="6792967" y="1918273"/>
            <a:ext cx="3175" cy="333375"/>
          </a:xfrm>
          <a:prstGeom prst="straightConnector1">
            <a:avLst/>
          </a:prstGeom>
          <a:noFill/>
          <a:ln cap="flat" cmpd="sng" w="9525">
            <a:solidFill>
              <a:schemeClr val="dk1"/>
            </a:solidFill>
            <a:prstDash val="solid"/>
            <a:round/>
            <a:headEnd len="med" w="med" type="none"/>
            <a:tailEnd len="med" w="med" type="none"/>
          </a:ln>
        </p:spPr>
      </p:cxnSp>
      <p:sp>
        <p:nvSpPr>
          <p:cNvPr id="4045" name="Google Shape;4045;p23"/>
          <p:cNvSpPr/>
          <p:nvPr/>
        </p:nvSpPr>
        <p:spPr>
          <a:xfrm>
            <a:off x="5742042" y="2254823"/>
            <a:ext cx="127000" cy="476250"/>
          </a:xfrm>
          <a:custGeom>
            <a:rect b="b" l="l" r="r" t="t"/>
            <a:pathLst>
              <a:path extrusionOk="0" h="300" w="80">
                <a:moveTo>
                  <a:pt x="0" y="300"/>
                </a:moveTo>
                <a:lnTo>
                  <a:pt x="80" y="300"/>
                </a:lnTo>
                <a:lnTo>
                  <a:pt x="8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46" name="Google Shape;4046;p23"/>
          <p:cNvSpPr/>
          <p:nvPr/>
        </p:nvSpPr>
        <p:spPr>
          <a:xfrm>
            <a:off x="4875267" y="2248473"/>
            <a:ext cx="127000" cy="476250"/>
          </a:xfrm>
          <a:custGeom>
            <a:rect b="b" l="l" r="r" t="t"/>
            <a:pathLst>
              <a:path extrusionOk="0" h="300" w="80">
                <a:moveTo>
                  <a:pt x="0" y="300"/>
                </a:moveTo>
                <a:lnTo>
                  <a:pt x="80" y="300"/>
                </a:lnTo>
                <a:lnTo>
                  <a:pt x="80"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47" name="Google Shape;4047;p23"/>
          <p:cNvSpPr/>
          <p:nvPr/>
        </p:nvSpPr>
        <p:spPr>
          <a:xfrm>
            <a:off x="7086655" y="1823023"/>
            <a:ext cx="955675" cy="700088"/>
          </a:xfrm>
          <a:prstGeom prst="rect">
            <a:avLst/>
          </a:prstGeom>
          <a:noFill/>
          <a:ln cap="flat" cmpd="sng" w="9525">
            <a:solidFill>
              <a:schemeClr val="dk1"/>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4048" name="Google Shape;4048;p23"/>
          <p:cNvSpPr txBox="1"/>
          <p:nvPr/>
        </p:nvSpPr>
        <p:spPr>
          <a:xfrm>
            <a:off x="6597705" y="1286448"/>
            <a:ext cx="1925637" cy="296863"/>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cable headend</a:t>
            </a:r>
            <a:endParaRPr/>
          </a:p>
        </p:txBody>
      </p:sp>
      <p:sp>
        <p:nvSpPr>
          <p:cNvPr id="4049" name="Google Shape;4049;p23"/>
          <p:cNvSpPr/>
          <p:nvPr/>
        </p:nvSpPr>
        <p:spPr>
          <a:xfrm>
            <a:off x="7343830" y="2005586"/>
            <a:ext cx="330200" cy="454025"/>
          </a:xfrm>
          <a:custGeom>
            <a:rect b="b" l="l" r="r" t="t"/>
            <a:pathLst>
              <a:path extrusionOk="0" h="412" w="318">
                <a:moveTo>
                  <a:pt x="0" y="412"/>
                </a:moveTo>
                <a:lnTo>
                  <a:pt x="3" y="1"/>
                </a:lnTo>
                <a:lnTo>
                  <a:pt x="74" y="0"/>
                </a:lnTo>
                <a:lnTo>
                  <a:pt x="254" y="111"/>
                </a:lnTo>
                <a:lnTo>
                  <a:pt x="318" y="115"/>
                </a:lnTo>
                <a:lnTo>
                  <a:pt x="318" y="308"/>
                </a:lnTo>
                <a:lnTo>
                  <a:pt x="246" y="308"/>
                </a:lnTo>
                <a:lnTo>
                  <a:pt x="74" y="412"/>
                </a:lnTo>
                <a:lnTo>
                  <a:pt x="0" y="412"/>
                </a:lnTo>
                <a:close/>
              </a:path>
            </a:pathLst>
          </a:custGeom>
          <a:gradFill>
            <a:gsLst>
              <a:gs pos="0">
                <a:schemeClr val="lt1"/>
              </a:gs>
              <a:gs pos="100000">
                <a:srgbClr val="8DA9DB"/>
              </a:gs>
            </a:gsLst>
            <a:lin ang="0" scaled="0"/>
          </a:gra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50" name="Google Shape;4050;p23"/>
          <p:cNvSpPr/>
          <p:nvPr/>
        </p:nvSpPr>
        <p:spPr>
          <a:xfrm>
            <a:off x="7345417" y="1940498"/>
            <a:ext cx="366713" cy="406400"/>
          </a:xfrm>
          <a:custGeom>
            <a:rect b="b" l="l" r="r" t="t"/>
            <a:pathLst>
              <a:path extrusionOk="0" h="369" w="353">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2F5496"/>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051" name="Google Shape;4051;p23"/>
          <p:cNvCxnSpPr/>
          <p:nvPr/>
        </p:nvCxnSpPr>
        <p:spPr>
          <a:xfrm flipH="1">
            <a:off x="7670855" y="2064323"/>
            <a:ext cx="34925" cy="68263"/>
          </a:xfrm>
          <a:prstGeom prst="straightConnector1">
            <a:avLst/>
          </a:prstGeom>
          <a:noFill/>
          <a:ln cap="flat" cmpd="sng" w="9525">
            <a:solidFill>
              <a:schemeClr val="dk1"/>
            </a:solidFill>
            <a:prstDash val="solid"/>
            <a:round/>
            <a:headEnd len="med" w="med" type="none"/>
            <a:tailEnd len="med" w="med" type="none"/>
          </a:ln>
        </p:spPr>
      </p:cxnSp>
      <p:cxnSp>
        <p:nvCxnSpPr>
          <p:cNvPr id="4052" name="Google Shape;4052;p23"/>
          <p:cNvCxnSpPr/>
          <p:nvPr/>
        </p:nvCxnSpPr>
        <p:spPr>
          <a:xfrm>
            <a:off x="7372405" y="2235773"/>
            <a:ext cx="268287" cy="0"/>
          </a:xfrm>
          <a:prstGeom prst="straightConnector1">
            <a:avLst/>
          </a:prstGeom>
          <a:noFill/>
          <a:ln cap="flat" cmpd="sng" w="9525">
            <a:solidFill>
              <a:schemeClr val="dk1"/>
            </a:solidFill>
            <a:prstDash val="solid"/>
            <a:round/>
            <a:headEnd len="med" w="med" type="none"/>
            <a:tailEnd len="med" w="med" type="triangle"/>
          </a:ln>
        </p:spPr>
      </p:cxnSp>
      <p:sp>
        <p:nvSpPr>
          <p:cNvPr id="4053" name="Google Shape;4053;p23"/>
          <p:cNvSpPr/>
          <p:nvPr/>
        </p:nvSpPr>
        <p:spPr>
          <a:xfrm>
            <a:off x="7366055" y="2059561"/>
            <a:ext cx="274637" cy="115887"/>
          </a:xfrm>
          <a:custGeom>
            <a:rect b="b" l="l" r="r" t="t"/>
            <a:pathLst>
              <a:path extrusionOk="0" h="105" w="264">
                <a:moveTo>
                  <a:pt x="0" y="0"/>
                </a:moveTo>
                <a:lnTo>
                  <a:pt x="52" y="0"/>
                </a:lnTo>
                <a:lnTo>
                  <a:pt x="207" y="105"/>
                </a:lnTo>
                <a:lnTo>
                  <a:pt x="264" y="105"/>
                </a:lnTo>
              </a:path>
            </a:pathLst>
          </a:custGeom>
          <a:noFill/>
          <a:ln cap="flat" cmpd="sng" w="9525">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54" name="Google Shape;4054;p23"/>
          <p:cNvSpPr/>
          <p:nvPr/>
        </p:nvSpPr>
        <p:spPr>
          <a:xfrm flipH="1" rot="10800000">
            <a:off x="7366055" y="2296098"/>
            <a:ext cx="274637" cy="114300"/>
          </a:xfrm>
          <a:custGeom>
            <a:rect b="b" l="l" r="r" t="t"/>
            <a:pathLst>
              <a:path extrusionOk="0" h="105" w="264">
                <a:moveTo>
                  <a:pt x="0" y="0"/>
                </a:moveTo>
                <a:lnTo>
                  <a:pt x="52" y="0"/>
                </a:lnTo>
                <a:lnTo>
                  <a:pt x="207" y="105"/>
                </a:lnTo>
                <a:lnTo>
                  <a:pt x="264" y="105"/>
                </a:lnTo>
              </a:path>
            </a:pathLst>
          </a:custGeom>
          <a:noFill/>
          <a:ln cap="flat" cmpd="sng" w="9525">
            <a:solidFill>
              <a:schemeClr val="dk1"/>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55" name="Google Shape;4055;p23"/>
          <p:cNvSpPr/>
          <p:nvPr/>
        </p:nvSpPr>
        <p:spPr>
          <a:xfrm>
            <a:off x="6946955" y="1559498"/>
            <a:ext cx="1206500" cy="261938"/>
          </a:xfrm>
          <a:prstGeom prst="triangle">
            <a:avLst>
              <a:gd fmla="val 50000" name="adj"/>
            </a:avLst>
          </a:prstGeom>
          <a:noFill/>
          <a:ln cap="flat" cmpd="sng" w="9525">
            <a:solidFill>
              <a:schemeClr val="dk1"/>
            </a:solidFill>
            <a:prstDash val="dashDot"/>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4056" name="Google Shape;4056;p23"/>
          <p:cNvGrpSpPr/>
          <p:nvPr/>
        </p:nvGrpSpPr>
        <p:grpSpPr>
          <a:xfrm>
            <a:off x="4857805" y="3221611"/>
            <a:ext cx="2043112" cy="958850"/>
            <a:chOff x="2505" y="826"/>
            <a:chExt cx="1287" cy="604"/>
          </a:xfrm>
        </p:grpSpPr>
        <p:cxnSp>
          <p:nvCxnSpPr>
            <p:cNvPr id="4057" name="Google Shape;4057;p23"/>
            <p:cNvCxnSpPr/>
            <p:nvPr/>
          </p:nvCxnSpPr>
          <p:spPr>
            <a:xfrm flipH="1">
              <a:off x="2505" y="1115"/>
              <a:ext cx="128" cy="293"/>
            </a:xfrm>
            <a:prstGeom prst="straightConnector1">
              <a:avLst/>
            </a:prstGeom>
            <a:noFill/>
            <a:ln cap="flat" cmpd="sng" w="9525">
              <a:solidFill>
                <a:schemeClr val="dk1"/>
              </a:solidFill>
              <a:prstDash val="solid"/>
              <a:round/>
              <a:headEnd len="med" w="med" type="none"/>
              <a:tailEnd len="med" w="med" type="triangle"/>
            </a:ln>
          </p:spPr>
        </p:cxnSp>
        <p:sp>
          <p:nvSpPr>
            <p:cNvPr id="4058" name="Google Shape;4058;p23"/>
            <p:cNvSpPr/>
            <p:nvPr/>
          </p:nvSpPr>
          <p:spPr>
            <a:xfrm>
              <a:off x="2548" y="826"/>
              <a:ext cx="562" cy="266"/>
            </a:xfrm>
            <a:custGeom>
              <a:rect b="b" l="l" r="r" t="t"/>
              <a:pathLst>
                <a:path extrusionOk="0" h="266" w="562">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059" name="Google Shape;4059;p23"/>
            <p:cNvSpPr/>
            <p:nvPr/>
          </p:nvSpPr>
          <p:spPr>
            <a:xfrm>
              <a:off x="3523" y="830"/>
              <a:ext cx="269" cy="266"/>
            </a:xfrm>
            <a:custGeom>
              <a:rect b="b" l="l" r="r" t="t"/>
              <a:pathLst>
                <a:path extrusionOk="0" h="266" w="562">
                  <a:moveTo>
                    <a:pt x="4" y="264"/>
                  </a:moveTo>
                  <a:cubicBezTo>
                    <a:pt x="4" y="212"/>
                    <a:pt x="0" y="4"/>
                    <a:pt x="52" y="6"/>
                  </a:cubicBezTo>
                  <a:cubicBezTo>
                    <a:pt x="106" y="4"/>
                    <a:pt x="58" y="266"/>
                    <a:pt x="108" y="266"/>
                  </a:cubicBezTo>
                  <a:cubicBezTo>
                    <a:pt x="158" y="266"/>
                    <a:pt x="126" y="0"/>
                    <a:pt x="174" y="0"/>
                  </a:cubicBezTo>
                  <a:cubicBezTo>
                    <a:pt x="222" y="0"/>
                    <a:pt x="184" y="266"/>
                    <a:pt x="228" y="264"/>
                  </a:cubicBezTo>
                  <a:cubicBezTo>
                    <a:pt x="272" y="262"/>
                    <a:pt x="244" y="8"/>
                    <a:pt x="288" y="8"/>
                  </a:cubicBezTo>
                  <a:cubicBezTo>
                    <a:pt x="332" y="8"/>
                    <a:pt x="304" y="266"/>
                    <a:pt x="354" y="266"/>
                  </a:cubicBezTo>
                  <a:cubicBezTo>
                    <a:pt x="404" y="266"/>
                    <a:pt x="336" y="8"/>
                    <a:pt x="402" y="8"/>
                  </a:cubicBezTo>
                  <a:cubicBezTo>
                    <a:pt x="468" y="8"/>
                    <a:pt x="416" y="266"/>
                    <a:pt x="464" y="264"/>
                  </a:cubicBezTo>
                  <a:cubicBezTo>
                    <a:pt x="512" y="262"/>
                    <a:pt x="450" y="4"/>
                    <a:pt x="506" y="6"/>
                  </a:cubicBezTo>
                  <a:cubicBezTo>
                    <a:pt x="562" y="8"/>
                    <a:pt x="546" y="192"/>
                    <a:pt x="556" y="266"/>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4060" name="Google Shape;4060;p23"/>
            <p:cNvCxnSpPr/>
            <p:nvPr/>
          </p:nvCxnSpPr>
          <p:spPr>
            <a:xfrm flipH="1">
              <a:off x="3433" y="1137"/>
              <a:ext cx="128" cy="293"/>
            </a:xfrm>
            <a:prstGeom prst="straightConnector1">
              <a:avLst/>
            </a:prstGeom>
            <a:noFill/>
            <a:ln cap="flat" cmpd="sng" w="9525">
              <a:solidFill>
                <a:schemeClr val="dk1"/>
              </a:solidFill>
              <a:prstDash val="solid"/>
              <a:round/>
              <a:headEnd len="med" w="med" type="none"/>
              <a:tailEnd len="med" w="med" type="triangle"/>
            </a:ln>
          </p:spPr>
        </p:cxnSp>
      </p:grpSp>
      <p:grpSp>
        <p:nvGrpSpPr>
          <p:cNvPr id="4061" name="Google Shape;4061;p23"/>
          <p:cNvGrpSpPr/>
          <p:nvPr/>
        </p:nvGrpSpPr>
        <p:grpSpPr>
          <a:xfrm>
            <a:off x="4148192" y="3378773"/>
            <a:ext cx="3021013" cy="2114550"/>
            <a:chOff x="2606" y="951"/>
            <a:chExt cx="1903" cy="1332"/>
          </a:xfrm>
        </p:grpSpPr>
        <p:sp>
          <p:nvSpPr>
            <p:cNvPr id="4062" name="Google Shape;4062;p23"/>
            <p:cNvSpPr txBox="1"/>
            <p:nvPr/>
          </p:nvSpPr>
          <p:spPr>
            <a:xfrm>
              <a:off x="3378" y="2071"/>
              <a:ext cx="655"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Channels</a:t>
              </a:r>
              <a:endParaRPr/>
            </a:p>
          </p:txBody>
        </p:sp>
        <p:cxnSp>
          <p:nvCxnSpPr>
            <p:cNvPr id="4063" name="Google Shape;4063;p23"/>
            <p:cNvCxnSpPr/>
            <p:nvPr/>
          </p:nvCxnSpPr>
          <p:spPr>
            <a:xfrm>
              <a:off x="2994" y="951"/>
              <a:ext cx="0" cy="978"/>
            </a:xfrm>
            <a:prstGeom prst="straightConnector1">
              <a:avLst/>
            </a:prstGeom>
            <a:noFill/>
            <a:ln cap="flat" cmpd="sng" w="9525">
              <a:solidFill>
                <a:schemeClr val="dk1"/>
              </a:solidFill>
              <a:prstDash val="solid"/>
              <a:round/>
              <a:headEnd len="med" w="med" type="none"/>
              <a:tailEnd len="med" w="med" type="none"/>
            </a:ln>
          </p:spPr>
        </p:cxnSp>
        <p:cxnSp>
          <p:nvCxnSpPr>
            <p:cNvPr id="4064" name="Google Shape;4064;p23"/>
            <p:cNvCxnSpPr/>
            <p:nvPr/>
          </p:nvCxnSpPr>
          <p:spPr>
            <a:xfrm>
              <a:off x="2988" y="1935"/>
              <a:ext cx="1464" cy="0"/>
            </a:xfrm>
            <a:prstGeom prst="straightConnector1">
              <a:avLst/>
            </a:prstGeom>
            <a:noFill/>
            <a:ln cap="flat" cmpd="sng" w="9525">
              <a:solidFill>
                <a:schemeClr val="dk1"/>
              </a:solidFill>
              <a:prstDash val="solid"/>
              <a:round/>
              <a:headEnd len="med" w="med" type="none"/>
              <a:tailEnd len="med" w="med" type="none"/>
            </a:ln>
          </p:spPr>
        </p:cxnSp>
        <p:sp>
          <p:nvSpPr>
            <p:cNvPr id="4065" name="Google Shape;4065;p23"/>
            <p:cNvSpPr txBox="1"/>
            <p:nvPr/>
          </p:nvSpPr>
          <p:spPr>
            <a:xfrm>
              <a:off x="2978"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V</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I</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E</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O</a:t>
              </a:r>
              <a:endParaRPr/>
            </a:p>
          </p:txBody>
        </p:sp>
        <p:cxnSp>
          <p:nvCxnSpPr>
            <p:cNvPr id="4066" name="Google Shape;4066;p23"/>
            <p:cNvCxnSpPr/>
            <p:nvPr/>
          </p:nvCxnSpPr>
          <p:spPr>
            <a:xfrm>
              <a:off x="3150" y="1863"/>
              <a:ext cx="0" cy="144"/>
            </a:xfrm>
            <a:prstGeom prst="straightConnector1">
              <a:avLst/>
            </a:prstGeom>
            <a:noFill/>
            <a:ln cap="flat" cmpd="sng" w="9525">
              <a:solidFill>
                <a:schemeClr val="dk1"/>
              </a:solidFill>
              <a:prstDash val="solid"/>
              <a:round/>
              <a:headEnd len="med" w="med" type="none"/>
              <a:tailEnd len="med" w="med" type="none"/>
            </a:ln>
          </p:spPr>
        </p:cxnSp>
        <p:sp>
          <p:nvSpPr>
            <p:cNvPr id="4067" name="Google Shape;4067;p23"/>
            <p:cNvSpPr txBox="1"/>
            <p:nvPr/>
          </p:nvSpPr>
          <p:spPr>
            <a:xfrm>
              <a:off x="3152"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V</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I</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E</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O</a:t>
              </a:r>
              <a:endParaRPr/>
            </a:p>
          </p:txBody>
        </p:sp>
        <p:sp>
          <p:nvSpPr>
            <p:cNvPr id="4068" name="Google Shape;4068;p23"/>
            <p:cNvSpPr txBox="1"/>
            <p:nvPr/>
          </p:nvSpPr>
          <p:spPr>
            <a:xfrm>
              <a:off x="3338"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V</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I</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E</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O</a:t>
              </a:r>
              <a:endParaRPr/>
            </a:p>
          </p:txBody>
        </p:sp>
        <p:sp>
          <p:nvSpPr>
            <p:cNvPr id="4069" name="Google Shape;4069;p23"/>
            <p:cNvSpPr txBox="1"/>
            <p:nvPr/>
          </p:nvSpPr>
          <p:spPr>
            <a:xfrm>
              <a:off x="3524"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V</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I</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E</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O</a:t>
              </a:r>
              <a:endParaRPr/>
            </a:p>
          </p:txBody>
        </p:sp>
        <p:sp>
          <p:nvSpPr>
            <p:cNvPr id="4070" name="Google Shape;4070;p23"/>
            <p:cNvSpPr txBox="1"/>
            <p:nvPr/>
          </p:nvSpPr>
          <p:spPr>
            <a:xfrm>
              <a:off x="3710"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V</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I</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E</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O</a:t>
              </a:r>
              <a:endParaRPr/>
            </a:p>
          </p:txBody>
        </p:sp>
        <p:sp>
          <p:nvSpPr>
            <p:cNvPr id="4071" name="Google Shape;4071;p23"/>
            <p:cNvSpPr txBox="1"/>
            <p:nvPr/>
          </p:nvSpPr>
          <p:spPr>
            <a:xfrm>
              <a:off x="3896"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V</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I</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E</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O</a:t>
              </a:r>
              <a:endParaRPr/>
            </a:p>
          </p:txBody>
        </p:sp>
        <p:sp>
          <p:nvSpPr>
            <p:cNvPr id="4072" name="Google Shape;4072;p23"/>
            <p:cNvSpPr txBox="1"/>
            <p:nvPr/>
          </p:nvSpPr>
          <p:spPr>
            <a:xfrm>
              <a:off x="4058" y="1402"/>
              <a:ext cx="174"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a:t>
              </a:r>
              <a:endParaRPr/>
            </a:p>
          </p:txBody>
        </p:sp>
        <p:sp>
          <p:nvSpPr>
            <p:cNvPr id="4073" name="Google Shape;4073;p23"/>
            <p:cNvSpPr txBox="1"/>
            <p:nvPr/>
          </p:nvSpPr>
          <p:spPr>
            <a:xfrm>
              <a:off x="4202" y="1402"/>
              <a:ext cx="174"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A</a:t>
              </a:r>
              <a:endParaRPr/>
            </a:p>
          </p:txBody>
        </p:sp>
        <p:sp>
          <p:nvSpPr>
            <p:cNvPr id="4074" name="Google Shape;4074;p23"/>
            <p:cNvSpPr txBox="1"/>
            <p:nvPr/>
          </p:nvSpPr>
          <p:spPr>
            <a:xfrm>
              <a:off x="4330" y="1114"/>
              <a:ext cx="178" cy="8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O</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N</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T</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R</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O</a:t>
              </a:r>
              <a:endParaRPr/>
            </a:p>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L</a:t>
              </a:r>
              <a:endParaRPr/>
            </a:p>
          </p:txBody>
        </p:sp>
        <p:cxnSp>
          <p:nvCxnSpPr>
            <p:cNvPr id="4075" name="Google Shape;4075;p23"/>
            <p:cNvCxnSpPr/>
            <p:nvPr/>
          </p:nvCxnSpPr>
          <p:spPr>
            <a:xfrm>
              <a:off x="3334" y="1863"/>
              <a:ext cx="0" cy="144"/>
            </a:xfrm>
            <a:prstGeom prst="straightConnector1">
              <a:avLst/>
            </a:prstGeom>
            <a:noFill/>
            <a:ln cap="flat" cmpd="sng" w="9525">
              <a:solidFill>
                <a:schemeClr val="dk1"/>
              </a:solidFill>
              <a:prstDash val="solid"/>
              <a:round/>
              <a:headEnd len="med" w="med" type="none"/>
              <a:tailEnd len="med" w="med" type="none"/>
            </a:ln>
          </p:spPr>
        </p:cxnSp>
        <p:cxnSp>
          <p:nvCxnSpPr>
            <p:cNvPr id="4076" name="Google Shape;4076;p23"/>
            <p:cNvCxnSpPr/>
            <p:nvPr/>
          </p:nvCxnSpPr>
          <p:spPr>
            <a:xfrm>
              <a:off x="3514" y="1863"/>
              <a:ext cx="0" cy="144"/>
            </a:xfrm>
            <a:prstGeom prst="straightConnector1">
              <a:avLst/>
            </a:prstGeom>
            <a:noFill/>
            <a:ln cap="flat" cmpd="sng" w="9525">
              <a:solidFill>
                <a:schemeClr val="dk1"/>
              </a:solidFill>
              <a:prstDash val="solid"/>
              <a:round/>
              <a:headEnd len="med" w="med" type="none"/>
              <a:tailEnd len="med" w="med" type="none"/>
            </a:ln>
          </p:spPr>
        </p:cxnSp>
        <p:cxnSp>
          <p:nvCxnSpPr>
            <p:cNvPr id="4077" name="Google Shape;4077;p23"/>
            <p:cNvCxnSpPr/>
            <p:nvPr/>
          </p:nvCxnSpPr>
          <p:spPr>
            <a:xfrm>
              <a:off x="3698" y="1863"/>
              <a:ext cx="0" cy="144"/>
            </a:xfrm>
            <a:prstGeom prst="straightConnector1">
              <a:avLst/>
            </a:prstGeom>
            <a:noFill/>
            <a:ln cap="flat" cmpd="sng" w="9525">
              <a:solidFill>
                <a:schemeClr val="dk1"/>
              </a:solidFill>
              <a:prstDash val="solid"/>
              <a:round/>
              <a:headEnd len="med" w="med" type="none"/>
              <a:tailEnd len="med" w="med" type="none"/>
            </a:ln>
          </p:spPr>
        </p:cxnSp>
        <p:cxnSp>
          <p:nvCxnSpPr>
            <p:cNvPr id="4078" name="Google Shape;4078;p23"/>
            <p:cNvCxnSpPr/>
            <p:nvPr/>
          </p:nvCxnSpPr>
          <p:spPr>
            <a:xfrm>
              <a:off x="3886" y="1863"/>
              <a:ext cx="0" cy="144"/>
            </a:xfrm>
            <a:prstGeom prst="straightConnector1">
              <a:avLst/>
            </a:prstGeom>
            <a:noFill/>
            <a:ln cap="flat" cmpd="sng" w="9525">
              <a:solidFill>
                <a:schemeClr val="dk1"/>
              </a:solidFill>
              <a:prstDash val="solid"/>
              <a:round/>
              <a:headEnd len="med" w="med" type="none"/>
              <a:tailEnd len="med" w="med" type="none"/>
            </a:ln>
          </p:spPr>
        </p:cxnSp>
        <p:cxnSp>
          <p:nvCxnSpPr>
            <p:cNvPr id="4079" name="Google Shape;4079;p23"/>
            <p:cNvCxnSpPr/>
            <p:nvPr/>
          </p:nvCxnSpPr>
          <p:spPr>
            <a:xfrm>
              <a:off x="4062" y="1871"/>
              <a:ext cx="0" cy="144"/>
            </a:xfrm>
            <a:prstGeom prst="straightConnector1">
              <a:avLst/>
            </a:prstGeom>
            <a:noFill/>
            <a:ln cap="flat" cmpd="sng" w="9525">
              <a:solidFill>
                <a:schemeClr val="dk1"/>
              </a:solidFill>
              <a:prstDash val="solid"/>
              <a:round/>
              <a:headEnd len="med" w="med" type="none"/>
              <a:tailEnd len="med" w="med" type="none"/>
            </a:ln>
          </p:spPr>
        </p:cxnSp>
        <p:cxnSp>
          <p:nvCxnSpPr>
            <p:cNvPr id="4080" name="Google Shape;4080;p23"/>
            <p:cNvCxnSpPr/>
            <p:nvPr/>
          </p:nvCxnSpPr>
          <p:spPr>
            <a:xfrm>
              <a:off x="4218" y="1867"/>
              <a:ext cx="0" cy="144"/>
            </a:xfrm>
            <a:prstGeom prst="straightConnector1">
              <a:avLst/>
            </a:prstGeom>
            <a:noFill/>
            <a:ln cap="flat" cmpd="sng" w="9525">
              <a:solidFill>
                <a:schemeClr val="dk1"/>
              </a:solidFill>
              <a:prstDash val="solid"/>
              <a:round/>
              <a:headEnd len="med" w="med" type="none"/>
              <a:tailEnd len="med" w="med" type="none"/>
            </a:ln>
          </p:spPr>
        </p:cxnSp>
        <p:cxnSp>
          <p:nvCxnSpPr>
            <p:cNvPr id="4081" name="Google Shape;4081;p23"/>
            <p:cNvCxnSpPr/>
            <p:nvPr/>
          </p:nvCxnSpPr>
          <p:spPr>
            <a:xfrm>
              <a:off x="4362" y="1859"/>
              <a:ext cx="0" cy="144"/>
            </a:xfrm>
            <a:prstGeom prst="straightConnector1">
              <a:avLst/>
            </a:prstGeom>
            <a:noFill/>
            <a:ln cap="flat" cmpd="sng" w="9525">
              <a:solidFill>
                <a:schemeClr val="dk1"/>
              </a:solidFill>
              <a:prstDash val="solid"/>
              <a:round/>
              <a:headEnd len="med" w="med" type="none"/>
              <a:tailEnd len="med" w="med" type="none"/>
            </a:ln>
          </p:spPr>
        </p:cxnSp>
        <p:sp>
          <p:nvSpPr>
            <p:cNvPr id="4082" name="Google Shape;4082;p23"/>
            <p:cNvSpPr txBox="1"/>
            <p:nvPr/>
          </p:nvSpPr>
          <p:spPr>
            <a:xfrm>
              <a:off x="2985" y="1960"/>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1</a:t>
              </a:r>
              <a:endParaRPr/>
            </a:p>
          </p:txBody>
        </p:sp>
        <p:sp>
          <p:nvSpPr>
            <p:cNvPr id="4083" name="Google Shape;4083;p23"/>
            <p:cNvSpPr txBox="1"/>
            <p:nvPr/>
          </p:nvSpPr>
          <p:spPr>
            <a:xfrm>
              <a:off x="3153" y="1960"/>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a:t>
              </a:r>
              <a:endParaRPr/>
            </a:p>
          </p:txBody>
        </p:sp>
        <p:sp>
          <p:nvSpPr>
            <p:cNvPr id="4084" name="Google Shape;4084;p23"/>
            <p:cNvSpPr txBox="1"/>
            <p:nvPr/>
          </p:nvSpPr>
          <p:spPr>
            <a:xfrm>
              <a:off x="3345" y="1960"/>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3</a:t>
              </a:r>
              <a:endParaRPr/>
            </a:p>
          </p:txBody>
        </p:sp>
        <p:sp>
          <p:nvSpPr>
            <p:cNvPr id="4085" name="Google Shape;4085;p23"/>
            <p:cNvSpPr txBox="1"/>
            <p:nvPr/>
          </p:nvSpPr>
          <p:spPr>
            <a:xfrm>
              <a:off x="3517" y="1960"/>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4</a:t>
              </a:r>
              <a:endParaRPr/>
            </a:p>
          </p:txBody>
        </p:sp>
        <p:sp>
          <p:nvSpPr>
            <p:cNvPr id="4086" name="Google Shape;4086;p23"/>
            <p:cNvSpPr txBox="1"/>
            <p:nvPr/>
          </p:nvSpPr>
          <p:spPr>
            <a:xfrm>
              <a:off x="3705"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5</a:t>
              </a:r>
              <a:endParaRPr/>
            </a:p>
          </p:txBody>
        </p:sp>
        <p:sp>
          <p:nvSpPr>
            <p:cNvPr id="4087" name="Google Shape;4087;p23"/>
            <p:cNvSpPr txBox="1"/>
            <p:nvPr/>
          </p:nvSpPr>
          <p:spPr>
            <a:xfrm>
              <a:off x="3893"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6</a:t>
              </a:r>
              <a:endParaRPr/>
            </a:p>
          </p:txBody>
        </p:sp>
        <p:sp>
          <p:nvSpPr>
            <p:cNvPr id="4088" name="Google Shape;4088;p23"/>
            <p:cNvSpPr txBox="1"/>
            <p:nvPr/>
          </p:nvSpPr>
          <p:spPr>
            <a:xfrm>
              <a:off x="4057"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7</a:t>
              </a:r>
              <a:endParaRPr/>
            </a:p>
          </p:txBody>
        </p:sp>
        <p:sp>
          <p:nvSpPr>
            <p:cNvPr id="4089" name="Google Shape;4089;p23"/>
            <p:cNvSpPr txBox="1"/>
            <p:nvPr/>
          </p:nvSpPr>
          <p:spPr>
            <a:xfrm>
              <a:off x="4205"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8</a:t>
              </a:r>
              <a:endParaRPr/>
            </a:p>
          </p:txBody>
        </p:sp>
        <p:sp>
          <p:nvSpPr>
            <p:cNvPr id="4090" name="Google Shape;4090;p23"/>
            <p:cNvSpPr txBox="1"/>
            <p:nvPr/>
          </p:nvSpPr>
          <p:spPr>
            <a:xfrm>
              <a:off x="4349"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9</a:t>
              </a:r>
              <a:endParaRPr/>
            </a:p>
          </p:txBody>
        </p:sp>
        <p:sp>
          <p:nvSpPr>
            <p:cNvPr id="4091" name="Google Shape;4091;p23"/>
            <p:cNvSpPr/>
            <p:nvPr/>
          </p:nvSpPr>
          <p:spPr>
            <a:xfrm>
              <a:off x="2606" y="969"/>
              <a:ext cx="375" cy="969"/>
            </a:xfrm>
            <a:custGeom>
              <a:rect b="b" l="l" r="r" t="t"/>
              <a:pathLst>
                <a:path extrusionOk="0" h="969" w="375">
                  <a:moveTo>
                    <a:pt x="375" y="0"/>
                  </a:moveTo>
                  <a:lnTo>
                    <a:pt x="0" y="485"/>
                  </a:lnTo>
                  <a:lnTo>
                    <a:pt x="375" y="969"/>
                  </a:lnTo>
                  <a:lnTo>
                    <a:pt x="375" y="0"/>
                  </a:lnTo>
                  <a:close/>
                </a:path>
              </a:pathLst>
            </a:custGeom>
            <a:gradFill>
              <a:gsLst>
                <a:gs pos="0">
                  <a:srgbClr val="0000A8"/>
                </a:gs>
                <a:gs pos="100000">
                  <a:schemeClr val="lt1"/>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4092" name="Google Shape;4092;p23"/>
          <p:cNvGrpSpPr/>
          <p:nvPr/>
        </p:nvGrpSpPr>
        <p:grpSpPr>
          <a:xfrm flipH="1" rot="10800000">
            <a:off x="2457505" y="2273873"/>
            <a:ext cx="1689100" cy="2092326"/>
            <a:chOff x="1497" y="1352"/>
            <a:chExt cx="1064" cy="1318"/>
          </a:xfrm>
        </p:grpSpPr>
        <p:grpSp>
          <p:nvGrpSpPr>
            <p:cNvPr id="4093" name="Google Shape;4093;p23"/>
            <p:cNvGrpSpPr/>
            <p:nvPr/>
          </p:nvGrpSpPr>
          <p:grpSpPr>
            <a:xfrm>
              <a:off x="1497" y="1352"/>
              <a:ext cx="1064" cy="217"/>
              <a:chOff x="1600" y="1475"/>
              <a:chExt cx="1064" cy="217"/>
            </a:xfrm>
          </p:grpSpPr>
          <p:sp>
            <p:nvSpPr>
              <p:cNvPr id="4094" name="Google Shape;4094;p23"/>
              <p:cNvSpPr/>
              <p:nvPr/>
            </p:nvSpPr>
            <p:spPr>
              <a:xfrm rot="10800000">
                <a:off x="2358" y="1500"/>
                <a:ext cx="168" cy="17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4095" name="Google Shape;4095;p23"/>
              <p:cNvSpPr/>
              <p:nvPr/>
            </p:nvSpPr>
            <p:spPr>
              <a:xfrm>
                <a:off x="1614" y="1494"/>
                <a:ext cx="896" cy="198"/>
              </a:xfrm>
              <a:custGeom>
                <a:rect b="b" l="l" r="r" t="t"/>
                <a:pathLst>
                  <a:path extrusionOk="0" h="198" w="896">
                    <a:moveTo>
                      <a:pt x="18" y="0"/>
                    </a:moveTo>
                    <a:lnTo>
                      <a:pt x="0" y="96"/>
                    </a:lnTo>
                    <a:lnTo>
                      <a:pt x="18" y="198"/>
                    </a:lnTo>
                    <a:lnTo>
                      <a:pt x="774" y="198"/>
                    </a:lnTo>
                    <a:cubicBezTo>
                      <a:pt x="896" y="180"/>
                      <a:pt x="750" y="123"/>
                      <a:pt x="750" y="90"/>
                    </a:cubicBezTo>
                    <a:cubicBezTo>
                      <a:pt x="750" y="57"/>
                      <a:pt x="896" y="15"/>
                      <a:pt x="774" y="0"/>
                    </a:cubicBezTo>
                    <a:lnTo>
                      <a:pt x="18" y="0"/>
                    </a:lnTo>
                    <a:close/>
                  </a:path>
                </a:pathLst>
              </a:custGeom>
              <a:gradFill>
                <a:gsLst>
                  <a:gs pos="0">
                    <a:schemeClr val="dk1"/>
                  </a:gs>
                  <a:gs pos="50000">
                    <a:schemeClr val="lt1"/>
                  </a:gs>
                  <a:gs pos="100000">
                    <a:schemeClr val="dk1"/>
                  </a:gs>
                </a:gsLst>
                <a:lin ang="5400000"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23"/>
              <p:cNvSpPr txBox="1"/>
              <p:nvPr/>
            </p:nvSpPr>
            <p:spPr>
              <a:xfrm rot="10800000">
                <a:off x="1600" y="1475"/>
                <a:ext cx="896" cy="1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imes New Roman"/>
                  <a:ea typeface="Times New Roman"/>
                  <a:cs typeface="Times New Roman"/>
                  <a:sym typeface="Times New Roman"/>
                </a:endParaRPr>
              </a:p>
            </p:txBody>
          </p:sp>
          <p:sp>
            <p:nvSpPr>
              <p:cNvPr id="4097" name="Google Shape;4097;p23"/>
              <p:cNvSpPr/>
              <p:nvPr/>
            </p:nvSpPr>
            <p:spPr>
              <a:xfrm>
                <a:off x="2502" y="1506"/>
                <a:ext cx="62" cy="168"/>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23"/>
              <p:cNvSpPr txBox="1"/>
              <p:nvPr/>
            </p:nvSpPr>
            <p:spPr>
              <a:xfrm rot="10800000">
                <a:off x="2509" y="1525"/>
                <a:ext cx="44" cy="11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4099" name="Google Shape;4099;p23"/>
              <p:cNvCxnSpPr/>
              <p:nvPr/>
            </p:nvCxnSpPr>
            <p:spPr>
              <a:xfrm>
                <a:off x="2526" y="1584"/>
                <a:ext cx="138" cy="0"/>
              </a:xfrm>
              <a:prstGeom prst="straightConnector1">
                <a:avLst/>
              </a:prstGeom>
              <a:noFill/>
              <a:ln cap="flat" cmpd="sng" w="28575">
                <a:solidFill>
                  <a:schemeClr val="dk1"/>
                </a:solidFill>
                <a:prstDash val="solid"/>
                <a:round/>
                <a:headEnd len="med" w="med" type="none"/>
                <a:tailEnd len="med" w="med" type="none"/>
              </a:ln>
            </p:spPr>
          </p:cxnSp>
        </p:grpSp>
        <p:sp>
          <p:nvSpPr>
            <p:cNvPr id="4100" name="Google Shape;4100;p23"/>
            <p:cNvSpPr/>
            <p:nvPr/>
          </p:nvSpPr>
          <p:spPr>
            <a:xfrm>
              <a:off x="1536" y="1563"/>
              <a:ext cx="1015" cy="1107"/>
            </a:xfrm>
            <a:custGeom>
              <a:rect b="b" l="l" r="r" t="t"/>
              <a:pathLst>
                <a:path extrusionOk="0" h="1107" w="1015">
                  <a:moveTo>
                    <a:pt x="1015" y="1107"/>
                  </a:moveTo>
                  <a:lnTo>
                    <a:pt x="0" y="0"/>
                  </a:lnTo>
                  <a:lnTo>
                    <a:pt x="905" y="0"/>
                  </a:lnTo>
                  <a:lnTo>
                    <a:pt x="1015" y="1107"/>
                  </a:lnTo>
                  <a:close/>
                </a:path>
              </a:pathLst>
            </a:custGeom>
            <a:gradFill>
              <a:gsLst>
                <a:gs pos="0">
                  <a:schemeClr val="lt1"/>
                </a:gs>
                <a:gs pos="100000">
                  <a:srgbClr val="0000A8"/>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23"/>
            <p:cNvSpPr txBox="1"/>
            <p:nvPr/>
          </p:nvSpPr>
          <p:spPr>
            <a:xfrm rot="10800000">
              <a:off x="1525" y="1550"/>
              <a:ext cx="1015" cy="1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4102" name="Google Shape;4102;p23"/>
          <p:cNvSpPr txBox="1"/>
          <p:nvPr/>
        </p:nvSpPr>
        <p:spPr>
          <a:xfrm>
            <a:off x="1551869" y="5790510"/>
            <a:ext cx="9964671" cy="722955"/>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frequency division multiplexing (FDM):</a:t>
            </a:r>
            <a:r>
              <a:rPr b="0" i="0" lang="en-US" sz="2400" u="none" cap="none" strike="noStrike">
                <a:solidFill>
                  <a:srgbClr val="000000"/>
                </a:solidFill>
                <a:latin typeface="Calibri"/>
                <a:ea typeface="Calibri"/>
                <a:cs typeface="Calibri"/>
                <a:sym typeface="Calibri"/>
              </a:rPr>
              <a:t> different channels transmitted in different frequency bands</a:t>
            </a:r>
            <a:endParaRPr/>
          </a:p>
        </p:txBody>
      </p:sp>
      <p:grpSp>
        <p:nvGrpSpPr>
          <p:cNvPr id="4103" name="Google Shape;4103;p23"/>
          <p:cNvGrpSpPr/>
          <p:nvPr/>
        </p:nvGrpSpPr>
        <p:grpSpPr>
          <a:xfrm>
            <a:off x="2000305" y="1964311"/>
            <a:ext cx="609600" cy="609600"/>
            <a:chOff x="-44" y="1473"/>
            <a:chExt cx="981" cy="1105"/>
          </a:xfrm>
        </p:grpSpPr>
        <p:pic>
          <p:nvPicPr>
            <p:cNvPr descr="desktop_computer_stylized_medium" id="4104" name="Google Shape;4104;p23"/>
            <p:cNvPicPr preferRelativeResize="0"/>
            <p:nvPr/>
          </p:nvPicPr>
          <p:blipFill rotWithShape="1">
            <a:blip r:embed="rId6">
              <a:alphaModFix/>
            </a:blip>
            <a:srcRect b="0" l="0" r="0" t="0"/>
            <a:stretch/>
          </p:blipFill>
          <p:spPr>
            <a:xfrm flipH="1">
              <a:off x="-44" y="1473"/>
              <a:ext cx="981" cy="1105"/>
            </a:xfrm>
            <a:prstGeom prst="rect">
              <a:avLst/>
            </a:prstGeom>
            <a:noFill/>
            <a:ln>
              <a:noFill/>
            </a:ln>
          </p:spPr>
        </p:pic>
        <p:sp>
          <p:nvSpPr>
            <p:cNvPr id="4105" name="Google Shape;4105;p23"/>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92"/>
                                        </p:tgtEl>
                                        <p:attrNameLst>
                                          <p:attrName>style.visibility</p:attrName>
                                        </p:attrNameLst>
                                      </p:cBhvr>
                                      <p:to>
                                        <p:strVal val="visible"/>
                                      </p:to>
                                    </p:set>
                                    <p:animEffect filter="fade" transition="in">
                                      <p:cBhvr>
                                        <p:cTn dur="500"/>
                                        <p:tgtEl>
                                          <p:spTgt spid="40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1"/>
                                        </p:tgtEl>
                                        <p:attrNameLst>
                                          <p:attrName>style.visibility</p:attrName>
                                        </p:attrNameLst>
                                      </p:cBhvr>
                                      <p:to>
                                        <p:strVal val="visible"/>
                                      </p:to>
                                    </p:set>
                                    <p:animEffect filter="fade" transition="in">
                                      <p:cBhvr>
                                        <p:cTn dur="500"/>
                                        <p:tgtEl>
                                          <p:spTgt spid="406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056"/>
                                        </p:tgtEl>
                                        <p:attrNameLst>
                                          <p:attrName>style.visibility</p:attrName>
                                        </p:attrNameLst>
                                      </p:cBhvr>
                                      <p:to>
                                        <p:strVal val="visible"/>
                                      </p:to>
                                    </p:set>
                                    <p:animEffect filter="fade" transition="in">
                                      <p:cBhvr>
                                        <p:cTn dur="500"/>
                                        <p:tgtEl>
                                          <p:spTgt spid="405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102"/>
                                        </p:tgtEl>
                                        <p:attrNameLst>
                                          <p:attrName>style.visibility</p:attrName>
                                        </p:attrNameLst>
                                      </p:cBhvr>
                                      <p:to>
                                        <p:strVal val="visible"/>
                                      </p:to>
                                    </p:set>
                                    <p:animEffect filter="fade" transition="in">
                                      <p:cBhvr>
                                        <p:cTn dur="500"/>
                                        <p:tgtEl>
                                          <p:spTgt spid="41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9" name="Shape 4109"/>
        <p:cNvGrpSpPr/>
        <p:nvPr/>
      </p:nvGrpSpPr>
      <p:grpSpPr>
        <a:xfrm>
          <a:off x="0" y="0"/>
          <a:ext cx="0" cy="0"/>
          <a:chOff x="0" y="0"/>
          <a:chExt cx="0" cy="0"/>
        </a:xfrm>
      </p:grpSpPr>
      <p:sp>
        <p:nvSpPr>
          <p:cNvPr id="4110" name="Google Shape;4110;p2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1" name="Google Shape;4111;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id="4112" name="Google Shape;4112;p24"/>
          <p:cNvPicPr preferRelativeResize="0"/>
          <p:nvPr/>
        </p:nvPicPr>
        <p:blipFill rotWithShape="1">
          <a:blip r:embed="rId3">
            <a:alphaModFix/>
          </a:blip>
          <a:srcRect b="0" l="0" r="0" t="0"/>
          <a:stretch/>
        </p:blipFill>
        <p:spPr>
          <a:xfrm>
            <a:off x="3575050" y="765176"/>
            <a:ext cx="5716588" cy="2784475"/>
          </a:xfrm>
          <a:prstGeom prst="rect">
            <a:avLst/>
          </a:prstGeom>
          <a:noFill/>
          <a:ln>
            <a:noFill/>
          </a:ln>
        </p:spPr>
      </p:pic>
      <p:grpSp>
        <p:nvGrpSpPr>
          <p:cNvPr id="4113" name="Google Shape;4113;p24"/>
          <p:cNvGrpSpPr/>
          <p:nvPr/>
        </p:nvGrpSpPr>
        <p:grpSpPr>
          <a:xfrm>
            <a:off x="2706689" y="1636713"/>
            <a:ext cx="4711700" cy="3219450"/>
            <a:chOff x="2496084" y="3534246"/>
            <a:chExt cx="4711700" cy="3219450"/>
          </a:xfrm>
        </p:grpSpPr>
        <p:grpSp>
          <p:nvGrpSpPr>
            <p:cNvPr id="4114" name="Google Shape;4114;p24"/>
            <p:cNvGrpSpPr/>
            <p:nvPr/>
          </p:nvGrpSpPr>
          <p:grpSpPr>
            <a:xfrm>
              <a:off x="4186771" y="4639146"/>
              <a:ext cx="3021013" cy="2114550"/>
              <a:chOff x="2606" y="951"/>
              <a:chExt cx="1903" cy="1332"/>
            </a:xfrm>
          </p:grpSpPr>
          <p:sp>
            <p:nvSpPr>
              <p:cNvPr id="4115" name="Google Shape;4115;p24"/>
              <p:cNvSpPr txBox="1"/>
              <p:nvPr/>
            </p:nvSpPr>
            <p:spPr>
              <a:xfrm>
                <a:off x="3378" y="2071"/>
                <a:ext cx="655"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Channels</a:t>
                </a:r>
                <a:endParaRPr/>
              </a:p>
            </p:txBody>
          </p:sp>
          <p:cxnSp>
            <p:nvCxnSpPr>
              <p:cNvPr id="4116" name="Google Shape;4116;p24"/>
              <p:cNvCxnSpPr/>
              <p:nvPr/>
            </p:nvCxnSpPr>
            <p:spPr>
              <a:xfrm>
                <a:off x="2994" y="951"/>
                <a:ext cx="0" cy="978"/>
              </a:xfrm>
              <a:prstGeom prst="straightConnector1">
                <a:avLst/>
              </a:prstGeom>
              <a:noFill/>
              <a:ln cap="flat" cmpd="sng" w="9525">
                <a:solidFill>
                  <a:schemeClr val="dk1"/>
                </a:solidFill>
                <a:prstDash val="solid"/>
                <a:round/>
                <a:headEnd len="med" w="med" type="none"/>
                <a:tailEnd len="med" w="med" type="none"/>
              </a:ln>
            </p:spPr>
          </p:cxnSp>
          <p:cxnSp>
            <p:nvCxnSpPr>
              <p:cNvPr id="4117" name="Google Shape;4117;p24"/>
              <p:cNvCxnSpPr/>
              <p:nvPr/>
            </p:nvCxnSpPr>
            <p:spPr>
              <a:xfrm>
                <a:off x="2988" y="1935"/>
                <a:ext cx="1464" cy="0"/>
              </a:xfrm>
              <a:prstGeom prst="straightConnector1">
                <a:avLst/>
              </a:prstGeom>
              <a:noFill/>
              <a:ln cap="flat" cmpd="sng" w="9525">
                <a:solidFill>
                  <a:schemeClr val="dk1"/>
                </a:solidFill>
                <a:prstDash val="solid"/>
                <a:round/>
                <a:headEnd len="med" w="med" type="none"/>
                <a:tailEnd len="med" w="med" type="none"/>
              </a:ln>
            </p:spPr>
          </p:cxnSp>
          <p:sp>
            <p:nvSpPr>
              <p:cNvPr id="4118" name="Google Shape;4118;p24"/>
              <p:cNvSpPr txBox="1"/>
              <p:nvPr/>
            </p:nvSpPr>
            <p:spPr>
              <a:xfrm>
                <a:off x="2978"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V</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I</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E</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O</a:t>
                </a:r>
                <a:endParaRPr/>
              </a:p>
            </p:txBody>
          </p:sp>
          <p:cxnSp>
            <p:nvCxnSpPr>
              <p:cNvPr id="4119" name="Google Shape;4119;p24"/>
              <p:cNvCxnSpPr/>
              <p:nvPr/>
            </p:nvCxnSpPr>
            <p:spPr>
              <a:xfrm>
                <a:off x="3150" y="1863"/>
                <a:ext cx="0" cy="144"/>
              </a:xfrm>
              <a:prstGeom prst="straightConnector1">
                <a:avLst/>
              </a:prstGeom>
              <a:noFill/>
              <a:ln cap="flat" cmpd="sng" w="9525">
                <a:solidFill>
                  <a:schemeClr val="dk1"/>
                </a:solidFill>
                <a:prstDash val="solid"/>
                <a:round/>
                <a:headEnd len="med" w="med" type="none"/>
                <a:tailEnd len="med" w="med" type="none"/>
              </a:ln>
            </p:spPr>
          </p:cxnSp>
          <p:sp>
            <p:nvSpPr>
              <p:cNvPr id="4120" name="Google Shape;4120;p24"/>
              <p:cNvSpPr txBox="1"/>
              <p:nvPr/>
            </p:nvSpPr>
            <p:spPr>
              <a:xfrm>
                <a:off x="3152"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V</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I</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E</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O</a:t>
                </a:r>
                <a:endParaRPr/>
              </a:p>
            </p:txBody>
          </p:sp>
          <p:sp>
            <p:nvSpPr>
              <p:cNvPr id="4121" name="Google Shape;4121;p24"/>
              <p:cNvSpPr txBox="1"/>
              <p:nvPr/>
            </p:nvSpPr>
            <p:spPr>
              <a:xfrm>
                <a:off x="3338"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V</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I</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E</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O</a:t>
                </a:r>
                <a:endParaRPr/>
              </a:p>
            </p:txBody>
          </p:sp>
          <p:sp>
            <p:nvSpPr>
              <p:cNvPr id="4122" name="Google Shape;4122;p24"/>
              <p:cNvSpPr txBox="1"/>
              <p:nvPr/>
            </p:nvSpPr>
            <p:spPr>
              <a:xfrm>
                <a:off x="3524"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V</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I</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E</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O</a:t>
                </a:r>
                <a:endParaRPr/>
              </a:p>
            </p:txBody>
          </p:sp>
          <p:sp>
            <p:nvSpPr>
              <p:cNvPr id="4123" name="Google Shape;4123;p24"/>
              <p:cNvSpPr txBox="1"/>
              <p:nvPr/>
            </p:nvSpPr>
            <p:spPr>
              <a:xfrm>
                <a:off x="3710"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V</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I</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E</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O</a:t>
                </a:r>
                <a:endParaRPr/>
              </a:p>
            </p:txBody>
          </p:sp>
          <p:sp>
            <p:nvSpPr>
              <p:cNvPr id="4124" name="Google Shape;4124;p24"/>
              <p:cNvSpPr txBox="1"/>
              <p:nvPr/>
            </p:nvSpPr>
            <p:spPr>
              <a:xfrm>
                <a:off x="3896" y="1408"/>
                <a:ext cx="178"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V</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I</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E</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O</a:t>
                </a:r>
                <a:endParaRPr/>
              </a:p>
            </p:txBody>
          </p:sp>
          <p:sp>
            <p:nvSpPr>
              <p:cNvPr id="4125" name="Google Shape;4125;p24"/>
              <p:cNvSpPr txBox="1"/>
              <p:nvPr/>
            </p:nvSpPr>
            <p:spPr>
              <a:xfrm>
                <a:off x="4058" y="1402"/>
                <a:ext cx="174"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t/>
                </a:r>
                <a:endParaRPr sz="1000">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A</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T</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A</a:t>
                </a:r>
                <a:endParaRPr/>
              </a:p>
            </p:txBody>
          </p:sp>
          <p:sp>
            <p:nvSpPr>
              <p:cNvPr id="4126" name="Google Shape;4126;p24"/>
              <p:cNvSpPr txBox="1"/>
              <p:nvPr/>
            </p:nvSpPr>
            <p:spPr>
              <a:xfrm>
                <a:off x="4202" y="1402"/>
                <a:ext cx="174" cy="5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t/>
                </a:r>
                <a:endParaRPr sz="1000">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D</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A</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T</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A</a:t>
                </a:r>
                <a:endParaRPr/>
              </a:p>
            </p:txBody>
          </p:sp>
          <p:sp>
            <p:nvSpPr>
              <p:cNvPr id="4127" name="Google Shape;4127;p24"/>
              <p:cNvSpPr txBox="1"/>
              <p:nvPr/>
            </p:nvSpPr>
            <p:spPr>
              <a:xfrm>
                <a:off x="4330" y="1114"/>
                <a:ext cx="178" cy="8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t/>
                </a:r>
                <a:endParaRPr sz="1000">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C</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O</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N</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T</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R</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O</a:t>
                </a:r>
                <a:endParaRPr/>
              </a:p>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L</a:t>
                </a:r>
                <a:endParaRPr/>
              </a:p>
            </p:txBody>
          </p:sp>
          <p:cxnSp>
            <p:nvCxnSpPr>
              <p:cNvPr id="4128" name="Google Shape;4128;p24"/>
              <p:cNvCxnSpPr/>
              <p:nvPr/>
            </p:nvCxnSpPr>
            <p:spPr>
              <a:xfrm>
                <a:off x="3334" y="1863"/>
                <a:ext cx="0" cy="144"/>
              </a:xfrm>
              <a:prstGeom prst="straightConnector1">
                <a:avLst/>
              </a:prstGeom>
              <a:noFill/>
              <a:ln cap="flat" cmpd="sng" w="9525">
                <a:solidFill>
                  <a:schemeClr val="dk1"/>
                </a:solidFill>
                <a:prstDash val="solid"/>
                <a:round/>
                <a:headEnd len="med" w="med" type="none"/>
                <a:tailEnd len="med" w="med" type="none"/>
              </a:ln>
            </p:spPr>
          </p:cxnSp>
          <p:cxnSp>
            <p:nvCxnSpPr>
              <p:cNvPr id="4129" name="Google Shape;4129;p24"/>
              <p:cNvCxnSpPr/>
              <p:nvPr/>
            </p:nvCxnSpPr>
            <p:spPr>
              <a:xfrm>
                <a:off x="3514" y="1863"/>
                <a:ext cx="0" cy="144"/>
              </a:xfrm>
              <a:prstGeom prst="straightConnector1">
                <a:avLst/>
              </a:prstGeom>
              <a:noFill/>
              <a:ln cap="flat" cmpd="sng" w="9525">
                <a:solidFill>
                  <a:schemeClr val="dk1"/>
                </a:solidFill>
                <a:prstDash val="solid"/>
                <a:round/>
                <a:headEnd len="med" w="med" type="none"/>
                <a:tailEnd len="med" w="med" type="none"/>
              </a:ln>
            </p:spPr>
          </p:cxnSp>
          <p:cxnSp>
            <p:nvCxnSpPr>
              <p:cNvPr id="4130" name="Google Shape;4130;p24"/>
              <p:cNvCxnSpPr/>
              <p:nvPr/>
            </p:nvCxnSpPr>
            <p:spPr>
              <a:xfrm>
                <a:off x="3698" y="1863"/>
                <a:ext cx="0" cy="144"/>
              </a:xfrm>
              <a:prstGeom prst="straightConnector1">
                <a:avLst/>
              </a:prstGeom>
              <a:noFill/>
              <a:ln cap="flat" cmpd="sng" w="9525">
                <a:solidFill>
                  <a:schemeClr val="dk1"/>
                </a:solidFill>
                <a:prstDash val="solid"/>
                <a:round/>
                <a:headEnd len="med" w="med" type="none"/>
                <a:tailEnd len="med" w="med" type="none"/>
              </a:ln>
            </p:spPr>
          </p:cxnSp>
          <p:cxnSp>
            <p:nvCxnSpPr>
              <p:cNvPr id="4131" name="Google Shape;4131;p24"/>
              <p:cNvCxnSpPr/>
              <p:nvPr/>
            </p:nvCxnSpPr>
            <p:spPr>
              <a:xfrm>
                <a:off x="3886" y="1863"/>
                <a:ext cx="0" cy="144"/>
              </a:xfrm>
              <a:prstGeom prst="straightConnector1">
                <a:avLst/>
              </a:prstGeom>
              <a:noFill/>
              <a:ln cap="flat" cmpd="sng" w="9525">
                <a:solidFill>
                  <a:schemeClr val="dk1"/>
                </a:solidFill>
                <a:prstDash val="solid"/>
                <a:round/>
                <a:headEnd len="med" w="med" type="none"/>
                <a:tailEnd len="med" w="med" type="none"/>
              </a:ln>
            </p:spPr>
          </p:cxnSp>
          <p:cxnSp>
            <p:nvCxnSpPr>
              <p:cNvPr id="4132" name="Google Shape;4132;p24"/>
              <p:cNvCxnSpPr/>
              <p:nvPr/>
            </p:nvCxnSpPr>
            <p:spPr>
              <a:xfrm>
                <a:off x="4062" y="1871"/>
                <a:ext cx="0" cy="144"/>
              </a:xfrm>
              <a:prstGeom prst="straightConnector1">
                <a:avLst/>
              </a:prstGeom>
              <a:noFill/>
              <a:ln cap="flat" cmpd="sng" w="9525">
                <a:solidFill>
                  <a:schemeClr val="dk1"/>
                </a:solidFill>
                <a:prstDash val="solid"/>
                <a:round/>
                <a:headEnd len="med" w="med" type="none"/>
                <a:tailEnd len="med" w="med" type="none"/>
              </a:ln>
            </p:spPr>
          </p:cxnSp>
          <p:cxnSp>
            <p:nvCxnSpPr>
              <p:cNvPr id="4133" name="Google Shape;4133;p24"/>
              <p:cNvCxnSpPr/>
              <p:nvPr/>
            </p:nvCxnSpPr>
            <p:spPr>
              <a:xfrm>
                <a:off x="4218" y="1867"/>
                <a:ext cx="0" cy="144"/>
              </a:xfrm>
              <a:prstGeom prst="straightConnector1">
                <a:avLst/>
              </a:prstGeom>
              <a:noFill/>
              <a:ln cap="flat" cmpd="sng" w="9525">
                <a:solidFill>
                  <a:schemeClr val="dk1"/>
                </a:solidFill>
                <a:prstDash val="solid"/>
                <a:round/>
                <a:headEnd len="med" w="med" type="none"/>
                <a:tailEnd len="med" w="med" type="none"/>
              </a:ln>
            </p:spPr>
          </p:cxnSp>
          <p:cxnSp>
            <p:nvCxnSpPr>
              <p:cNvPr id="4134" name="Google Shape;4134;p24"/>
              <p:cNvCxnSpPr/>
              <p:nvPr/>
            </p:nvCxnSpPr>
            <p:spPr>
              <a:xfrm>
                <a:off x="4362" y="1859"/>
                <a:ext cx="0" cy="144"/>
              </a:xfrm>
              <a:prstGeom prst="straightConnector1">
                <a:avLst/>
              </a:prstGeom>
              <a:noFill/>
              <a:ln cap="flat" cmpd="sng" w="9525">
                <a:solidFill>
                  <a:schemeClr val="dk1"/>
                </a:solidFill>
                <a:prstDash val="solid"/>
                <a:round/>
                <a:headEnd len="med" w="med" type="none"/>
                <a:tailEnd len="med" w="med" type="none"/>
              </a:ln>
            </p:spPr>
          </p:cxnSp>
          <p:sp>
            <p:nvSpPr>
              <p:cNvPr id="4135" name="Google Shape;4135;p24"/>
              <p:cNvSpPr txBox="1"/>
              <p:nvPr/>
            </p:nvSpPr>
            <p:spPr>
              <a:xfrm>
                <a:off x="2985" y="1960"/>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1</a:t>
                </a:r>
                <a:endParaRPr/>
              </a:p>
            </p:txBody>
          </p:sp>
          <p:sp>
            <p:nvSpPr>
              <p:cNvPr id="4136" name="Google Shape;4136;p24"/>
              <p:cNvSpPr txBox="1"/>
              <p:nvPr/>
            </p:nvSpPr>
            <p:spPr>
              <a:xfrm>
                <a:off x="3153" y="1960"/>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2</a:t>
                </a:r>
                <a:endParaRPr/>
              </a:p>
            </p:txBody>
          </p:sp>
          <p:sp>
            <p:nvSpPr>
              <p:cNvPr id="4137" name="Google Shape;4137;p24"/>
              <p:cNvSpPr txBox="1"/>
              <p:nvPr/>
            </p:nvSpPr>
            <p:spPr>
              <a:xfrm>
                <a:off x="3345" y="1960"/>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3</a:t>
                </a:r>
                <a:endParaRPr/>
              </a:p>
            </p:txBody>
          </p:sp>
          <p:sp>
            <p:nvSpPr>
              <p:cNvPr id="4138" name="Google Shape;4138;p24"/>
              <p:cNvSpPr txBox="1"/>
              <p:nvPr/>
            </p:nvSpPr>
            <p:spPr>
              <a:xfrm>
                <a:off x="3517" y="1960"/>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4</a:t>
                </a:r>
                <a:endParaRPr/>
              </a:p>
            </p:txBody>
          </p:sp>
          <p:sp>
            <p:nvSpPr>
              <p:cNvPr id="4139" name="Google Shape;4139;p24"/>
              <p:cNvSpPr txBox="1"/>
              <p:nvPr/>
            </p:nvSpPr>
            <p:spPr>
              <a:xfrm>
                <a:off x="3705"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5</a:t>
                </a:r>
                <a:endParaRPr/>
              </a:p>
            </p:txBody>
          </p:sp>
          <p:sp>
            <p:nvSpPr>
              <p:cNvPr id="4140" name="Google Shape;4140;p24"/>
              <p:cNvSpPr txBox="1"/>
              <p:nvPr/>
            </p:nvSpPr>
            <p:spPr>
              <a:xfrm>
                <a:off x="3893"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6</a:t>
                </a:r>
                <a:endParaRPr/>
              </a:p>
            </p:txBody>
          </p:sp>
          <p:sp>
            <p:nvSpPr>
              <p:cNvPr id="4141" name="Google Shape;4141;p24"/>
              <p:cNvSpPr txBox="1"/>
              <p:nvPr/>
            </p:nvSpPr>
            <p:spPr>
              <a:xfrm>
                <a:off x="4057"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7</a:t>
                </a:r>
                <a:endParaRPr/>
              </a:p>
            </p:txBody>
          </p:sp>
          <p:sp>
            <p:nvSpPr>
              <p:cNvPr id="4142" name="Google Shape;4142;p24"/>
              <p:cNvSpPr txBox="1"/>
              <p:nvPr/>
            </p:nvSpPr>
            <p:spPr>
              <a:xfrm>
                <a:off x="4205"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8</a:t>
                </a:r>
                <a:endParaRPr/>
              </a:p>
            </p:txBody>
          </p:sp>
          <p:sp>
            <p:nvSpPr>
              <p:cNvPr id="4143" name="Google Shape;4143;p24"/>
              <p:cNvSpPr txBox="1"/>
              <p:nvPr/>
            </p:nvSpPr>
            <p:spPr>
              <a:xfrm>
                <a:off x="4349" y="1956"/>
                <a:ext cx="160" cy="1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000"/>
                  <a:buFont typeface="Noto Sans Symbols"/>
                  <a:buNone/>
                </a:pPr>
                <a:r>
                  <a:rPr lang="en-US" sz="1000">
                    <a:solidFill>
                      <a:schemeClr val="dk1"/>
                    </a:solidFill>
                    <a:latin typeface="Arial"/>
                    <a:ea typeface="Arial"/>
                    <a:cs typeface="Arial"/>
                    <a:sym typeface="Arial"/>
                  </a:rPr>
                  <a:t>9</a:t>
                </a:r>
                <a:endParaRPr/>
              </a:p>
            </p:txBody>
          </p:sp>
          <p:sp>
            <p:nvSpPr>
              <p:cNvPr id="4144" name="Google Shape;4144;p24"/>
              <p:cNvSpPr/>
              <p:nvPr/>
            </p:nvSpPr>
            <p:spPr>
              <a:xfrm>
                <a:off x="2606" y="969"/>
                <a:ext cx="375" cy="969"/>
              </a:xfrm>
              <a:custGeom>
                <a:rect b="b" l="l" r="r" t="t"/>
                <a:pathLst>
                  <a:path extrusionOk="0" h="969" w="375">
                    <a:moveTo>
                      <a:pt x="375" y="0"/>
                    </a:moveTo>
                    <a:lnTo>
                      <a:pt x="0" y="485"/>
                    </a:lnTo>
                    <a:lnTo>
                      <a:pt x="375" y="969"/>
                    </a:lnTo>
                    <a:lnTo>
                      <a:pt x="375" y="0"/>
                    </a:lnTo>
                    <a:close/>
                  </a:path>
                </a:pathLst>
              </a:custGeom>
              <a:gradFill>
                <a:gsLst>
                  <a:gs pos="0">
                    <a:schemeClr val="dk1"/>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45" name="Google Shape;4145;p24"/>
            <p:cNvGrpSpPr/>
            <p:nvPr/>
          </p:nvGrpSpPr>
          <p:grpSpPr>
            <a:xfrm flipH="1" rot="10800000">
              <a:off x="2496084" y="3534246"/>
              <a:ext cx="1689100" cy="2092326"/>
              <a:chOff x="1497" y="1352"/>
              <a:chExt cx="1064" cy="1318"/>
            </a:xfrm>
          </p:grpSpPr>
          <p:grpSp>
            <p:nvGrpSpPr>
              <p:cNvPr id="4146" name="Google Shape;4146;p24"/>
              <p:cNvGrpSpPr/>
              <p:nvPr/>
            </p:nvGrpSpPr>
            <p:grpSpPr>
              <a:xfrm>
                <a:off x="1497" y="1352"/>
                <a:ext cx="1064" cy="217"/>
                <a:chOff x="1600" y="1475"/>
                <a:chExt cx="1064" cy="217"/>
              </a:xfrm>
            </p:grpSpPr>
            <p:sp>
              <p:nvSpPr>
                <p:cNvPr id="4147" name="Google Shape;4147;p24"/>
                <p:cNvSpPr/>
                <p:nvPr/>
              </p:nvSpPr>
              <p:spPr>
                <a:xfrm rot="10800000">
                  <a:off x="2358" y="1500"/>
                  <a:ext cx="168" cy="174"/>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4148" name="Google Shape;4148;p24"/>
                <p:cNvSpPr/>
                <p:nvPr/>
              </p:nvSpPr>
              <p:spPr>
                <a:xfrm>
                  <a:off x="1614" y="1494"/>
                  <a:ext cx="896" cy="198"/>
                </a:xfrm>
                <a:custGeom>
                  <a:rect b="b" l="l" r="r" t="t"/>
                  <a:pathLst>
                    <a:path extrusionOk="0" h="198" w="896">
                      <a:moveTo>
                        <a:pt x="18" y="0"/>
                      </a:moveTo>
                      <a:lnTo>
                        <a:pt x="0" y="96"/>
                      </a:lnTo>
                      <a:lnTo>
                        <a:pt x="18" y="198"/>
                      </a:lnTo>
                      <a:lnTo>
                        <a:pt x="774" y="198"/>
                      </a:lnTo>
                      <a:cubicBezTo>
                        <a:pt x="896" y="180"/>
                        <a:pt x="750" y="123"/>
                        <a:pt x="750" y="90"/>
                      </a:cubicBezTo>
                      <a:cubicBezTo>
                        <a:pt x="750" y="57"/>
                        <a:pt x="896" y="15"/>
                        <a:pt x="774" y="0"/>
                      </a:cubicBezTo>
                      <a:lnTo>
                        <a:pt x="18" y="0"/>
                      </a:lnTo>
                      <a:close/>
                    </a:path>
                  </a:pathLst>
                </a:custGeom>
                <a:gradFill>
                  <a:gsLst>
                    <a:gs pos="0">
                      <a:schemeClr val="dk1"/>
                    </a:gs>
                    <a:gs pos="50000">
                      <a:schemeClr val="lt1"/>
                    </a:gs>
                    <a:gs pos="100000">
                      <a:schemeClr val="dk1"/>
                    </a:gs>
                  </a:gsLst>
                  <a:lin ang="5400000" scaled="0"/>
                </a:gra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24"/>
                <p:cNvSpPr txBox="1"/>
                <p:nvPr/>
              </p:nvSpPr>
              <p:spPr>
                <a:xfrm rot="10800000">
                  <a:off x="1600" y="1475"/>
                  <a:ext cx="896" cy="1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150" name="Google Shape;4150;p24"/>
                <p:cNvSpPr/>
                <p:nvPr/>
              </p:nvSpPr>
              <p:spPr>
                <a:xfrm>
                  <a:off x="2502" y="1506"/>
                  <a:ext cx="62" cy="168"/>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24"/>
                <p:cNvSpPr txBox="1"/>
                <p:nvPr/>
              </p:nvSpPr>
              <p:spPr>
                <a:xfrm rot="10800000">
                  <a:off x="2509" y="1525"/>
                  <a:ext cx="44" cy="11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cxnSp>
              <p:nvCxnSpPr>
                <p:cNvPr id="4152" name="Google Shape;4152;p24"/>
                <p:cNvCxnSpPr/>
                <p:nvPr/>
              </p:nvCxnSpPr>
              <p:spPr>
                <a:xfrm>
                  <a:off x="2526" y="1584"/>
                  <a:ext cx="138" cy="0"/>
                </a:xfrm>
                <a:prstGeom prst="straightConnector1">
                  <a:avLst/>
                </a:prstGeom>
                <a:noFill/>
                <a:ln cap="flat" cmpd="sng" w="28575">
                  <a:solidFill>
                    <a:schemeClr val="dk1"/>
                  </a:solidFill>
                  <a:prstDash val="solid"/>
                  <a:round/>
                  <a:headEnd len="med" w="med" type="none"/>
                  <a:tailEnd len="med" w="med" type="none"/>
                </a:ln>
              </p:spPr>
            </p:cxnSp>
          </p:grpSp>
          <p:sp>
            <p:nvSpPr>
              <p:cNvPr id="4153" name="Google Shape;4153;p24"/>
              <p:cNvSpPr/>
              <p:nvPr/>
            </p:nvSpPr>
            <p:spPr>
              <a:xfrm>
                <a:off x="1536" y="1563"/>
                <a:ext cx="1015" cy="1107"/>
              </a:xfrm>
              <a:custGeom>
                <a:rect b="b" l="l" r="r" t="t"/>
                <a:pathLst>
                  <a:path extrusionOk="0" h="1107" w="1015">
                    <a:moveTo>
                      <a:pt x="1015" y="1107"/>
                    </a:moveTo>
                    <a:lnTo>
                      <a:pt x="0" y="0"/>
                    </a:lnTo>
                    <a:lnTo>
                      <a:pt x="905" y="0"/>
                    </a:lnTo>
                    <a:lnTo>
                      <a:pt x="1015" y="1107"/>
                    </a:lnTo>
                    <a:close/>
                  </a:path>
                </a:pathLst>
              </a:custGeom>
              <a:gradFill>
                <a:gsLst>
                  <a:gs pos="0">
                    <a:schemeClr val="lt1"/>
                  </a:gs>
                  <a:gs pos="100000">
                    <a:schemeClr val="dk1"/>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4" name="Google Shape;4154;p24"/>
              <p:cNvSpPr txBox="1"/>
              <p:nvPr/>
            </p:nvSpPr>
            <p:spPr>
              <a:xfrm rot="10800000">
                <a:off x="1525" y="1550"/>
                <a:ext cx="1015" cy="11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pic>
        <p:nvPicPr>
          <p:cNvPr descr="Puzzle" id="4155" name="Google Shape;4155;p24"/>
          <p:cNvPicPr preferRelativeResize="0"/>
          <p:nvPr/>
        </p:nvPicPr>
        <p:blipFill rotWithShape="1">
          <a:blip r:embed="rId4">
            <a:alphaModFix/>
          </a:blip>
          <a:srcRect b="0" l="0" r="0" t="0"/>
          <a:stretch/>
        </p:blipFill>
        <p:spPr>
          <a:xfrm rot="2653558">
            <a:off x="9939338" y="125413"/>
            <a:ext cx="603250" cy="6032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0" name="Shape 4160"/>
        <p:cNvGrpSpPr/>
        <p:nvPr/>
      </p:nvGrpSpPr>
      <p:grpSpPr>
        <a:xfrm>
          <a:off x="0" y="0"/>
          <a:ext cx="0" cy="0"/>
          <a:chOff x="0" y="0"/>
          <a:chExt cx="0" cy="0"/>
        </a:xfrm>
      </p:grpSpPr>
      <p:sp>
        <p:nvSpPr>
          <p:cNvPr id="4161" name="Google Shape;4161;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Introduction: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4162" name="Google Shape;4162;p25"/>
          <p:cNvSpPr txBox="1"/>
          <p:nvPr>
            <p:ph type="title"/>
          </p:nvPr>
        </p:nvSpPr>
        <p:spPr>
          <a:xfrm>
            <a:off x="848710" y="27314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Access networks: home networks</a:t>
            </a:r>
            <a:endParaRPr/>
          </a:p>
        </p:txBody>
      </p:sp>
      <p:sp>
        <p:nvSpPr>
          <p:cNvPr id="4163" name="Google Shape;4163;p25"/>
          <p:cNvSpPr/>
          <p:nvPr/>
        </p:nvSpPr>
        <p:spPr>
          <a:xfrm>
            <a:off x="2624905" y="1540065"/>
            <a:ext cx="5649912" cy="768350"/>
          </a:xfrm>
          <a:prstGeom prst="triangle">
            <a:avLst>
              <a:gd fmla="val 50000" name="adj"/>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4164" name="Google Shape;4164;p25"/>
          <p:cNvSpPr txBox="1"/>
          <p:nvPr/>
        </p:nvSpPr>
        <p:spPr>
          <a:xfrm>
            <a:off x="8558440" y="3462573"/>
            <a:ext cx="2897188" cy="722955"/>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2400">
                <a:solidFill>
                  <a:schemeClr val="dk1"/>
                </a:solidFill>
                <a:latin typeface="Calibri"/>
                <a:ea typeface="Calibri"/>
                <a:cs typeface="Calibri"/>
                <a:sym typeface="Calibri"/>
              </a:rPr>
              <a:t>to/from headend or central office</a:t>
            </a:r>
            <a:endParaRPr/>
          </a:p>
        </p:txBody>
      </p:sp>
      <p:sp>
        <p:nvSpPr>
          <p:cNvPr id="4165" name="Google Shape;4165;p25"/>
          <p:cNvSpPr/>
          <p:nvPr/>
        </p:nvSpPr>
        <p:spPr>
          <a:xfrm>
            <a:off x="3059880" y="2294128"/>
            <a:ext cx="4781550" cy="2662237"/>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nvGrpSpPr>
          <p:cNvPr id="4166" name="Google Shape;4166;p25"/>
          <p:cNvGrpSpPr/>
          <p:nvPr/>
        </p:nvGrpSpPr>
        <p:grpSpPr>
          <a:xfrm>
            <a:off x="6158680" y="3633978"/>
            <a:ext cx="3000375" cy="361950"/>
            <a:chOff x="2434" y="2109"/>
            <a:chExt cx="1890" cy="228"/>
          </a:xfrm>
        </p:grpSpPr>
        <p:grpSp>
          <p:nvGrpSpPr>
            <p:cNvPr id="4167" name="Google Shape;4167;p25"/>
            <p:cNvGrpSpPr/>
            <p:nvPr/>
          </p:nvGrpSpPr>
          <p:grpSpPr>
            <a:xfrm>
              <a:off x="2722" y="2109"/>
              <a:ext cx="642" cy="228"/>
              <a:chOff x="322" y="890"/>
              <a:chExt cx="872" cy="339"/>
            </a:xfrm>
          </p:grpSpPr>
          <p:sp>
            <p:nvSpPr>
              <p:cNvPr id="4168" name="Google Shape;4168;p25"/>
              <p:cNvSpPr/>
              <p:nvPr/>
            </p:nvSpPr>
            <p:spPr>
              <a:xfrm>
                <a:off x="323" y="1004"/>
                <a:ext cx="871" cy="225"/>
              </a:xfrm>
              <a:prstGeom prst="rect">
                <a:avLst/>
              </a:prstGeom>
              <a:solidFill>
                <a:srgbClr val="BFBFB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4169" name="Google Shape;4169;p25"/>
              <p:cNvSpPr/>
              <p:nvPr/>
            </p:nvSpPr>
            <p:spPr>
              <a:xfrm>
                <a:off x="393" y="1073"/>
                <a:ext cx="57" cy="57"/>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4170" name="Google Shape;4170;p25"/>
              <p:cNvSpPr/>
              <p:nvPr/>
            </p:nvSpPr>
            <p:spPr>
              <a:xfrm>
                <a:off x="467" y="1073"/>
                <a:ext cx="56" cy="57"/>
              </a:xfrm>
              <a:prstGeom prst="rect">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4171" name="Google Shape;4171;p25"/>
              <p:cNvSpPr/>
              <p:nvPr/>
            </p:nvSpPr>
            <p:spPr>
              <a:xfrm>
                <a:off x="541" y="1071"/>
                <a:ext cx="56" cy="55"/>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4172" name="Google Shape;4172;p25"/>
              <p:cNvSpPr/>
              <p:nvPr/>
            </p:nvSpPr>
            <p:spPr>
              <a:xfrm>
                <a:off x="615" y="1071"/>
                <a:ext cx="56" cy="55"/>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4173" name="Google Shape;4173;p25"/>
              <p:cNvSpPr/>
              <p:nvPr/>
            </p:nvSpPr>
            <p:spPr>
              <a:xfrm flipH="1" rot="10800000">
                <a:off x="322" y="890"/>
                <a:ext cx="859" cy="110"/>
              </a:xfrm>
              <a:custGeom>
                <a:rect b="b" l="l" r="r" t="t"/>
                <a:pathLst>
                  <a:path extrusionOk="0" h="21600" w="21600">
                    <a:moveTo>
                      <a:pt x="0" y="0"/>
                    </a:moveTo>
                    <a:lnTo>
                      <a:pt x="5400" y="21600"/>
                    </a:lnTo>
                    <a:lnTo>
                      <a:pt x="16200" y="21600"/>
                    </a:lnTo>
                    <a:lnTo>
                      <a:pt x="21600" y="0"/>
                    </a:lnTo>
                    <a:lnTo>
                      <a:pt x="0" y="0"/>
                    </a:lnTo>
                    <a:close/>
                  </a:path>
                </a:pathLst>
              </a:custGeom>
              <a:solidFill>
                <a:srgbClr val="D8D8D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cxnSp>
          <p:nvCxnSpPr>
            <p:cNvPr id="4174" name="Google Shape;4174;p25"/>
            <p:cNvCxnSpPr/>
            <p:nvPr/>
          </p:nvCxnSpPr>
          <p:spPr>
            <a:xfrm rot="10800000">
              <a:off x="3361" y="2258"/>
              <a:ext cx="963" cy="0"/>
            </a:xfrm>
            <a:prstGeom prst="straightConnector1">
              <a:avLst/>
            </a:prstGeom>
            <a:noFill/>
            <a:ln cap="flat" cmpd="sng" w="25400">
              <a:solidFill>
                <a:schemeClr val="dk1"/>
              </a:solidFill>
              <a:prstDash val="solid"/>
              <a:round/>
              <a:headEnd len="med" w="med" type="none"/>
              <a:tailEnd len="med" w="med" type="none"/>
            </a:ln>
          </p:spPr>
        </p:cxnSp>
        <p:cxnSp>
          <p:nvCxnSpPr>
            <p:cNvPr id="4175" name="Google Shape;4175;p25"/>
            <p:cNvCxnSpPr/>
            <p:nvPr/>
          </p:nvCxnSpPr>
          <p:spPr>
            <a:xfrm rot="10800000">
              <a:off x="2434" y="2261"/>
              <a:ext cx="288" cy="0"/>
            </a:xfrm>
            <a:prstGeom prst="straightConnector1">
              <a:avLst/>
            </a:prstGeom>
            <a:noFill/>
            <a:ln cap="flat" cmpd="sng" w="25400">
              <a:solidFill>
                <a:schemeClr val="dk1"/>
              </a:solidFill>
              <a:prstDash val="solid"/>
              <a:round/>
              <a:headEnd len="med" w="med" type="none"/>
              <a:tailEnd len="med" w="med" type="none"/>
            </a:ln>
          </p:spPr>
        </p:cxnSp>
      </p:grpSp>
      <p:cxnSp>
        <p:nvCxnSpPr>
          <p:cNvPr id="4176" name="Google Shape;4176;p25"/>
          <p:cNvCxnSpPr/>
          <p:nvPr/>
        </p:nvCxnSpPr>
        <p:spPr>
          <a:xfrm rot="10800000">
            <a:off x="4306067" y="3845115"/>
            <a:ext cx="822325" cy="0"/>
          </a:xfrm>
          <a:prstGeom prst="straightConnector1">
            <a:avLst/>
          </a:prstGeom>
          <a:noFill/>
          <a:ln cap="flat" cmpd="sng" w="25400">
            <a:solidFill>
              <a:schemeClr val="dk1"/>
            </a:solidFill>
            <a:prstDash val="solid"/>
            <a:round/>
            <a:headEnd len="med" w="med" type="none"/>
            <a:tailEnd len="med" w="med" type="none"/>
          </a:ln>
        </p:spPr>
      </p:cxnSp>
      <p:grpSp>
        <p:nvGrpSpPr>
          <p:cNvPr id="4177" name="Google Shape;4177;p25"/>
          <p:cNvGrpSpPr/>
          <p:nvPr/>
        </p:nvGrpSpPr>
        <p:grpSpPr>
          <a:xfrm>
            <a:off x="3685355" y="3265678"/>
            <a:ext cx="1068387" cy="820737"/>
            <a:chOff x="2967" y="478"/>
            <a:chExt cx="788" cy="625"/>
          </a:xfrm>
        </p:grpSpPr>
        <p:pic>
          <p:nvPicPr>
            <p:cNvPr descr="access_point_stylized_small" id="4178" name="Google Shape;4178;p25"/>
            <p:cNvPicPr preferRelativeResize="0"/>
            <p:nvPr/>
          </p:nvPicPr>
          <p:blipFill rotWithShape="1">
            <a:blip r:embed="rId3">
              <a:alphaModFix/>
            </a:blip>
            <a:srcRect b="0" l="0" r="0" t="0"/>
            <a:stretch/>
          </p:blipFill>
          <p:spPr>
            <a:xfrm>
              <a:off x="3012" y="559"/>
              <a:ext cx="576" cy="544"/>
            </a:xfrm>
            <a:prstGeom prst="rect">
              <a:avLst/>
            </a:prstGeom>
            <a:noFill/>
            <a:ln>
              <a:noFill/>
            </a:ln>
          </p:spPr>
        </p:pic>
        <p:pic>
          <p:nvPicPr>
            <p:cNvPr descr="antenna_radiation_stylized" id="4179" name="Google Shape;4179;p25"/>
            <p:cNvPicPr preferRelativeResize="0"/>
            <p:nvPr/>
          </p:nvPicPr>
          <p:blipFill rotWithShape="1">
            <a:blip r:embed="rId4">
              <a:alphaModFix/>
            </a:blip>
            <a:srcRect b="0" l="0" r="0" t="0"/>
            <a:stretch/>
          </p:blipFill>
          <p:spPr>
            <a:xfrm>
              <a:off x="2967" y="478"/>
              <a:ext cx="788" cy="188"/>
            </a:xfrm>
            <a:prstGeom prst="rect">
              <a:avLst/>
            </a:prstGeom>
            <a:noFill/>
            <a:ln>
              <a:noFill/>
            </a:ln>
          </p:spPr>
        </p:pic>
      </p:grpSp>
      <p:cxnSp>
        <p:nvCxnSpPr>
          <p:cNvPr id="4180" name="Google Shape;4180;p25"/>
          <p:cNvCxnSpPr/>
          <p:nvPr/>
        </p:nvCxnSpPr>
        <p:spPr>
          <a:xfrm rot="10800000">
            <a:off x="5632155" y="3109101"/>
            <a:ext cx="0" cy="468312"/>
          </a:xfrm>
          <a:prstGeom prst="straightConnector1">
            <a:avLst/>
          </a:prstGeom>
          <a:noFill/>
          <a:ln cap="flat" cmpd="sng" w="25400">
            <a:solidFill>
              <a:schemeClr val="dk1"/>
            </a:solidFill>
            <a:prstDash val="solid"/>
            <a:round/>
            <a:headEnd len="med" w="med" type="none"/>
            <a:tailEnd len="med" w="med" type="none"/>
          </a:ln>
        </p:spPr>
      </p:cxnSp>
      <p:grpSp>
        <p:nvGrpSpPr>
          <p:cNvPr id="4181" name="Google Shape;4181;p25"/>
          <p:cNvGrpSpPr/>
          <p:nvPr/>
        </p:nvGrpSpPr>
        <p:grpSpPr>
          <a:xfrm>
            <a:off x="7196905" y="4084827"/>
            <a:ext cx="2527300" cy="1298574"/>
            <a:chOff x="3355" y="2333"/>
            <a:chExt cx="1592" cy="818"/>
          </a:xfrm>
        </p:grpSpPr>
        <p:sp>
          <p:nvSpPr>
            <p:cNvPr id="4182" name="Google Shape;4182;p25"/>
            <p:cNvSpPr txBox="1"/>
            <p:nvPr/>
          </p:nvSpPr>
          <p:spPr>
            <a:xfrm>
              <a:off x="3355" y="2934"/>
              <a:ext cx="1592" cy="217"/>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lang="en-US" sz="2000">
                  <a:solidFill>
                    <a:schemeClr val="dk1"/>
                  </a:solidFill>
                  <a:latin typeface="Calibri"/>
                  <a:ea typeface="Calibri"/>
                  <a:cs typeface="Calibri"/>
                  <a:sym typeface="Calibri"/>
                </a:rPr>
                <a:t>cable or DSL modem</a:t>
              </a:r>
              <a:endParaRPr/>
            </a:p>
          </p:txBody>
        </p:sp>
        <p:cxnSp>
          <p:nvCxnSpPr>
            <p:cNvPr id="4183" name="Google Shape;4183;p25"/>
            <p:cNvCxnSpPr/>
            <p:nvPr/>
          </p:nvCxnSpPr>
          <p:spPr>
            <a:xfrm>
              <a:off x="3449" y="2333"/>
              <a:ext cx="0" cy="590"/>
            </a:xfrm>
            <a:prstGeom prst="straightConnector1">
              <a:avLst/>
            </a:prstGeom>
            <a:noFill/>
            <a:ln cap="flat" cmpd="sng" w="19050">
              <a:solidFill>
                <a:srgbClr val="CC0000"/>
              </a:solidFill>
              <a:prstDash val="solid"/>
              <a:round/>
              <a:headEnd len="med" w="med" type="none"/>
              <a:tailEnd len="med" w="med" type="none"/>
            </a:ln>
          </p:spPr>
        </p:cxnSp>
      </p:grpSp>
      <p:grpSp>
        <p:nvGrpSpPr>
          <p:cNvPr id="4184" name="Google Shape;4184;p25"/>
          <p:cNvGrpSpPr/>
          <p:nvPr/>
        </p:nvGrpSpPr>
        <p:grpSpPr>
          <a:xfrm>
            <a:off x="5931667" y="4076891"/>
            <a:ext cx="2593975" cy="1811338"/>
            <a:chOff x="2558" y="2328"/>
            <a:chExt cx="1634" cy="1141"/>
          </a:xfrm>
        </p:grpSpPr>
        <p:sp>
          <p:nvSpPr>
            <p:cNvPr id="4185" name="Google Shape;4185;p25"/>
            <p:cNvSpPr txBox="1"/>
            <p:nvPr/>
          </p:nvSpPr>
          <p:spPr>
            <a:xfrm>
              <a:off x="2558" y="3252"/>
              <a:ext cx="1634" cy="217"/>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lang="en-US" sz="2000">
                  <a:solidFill>
                    <a:schemeClr val="dk1"/>
                  </a:solidFill>
                  <a:latin typeface="Calibri"/>
                  <a:ea typeface="Calibri"/>
                  <a:cs typeface="Calibri"/>
                  <a:sym typeface="Calibri"/>
                </a:rPr>
                <a:t>router, firewall, NAT</a:t>
              </a:r>
              <a:endParaRPr/>
            </a:p>
          </p:txBody>
        </p:sp>
        <p:cxnSp>
          <p:nvCxnSpPr>
            <p:cNvPr id="4186" name="Google Shape;4186;p25"/>
            <p:cNvCxnSpPr/>
            <p:nvPr/>
          </p:nvCxnSpPr>
          <p:spPr>
            <a:xfrm>
              <a:off x="2645" y="2328"/>
              <a:ext cx="0" cy="938"/>
            </a:xfrm>
            <a:prstGeom prst="straightConnector1">
              <a:avLst/>
            </a:prstGeom>
            <a:noFill/>
            <a:ln cap="flat" cmpd="sng" w="19050">
              <a:solidFill>
                <a:srgbClr val="CC0000"/>
              </a:solidFill>
              <a:prstDash val="solid"/>
              <a:round/>
              <a:headEnd len="med" w="med" type="none"/>
              <a:tailEnd len="med" w="med" type="none"/>
            </a:ln>
          </p:spPr>
        </p:cxnSp>
      </p:grpSp>
      <p:grpSp>
        <p:nvGrpSpPr>
          <p:cNvPr id="4187" name="Google Shape;4187;p25"/>
          <p:cNvGrpSpPr/>
          <p:nvPr/>
        </p:nvGrpSpPr>
        <p:grpSpPr>
          <a:xfrm>
            <a:off x="5476055" y="4957952"/>
            <a:ext cx="2927350" cy="1425205"/>
            <a:chOff x="2062" y="2532"/>
            <a:chExt cx="1844" cy="1239"/>
          </a:xfrm>
        </p:grpSpPr>
        <p:cxnSp>
          <p:nvCxnSpPr>
            <p:cNvPr id="4188" name="Google Shape;4188;p25"/>
            <p:cNvCxnSpPr/>
            <p:nvPr/>
          </p:nvCxnSpPr>
          <p:spPr>
            <a:xfrm>
              <a:off x="2064" y="2532"/>
              <a:ext cx="0" cy="938"/>
            </a:xfrm>
            <a:prstGeom prst="straightConnector1">
              <a:avLst/>
            </a:prstGeom>
            <a:noFill/>
            <a:ln cap="flat" cmpd="sng" w="19050">
              <a:solidFill>
                <a:srgbClr val="CC0000"/>
              </a:solidFill>
              <a:prstDash val="solid"/>
              <a:round/>
              <a:headEnd len="med" w="med" type="none"/>
              <a:tailEnd len="med" w="med" type="none"/>
            </a:ln>
          </p:spPr>
        </p:cxnSp>
        <p:sp>
          <p:nvSpPr>
            <p:cNvPr id="4189" name="Google Shape;4189;p25"/>
            <p:cNvSpPr txBox="1"/>
            <p:nvPr/>
          </p:nvSpPr>
          <p:spPr>
            <a:xfrm>
              <a:off x="2062" y="3471"/>
              <a:ext cx="1844" cy="30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lang="en-US" sz="2000">
                  <a:solidFill>
                    <a:schemeClr val="dk1"/>
                  </a:solidFill>
                  <a:latin typeface="Calibri"/>
                  <a:ea typeface="Calibri"/>
                  <a:cs typeface="Calibri"/>
                  <a:sym typeface="Calibri"/>
                </a:rPr>
                <a:t>wired Ethernet (1 Gbps)</a:t>
              </a:r>
              <a:endParaRPr/>
            </a:p>
          </p:txBody>
        </p:sp>
      </p:grpSp>
      <p:grpSp>
        <p:nvGrpSpPr>
          <p:cNvPr id="4190" name="Google Shape;4190;p25"/>
          <p:cNvGrpSpPr/>
          <p:nvPr/>
        </p:nvGrpSpPr>
        <p:grpSpPr>
          <a:xfrm>
            <a:off x="1907355" y="4107051"/>
            <a:ext cx="2354262" cy="2103436"/>
            <a:chOff x="23" y="2347"/>
            <a:chExt cx="1483" cy="1325"/>
          </a:xfrm>
        </p:grpSpPr>
        <p:cxnSp>
          <p:nvCxnSpPr>
            <p:cNvPr id="4191" name="Google Shape;4191;p25"/>
            <p:cNvCxnSpPr/>
            <p:nvPr/>
          </p:nvCxnSpPr>
          <p:spPr>
            <a:xfrm>
              <a:off x="1360" y="2347"/>
              <a:ext cx="0" cy="938"/>
            </a:xfrm>
            <a:prstGeom prst="straightConnector1">
              <a:avLst/>
            </a:prstGeom>
            <a:noFill/>
            <a:ln cap="flat" cmpd="sng" w="19050">
              <a:solidFill>
                <a:srgbClr val="CC0000"/>
              </a:solidFill>
              <a:prstDash val="solid"/>
              <a:round/>
              <a:headEnd len="med" w="med" type="none"/>
              <a:tailEnd len="med" w="med" type="none"/>
            </a:ln>
          </p:spPr>
        </p:cxnSp>
        <p:sp>
          <p:nvSpPr>
            <p:cNvPr id="4192" name="Google Shape;4192;p25"/>
            <p:cNvSpPr txBox="1"/>
            <p:nvPr/>
          </p:nvSpPr>
          <p:spPr>
            <a:xfrm>
              <a:off x="23" y="3300"/>
              <a:ext cx="1483" cy="372"/>
            </a:xfrm>
            <a:prstGeom prst="rect">
              <a:avLst/>
            </a:prstGeom>
            <a:noFill/>
            <a:ln>
              <a:noFill/>
            </a:ln>
          </p:spPr>
          <p:txBody>
            <a:bodyPr anchorCtr="0" anchor="t" bIns="45700" lIns="91425" spcFirstLastPara="1" rIns="91425" wrap="square" tIns="45700">
              <a:spAutoFit/>
            </a:bodyPr>
            <a:lstStyle/>
            <a:p>
              <a:pPr indent="0" lvl="0" marL="0" marR="0" rtl="0" algn="r">
                <a:lnSpc>
                  <a:spcPct val="80000"/>
                </a:lnSpc>
                <a:spcBef>
                  <a:spcPts val="0"/>
                </a:spcBef>
                <a:spcAft>
                  <a:spcPts val="0"/>
                </a:spcAft>
                <a:buNone/>
              </a:pPr>
              <a:r>
                <a:rPr lang="en-US" sz="2000">
                  <a:solidFill>
                    <a:schemeClr val="dk1"/>
                  </a:solidFill>
                  <a:latin typeface="Calibri"/>
                  <a:ea typeface="Calibri"/>
                  <a:cs typeface="Calibri"/>
                  <a:sym typeface="Calibri"/>
                </a:rPr>
                <a:t>WiFi wireless access </a:t>
              </a:r>
              <a:endParaRPr/>
            </a:p>
            <a:p>
              <a:pPr indent="0" lvl="0" marL="0" marR="0" rtl="0" algn="r">
                <a:lnSpc>
                  <a:spcPct val="80000"/>
                </a:lnSpc>
                <a:spcBef>
                  <a:spcPts val="0"/>
                </a:spcBef>
                <a:spcAft>
                  <a:spcPts val="0"/>
                </a:spcAft>
                <a:buNone/>
              </a:pPr>
              <a:r>
                <a:rPr lang="en-US" sz="2000">
                  <a:solidFill>
                    <a:schemeClr val="dk1"/>
                  </a:solidFill>
                  <a:latin typeface="Calibri"/>
                  <a:ea typeface="Calibri"/>
                  <a:cs typeface="Calibri"/>
                  <a:sym typeface="Calibri"/>
                </a:rPr>
                <a:t>point (54, 450 Mbps)</a:t>
              </a:r>
              <a:endParaRPr/>
            </a:p>
          </p:txBody>
        </p:sp>
      </p:grpSp>
      <p:sp>
        <p:nvSpPr>
          <p:cNvPr id="4193" name="Google Shape;4193;p25"/>
          <p:cNvSpPr txBox="1"/>
          <p:nvPr/>
        </p:nvSpPr>
        <p:spPr>
          <a:xfrm>
            <a:off x="3011202" y="1523624"/>
            <a:ext cx="1196930" cy="757130"/>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None/>
            </a:pPr>
            <a:r>
              <a:rPr lang="en-US" sz="2400">
                <a:solidFill>
                  <a:schemeClr val="dk1"/>
                </a:solidFill>
                <a:latin typeface="Calibri"/>
                <a:ea typeface="Calibri"/>
                <a:cs typeface="Calibri"/>
                <a:sym typeface="Calibri"/>
              </a:rPr>
              <a:t>wireless</a:t>
            </a:r>
            <a:endParaRPr/>
          </a:p>
          <a:p>
            <a:pPr indent="0" lvl="0" marL="0" marR="0" rtl="0" algn="r">
              <a:lnSpc>
                <a:spcPct val="90000"/>
              </a:lnSpc>
              <a:spcBef>
                <a:spcPts val="0"/>
              </a:spcBef>
              <a:spcAft>
                <a:spcPts val="0"/>
              </a:spcAft>
              <a:buNone/>
            </a:pPr>
            <a:r>
              <a:rPr lang="en-US" sz="2400">
                <a:solidFill>
                  <a:schemeClr val="dk1"/>
                </a:solidFill>
                <a:latin typeface="Calibri"/>
                <a:ea typeface="Calibri"/>
                <a:cs typeface="Calibri"/>
                <a:sym typeface="Calibri"/>
              </a:rPr>
              <a:t>devices</a:t>
            </a:r>
            <a:endParaRPr/>
          </a:p>
        </p:txBody>
      </p:sp>
      <p:grpSp>
        <p:nvGrpSpPr>
          <p:cNvPr id="4194" name="Google Shape;4194;p25"/>
          <p:cNvGrpSpPr/>
          <p:nvPr/>
        </p:nvGrpSpPr>
        <p:grpSpPr>
          <a:xfrm>
            <a:off x="3255142" y="2335403"/>
            <a:ext cx="733425" cy="758825"/>
            <a:chOff x="2751" y="1851"/>
            <a:chExt cx="462" cy="478"/>
          </a:xfrm>
        </p:grpSpPr>
        <p:pic>
          <p:nvPicPr>
            <p:cNvPr descr="iphone_stylized_small" id="4195" name="Google Shape;4195;p25"/>
            <p:cNvPicPr preferRelativeResize="0"/>
            <p:nvPr/>
          </p:nvPicPr>
          <p:blipFill rotWithShape="1">
            <a:blip r:embed="rId5">
              <a:alphaModFix/>
            </a:blip>
            <a:srcRect b="0" l="0" r="0" t="0"/>
            <a:stretch/>
          </p:blipFill>
          <p:spPr>
            <a:xfrm>
              <a:off x="2928" y="1922"/>
              <a:ext cx="152" cy="407"/>
            </a:xfrm>
            <a:prstGeom prst="rect">
              <a:avLst/>
            </a:prstGeom>
            <a:noFill/>
            <a:ln>
              <a:noFill/>
            </a:ln>
          </p:spPr>
        </p:pic>
        <p:pic>
          <p:nvPicPr>
            <p:cNvPr descr="antenna_radiation_stylized" id="4196" name="Google Shape;4196;p25"/>
            <p:cNvPicPr preferRelativeResize="0"/>
            <p:nvPr/>
          </p:nvPicPr>
          <p:blipFill rotWithShape="1">
            <a:blip r:embed="rId4">
              <a:alphaModFix/>
            </a:blip>
            <a:srcRect b="0" l="0" r="0" t="0"/>
            <a:stretch/>
          </p:blipFill>
          <p:spPr>
            <a:xfrm>
              <a:off x="2751" y="1851"/>
              <a:ext cx="462" cy="110"/>
            </a:xfrm>
            <a:prstGeom prst="rect">
              <a:avLst/>
            </a:prstGeom>
            <a:noFill/>
            <a:ln>
              <a:noFill/>
            </a:ln>
          </p:spPr>
        </p:pic>
      </p:grpSp>
      <p:cxnSp>
        <p:nvCxnSpPr>
          <p:cNvPr id="4197" name="Google Shape;4197;p25"/>
          <p:cNvCxnSpPr/>
          <p:nvPr/>
        </p:nvCxnSpPr>
        <p:spPr>
          <a:xfrm>
            <a:off x="5632155" y="4054099"/>
            <a:ext cx="2" cy="225129"/>
          </a:xfrm>
          <a:prstGeom prst="straightConnector1">
            <a:avLst/>
          </a:prstGeom>
          <a:noFill/>
          <a:ln cap="flat" cmpd="sng" w="25400">
            <a:solidFill>
              <a:schemeClr val="dk1"/>
            </a:solidFill>
            <a:prstDash val="solid"/>
            <a:round/>
            <a:headEnd len="med" w="med" type="none"/>
            <a:tailEnd len="med" w="med" type="none"/>
          </a:ln>
        </p:spPr>
      </p:cxnSp>
      <p:sp>
        <p:nvSpPr>
          <p:cNvPr id="4198" name="Google Shape;4198;p25"/>
          <p:cNvSpPr/>
          <p:nvPr/>
        </p:nvSpPr>
        <p:spPr>
          <a:xfrm>
            <a:off x="3151955" y="3382613"/>
            <a:ext cx="4895850" cy="810170"/>
          </a:xfrm>
          <a:prstGeom prst="ellipse">
            <a:avLst/>
          </a:prstGeom>
          <a:noFill/>
          <a:ln cap="flat" cmpd="sng" w="19050">
            <a:solidFill>
              <a:srgbClr val="CC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nvGrpSpPr>
          <p:cNvPr id="4199" name="Google Shape;4199;p25"/>
          <p:cNvGrpSpPr/>
          <p:nvPr/>
        </p:nvGrpSpPr>
        <p:grpSpPr>
          <a:xfrm>
            <a:off x="1907354" y="3913382"/>
            <a:ext cx="1730376" cy="774701"/>
            <a:chOff x="23" y="2225"/>
            <a:chExt cx="1090" cy="488"/>
          </a:xfrm>
        </p:grpSpPr>
        <p:sp>
          <p:nvSpPr>
            <p:cNvPr id="4200" name="Google Shape;4200;p25"/>
            <p:cNvSpPr txBox="1"/>
            <p:nvPr/>
          </p:nvSpPr>
          <p:spPr>
            <a:xfrm>
              <a:off x="23" y="2357"/>
              <a:ext cx="1090" cy="356"/>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None/>
              </a:pPr>
              <a:r>
                <a:rPr lang="en-US" sz="1800">
                  <a:solidFill>
                    <a:schemeClr val="dk1"/>
                  </a:solidFill>
                  <a:latin typeface="Calibri"/>
                  <a:ea typeface="Calibri"/>
                  <a:cs typeface="Calibri"/>
                  <a:sym typeface="Calibri"/>
                </a:rPr>
                <a:t>often combined </a:t>
              </a:r>
              <a:endParaRPr/>
            </a:p>
            <a:p>
              <a:pPr indent="0" lvl="0" marL="0" marR="0" rtl="0" algn="r">
                <a:lnSpc>
                  <a:spcPct val="85000"/>
                </a:lnSpc>
                <a:spcBef>
                  <a:spcPts val="0"/>
                </a:spcBef>
                <a:spcAft>
                  <a:spcPts val="0"/>
                </a:spcAft>
                <a:buNone/>
              </a:pPr>
              <a:r>
                <a:rPr lang="en-US" sz="1800">
                  <a:solidFill>
                    <a:schemeClr val="dk1"/>
                  </a:solidFill>
                  <a:latin typeface="Calibri"/>
                  <a:ea typeface="Calibri"/>
                  <a:cs typeface="Calibri"/>
                  <a:sym typeface="Calibri"/>
                </a:rPr>
                <a:t>in single box</a:t>
              </a:r>
              <a:endParaRPr/>
            </a:p>
          </p:txBody>
        </p:sp>
        <p:cxnSp>
          <p:nvCxnSpPr>
            <p:cNvPr id="4201" name="Google Shape;4201;p25"/>
            <p:cNvCxnSpPr/>
            <p:nvPr/>
          </p:nvCxnSpPr>
          <p:spPr>
            <a:xfrm flipH="1" rot="10800000">
              <a:off x="590" y="2225"/>
              <a:ext cx="238" cy="172"/>
            </a:xfrm>
            <a:prstGeom prst="straightConnector1">
              <a:avLst/>
            </a:prstGeom>
            <a:noFill/>
            <a:ln cap="flat" cmpd="sng" w="9525">
              <a:solidFill>
                <a:schemeClr val="dk1"/>
              </a:solidFill>
              <a:prstDash val="solid"/>
              <a:round/>
              <a:headEnd len="med" w="med" type="none"/>
              <a:tailEnd len="med" w="med" type="none"/>
            </a:ln>
          </p:spPr>
        </p:cxnSp>
      </p:grpSp>
      <p:grpSp>
        <p:nvGrpSpPr>
          <p:cNvPr id="4202" name="Google Shape;4202;p25"/>
          <p:cNvGrpSpPr/>
          <p:nvPr/>
        </p:nvGrpSpPr>
        <p:grpSpPr>
          <a:xfrm>
            <a:off x="4250505" y="1948053"/>
            <a:ext cx="954087" cy="1041126"/>
            <a:chOff x="877" y="1008"/>
            <a:chExt cx="2747" cy="2626"/>
          </a:xfrm>
        </p:grpSpPr>
        <p:pic>
          <p:nvPicPr>
            <p:cNvPr descr="antenna_stylized" id="4203" name="Google Shape;4203;p25"/>
            <p:cNvPicPr preferRelativeResize="0"/>
            <p:nvPr/>
          </p:nvPicPr>
          <p:blipFill rotWithShape="1">
            <a:blip r:embed="rId6">
              <a:alphaModFix/>
            </a:blip>
            <a:srcRect b="0" l="0" r="0" t="0"/>
            <a:stretch/>
          </p:blipFill>
          <p:spPr>
            <a:xfrm>
              <a:off x="877" y="1008"/>
              <a:ext cx="2725" cy="1421"/>
            </a:xfrm>
            <a:prstGeom prst="rect">
              <a:avLst/>
            </a:prstGeom>
            <a:noFill/>
            <a:ln>
              <a:noFill/>
            </a:ln>
          </p:spPr>
        </p:pic>
        <p:pic>
          <p:nvPicPr>
            <p:cNvPr descr="laptop_keyboard" id="4204" name="Google Shape;4204;p25"/>
            <p:cNvPicPr preferRelativeResize="0"/>
            <p:nvPr/>
          </p:nvPicPr>
          <p:blipFill rotWithShape="1">
            <a:blip r:embed="rId7">
              <a:alphaModFix/>
            </a:blip>
            <a:srcRect b="0" l="0" r="0" t="0"/>
            <a:stretch/>
          </p:blipFill>
          <p:spPr>
            <a:xfrm flipH="1" rot="109064">
              <a:off x="1009" y="2586"/>
              <a:ext cx="2245" cy="1013"/>
            </a:xfrm>
            <a:prstGeom prst="rect">
              <a:avLst/>
            </a:prstGeom>
            <a:noFill/>
            <a:ln>
              <a:noFill/>
            </a:ln>
          </p:spPr>
        </p:pic>
        <p:sp>
          <p:nvSpPr>
            <p:cNvPr id="4205" name="Google Shape;4205;p25"/>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pic>
          <p:nvPicPr>
            <p:cNvPr descr="screen" id="4206" name="Google Shape;4206;p25"/>
            <p:cNvPicPr preferRelativeResize="0"/>
            <p:nvPr/>
          </p:nvPicPr>
          <p:blipFill rotWithShape="1">
            <a:blip r:embed="rId8">
              <a:alphaModFix/>
            </a:blip>
            <a:srcRect b="0" l="0" r="0" t="0"/>
            <a:stretch/>
          </p:blipFill>
          <p:spPr>
            <a:xfrm>
              <a:off x="1842" y="1637"/>
              <a:ext cx="1642" cy="1203"/>
            </a:xfrm>
            <a:prstGeom prst="rect">
              <a:avLst/>
            </a:prstGeom>
            <a:noFill/>
            <a:ln>
              <a:noFill/>
            </a:ln>
          </p:spPr>
        </p:pic>
        <p:sp>
          <p:nvSpPr>
            <p:cNvPr id="4207" name="Google Shape;4207;p25"/>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08" name="Google Shape;4208;p25"/>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09" name="Google Shape;4209;p25"/>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10" name="Google Shape;4210;p25"/>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11" name="Google Shape;4211;p25"/>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12" name="Google Shape;4212;p25"/>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4213" name="Google Shape;4213;p25"/>
            <p:cNvGrpSpPr/>
            <p:nvPr/>
          </p:nvGrpSpPr>
          <p:grpSpPr>
            <a:xfrm>
              <a:off x="1709" y="3008"/>
              <a:ext cx="507" cy="234"/>
              <a:chOff x="1740" y="2642"/>
              <a:chExt cx="752" cy="327"/>
            </a:xfrm>
          </p:grpSpPr>
          <p:sp>
            <p:nvSpPr>
              <p:cNvPr id="4214" name="Google Shape;4214;p25"/>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15" name="Google Shape;4215;p25"/>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16" name="Google Shape;4216;p25"/>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17" name="Google Shape;4217;p25"/>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18" name="Google Shape;4218;p25"/>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19" name="Google Shape;4219;p25"/>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4220" name="Google Shape;4220;p25"/>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21" name="Google Shape;4221;p25"/>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22" name="Google Shape;4222;p25"/>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23" name="Google Shape;4223;p25"/>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24" name="Google Shape;4224;p25"/>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225" name="Google Shape;4225;p25"/>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4226" name="Google Shape;4226;p25"/>
          <p:cNvGrpSpPr/>
          <p:nvPr/>
        </p:nvGrpSpPr>
        <p:grpSpPr>
          <a:xfrm>
            <a:off x="5020442" y="2413190"/>
            <a:ext cx="1123950" cy="862013"/>
            <a:chOff x="-44" y="1473"/>
            <a:chExt cx="981" cy="1105"/>
          </a:xfrm>
        </p:grpSpPr>
        <p:pic>
          <p:nvPicPr>
            <p:cNvPr descr="desktop_computer_stylized_medium" id="4227" name="Google Shape;4227;p25"/>
            <p:cNvPicPr preferRelativeResize="0"/>
            <p:nvPr/>
          </p:nvPicPr>
          <p:blipFill rotWithShape="1">
            <a:blip r:embed="rId9">
              <a:alphaModFix/>
            </a:blip>
            <a:srcRect b="0" l="0" r="0" t="0"/>
            <a:stretch/>
          </p:blipFill>
          <p:spPr>
            <a:xfrm flipH="1">
              <a:off x="-44" y="1473"/>
              <a:ext cx="981" cy="1105"/>
            </a:xfrm>
            <a:prstGeom prst="rect">
              <a:avLst/>
            </a:prstGeom>
            <a:noFill/>
            <a:ln>
              <a:noFill/>
            </a:ln>
          </p:spPr>
        </p:pic>
        <p:sp>
          <p:nvSpPr>
            <p:cNvPr id="4228" name="Google Shape;4228;p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4229" name="Google Shape;4229;p25"/>
          <p:cNvGrpSpPr/>
          <p:nvPr/>
        </p:nvGrpSpPr>
        <p:grpSpPr>
          <a:xfrm>
            <a:off x="4961705" y="4219765"/>
            <a:ext cx="849312" cy="712788"/>
            <a:chOff x="-44" y="1473"/>
            <a:chExt cx="981" cy="1105"/>
          </a:xfrm>
        </p:grpSpPr>
        <p:pic>
          <p:nvPicPr>
            <p:cNvPr descr="desktop_computer_stylized_medium" id="4230" name="Google Shape;4230;p25"/>
            <p:cNvPicPr preferRelativeResize="0"/>
            <p:nvPr/>
          </p:nvPicPr>
          <p:blipFill rotWithShape="1">
            <a:blip r:embed="rId9">
              <a:alphaModFix/>
            </a:blip>
            <a:srcRect b="0" l="0" r="0" t="0"/>
            <a:stretch/>
          </p:blipFill>
          <p:spPr>
            <a:xfrm flipH="1">
              <a:off x="-44" y="1473"/>
              <a:ext cx="981" cy="1105"/>
            </a:xfrm>
            <a:prstGeom prst="rect">
              <a:avLst/>
            </a:prstGeom>
            <a:noFill/>
            <a:ln>
              <a:noFill/>
            </a:ln>
          </p:spPr>
        </p:pic>
        <p:sp>
          <p:nvSpPr>
            <p:cNvPr id="4231" name="Google Shape;4231;p2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4232" name="Google Shape;4232;p25"/>
          <p:cNvGrpSpPr/>
          <p:nvPr/>
        </p:nvGrpSpPr>
        <p:grpSpPr>
          <a:xfrm>
            <a:off x="6357117" y="2089340"/>
            <a:ext cx="958850" cy="1276350"/>
            <a:chOff x="5806938" y="3011924"/>
            <a:chExt cx="347997" cy="396620"/>
          </a:xfrm>
        </p:grpSpPr>
        <p:pic>
          <p:nvPicPr>
            <p:cNvPr descr="fridge2.png" id="4233" name="Google Shape;4233;p25"/>
            <p:cNvPicPr preferRelativeResize="0"/>
            <p:nvPr/>
          </p:nvPicPr>
          <p:blipFill rotWithShape="1">
            <a:blip r:embed="rId10">
              <a:alphaModFix/>
            </a:blip>
            <a:srcRect b="0" l="0" r="0" t="0"/>
            <a:stretch/>
          </p:blipFill>
          <p:spPr>
            <a:xfrm>
              <a:off x="5906702" y="3071517"/>
              <a:ext cx="189578" cy="337027"/>
            </a:xfrm>
            <a:prstGeom prst="rect">
              <a:avLst/>
            </a:prstGeom>
            <a:noFill/>
            <a:ln>
              <a:noFill/>
            </a:ln>
          </p:spPr>
        </p:pic>
        <p:pic>
          <p:nvPicPr>
            <p:cNvPr descr="antenna_stylized" id="4234" name="Google Shape;4234;p25"/>
            <p:cNvPicPr preferRelativeResize="0"/>
            <p:nvPr/>
          </p:nvPicPr>
          <p:blipFill rotWithShape="1">
            <a:blip r:embed="rId11">
              <a:alphaModFix/>
            </a:blip>
            <a:srcRect b="0" l="0" r="0" t="0"/>
            <a:stretch/>
          </p:blipFill>
          <p:spPr>
            <a:xfrm>
              <a:off x="5806938" y="3011924"/>
              <a:ext cx="347997" cy="167557"/>
            </a:xfrm>
            <a:prstGeom prst="rect">
              <a:avLst/>
            </a:prstGeom>
            <a:noFill/>
            <a:ln>
              <a:noFill/>
            </a:ln>
          </p:spPr>
        </p:pic>
      </p:grpSp>
      <p:grpSp>
        <p:nvGrpSpPr>
          <p:cNvPr id="4235" name="Google Shape;4235;p25"/>
          <p:cNvGrpSpPr/>
          <p:nvPr/>
        </p:nvGrpSpPr>
        <p:grpSpPr>
          <a:xfrm>
            <a:off x="5059243" y="3529374"/>
            <a:ext cx="1192203" cy="583857"/>
            <a:chOff x="7493876" y="2774731"/>
            <a:chExt cx="1481958" cy="894622"/>
          </a:xfrm>
        </p:grpSpPr>
        <p:sp>
          <p:nvSpPr>
            <p:cNvPr id="4236" name="Google Shape;4236;p2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4237" name="Google Shape;4237;p2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4238" name="Google Shape;4238;p25"/>
            <p:cNvGrpSpPr/>
            <p:nvPr/>
          </p:nvGrpSpPr>
          <p:grpSpPr>
            <a:xfrm>
              <a:off x="7713663" y="2848339"/>
              <a:ext cx="1042107" cy="425543"/>
              <a:chOff x="7786941" y="2884917"/>
              <a:chExt cx="897649" cy="353919"/>
            </a:xfrm>
          </p:grpSpPr>
          <p:sp>
            <p:nvSpPr>
              <p:cNvPr id="4239" name="Google Shape;4239;p2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40" name="Google Shape;4240;p2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41" name="Google Shape;4241;p2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42" name="Google Shape;4242;p2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4"/>
                                        </p:tgtEl>
                                        <p:attrNameLst>
                                          <p:attrName>style.visibility</p:attrName>
                                        </p:attrNameLst>
                                      </p:cBhvr>
                                      <p:to>
                                        <p:strVal val="visible"/>
                                      </p:to>
                                    </p:set>
                                    <p:animEffect filter="fade" transition="in">
                                      <p:cBhvr>
                                        <p:cTn dur="500"/>
                                        <p:tgtEl>
                                          <p:spTgt spid="4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1"/>
                                        </p:tgtEl>
                                        <p:attrNameLst>
                                          <p:attrName>style.visibility</p:attrName>
                                        </p:attrNameLst>
                                      </p:cBhvr>
                                      <p:to>
                                        <p:strVal val="visible"/>
                                      </p:to>
                                    </p:set>
                                    <p:animEffect filter="fade" transition="in">
                                      <p:cBhvr>
                                        <p:cTn dur="500"/>
                                        <p:tgtEl>
                                          <p:spTgt spid="41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4"/>
                                        </p:tgtEl>
                                        <p:attrNameLst>
                                          <p:attrName>style.visibility</p:attrName>
                                        </p:attrNameLst>
                                      </p:cBhvr>
                                      <p:to>
                                        <p:strVal val="visible"/>
                                      </p:to>
                                    </p:set>
                                    <p:animEffect filter="fade" transition="in">
                                      <p:cBhvr>
                                        <p:cTn dur="500"/>
                                        <p:tgtEl>
                                          <p:spTgt spid="41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7"/>
                                        </p:tgtEl>
                                        <p:attrNameLst>
                                          <p:attrName>style.visibility</p:attrName>
                                        </p:attrNameLst>
                                      </p:cBhvr>
                                      <p:to>
                                        <p:strVal val="visible"/>
                                      </p:to>
                                    </p:set>
                                    <p:animEffect filter="fade" transition="in">
                                      <p:cBhvr>
                                        <p:cTn dur="500"/>
                                        <p:tgtEl>
                                          <p:spTgt spid="4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0"/>
                                        </p:tgtEl>
                                        <p:attrNameLst>
                                          <p:attrName>style.visibility</p:attrName>
                                        </p:attrNameLst>
                                      </p:cBhvr>
                                      <p:to>
                                        <p:strVal val="visible"/>
                                      </p:to>
                                    </p:set>
                                    <p:animEffect filter="fade" transition="in">
                                      <p:cBhvr>
                                        <p:cTn dur="500"/>
                                        <p:tgtEl>
                                          <p:spTgt spid="4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3"/>
                                        </p:tgtEl>
                                        <p:attrNameLst>
                                          <p:attrName>style.visibility</p:attrName>
                                        </p:attrNameLst>
                                      </p:cBhvr>
                                      <p:to>
                                        <p:strVal val="visible"/>
                                      </p:to>
                                    </p:set>
                                    <p:animEffect filter="fade" transition="in">
                                      <p:cBhvr>
                                        <p:cTn dur="500"/>
                                        <p:tgtEl>
                                          <p:spTgt spid="4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8"/>
                                        </p:tgtEl>
                                        <p:attrNameLst>
                                          <p:attrName>style.visibility</p:attrName>
                                        </p:attrNameLst>
                                      </p:cBhvr>
                                      <p:to>
                                        <p:strVal val="visible"/>
                                      </p:to>
                                    </p:set>
                                    <p:animEffect filter="fade" transition="in">
                                      <p:cBhvr>
                                        <p:cTn dur="500"/>
                                        <p:tgtEl>
                                          <p:spTgt spid="4198"/>
                                        </p:tgtEl>
                                      </p:cBhvr>
                                    </p:animEffect>
                                  </p:childTnLst>
                                </p:cTn>
                              </p:par>
                              <p:par>
                                <p:cTn fill="hold" nodeType="withEffect" presetClass="entr" presetID="10" presetSubtype="0">
                                  <p:stCondLst>
                                    <p:cond delay="0"/>
                                  </p:stCondLst>
                                  <p:childTnLst>
                                    <p:set>
                                      <p:cBhvr>
                                        <p:cTn dur="1" fill="hold">
                                          <p:stCondLst>
                                            <p:cond delay="0"/>
                                          </p:stCondLst>
                                        </p:cTn>
                                        <p:tgtEl>
                                          <p:spTgt spid="4199"/>
                                        </p:tgtEl>
                                        <p:attrNameLst>
                                          <p:attrName>style.visibility</p:attrName>
                                        </p:attrNameLst>
                                      </p:cBhvr>
                                      <p:to>
                                        <p:strVal val="visible"/>
                                      </p:to>
                                    </p:set>
                                    <p:animEffect filter="fade" transition="in">
                                      <p:cBhvr>
                                        <p:cTn dur="500"/>
                                        <p:tgtEl>
                                          <p:spTgt spid="4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7" name="Shape 4247"/>
        <p:cNvGrpSpPr/>
        <p:nvPr/>
      </p:nvGrpSpPr>
      <p:grpSpPr>
        <a:xfrm>
          <a:off x="0" y="0"/>
          <a:ext cx="0" cy="0"/>
          <a:chOff x="0" y="0"/>
          <a:chExt cx="0" cy="0"/>
        </a:xfrm>
      </p:grpSpPr>
      <p:sp>
        <p:nvSpPr>
          <p:cNvPr id="4248" name="Google Shape;4248;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Introduction: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4249" name="Google Shape;4249;p26"/>
          <p:cNvSpPr txBox="1"/>
          <p:nvPr>
            <p:ph type="title"/>
          </p:nvPr>
        </p:nvSpPr>
        <p:spPr>
          <a:xfrm>
            <a:off x="848710" y="27314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Access networks: enterprise networks</a:t>
            </a:r>
            <a:endParaRPr/>
          </a:p>
        </p:txBody>
      </p:sp>
      <p:sp>
        <p:nvSpPr>
          <p:cNvPr id="4250" name="Google Shape;4250;p26"/>
          <p:cNvSpPr txBox="1"/>
          <p:nvPr/>
        </p:nvSpPr>
        <p:spPr>
          <a:xfrm>
            <a:off x="1016188" y="3974373"/>
            <a:ext cx="10847590" cy="2401072"/>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companies, universities, etc.</a:t>
            </a:r>
            <a:endParaRPr/>
          </a:p>
          <a:p>
            <a:pPr indent="-287338" lvl="1" marL="287338"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mix of wired, wireless link technologies, connecting a mix of switches and routers </a:t>
            </a:r>
            <a:r>
              <a:rPr b="0" i="0" lang="en-US" sz="2400" u="none" cap="none" strike="noStrike">
                <a:solidFill>
                  <a:schemeClr val="dk1"/>
                </a:solidFill>
                <a:latin typeface="Calibri"/>
                <a:ea typeface="Calibri"/>
                <a:cs typeface="Calibri"/>
                <a:sym typeface="Calibri"/>
              </a:rPr>
              <a:t>(we’ll cover differences shortly)</a:t>
            </a:r>
            <a:endParaRPr b="0" i="0" sz="2800" u="none" cap="none" strike="noStrike">
              <a:solidFill>
                <a:schemeClr val="dk1"/>
              </a:solidFill>
              <a:latin typeface="Calibri"/>
              <a:ea typeface="Calibri"/>
              <a:cs typeface="Calibri"/>
              <a:sym typeface="Calibri"/>
            </a:endParaRPr>
          </a:p>
          <a:p>
            <a:pPr indent="-287338" lvl="2" marL="735013"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Ethernet: wired access at 100Mbps, 1Gbps, 10Gbps </a:t>
            </a:r>
            <a:endParaRPr/>
          </a:p>
          <a:p>
            <a:pPr indent="-287338" lvl="2" marL="735013"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WiFi: wireless access points at 11, 54, 450 Mbps </a:t>
            </a:r>
            <a:endParaRPr b="0" i="0" sz="2800" u="none" cap="none" strike="noStrike">
              <a:solidFill>
                <a:schemeClr val="dk1"/>
              </a:solidFill>
              <a:latin typeface="Calibri"/>
              <a:ea typeface="Calibri"/>
              <a:cs typeface="Calibri"/>
              <a:sym typeface="Calibri"/>
            </a:endParaRPr>
          </a:p>
        </p:txBody>
      </p:sp>
      <p:cxnSp>
        <p:nvCxnSpPr>
          <p:cNvPr id="4251" name="Google Shape;4251;p26"/>
          <p:cNvCxnSpPr/>
          <p:nvPr/>
        </p:nvCxnSpPr>
        <p:spPr>
          <a:xfrm>
            <a:off x="4170166" y="2675819"/>
            <a:ext cx="0" cy="306575"/>
          </a:xfrm>
          <a:prstGeom prst="straightConnector1">
            <a:avLst/>
          </a:prstGeom>
          <a:noFill/>
          <a:ln cap="flat" cmpd="sng" w="9525">
            <a:solidFill>
              <a:schemeClr val="dk1"/>
            </a:solidFill>
            <a:prstDash val="solid"/>
            <a:round/>
            <a:headEnd len="med" w="med" type="none"/>
            <a:tailEnd len="med" w="med" type="none"/>
          </a:ln>
        </p:spPr>
      </p:cxnSp>
      <p:cxnSp>
        <p:nvCxnSpPr>
          <p:cNvPr id="4252" name="Google Shape;4252;p26"/>
          <p:cNvCxnSpPr/>
          <p:nvPr/>
        </p:nvCxnSpPr>
        <p:spPr>
          <a:xfrm>
            <a:off x="4478096" y="2681014"/>
            <a:ext cx="0" cy="365812"/>
          </a:xfrm>
          <a:prstGeom prst="straightConnector1">
            <a:avLst/>
          </a:prstGeom>
          <a:noFill/>
          <a:ln cap="flat" cmpd="sng" w="9525">
            <a:solidFill>
              <a:schemeClr val="dk1"/>
            </a:solidFill>
            <a:prstDash val="solid"/>
            <a:round/>
            <a:headEnd len="med" w="med" type="none"/>
            <a:tailEnd len="med" w="med" type="none"/>
          </a:ln>
        </p:spPr>
      </p:cxnSp>
      <p:cxnSp>
        <p:nvCxnSpPr>
          <p:cNvPr id="4253" name="Google Shape;4253;p26"/>
          <p:cNvCxnSpPr/>
          <p:nvPr/>
        </p:nvCxnSpPr>
        <p:spPr>
          <a:xfrm rot="10800000">
            <a:off x="3726933" y="2663348"/>
            <a:ext cx="512050" cy="0"/>
          </a:xfrm>
          <a:prstGeom prst="straightConnector1">
            <a:avLst/>
          </a:prstGeom>
          <a:noFill/>
          <a:ln cap="flat" cmpd="sng" w="9525">
            <a:solidFill>
              <a:schemeClr val="dk1"/>
            </a:solidFill>
            <a:prstDash val="solid"/>
            <a:round/>
            <a:headEnd len="med" w="med" type="none"/>
            <a:tailEnd len="med" w="med" type="none"/>
          </a:ln>
        </p:spPr>
      </p:cxnSp>
      <p:cxnSp>
        <p:nvCxnSpPr>
          <p:cNvPr id="4254" name="Google Shape;4254;p26"/>
          <p:cNvCxnSpPr/>
          <p:nvPr/>
        </p:nvCxnSpPr>
        <p:spPr>
          <a:xfrm rot="10800000">
            <a:off x="3354851" y="2518893"/>
            <a:ext cx="780323" cy="0"/>
          </a:xfrm>
          <a:prstGeom prst="straightConnector1">
            <a:avLst/>
          </a:prstGeom>
          <a:noFill/>
          <a:ln cap="flat" cmpd="sng" w="9525">
            <a:solidFill>
              <a:schemeClr val="dk1"/>
            </a:solidFill>
            <a:prstDash val="solid"/>
            <a:round/>
            <a:headEnd len="med" w="med" type="none"/>
            <a:tailEnd len="med" w="med" type="none"/>
          </a:ln>
        </p:spPr>
      </p:cxnSp>
      <p:cxnSp>
        <p:nvCxnSpPr>
          <p:cNvPr id="4255" name="Google Shape;4255;p26"/>
          <p:cNvCxnSpPr/>
          <p:nvPr/>
        </p:nvCxnSpPr>
        <p:spPr>
          <a:xfrm rot="10800000">
            <a:off x="4296137" y="2114630"/>
            <a:ext cx="0" cy="351262"/>
          </a:xfrm>
          <a:prstGeom prst="straightConnector1">
            <a:avLst/>
          </a:prstGeom>
          <a:noFill/>
          <a:ln cap="flat" cmpd="sng" w="9525">
            <a:solidFill>
              <a:schemeClr val="dk1"/>
            </a:solidFill>
            <a:prstDash val="solid"/>
            <a:round/>
            <a:headEnd len="med" w="med" type="none"/>
            <a:tailEnd len="med" w="med" type="none"/>
          </a:ln>
        </p:spPr>
      </p:cxnSp>
      <p:grpSp>
        <p:nvGrpSpPr>
          <p:cNvPr id="4256" name="Google Shape;4256;p26"/>
          <p:cNvGrpSpPr/>
          <p:nvPr/>
        </p:nvGrpSpPr>
        <p:grpSpPr>
          <a:xfrm>
            <a:off x="4075687" y="1818447"/>
            <a:ext cx="641521" cy="410499"/>
            <a:chOff x="2967" y="478"/>
            <a:chExt cx="788" cy="625"/>
          </a:xfrm>
        </p:grpSpPr>
        <p:pic>
          <p:nvPicPr>
            <p:cNvPr descr="access_point_stylized_small" id="4257" name="Google Shape;4257;p26"/>
            <p:cNvPicPr preferRelativeResize="0"/>
            <p:nvPr/>
          </p:nvPicPr>
          <p:blipFill rotWithShape="1">
            <a:blip r:embed="rId3">
              <a:alphaModFix/>
            </a:blip>
            <a:srcRect b="0" l="0" r="0" t="0"/>
            <a:stretch/>
          </p:blipFill>
          <p:spPr>
            <a:xfrm>
              <a:off x="3012" y="559"/>
              <a:ext cx="576" cy="544"/>
            </a:xfrm>
            <a:prstGeom prst="rect">
              <a:avLst/>
            </a:prstGeom>
            <a:noFill/>
            <a:ln>
              <a:noFill/>
            </a:ln>
          </p:spPr>
        </p:pic>
        <p:pic>
          <p:nvPicPr>
            <p:cNvPr descr="antenna_radiation_stylized" id="4258" name="Google Shape;4258;p26"/>
            <p:cNvPicPr preferRelativeResize="0"/>
            <p:nvPr/>
          </p:nvPicPr>
          <p:blipFill rotWithShape="1">
            <a:blip r:embed="rId4">
              <a:alphaModFix/>
            </a:blip>
            <a:srcRect b="0" l="0" r="0" t="0"/>
            <a:stretch/>
          </p:blipFill>
          <p:spPr>
            <a:xfrm>
              <a:off x="2967" y="478"/>
              <a:ext cx="788" cy="188"/>
            </a:xfrm>
            <a:prstGeom prst="rect">
              <a:avLst/>
            </a:prstGeom>
            <a:noFill/>
            <a:ln>
              <a:noFill/>
            </a:ln>
          </p:spPr>
        </p:pic>
      </p:grpSp>
      <p:grpSp>
        <p:nvGrpSpPr>
          <p:cNvPr id="4259" name="Google Shape;4259;p26"/>
          <p:cNvGrpSpPr/>
          <p:nvPr/>
        </p:nvGrpSpPr>
        <p:grpSpPr>
          <a:xfrm>
            <a:off x="4558577" y="1396516"/>
            <a:ext cx="457229" cy="468771"/>
            <a:chOff x="877" y="1008"/>
            <a:chExt cx="2747" cy="2626"/>
          </a:xfrm>
        </p:grpSpPr>
        <p:pic>
          <p:nvPicPr>
            <p:cNvPr descr="antenna_stylized" id="4260" name="Google Shape;4260;p26"/>
            <p:cNvPicPr preferRelativeResize="0"/>
            <p:nvPr/>
          </p:nvPicPr>
          <p:blipFill rotWithShape="1">
            <a:blip r:embed="rId5">
              <a:alphaModFix/>
            </a:blip>
            <a:srcRect b="0" l="0" r="0" t="0"/>
            <a:stretch/>
          </p:blipFill>
          <p:spPr>
            <a:xfrm>
              <a:off x="877" y="1008"/>
              <a:ext cx="2725" cy="1421"/>
            </a:xfrm>
            <a:prstGeom prst="rect">
              <a:avLst/>
            </a:prstGeom>
            <a:noFill/>
            <a:ln>
              <a:noFill/>
            </a:ln>
          </p:spPr>
        </p:pic>
        <p:pic>
          <p:nvPicPr>
            <p:cNvPr descr="laptop_keyboard" id="4261" name="Google Shape;4261;p26"/>
            <p:cNvPicPr preferRelativeResize="0"/>
            <p:nvPr/>
          </p:nvPicPr>
          <p:blipFill rotWithShape="1">
            <a:blip r:embed="rId6">
              <a:alphaModFix/>
            </a:blip>
            <a:srcRect b="0" l="0" r="0" t="0"/>
            <a:stretch/>
          </p:blipFill>
          <p:spPr>
            <a:xfrm flipH="1" rot="109064">
              <a:off x="1009" y="2586"/>
              <a:ext cx="2245" cy="1013"/>
            </a:xfrm>
            <a:prstGeom prst="rect">
              <a:avLst/>
            </a:prstGeom>
            <a:noFill/>
            <a:ln>
              <a:noFill/>
            </a:ln>
          </p:spPr>
        </p:pic>
        <p:sp>
          <p:nvSpPr>
            <p:cNvPr id="4262" name="Google Shape;4262;p26"/>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pic>
          <p:nvPicPr>
            <p:cNvPr descr="screen" id="4263" name="Google Shape;4263;p26"/>
            <p:cNvPicPr preferRelativeResize="0"/>
            <p:nvPr/>
          </p:nvPicPr>
          <p:blipFill rotWithShape="1">
            <a:blip r:embed="rId7">
              <a:alphaModFix/>
            </a:blip>
            <a:srcRect b="0" l="0" r="0" t="0"/>
            <a:stretch/>
          </p:blipFill>
          <p:spPr>
            <a:xfrm>
              <a:off x="1842" y="1637"/>
              <a:ext cx="1642" cy="1203"/>
            </a:xfrm>
            <a:prstGeom prst="rect">
              <a:avLst/>
            </a:prstGeom>
            <a:noFill/>
            <a:ln>
              <a:noFill/>
            </a:ln>
          </p:spPr>
        </p:pic>
        <p:sp>
          <p:nvSpPr>
            <p:cNvPr id="4264" name="Google Shape;4264;p26"/>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65" name="Google Shape;4265;p26"/>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66" name="Google Shape;4266;p26"/>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67" name="Google Shape;4267;p26"/>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68" name="Google Shape;4268;p26"/>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69" name="Google Shape;4269;p26"/>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nvGrpSpPr>
            <p:cNvPr id="4270" name="Google Shape;4270;p26"/>
            <p:cNvGrpSpPr/>
            <p:nvPr/>
          </p:nvGrpSpPr>
          <p:grpSpPr>
            <a:xfrm>
              <a:off x="1709" y="3008"/>
              <a:ext cx="507" cy="234"/>
              <a:chOff x="1740" y="2642"/>
              <a:chExt cx="752" cy="327"/>
            </a:xfrm>
          </p:grpSpPr>
          <p:sp>
            <p:nvSpPr>
              <p:cNvPr id="4271" name="Google Shape;4271;p2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72" name="Google Shape;4272;p2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73" name="Google Shape;4273;p2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74" name="Google Shape;4274;p2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75" name="Google Shape;4275;p2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76" name="Google Shape;4276;p2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sp>
          <p:nvSpPr>
            <p:cNvPr id="4277" name="Google Shape;4277;p26"/>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78" name="Google Shape;4278;p26"/>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79" name="Google Shape;4279;p26"/>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80" name="Google Shape;4280;p26"/>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81" name="Google Shape;4281;p26"/>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82" name="Google Shape;4282;p26"/>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grpSp>
        <p:nvGrpSpPr>
          <p:cNvPr id="4283" name="Google Shape;4283;p26"/>
          <p:cNvGrpSpPr/>
          <p:nvPr/>
        </p:nvGrpSpPr>
        <p:grpSpPr>
          <a:xfrm>
            <a:off x="3434166" y="1579422"/>
            <a:ext cx="416406" cy="415047"/>
            <a:chOff x="877" y="1008"/>
            <a:chExt cx="2747" cy="2626"/>
          </a:xfrm>
        </p:grpSpPr>
        <p:pic>
          <p:nvPicPr>
            <p:cNvPr descr="antenna_stylized" id="4284" name="Google Shape;4284;p26"/>
            <p:cNvPicPr preferRelativeResize="0"/>
            <p:nvPr/>
          </p:nvPicPr>
          <p:blipFill rotWithShape="1">
            <a:blip r:embed="rId8">
              <a:alphaModFix/>
            </a:blip>
            <a:srcRect b="0" l="0" r="0" t="0"/>
            <a:stretch/>
          </p:blipFill>
          <p:spPr>
            <a:xfrm>
              <a:off x="877" y="1008"/>
              <a:ext cx="2725" cy="1421"/>
            </a:xfrm>
            <a:prstGeom prst="rect">
              <a:avLst/>
            </a:prstGeom>
            <a:noFill/>
            <a:ln>
              <a:noFill/>
            </a:ln>
          </p:spPr>
        </p:pic>
        <p:pic>
          <p:nvPicPr>
            <p:cNvPr descr="laptop_keyboard" id="4285" name="Google Shape;4285;p26"/>
            <p:cNvPicPr preferRelativeResize="0"/>
            <p:nvPr/>
          </p:nvPicPr>
          <p:blipFill rotWithShape="1">
            <a:blip r:embed="rId9">
              <a:alphaModFix/>
            </a:blip>
            <a:srcRect b="0" l="0" r="0" t="0"/>
            <a:stretch/>
          </p:blipFill>
          <p:spPr>
            <a:xfrm flipH="1" rot="109064">
              <a:off x="1009" y="2586"/>
              <a:ext cx="2245" cy="1013"/>
            </a:xfrm>
            <a:prstGeom prst="rect">
              <a:avLst/>
            </a:prstGeom>
            <a:noFill/>
            <a:ln>
              <a:noFill/>
            </a:ln>
          </p:spPr>
        </p:pic>
        <p:sp>
          <p:nvSpPr>
            <p:cNvPr id="4286" name="Google Shape;4286;p26"/>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pic>
          <p:nvPicPr>
            <p:cNvPr descr="screen" id="4287" name="Google Shape;4287;p26"/>
            <p:cNvPicPr preferRelativeResize="0"/>
            <p:nvPr/>
          </p:nvPicPr>
          <p:blipFill rotWithShape="1">
            <a:blip r:embed="rId10">
              <a:alphaModFix/>
            </a:blip>
            <a:srcRect b="0" l="0" r="0" t="0"/>
            <a:stretch/>
          </p:blipFill>
          <p:spPr>
            <a:xfrm>
              <a:off x="1842" y="1637"/>
              <a:ext cx="1642" cy="1203"/>
            </a:xfrm>
            <a:prstGeom prst="rect">
              <a:avLst/>
            </a:prstGeom>
            <a:noFill/>
            <a:ln>
              <a:noFill/>
            </a:ln>
          </p:spPr>
        </p:pic>
        <p:sp>
          <p:nvSpPr>
            <p:cNvPr id="4288" name="Google Shape;4288;p26"/>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89" name="Google Shape;4289;p26"/>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90" name="Google Shape;4290;p26"/>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91" name="Google Shape;4291;p26"/>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92" name="Google Shape;4292;p26"/>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93" name="Google Shape;4293;p26"/>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nvGrpSpPr>
            <p:cNvPr id="4294" name="Google Shape;4294;p26"/>
            <p:cNvGrpSpPr/>
            <p:nvPr/>
          </p:nvGrpSpPr>
          <p:grpSpPr>
            <a:xfrm>
              <a:off x="1709" y="3008"/>
              <a:ext cx="507" cy="234"/>
              <a:chOff x="1740" y="2642"/>
              <a:chExt cx="752" cy="327"/>
            </a:xfrm>
          </p:grpSpPr>
          <p:sp>
            <p:nvSpPr>
              <p:cNvPr id="4295" name="Google Shape;4295;p2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96" name="Google Shape;4296;p2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97" name="Google Shape;4297;p2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98" name="Google Shape;4298;p2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299" name="Google Shape;4299;p2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00" name="Google Shape;4300;p2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sp>
          <p:nvSpPr>
            <p:cNvPr id="4301" name="Google Shape;4301;p26"/>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02" name="Google Shape;4302;p26"/>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03" name="Google Shape;4303;p26"/>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04" name="Google Shape;4304;p26"/>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05" name="Google Shape;4305;p26"/>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06" name="Google Shape;4306;p26"/>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grpSp>
        <p:nvGrpSpPr>
          <p:cNvPr id="4307" name="Google Shape;4307;p26"/>
          <p:cNvGrpSpPr/>
          <p:nvPr/>
        </p:nvGrpSpPr>
        <p:grpSpPr>
          <a:xfrm>
            <a:off x="3983542" y="1377810"/>
            <a:ext cx="466561" cy="408725"/>
            <a:chOff x="877" y="1008"/>
            <a:chExt cx="2747" cy="2626"/>
          </a:xfrm>
        </p:grpSpPr>
        <p:pic>
          <p:nvPicPr>
            <p:cNvPr descr="antenna_stylized" id="4308" name="Google Shape;4308;p26"/>
            <p:cNvPicPr preferRelativeResize="0"/>
            <p:nvPr/>
          </p:nvPicPr>
          <p:blipFill rotWithShape="1">
            <a:blip r:embed="rId11">
              <a:alphaModFix/>
            </a:blip>
            <a:srcRect b="0" l="0" r="0" t="0"/>
            <a:stretch/>
          </p:blipFill>
          <p:spPr>
            <a:xfrm>
              <a:off x="877" y="1008"/>
              <a:ext cx="2725" cy="1421"/>
            </a:xfrm>
            <a:prstGeom prst="rect">
              <a:avLst/>
            </a:prstGeom>
            <a:noFill/>
            <a:ln>
              <a:noFill/>
            </a:ln>
          </p:spPr>
        </p:pic>
        <p:pic>
          <p:nvPicPr>
            <p:cNvPr descr="laptop_keyboard" id="4309" name="Google Shape;4309;p26"/>
            <p:cNvPicPr preferRelativeResize="0"/>
            <p:nvPr/>
          </p:nvPicPr>
          <p:blipFill rotWithShape="1">
            <a:blip r:embed="rId12">
              <a:alphaModFix/>
            </a:blip>
            <a:srcRect b="0" l="0" r="0" t="0"/>
            <a:stretch/>
          </p:blipFill>
          <p:spPr>
            <a:xfrm flipH="1" rot="109064">
              <a:off x="1009" y="2586"/>
              <a:ext cx="2245" cy="1013"/>
            </a:xfrm>
            <a:prstGeom prst="rect">
              <a:avLst/>
            </a:prstGeom>
            <a:noFill/>
            <a:ln>
              <a:noFill/>
            </a:ln>
          </p:spPr>
        </p:pic>
        <p:sp>
          <p:nvSpPr>
            <p:cNvPr id="4310" name="Google Shape;4310;p26"/>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pic>
          <p:nvPicPr>
            <p:cNvPr descr="screen" id="4311" name="Google Shape;4311;p26"/>
            <p:cNvPicPr preferRelativeResize="0"/>
            <p:nvPr/>
          </p:nvPicPr>
          <p:blipFill rotWithShape="1">
            <a:blip r:embed="rId13">
              <a:alphaModFix/>
            </a:blip>
            <a:srcRect b="0" l="0" r="0" t="0"/>
            <a:stretch/>
          </p:blipFill>
          <p:spPr>
            <a:xfrm>
              <a:off x="1842" y="1637"/>
              <a:ext cx="1642" cy="1203"/>
            </a:xfrm>
            <a:prstGeom prst="rect">
              <a:avLst/>
            </a:prstGeom>
            <a:noFill/>
            <a:ln>
              <a:noFill/>
            </a:ln>
          </p:spPr>
        </p:pic>
        <p:sp>
          <p:nvSpPr>
            <p:cNvPr id="4312" name="Google Shape;4312;p26"/>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13" name="Google Shape;4313;p26"/>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14" name="Google Shape;4314;p26"/>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15" name="Google Shape;4315;p26"/>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16" name="Google Shape;4316;p26"/>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17" name="Google Shape;4317;p26"/>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nvGrpSpPr>
            <p:cNvPr id="4318" name="Google Shape;4318;p26"/>
            <p:cNvGrpSpPr/>
            <p:nvPr/>
          </p:nvGrpSpPr>
          <p:grpSpPr>
            <a:xfrm>
              <a:off x="1709" y="3008"/>
              <a:ext cx="507" cy="234"/>
              <a:chOff x="1740" y="2642"/>
              <a:chExt cx="752" cy="327"/>
            </a:xfrm>
          </p:grpSpPr>
          <p:sp>
            <p:nvSpPr>
              <p:cNvPr id="4319" name="Google Shape;4319;p2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20" name="Google Shape;4320;p2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21" name="Google Shape;4321;p2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22" name="Google Shape;4322;p2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23" name="Google Shape;4323;p2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24" name="Google Shape;4324;p2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sp>
          <p:nvSpPr>
            <p:cNvPr id="4325" name="Google Shape;4325;p26"/>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26" name="Google Shape;4326;p26"/>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27" name="Google Shape;4327;p26"/>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28" name="Google Shape;4328;p26"/>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29" name="Google Shape;4329;p26"/>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30" name="Google Shape;4330;p26"/>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cxnSp>
        <p:nvCxnSpPr>
          <p:cNvPr id="4331" name="Google Shape;4331;p26"/>
          <p:cNvCxnSpPr/>
          <p:nvPr/>
        </p:nvCxnSpPr>
        <p:spPr>
          <a:xfrm flipH="1" rot="10800000">
            <a:off x="4581905" y="1972254"/>
            <a:ext cx="1225888" cy="501952"/>
          </a:xfrm>
          <a:prstGeom prst="straightConnector1">
            <a:avLst/>
          </a:prstGeom>
          <a:noFill/>
          <a:ln cap="flat" cmpd="sng" w="28575">
            <a:solidFill>
              <a:schemeClr val="dk1"/>
            </a:solidFill>
            <a:prstDash val="solid"/>
            <a:round/>
            <a:headEnd len="med" w="med" type="none"/>
            <a:tailEnd len="med" w="med" type="none"/>
          </a:ln>
        </p:spPr>
      </p:cxnSp>
      <p:cxnSp>
        <p:nvCxnSpPr>
          <p:cNvPr id="4332" name="Google Shape;4332;p26"/>
          <p:cNvCxnSpPr/>
          <p:nvPr/>
        </p:nvCxnSpPr>
        <p:spPr>
          <a:xfrm>
            <a:off x="5916269" y="2557345"/>
            <a:ext cx="0" cy="427126"/>
          </a:xfrm>
          <a:prstGeom prst="straightConnector1">
            <a:avLst/>
          </a:prstGeom>
          <a:noFill/>
          <a:ln cap="flat" cmpd="sng" w="28575">
            <a:solidFill>
              <a:schemeClr val="dk1"/>
            </a:solidFill>
            <a:prstDash val="solid"/>
            <a:round/>
            <a:headEnd len="med" w="med" type="none"/>
            <a:tailEnd len="med" w="med" type="none"/>
          </a:ln>
        </p:spPr>
      </p:cxnSp>
      <p:cxnSp>
        <p:nvCxnSpPr>
          <p:cNvPr id="4333" name="Google Shape;4333;p26"/>
          <p:cNvCxnSpPr/>
          <p:nvPr/>
        </p:nvCxnSpPr>
        <p:spPr>
          <a:xfrm>
            <a:off x="6196205" y="2552149"/>
            <a:ext cx="0" cy="427127"/>
          </a:xfrm>
          <a:prstGeom prst="straightConnector1">
            <a:avLst/>
          </a:prstGeom>
          <a:noFill/>
          <a:ln cap="flat" cmpd="sng" w="28575">
            <a:solidFill>
              <a:schemeClr val="dk1"/>
            </a:solidFill>
            <a:prstDash val="solid"/>
            <a:round/>
            <a:headEnd len="med" w="med" type="none"/>
            <a:tailEnd len="med" w="med" type="none"/>
          </a:ln>
        </p:spPr>
      </p:cxnSp>
      <p:grpSp>
        <p:nvGrpSpPr>
          <p:cNvPr id="4334" name="Google Shape;4334;p26"/>
          <p:cNvGrpSpPr/>
          <p:nvPr/>
        </p:nvGrpSpPr>
        <p:grpSpPr>
          <a:xfrm>
            <a:off x="5797296" y="2957452"/>
            <a:ext cx="268272" cy="501952"/>
            <a:chOff x="4140" y="429"/>
            <a:chExt cx="1425" cy="2396"/>
          </a:xfrm>
        </p:grpSpPr>
        <p:sp>
          <p:nvSpPr>
            <p:cNvPr id="4335" name="Google Shape;4335;p2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36" name="Google Shape;4336;p26"/>
            <p:cNvSpPr/>
            <p:nvPr/>
          </p:nvSpPr>
          <p:spPr>
            <a:xfrm>
              <a:off x="4208" y="429"/>
              <a:ext cx="1047"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37" name="Google Shape;4337;p2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38" name="Google Shape;4338;p2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39" name="Google Shape;4339;p26"/>
            <p:cNvSpPr/>
            <p:nvPr/>
          </p:nvSpPr>
          <p:spPr>
            <a:xfrm>
              <a:off x="4214" y="692"/>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nvGrpSpPr>
            <p:cNvPr id="4340" name="Google Shape;4340;p26"/>
            <p:cNvGrpSpPr/>
            <p:nvPr/>
          </p:nvGrpSpPr>
          <p:grpSpPr>
            <a:xfrm>
              <a:off x="4747" y="667"/>
              <a:ext cx="583" cy="144"/>
              <a:chOff x="612" y="2567"/>
              <a:chExt cx="727" cy="138"/>
            </a:xfrm>
          </p:grpSpPr>
          <p:sp>
            <p:nvSpPr>
              <p:cNvPr id="4341" name="Google Shape;4341;p26"/>
              <p:cNvSpPr/>
              <p:nvPr/>
            </p:nvSpPr>
            <p:spPr>
              <a:xfrm>
                <a:off x="612" y="2567"/>
                <a:ext cx="72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42" name="Google Shape;4342;p26"/>
              <p:cNvSpPr/>
              <p:nvPr/>
            </p:nvSpPr>
            <p:spPr>
              <a:xfrm>
                <a:off x="627" y="2581"/>
                <a:ext cx="696"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sp>
          <p:nvSpPr>
            <p:cNvPr id="4343" name="Google Shape;4343;p26"/>
            <p:cNvSpPr/>
            <p:nvPr/>
          </p:nvSpPr>
          <p:spPr>
            <a:xfrm>
              <a:off x="4227" y="1019"/>
              <a:ext cx="595"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nvGrpSpPr>
            <p:cNvPr id="4344" name="Google Shape;4344;p26"/>
            <p:cNvGrpSpPr/>
            <p:nvPr/>
          </p:nvGrpSpPr>
          <p:grpSpPr>
            <a:xfrm>
              <a:off x="4747" y="995"/>
              <a:ext cx="583" cy="134"/>
              <a:chOff x="614" y="2569"/>
              <a:chExt cx="727" cy="139"/>
            </a:xfrm>
          </p:grpSpPr>
          <p:sp>
            <p:nvSpPr>
              <p:cNvPr id="4345" name="Google Shape;4345;p26"/>
              <p:cNvSpPr/>
              <p:nvPr/>
            </p:nvSpPr>
            <p:spPr>
              <a:xfrm>
                <a:off x="614" y="2569"/>
                <a:ext cx="727"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46" name="Google Shape;4346;p26"/>
              <p:cNvSpPr/>
              <p:nvPr/>
            </p:nvSpPr>
            <p:spPr>
              <a:xfrm>
                <a:off x="630" y="2584"/>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sp>
          <p:nvSpPr>
            <p:cNvPr id="4347" name="Google Shape;4347;p26"/>
            <p:cNvSpPr/>
            <p:nvPr/>
          </p:nvSpPr>
          <p:spPr>
            <a:xfrm>
              <a:off x="4214" y="1357"/>
              <a:ext cx="601"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48" name="Google Shape;4348;p26"/>
            <p:cNvSpPr/>
            <p:nvPr/>
          </p:nvSpPr>
          <p:spPr>
            <a:xfrm>
              <a:off x="4227" y="1654"/>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nvGrpSpPr>
            <p:cNvPr id="4349" name="Google Shape;4349;p26"/>
            <p:cNvGrpSpPr/>
            <p:nvPr/>
          </p:nvGrpSpPr>
          <p:grpSpPr>
            <a:xfrm>
              <a:off x="4735" y="1629"/>
              <a:ext cx="582" cy="149"/>
              <a:chOff x="614" y="2570"/>
              <a:chExt cx="725" cy="137"/>
            </a:xfrm>
          </p:grpSpPr>
          <p:sp>
            <p:nvSpPr>
              <p:cNvPr id="4350" name="Google Shape;4350;p26"/>
              <p:cNvSpPr/>
              <p:nvPr/>
            </p:nvSpPr>
            <p:spPr>
              <a:xfrm>
                <a:off x="614"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51" name="Google Shape;4351;p26"/>
              <p:cNvSpPr/>
              <p:nvPr/>
            </p:nvSpPr>
            <p:spPr>
              <a:xfrm>
                <a:off x="629" y="2584"/>
                <a:ext cx="695"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sp>
          <p:nvSpPr>
            <p:cNvPr id="4352" name="Google Shape;4352;p2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nvGrpSpPr>
            <p:cNvPr id="4353" name="Google Shape;4353;p26"/>
            <p:cNvGrpSpPr/>
            <p:nvPr/>
          </p:nvGrpSpPr>
          <p:grpSpPr>
            <a:xfrm>
              <a:off x="4741" y="1327"/>
              <a:ext cx="582" cy="139"/>
              <a:chOff x="616" y="2568"/>
              <a:chExt cx="725" cy="139"/>
            </a:xfrm>
          </p:grpSpPr>
          <p:sp>
            <p:nvSpPr>
              <p:cNvPr id="4354" name="Google Shape;4354;p26"/>
              <p:cNvSpPr/>
              <p:nvPr/>
            </p:nvSpPr>
            <p:spPr>
              <a:xfrm>
                <a:off x="616" y="2568"/>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55" name="Google Shape;4355;p26"/>
              <p:cNvSpPr/>
              <p:nvPr/>
            </p:nvSpPr>
            <p:spPr>
              <a:xfrm>
                <a:off x="632" y="2583"/>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sp>
          <p:nvSpPr>
            <p:cNvPr id="4356" name="Google Shape;4356;p26"/>
            <p:cNvSpPr/>
            <p:nvPr/>
          </p:nvSpPr>
          <p:spPr>
            <a:xfrm>
              <a:off x="5249" y="429"/>
              <a:ext cx="68" cy="2287"/>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57" name="Google Shape;4357;p2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58" name="Google Shape;4358;p2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59" name="Google Shape;4359;p26"/>
            <p:cNvSpPr/>
            <p:nvPr/>
          </p:nvSpPr>
          <p:spPr>
            <a:xfrm>
              <a:off x="5515" y="2612"/>
              <a:ext cx="50"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60" name="Google Shape;4360;p2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61" name="Google Shape;4361;p26"/>
            <p:cNvSpPr/>
            <p:nvPr/>
          </p:nvSpPr>
          <p:spPr>
            <a:xfrm>
              <a:off x="4140" y="2676"/>
              <a:ext cx="1202"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62" name="Google Shape;4362;p26"/>
            <p:cNvSpPr/>
            <p:nvPr/>
          </p:nvSpPr>
          <p:spPr>
            <a:xfrm>
              <a:off x="4208" y="2711"/>
              <a:ext cx="1066" cy="84"/>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63" name="Google Shape;4363;p26"/>
            <p:cNvSpPr/>
            <p:nvPr/>
          </p:nvSpPr>
          <p:spPr>
            <a:xfrm>
              <a:off x="4307" y="2383"/>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64" name="Google Shape;4364;p26"/>
            <p:cNvSpPr/>
            <p:nvPr/>
          </p:nvSpPr>
          <p:spPr>
            <a:xfrm>
              <a:off x="4487" y="2383"/>
              <a:ext cx="161"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0000"/>
                </a:solidFill>
                <a:latin typeface="Arial"/>
                <a:ea typeface="Arial"/>
                <a:cs typeface="Arial"/>
                <a:sym typeface="Arial"/>
              </a:endParaRPr>
            </a:p>
          </p:txBody>
        </p:sp>
        <p:sp>
          <p:nvSpPr>
            <p:cNvPr id="4365" name="Google Shape;4365;p26"/>
            <p:cNvSpPr/>
            <p:nvPr/>
          </p:nvSpPr>
          <p:spPr>
            <a:xfrm>
              <a:off x="4660" y="2379"/>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66" name="Google Shape;4366;p26"/>
            <p:cNvSpPr/>
            <p:nvPr/>
          </p:nvSpPr>
          <p:spPr>
            <a:xfrm>
              <a:off x="5063" y="1833"/>
              <a:ext cx="87" cy="764"/>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sp>
        <p:nvSpPr>
          <p:cNvPr id="4367" name="Google Shape;4367;p26"/>
          <p:cNvSpPr txBox="1"/>
          <p:nvPr/>
        </p:nvSpPr>
        <p:spPr>
          <a:xfrm>
            <a:off x="4764388" y="2906529"/>
            <a:ext cx="927409" cy="46243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Ethernet </a:t>
            </a:r>
            <a:endParaRPr/>
          </a:p>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switch</a:t>
            </a:r>
            <a:endParaRPr/>
          </a:p>
        </p:txBody>
      </p:sp>
      <p:cxnSp>
        <p:nvCxnSpPr>
          <p:cNvPr id="4368" name="Google Shape;4368;p26"/>
          <p:cNvCxnSpPr/>
          <p:nvPr/>
        </p:nvCxnSpPr>
        <p:spPr>
          <a:xfrm>
            <a:off x="6439983" y="3178810"/>
            <a:ext cx="386079" cy="0"/>
          </a:xfrm>
          <a:prstGeom prst="straightConnector1">
            <a:avLst/>
          </a:prstGeom>
          <a:noFill/>
          <a:ln cap="flat" cmpd="sng" w="9525">
            <a:solidFill>
              <a:srgbClr val="CC0000"/>
            </a:solidFill>
            <a:prstDash val="solid"/>
            <a:round/>
            <a:headEnd len="med" w="med" type="none"/>
            <a:tailEnd len="med" w="med" type="none"/>
          </a:ln>
        </p:spPr>
      </p:cxnSp>
      <p:sp>
        <p:nvSpPr>
          <p:cNvPr id="4369" name="Google Shape;4369;p26"/>
          <p:cNvSpPr txBox="1"/>
          <p:nvPr/>
        </p:nvSpPr>
        <p:spPr>
          <a:xfrm>
            <a:off x="6660355" y="2915882"/>
            <a:ext cx="1603958" cy="46243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institutional mail,</a:t>
            </a:r>
            <a:endParaRPr/>
          </a:p>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web servers</a:t>
            </a:r>
            <a:endParaRPr/>
          </a:p>
        </p:txBody>
      </p:sp>
      <p:sp>
        <p:nvSpPr>
          <p:cNvPr id="4370" name="Google Shape;4370;p26"/>
          <p:cNvSpPr txBox="1"/>
          <p:nvPr/>
        </p:nvSpPr>
        <p:spPr>
          <a:xfrm>
            <a:off x="7268479" y="2511682"/>
            <a:ext cx="1719743" cy="269821"/>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institutional router</a:t>
            </a:r>
            <a:endParaRPr/>
          </a:p>
        </p:txBody>
      </p:sp>
      <p:cxnSp>
        <p:nvCxnSpPr>
          <p:cNvPr id="4371" name="Google Shape;4371;p26"/>
          <p:cNvCxnSpPr/>
          <p:nvPr/>
        </p:nvCxnSpPr>
        <p:spPr>
          <a:xfrm>
            <a:off x="6585783" y="2140611"/>
            <a:ext cx="739499" cy="434401"/>
          </a:xfrm>
          <a:prstGeom prst="straightConnector1">
            <a:avLst/>
          </a:prstGeom>
          <a:noFill/>
          <a:ln cap="flat" cmpd="sng" w="9525">
            <a:solidFill>
              <a:srgbClr val="CC0000"/>
            </a:solidFill>
            <a:prstDash val="solid"/>
            <a:round/>
            <a:headEnd len="med" w="med" type="none"/>
            <a:tailEnd len="med" w="med" type="none"/>
          </a:ln>
        </p:spPr>
      </p:cxnSp>
      <p:cxnSp>
        <p:nvCxnSpPr>
          <p:cNvPr id="4372" name="Google Shape;4372;p26"/>
          <p:cNvCxnSpPr/>
          <p:nvPr/>
        </p:nvCxnSpPr>
        <p:spPr>
          <a:xfrm>
            <a:off x="6639438" y="1920292"/>
            <a:ext cx="713838" cy="0"/>
          </a:xfrm>
          <a:prstGeom prst="straightConnector1">
            <a:avLst/>
          </a:prstGeom>
          <a:noFill/>
          <a:ln cap="flat" cmpd="sng" w="28575">
            <a:solidFill>
              <a:schemeClr val="dk1"/>
            </a:solidFill>
            <a:prstDash val="solid"/>
            <a:round/>
            <a:headEnd len="med" w="med" type="none"/>
            <a:tailEnd len="med" w="med" type="none"/>
          </a:ln>
        </p:spPr>
      </p:cxnSp>
      <p:cxnSp>
        <p:nvCxnSpPr>
          <p:cNvPr id="4373" name="Google Shape;4373;p26"/>
          <p:cNvCxnSpPr/>
          <p:nvPr/>
        </p:nvCxnSpPr>
        <p:spPr>
          <a:xfrm>
            <a:off x="7396433" y="1918214"/>
            <a:ext cx="713838" cy="0"/>
          </a:xfrm>
          <a:prstGeom prst="straightConnector1">
            <a:avLst/>
          </a:prstGeom>
          <a:noFill/>
          <a:ln cap="flat" cmpd="sng" w="28575">
            <a:solidFill>
              <a:schemeClr val="dk1"/>
            </a:solidFill>
            <a:prstDash val="dash"/>
            <a:round/>
            <a:headEnd len="med" w="med" type="none"/>
            <a:tailEnd len="med" w="med" type="none"/>
          </a:ln>
        </p:spPr>
      </p:cxnSp>
      <p:cxnSp>
        <p:nvCxnSpPr>
          <p:cNvPr id="4374" name="Google Shape;4374;p26"/>
          <p:cNvCxnSpPr/>
          <p:nvPr/>
        </p:nvCxnSpPr>
        <p:spPr>
          <a:xfrm>
            <a:off x="6948534" y="1976411"/>
            <a:ext cx="369749" cy="217201"/>
          </a:xfrm>
          <a:prstGeom prst="straightConnector1">
            <a:avLst/>
          </a:prstGeom>
          <a:noFill/>
          <a:ln cap="flat" cmpd="sng" w="9525">
            <a:solidFill>
              <a:srgbClr val="CC0000"/>
            </a:solidFill>
            <a:prstDash val="solid"/>
            <a:round/>
            <a:headEnd len="med" w="med" type="none"/>
            <a:tailEnd len="med" w="med" type="none"/>
          </a:ln>
        </p:spPr>
      </p:cxnSp>
      <p:sp>
        <p:nvSpPr>
          <p:cNvPr id="4375" name="Google Shape;4375;p26"/>
          <p:cNvSpPr txBox="1"/>
          <p:nvPr/>
        </p:nvSpPr>
        <p:spPr>
          <a:xfrm>
            <a:off x="7321915" y="2109434"/>
            <a:ext cx="1612869" cy="655039"/>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Enterprise link to </a:t>
            </a:r>
            <a:endParaRPr/>
          </a:p>
          <a:p>
            <a:pPr indent="0" lvl="0" marL="0" marR="0" rtl="0" algn="ctr">
              <a:lnSpc>
                <a:spcPct val="85000"/>
              </a:lnSpc>
              <a:spcBef>
                <a:spcPts val="0"/>
              </a:spcBef>
              <a:spcAft>
                <a:spcPts val="0"/>
              </a:spcAft>
              <a:buNone/>
            </a:pPr>
            <a:r>
              <a:rPr lang="en-US" sz="1800">
                <a:solidFill>
                  <a:schemeClr val="dk1"/>
                </a:solidFill>
                <a:latin typeface="Calibri"/>
                <a:ea typeface="Calibri"/>
                <a:cs typeface="Calibri"/>
                <a:sym typeface="Calibri"/>
              </a:rPr>
              <a:t>ISP (Internet)</a:t>
            </a:r>
            <a:endParaRPr/>
          </a:p>
          <a:p>
            <a:pPr indent="0" lvl="0" marL="0" marR="0" rtl="0" algn="ctr">
              <a:lnSpc>
                <a:spcPct val="85000"/>
              </a:lnSpc>
              <a:spcBef>
                <a:spcPts val="0"/>
              </a:spcBef>
              <a:spcAft>
                <a:spcPts val="0"/>
              </a:spcAft>
              <a:buNone/>
            </a:pPr>
            <a:r>
              <a:t/>
            </a:r>
            <a:endParaRPr sz="1800">
              <a:solidFill>
                <a:schemeClr val="dk1"/>
              </a:solidFill>
              <a:latin typeface="Calibri"/>
              <a:ea typeface="Calibri"/>
              <a:cs typeface="Calibri"/>
              <a:sym typeface="Calibri"/>
            </a:endParaRPr>
          </a:p>
        </p:txBody>
      </p:sp>
      <p:cxnSp>
        <p:nvCxnSpPr>
          <p:cNvPr id="4376" name="Google Shape;4376;p26"/>
          <p:cNvCxnSpPr/>
          <p:nvPr/>
        </p:nvCxnSpPr>
        <p:spPr>
          <a:xfrm>
            <a:off x="6202037" y="2116709"/>
            <a:ext cx="0" cy="194337"/>
          </a:xfrm>
          <a:prstGeom prst="straightConnector1">
            <a:avLst/>
          </a:prstGeom>
          <a:noFill/>
          <a:ln cap="flat" cmpd="sng" w="28575">
            <a:solidFill>
              <a:schemeClr val="dk1"/>
            </a:solidFill>
            <a:prstDash val="solid"/>
            <a:round/>
            <a:headEnd len="med" w="med" type="none"/>
            <a:tailEnd len="med" w="med" type="none"/>
          </a:ln>
        </p:spPr>
      </p:cxnSp>
      <p:grpSp>
        <p:nvGrpSpPr>
          <p:cNvPr id="4377" name="Google Shape;4377;p26"/>
          <p:cNvGrpSpPr/>
          <p:nvPr/>
        </p:nvGrpSpPr>
        <p:grpSpPr>
          <a:xfrm>
            <a:off x="6120389" y="2953295"/>
            <a:ext cx="268272" cy="501952"/>
            <a:chOff x="4140" y="429"/>
            <a:chExt cx="1425" cy="2396"/>
          </a:xfrm>
        </p:grpSpPr>
        <p:sp>
          <p:nvSpPr>
            <p:cNvPr id="4378" name="Google Shape;4378;p2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79" name="Google Shape;4379;p26"/>
            <p:cNvSpPr/>
            <p:nvPr/>
          </p:nvSpPr>
          <p:spPr>
            <a:xfrm>
              <a:off x="4208" y="429"/>
              <a:ext cx="1047"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80" name="Google Shape;4380;p2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81" name="Google Shape;4381;p2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382" name="Google Shape;4382;p26"/>
            <p:cNvSpPr/>
            <p:nvPr/>
          </p:nvSpPr>
          <p:spPr>
            <a:xfrm>
              <a:off x="4214" y="692"/>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nvGrpSpPr>
            <p:cNvPr id="4383" name="Google Shape;4383;p26"/>
            <p:cNvGrpSpPr/>
            <p:nvPr/>
          </p:nvGrpSpPr>
          <p:grpSpPr>
            <a:xfrm>
              <a:off x="4747" y="667"/>
              <a:ext cx="583" cy="144"/>
              <a:chOff x="612" y="2567"/>
              <a:chExt cx="727" cy="138"/>
            </a:xfrm>
          </p:grpSpPr>
          <p:sp>
            <p:nvSpPr>
              <p:cNvPr id="4384" name="Google Shape;4384;p26"/>
              <p:cNvSpPr/>
              <p:nvPr/>
            </p:nvSpPr>
            <p:spPr>
              <a:xfrm>
                <a:off x="612" y="2567"/>
                <a:ext cx="72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85" name="Google Shape;4385;p26"/>
              <p:cNvSpPr/>
              <p:nvPr/>
            </p:nvSpPr>
            <p:spPr>
              <a:xfrm>
                <a:off x="627" y="2581"/>
                <a:ext cx="696"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sp>
          <p:nvSpPr>
            <p:cNvPr id="4386" name="Google Shape;4386;p26"/>
            <p:cNvSpPr/>
            <p:nvPr/>
          </p:nvSpPr>
          <p:spPr>
            <a:xfrm>
              <a:off x="4227" y="1019"/>
              <a:ext cx="595"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nvGrpSpPr>
            <p:cNvPr id="4387" name="Google Shape;4387;p26"/>
            <p:cNvGrpSpPr/>
            <p:nvPr/>
          </p:nvGrpSpPr>
          <p:grpSpPr>
            <a:xfrm>
              <a:off x="4747" y="995"/>
              <a:ext cx="583" cy="134"/>
              <a:chOff x="614" y="2569"/>
              <a:chExt cx="727" cy="139"/>
            </a:xfrm>
          </p:grpSpPr>
          <p:sp>
            <p:nvSpPr>
              <p:cNvPr id="4388" name="Google Shape;4388;p26"/>
              <p:cNvSpPr/>
              <p:nvPr/>
            </p:nvSpPr>
            <p:spPr>
              <a:xfrm>
                <a:off x="614" y="2569"/>
                <a:ext cx="727"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89" name="Google Shape;4389;p26"/>
              <p:cNvSpPr/>
              <p:nvPr/>
            </p:nvSpPr>
            <p:spPr>
              <a:xfrm>
                <a:off x="630" y="2584"/>
                <a:ext cx="696"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sp>
          <p:nvSpPr>
            <p:cNvPr id="4390" name="Google Shape;4390;p26"/>
            <p:cNvSpPr/>
            <p:nvPr/>
          </p:nvSpPr>
          <p:spPr>
            <a:xfrm>
              <a:off x="4214" y="1357"/>
              <a:ext cx="601"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91" name="Google Shape;4391;p26"/>
            <p:cNvSpPr/>
            <p:nvPr/>
          </p:nvSpPr>
          <p:spPr>
            <a:xfrm>
              <a:off x="4227" y="1654"/>
              <a:ext cx="595"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nvGrpSpPr>
            <p:cNvPr id="4392" name="Google Shape;4392;p26"/>
            <p:cNvGrpSpPr/>
            <p:nvPr/>
          </p:nvGrpSpPr>
          <p:grpSpPr>
            <a:xfrm>
              <a:off x="4735" y="1629"/>
              <a:ext cx="582" cy="149"/>
              <a:chOff x="614" y="2570"/>
              <a:chExt cx="725" cy="137"/>
            </a:xfrm>
          </p:grpSpPr>
          <p:sp>
            <p:nvSpPr>
              <p:cNvPr id="4393" name="Google Shape;4393;p26"/>
              <p:cNvSpPr/>
              <p:nvPr/>
            </p:nvSpPr>
            <p:spPr>
              <a:xfrm>
                <a:off x="614" y="2570"/>
                <a:ext cx="725" cy="137"/>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94" name="Google Shape;4394;p26"/>
              <p:cNvSpPr/>
              <p:nvPr/>
            </p:nvSpPr>
            <p:spPr>
              <a:xfrm>
                <a:off x="629" y="2584"/>
                <a:ext cx="695"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sp>
          <p:nvSpPr>
            <p:cNvPr id="4395" name="Google Shape;4395;p2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nvGrpSpPr>
            <p:cNvPr id="4396" name="Google Shape;4396;p26"/>
            <p:cNvGrpSpPr/>
            <p:nvPr/>
          </p:nvGrpSpPr>
          <p:grpSpPr>
            <a:xfrm>
              <a:off x="4741" y="1327"/>
              <a:ext cx="582" cy="139"/>
              <a:chOff x="616" y="2568"/>
              <a:chExt cx="725" cy="139"/>
            </a:xfrm>
          </p:grpSpPr>
          <p:sp>
            <p:nvSpPr>
              <p:cNvPr id="4397" name="Google Shape;4397;p26"/>
              <p:cNvSpPr/>
              <p:nvPr/>
            </p:nvSpPr>
            <p:spPr>
              <a:xfrm>
                <a:off x="616" y="2568"/>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398" name="Google Shape;4398;p26"/>
              <p:cNvSpPr/>
              <p:nvPr/>
            </p:nvSpPr>
            <p:spPr>
              <a:xfrm>
                <a:off x="632" y="2583"/>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sp>
          <p:nvSpPr>
            <p:cNvPr id="4399" name="Google Shape;4399;p26"/>
            <p:cNvSpPr/>
            <p:nvPr/>
          </p:nvSpPr>
          <p:spPr>
            <a:xfrm>
              <a:off x="5249" y="429"/>
              <a:ext cx="68" cy="2287"/>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400" name="Google Shape;4400;p2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401" name="Google Shape;4401;p2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402" name="Google Shape;4402;p26"/>
            <p:cNvSpPr/>
            <p:nvPr/>
          </p:nvSpPr>
          <p:spPr>
            <a:xfrm>
              <a:off x="5515" y="2612"/>
              <a:ext cx="50" cy="94"/>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403" name="Google Shape;4403;p2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4404" name="Google Shape;4404;p26"/>
            <p:cNvSpPr/>
            <p:nvPr/>
          </p:nvSpPr>
          <p:spPr>
            <a:xfrm>
              <a:off x="4140" y="2676"/>
              <a:ext cx="1202"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405" name="Google Shape;4405;p26"/>
            <p:cNvSpPr/>
            <p:nvPr/>
          </p:nvSpPr>
          <p:spPr>
            <a:xfrm>
              <a:off x="4208" y="2711"/>
              <a:ext cx="1066" cy="84"/>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406" name="Google Shape;4406;p26"/>
            <p:cNvSpPr/>
            <p:nvPr/>
          </p:nvSpPr>
          <p:spPr>
            <a:xfrm>
              <a:off x="4307" y="2383"/>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407" name="Google Shape;4407;p26"/>
            <p:cNvSpPr/>
            <p:nvPr/>
          </p:nvSpPr>
          <p:spPr>
            <a:xfrm>
              <a:off x="4487" y="2383"/>
              <a:ext cx="161"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FF0000"/>
                </a:solidFill>
                <a:latin typeface="Arial"/>
                <a:ea typeface="Arial"/>
                <a:cs typeface="Arial"/>
                <a:sym typeface="Arial"/>
              </a:endParaRPr>
            </a:p>
          </p:txBody>
        </p:sp>
        <p:sp>
          <p:nvSpPr>
            <p:cNvPr id="4408" name="Google Shape;4408;p26"/>
            <p:cNvSpPr/>
            <p:nvPr/>
          </p:nvSpPr>
          <p:spPr>
            <a:xfrm>
              <a:off x="4660" y="2379"/>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4409" name="Google Shape;4409;p26"/>
            <p:cNvSpPr/>
            <p:nvPr/>
          </p:nvSpPr>
          <p:spPr>
            <a:xfrm>
              <a:off x="5063" y="1833"/>
              <a:ext cx="87" cy="764"/>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grpSp>
      <p:grpSp>
        <p:nvGrpSpPr>
          <p:cNvPr id="4410" name="Google Shape;4410;p26"/>
          <p:cNvGrpSpPr/>
          <p:nvPr/>
        </p:nvGrpSpPr>
        <p:grpSpPr>
          <a:xfrm>
            <a:off x="2986268" y="2270516"/>
            <a:ext cx="531879" cy="435440"/>
            <a:chOff x="-44" y="1473"/>
            <a:chExt cx="981" cy="1105"/>
          </a:xfrm>
        </p:grpSpPr>
        <p:pic>
          <p:nvPicPr>
            <p:cNvPr descr="desktop_computer_stylized_medium" id="4411" name="Google Shape;4411;p26"/>
            <p:cNvPicPr preferRelativeResize="0"/>
            <p:nvPr/>
          </p:nvPicPr>
          <p:blipFill rotWithShape="1">
            <a:blip r:embed="rId14">
              <a:alphaModFix/>
            </a:blip>
            <a:srcRect b="0" l="0" r="0" t="0"/>
            <a:stretch/>
          </p:blipFill>
          <p:spPr>
            <a:xfrm flipH="1">
              <a:off x="-44" y="1473"/>
              <a:ext cx="981" cy="1105"/>
            </a:xfrm>
            <a:prstGeom prst="rect">
              <a:avLst/>
            </a:prstGeom>
            <a:noFill/>
            <a:ln>
              <a:noFill/>
            </a:ln>
          </p:spPr>
        </p:pic>
        <p:sp>
          <p:nvSpPr>
            <p:cNvPr id="4412" name="Google Shape;4412;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grpSp>
        <p:nvGrpSpPr>
          <p:cNvPr id="4413" name="Google Shape;4413;p26"/>
          <p:cNvGrpSpPr/>
          <p:nvPr/>
        </p:nvGrpSpPr>
        <p:grpSpPr>
          <a:xfrm>
            <a:off x="3275536" y="2564620"/>
            <a:ext cx="531879" cy="435441"/>
            <a:chOff x="-44" y="1473"/>
            <a:chExt cx="981" cy="1105"/>
          </a:xfrm>
        </p:grpSpPr>
        <p:pic>
          <p:nvPicPr>
            <p:cNvPr descr="desktop_computer_stylized_medium" id="4414" name="Google Shape;4414;p26"/>
            <p:cNvPicPr preferRelativeResize="0"/>
            <p:nvPr/>
          </p:nvPicPr>
          <p:blipFill rotWithShape="1">
            <a:blip r:embed="rId14">
              <a:alphaModFix/>
            </a:blip>
            <a:srcRect b="0" l="0" r="0" t="0"/>
            <a:stretch/>
          </p:blipFill>
          <p:spPr>
            <a:xfrm flipH="1">
              <a:off x="-44" y="1473"/>
              <a:ext cx="981" cy="1105"/>
            </a:xfrm>
            <a:prstGeom prst="rect">
              <a:avLst/>
            </a:prstGeom>
            <a:noFill/>
            <a:ln>
              <a:noFill/>
            </a:ln>
          </p:spPr>
        </p:pic>
        <p:sp>
          <p:nvSpPr>
            <p:cNvPr id="4415" name="Google Shape;4415;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grpSp>
        <p:nvGrpSpPr>
          <p:cNvPr id="4416" name="Google Shape;4416;p26"/>
          <p:cNvGrpSpPr/>
          <p:nvPr/>
        </p:nvGrpSpPr>
        <p:grpSpPr>
          <a:xfrm>
            <a:off x="3724601" y="2941863"/>
            <a:ext cx="531879" cy="435440"/>
            <a:chOff x="-44" y="1473"/>
            <a:chExt cx="981" cy="1105"/>
          </a:xfrm>
        </p:grpSpPr>
        <p:pic>
          <p:nvPicPr>
            <p:cNvPr descr="desktop_computer_stylized_medium" id="4417" name="Google Shape;4417;p26"/>
            <p:cNvPicPr preferRelativeResize="0"/>
            <p:nvPr/>
          </p:nvPicPr>
          <p:blipFill rotWithShape="1">
            <a:blip r:embed="rId14">
              <a:alphaModFix/>
            </a:blip>
            <a:srcRect b="0" l="0" r="0" t="0"/>
            <a:stretch/>
          </p:blipFill>
          <p:spPr>
            <a:xfrm flipH="1">
              <a:off x="-44" y="1473"/>
              <a:ext cx="981" cy="1105"/>
            </a:xfrm>
            <a:prstGeom prst="rect">
              <a:avLst/>
            </a:prstGeom>
            <a:noFill/>
            <a:ln>
              <a:noFill/>
            </a:ln>
          </p:spPr>
        </p:pic>
        <p:sp>
          <p:nvSpPr>
            <p:cNvPr id="4418" name="Google Shape;4418;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grpSp>
        <p:nvGrpSpPr>
          <p:cNvPr id="4419" name="Google Shape;4419;p26"/>
          <p:cNvGrpSpPr/>
          <p:nvPr/>
        </p:nvGrpSpPr>
        <p:grpSpPr>
          <a:xfrm>
            <a:off x="4145671" y="2951216"/>
            <a:ext cx="531879" cy="435441"/>
            <a:chOff x="-44" y="1473"/>
            <a:chExt cx="981" cy="1105"/>
          </a:xfrm>
        </p:grpSpPr>
        <p:pic>
          <p:nvPicPr>
            <p:cNvPr descr="desktop_computer_stylized_medium" id="4420" name="Google Shape;4420;p26"/>
            <p:cNvPicPr preferRelativeResize="0"/>
            <p:nvPr/>
          </p:nvPicPr>
          <p:blipFill rotWithShape="1">
            <a:blip r:embed="rId14">
              <a:alphaModFix/>
            </a:blip>
            <a:srcRect b="0" l="0" r="0" t="0"/>
            <a:stretch/>
          </p:blipFill>
          <p:spPr>
            <a:xfrm flipH="1">
              <a:off x="-44" y="1473"/>
              <a:ext cx="981" cy="1105"/>
            </a:xfrm>
            <a:prstGeom prst="rect">
              <a:avLst/>
            </a:prstGeom>
            <a:noFill/>
            <a:ln>
              <a:noFill/>
            </a:ln>
          </p:spPr>
        </p:pic>
        <p:sp>
          <p:nvSpPr>
            <p:cNvPr id="4421" name="Google Shape;4421;p2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p:txBody>
        </p:sp>
      </p:grpSp>
      <p:grpSp>
        <p:nvGrpSpPr>
          <p:cNvPr id="4422" name="Google Shape;4422;p26"/>
          <p:cNvGrpSpPr/>
          <p:nvPr/>
        </p:nvGrpSpPr>
        <p:grpSpPr>
          <a:xfrm>
            <a:off x="5763477" y="1758396"/>
            <a:ext cx="875961" cy="382215"/>
            <a:chOff x="7493876" y="2774731"/>
            <a:chExt cx="1481958" cy="894622"/>
          </a:xfrm>
        </p:grpSpPr>
        <p:sp>
          <p:nvSpPr>
            <p:cNvPr id="4423" name="Google Shape;4423;p2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Calibri"/>
                  <a:ea typeface="Calibri"/>
                  <a:cs typeface="Calibri"/>
                  <a:sym typeface="Calibri"/>
                </a:rPr>
                <a:t>                   </a:t>
              </a:r>
              <a:endParaRPr/>
            </a:p>
          </p:txBody>
        </p:sp>
        <p:sp>
          <p:nvSpPr>
            <p:cNvPr id="4424" name="Google Shape;4424;p2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Calibri"/>
                  <a:ea typeface="Calibri"/>
                  <a:cs typeface="Calibri"/>
                  <a:sym typeface="Calibri"/>
                </a:rPr>
                <a:t>              </a:t>
              </a:r>
              <a:endParaRPr/>
            </a:p>
          </p:txBody>
        </p:sp>
        <p:grpSp>
          <p:nvGrpSpPr>
            <p:cNvPr id="4425" name="Google Shape;4425;p26"/>
            <p:cNvGrpSpPr/>
            <p:nvPr/>
          </p:nvGrpSpPr>
          <p:grpSpPr>
            <a:xfrm>
              <a:off x="7713663" y="2848339"/>
              <a:ext cx="1042107" cy="425543"/>
              <a:chOff x="7786941" y="2884917"/>
              <a:chExt cx="897649" cy="353919"/>
            </a:xfrm>
          </p:grpSpPr>
          <p:sp>
            <p:nvSpPr>
              <p:cNvPr id="4426" name="Google Shape;4426;p2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427" name="Google Shape;4427;p2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428" name="Google Shape;4428;p2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429" name="Google Shape;4429;p2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grpSp>
      </p:grpSp>
      <p:grpSp>
        <p:nvGrpSpPr>
          <p:cNvPr id="4430" name="Google Shape;4430;p26"/>
          <p:cNvGrpSpPr/>
          <p:nvPr/>
        </p:nvGrpSpPr>
        <p:grpSpPr>
          <a:xfrm>
            <a:off x="5810083" y="2299755"/>
            <a:ext cx="881870" cy="312528"/>
            <a:chOff x="3668110" y="2448910"/>
            <a:chExt cx="3794234" cy="2165130"/>
          </a:xfrm>
        </p:grpSpPr>
        <p:sp>
          <p:nvSpPr>
            <p:cNvPr id="4431" name="Google Shape;4431;p2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432" name="Google Shape;4432;p2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grpSp>
          <p:nvGrpSpPr>
            <p:cNvPr id="4433" name="Google Shape;4433;p26"/>
            <p:cNvGrpSpPr/>
            <p:nvPr/>
          </p:nvGrpSpPr>
          <p:grpSpPr>
            <a:xfrm>
              <a:off x="3941378" y="2603243"/>
              <a:ext cx="3202061" cy="1066110"/>
              <a:chOff x="7939341" y="3037317"/>
              <a:chExt cx="897649" cy="353919"/>
            </a:xfrm>
          </p:grpSpPr>
          <p:sp>
            <p:nvSpPr>
              <p:cNvPr id="4434" name="Google Shape;4434;p2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435" name="Google Shape;4435;p2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436" name="Google Shape;4436;p2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437" name="Google Shape;4437;p2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grpSp>
      </p:grpSp>
      <p:cxnSp>
        <p:nvCxnSpPr>
          <p:cNvPr id="4438" name="Google Shape;4438;p26"/>
          <p:cNvCxnSpPr/>
          <p:nvPr/>
        </p:nvCxnSpPr>
        <p:spPr>
          <a:xfrm>
            <a:off x="4758032" y="2690368"/>
            <a:ext cx="369749" cy="217200"/>
          </a:xfrm>
          <a:prstGeom prst="straightConnector1">
            <a:avLst/>
          </a:prstGeom>
          <a:noFill/>
          <a:ln cap="flat" cmpd="sng" w="9525">
            <a:solidFill>
              <a:srgbClr val="CC0000"/>
            </a:solidFill>
            <a:prstDash val="solid"/>
            <a:round/>
            <a:headEnd len="med" w="med" type="none"/>
            <a:tailEnd len="med" w="med" type="none"/>
          </a:ln>
        </p:spPr>
      </p:cxnSp>
      <p:cxnSp>
        <p:nvCxnSpPr>
          <p:cNvPr id="4439" name="Google Shape;4439;p26"/>
          <p:cNvCxnSpPr/>
          <p:nvPr/>
        </p:nvCxnSpPr>
        <p:spPr>
          <a:xfrm flipH="1">
            <a:off x="5214095" y="2587483"/>
            <a:ext cx="579702" cy="329439"/>
          </a:xfrm>
          <a:prstGeom prst="straightConnector1">
            <a:avLst/>
          </a:prstGeom>
          <a:noFill/>
          <a:ln cap="flat" cmpd="sng" w="9525">
            <a:solidFill>
              <a:srgbClr val="CC0000"/>
            </a:solidFill>
            <a:prstDash val="solid"/>
            <a:round/>
            <a:headEnd len="med" w="med" type="none"/>
            <a:tailEnd len="med" w="med" type="none"/>
          </a:ln>
        </p:spPr>
      </p:cxnSp>
      <p:grpSp>
        <p:nvGrpSpPr>
          <p:cNvPr id="4440" name="Google Shape;4440;p26"/>
          <p:cNvGrpSpPr/>
          <p:nvPr/>
        </p:nvGrpSpPr>
        <p:grpSpPr>
          <a:xfrm>
            <a:off x="4009167" y="2420866"/>
            <a:ext cx="881870" cy="312528"/>
            <a:chOff x="3668110" y="2448910"/>
            <a:chExt cx="3794234" cy="2165130"/>
          </a:xfrm>
        </p:grpSpPr>
        <p:sp>
          <p:nvSpPr>
            <p:cNvPr id="4441" name="Google Shape;4441;p2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442" name="Google Shape;4442;p2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grpSp>
          <p:nvGrpSpPr>
            <p:cNvPr id="4443" name="Google Shape;4443;p26"/>
            <p:cNvGrpSpPr/>
            <p:nvPr/>
          </p:nvGrpSpPr>
          <p:grpSpPr>
            <a:xfrm>
              <a:off x="3941378" y="2603243"/>
              <a:ext cx="3202061" cy="1066110"/>
              <a:chOff x="7939341" y="3037317"/>
              <a:chExt cx="897649" cy="353919"/>
            </a:xfrm>
          </p:grpSpPr>
          <p:sp>
            <p:nvSpPr>
              <p:cNvPr id="4444" name="Google Shape;4444;p2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445" name="Google Shape;4445;p2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446" name="Google Shape;4446;p2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4447" name="Google Shape;4447;p2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gr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1" name="Shape 4451"/>
        <p:cNvGrpSpPr/>
        <p:nvPr/>
      </p:nvGrpSpPr>
      <p:grpSpPr>
        <a:xfrm>
          <a:off x="0" y="0"/>
          <a:ext cx="0" cy="0"/>
          <a:chOff x="0" y="0"/>
          <a:chExt cx="0" cy="0"/>
        </a:xfrm>
      </p:grpSpPr>
      <p:sp>
        <p:nvSpPr>
          <p:cNvPr id="4452" name="Google Shape;4452;p2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3" name="Google Shape;4453;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id="4454" name="Google Shape;4454;p27"/>
          <p:cNvPicPr preferRelativeResize="0"/>
          <p:nvPr/>
        </p:nvPicPr>
        <p:blipFill rotWithShape="1">
          <a:blip r:embed="rId3">
            <a:alphaModFix/>
          </a:blip>
          <a:srcRect b="0" l="0" r="0" t="0"/>
          <a:stretch/>
        </p:blipFill>
        <p:spPr>
          <a:xfrm>
            <a:off x="1336293" y="1218687"/>
            <a:ext cx="9199040" cy="4664369"/>
          </a:xfrm>
          <a:prstGeom prst="rect">
            <a:avLst/>
          </a:prstGeom>
          <a:noFill/>
          <a:ln>
            <a:noFill/>
          </a:ln>
        </p:spPr>
      </p:pic>
      <p:pic>
        <p:nvPicPr>
          <p:cNvPr descr="Puzzle" id="4455" name="Google Shape;4455;p27"/>
          <p:cNvPicPr preferRelativeResize="0"/>
          <p:nvPr/>
        </p:nvPicPr>
        <p:blipFill rotWithShape="1">
          <a:blip r:embed="rId4">
            <a:alphaModFix/>
          </a:blip>
          <a:srcRect b="0" l="0" r="0" t="0"/>
          <a:stretch/>
        </p:blipFill>
        <p:spPr>
          <a:xfrm rot="2653558">
            <a:off x="9939338" y="125413"/>
            <a:ext cx="603250" cy="6032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0" name="Shape 4460"/>
        <p:cNvGrpSpPr/>
        <p:nvPr/>
      </p:nvGrpSpPr>
      <p:grpSpPr>
        <a:xfrm>
          <a:off x="0" y="0"/>
          <a:ext cx="0" cy="0"/>
          <a:chOff x="0" y="0"/>
          <a:chExt cx="0" cy="0"/>
        </a:xfrm>
      </p:grpSpPr>
      <p:sp>
        <p:nvSpPr>
          <p:cNvPr id="4461" name="Google Shape;4461;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Introduction: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4462" name="Google Shape;4462;p28"/>
          <p:cNvSpPr txBox="1"/>
          <p:nvPr>
            <p:ph type="title"/>
          </p:nvPr>
        </p:nvSpPr>
        <p:spPr>
          <a:xfrm>
            <a:off x="848710" y="27314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Wireless access networks</a:t>
            </a:r>
            <a:endParaRPr/>
          </a:p>
        </p:txBody>
      </p:sp>
      <p:sp>
        <p:nvSpPr>
          <p:cNvPr id="4463" name="Google Shape;4463;p28"/>
          <p:cNvSpPr txBox="1"/>
          <p:nvPr/>
        </p:nvSpPr>
        <p:spPr>
          <a:xfrm>
            <a:off x="889001" y="1174398"/>
            <a:ext cx="9379606" cy="111866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Shared </a:t>
            </a:r>
            <a:r>
              <a:rPr i="1" lang="en-US" sz="2800">
                <a:solidFill>
                  <a:schemeClr val="dk1"/>
                </a:solidFill>
                <a:latin typeface="Calibri"/>
                <a:ea typeface="Calibri"/>
                <a:cs typeface="Calibri"/>
                <a:sym typeface="Calibri"/>
              </a:rPr>
              <a:t>wireless</a:t>
            </a:r>
            <a:r>
              <a:rPr lang="en-US" sz="2800">
                <a:solidFill>
                  <a:schemeClr val="dk1"/>
                </a:solidFill>
                <a:latin typeface="Calibri"/>
                <a:ea typeface="Calibri"/>
                <a:cs typeface="Calibri"/>
                <a:sym typeface="Calibri"/>
              </a:rPr>
              <a:t> access network connects end system to router</a:t>
            </a:r>
            <a:endParaRPr/>
          </a:p>
          <a:p>
            <a:pPr indent="-225425" lvl="0" marL="339725" marR="0" rtl="0" algn="l">
              <a:lnSpc>
                <a:spcPct val="90000"/>
              </a:lnSpc>
              <a:spcBef>
                <a:spcPts val="10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via base station aka “access point”</a:t>
            </a:r>
            <a:endParaRPr sz="2400">
              <a:solidFill>
                <a:schemeClr val="dk1"/>
              </a:solidFill>
              <a:latin typeface="Calibri"/>
              <a:ea typeface="Calibri"/>
              <a:cs typeface="Calibri"/>
              <a:sym typeface="Calibri"/>
            </a:endParaRPr>
          </a:p>
        </p:txBody>
      </p:sp>
      <p:sp>
        <p:nvSpPr>
          <p:cNvPr id="4464" name="Google Shape;4464;p28"/>
          <p:cNvSpPr/>
          <p:nvPr/>
        </p:nvSpPr>
        <p:spPr>
          <a:xfrm>
            <a:off x="848711" y="2383154"/>
            <a:ext cx="4720964" cy="3118604"/>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lang="en-US" sz="2800">
                <a:solidFill>
                  <a:srgbClr val="CC0000"/>
                </a:solidFill>
                <a:latin typeface="Calibri"/>
                <a:ea typeface="Calibri"/>
                <a:cs typeface="Calibri"/>
                <a:sym typeface="Calibri"/>
              </a:rPr>
              <a:t>Wireless local area networks </a:t>
            </a:r>
            <a:r>
              <a:rPr lang="en-US" sz="2000">
                <a:solidFill>
                  <a:srgbClr val="CC0000"/>
                </a:solidFill>
                <a:latin typeface="Calibri"/>
                <a:ea typeface="Calibri"/>
                <a:cs typeface="Calibri"/>
                <a:sym typeface="Calibri"/>
              </a:rPr>
              <a:t>(WLANs)</a:t>
            </a:r>
            <a:endParaRPr/>
          </a:p>
          <a:p>
            <a:pPr indent="-260350" lvl="1"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chemeClr val="dk1"/>
                </a:solidFill>
                <a:latin typeface="Calibri"/>
                <a:ea typeface="Calibri"/>
                <a:cs typeface="Calibri"/>
                <a:sym typeface="Calibri"/>
              </a:rPr>
              <a:t>typically within or around building (~100 ft)</a:t>
            </a:r>
            <a:endParaRPr/>
          </a:p>
          <a:p>
            <a:pPr indent="-260350" lvl="1"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chemeClr val="dk1"/>
                </a:solidFill>
                <a:latin typeface="Calibri"/>
                <a:ea typeface="Calibri"/>
                <a:cs typeface="Calibri"/>
                <a:sym typeface="Calibri"/>
              </a:rPr>
              <a:t>802.11b/g/n (WiFi): 11, 54, 450 Mbps transmission rate</a:t>
            </a:r>
            <a:endParaRPr/>
          </a:p>
        </p:txBody>
      </p:sp>
      <p:grpSp>
        <p:nvGrpSpPr>
          <p:cNvPr id="4465" name="Google Shape;4465;p28"/>
          <p:cNvGrpSpPr/>
          <p:nvPr/>
        </p:nvGrpSpPr>
        <p:grpSpPr>
          <a:xfrm>
            <a:off x="1457197" y="4740844"/>
            <a:ext cx="2487613" cy="1562100"/>
            <a:chOff x="2889" y="1631"/>
            <a:chExt cx="980" cy="743"/>
          </a:xfrm>
        </p:grpSpPr>
        <p:sp>
          <p:nvSpPr>
            <p:cNvPr id="4466" name="Google Shape;4466;p28"/>
            <p:cNvSpPr/>
            <p:nvPr/>
          </p:nvSpPr>
          <p:spPr>
            <a:xfrm>
              <a:off x="3046" y="1841"/>
              <a:ext cx="663" cy="533"/>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4467" name="Google Shape;4467;p28"/>
            <p:cNvSpPr/>
            <p:nvPr/>
          </p:nvSpPr>
          <p:spPr>
            <a:xfrm>
              <a:off x="2889" y="1631"/>
              <a:ext cx="980" cy="253"/>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00CCFF"/>
                </a:solidFill>
                <a:latin typeface="Arial"/>
                <a:ea typeface="Arial"/>
                <a:cs typeface="Arial"/>
                <a:sym typeface="Arial"/>
              </a:endParaRPr>
            </a:p>
          </p:txBody>
        </p:sp>
      </p:grpSp>
      <p:cxnSp>
        <p:nvCxnSpPr>
          <p:cNvPr id="4468" name="Google Shape;4468;p28"/>
          <p:cNvCxnSpPr/>
          <p:nvPr/>
        </p:nvCxnSpPr>
        <p:spPr>
          <a:xfrm>
            <a:off x="3123661" y="6082085"/>
            <a:ext cx="934073" cy="3964"/>
          </a:xfrm>
          <a:prstGeom prst="straightConnector1">
            <a:avLst/>
          </a:prstGeom>
          <a:noFill/>
          <a:ln cap="flat" cmpd="sng" w="9525">
            <a:solidFill>
              <a:schemeClr val="dk1"/>
            </a:solidFill>
            <a:prstDash val="solid"/>
            <a:round/>
            <a:headEnd len="med" w="med" type="none"/>
            <a:tailEnd len="med" w="med" type="none"/>
          </a:ln>
        </p:spPr>
      </p:cxnSp>
      <p:cxnSp>
        <p:nvCxnSpPr>
          <p:cNvPr id="4469" name="Google Shape;4469;p28"/>
          <p:cNvCxnSpPr/>
          <p:nvPr/>
        </p:nvCxnSpPr>
        <p:spPr>
          <a:xfrm flipH="1" rot="10800000">
            <a:off x="2501772" y="6010844"/>
            <a:ext cx="287338" cy="4762"/>
          </a:xfrm>
          <a:prstGeom prst="straightConnector1">
            <a:avLst/>
          </a:prstGeom>
          <a:noFill/>
          <a:ln cap="flat" cmpd="sng" w="9525">
            <a:solidFill>
              <a:schemeClr val="dk1"/>
            </a:solidFill>
            <a:prstDash val="solid"/>
            <a:round/>
            <a:headEnd len="med" w="med" type="none"/>
            <a:tailEnd len="med" w="med" type="none"/>
          </a:ln>
        </p:spPr>
      </p:cxnSp>
      <p:grpSp>
        <p:nvGrpSpPr>
          <p:cNvPr id="4470" name="Google Shape;4470;p28"/>
          <p:cNvGrpSpPr/>
          <p:nvPr/>
        </p:nvGrpSpPr>
        <p:grpSpPr>
          <a:xfrm>
            <a:off x="2025522" y="5620319"/>
            <a:ext cx="863600" cy="588962"/>
            <a:chOff x="2967" y="478"/>
            <a:chExt cx="788" cy="625"/>
          </a:xfrm>
        </p:grpSpPr>
        <p:pic>
          <p:nvPicPr>
            <p:cNvPr descr="access_point_stylized_small" id="4471" name="Google Shape;4471;p28"/>
            <p:cNvPicPr preferRelativeResize="0"/>
            <p:nvPr/>
          </p:nvPicPr>
          <p:blipFill rotWithShape="1">
            <a:blip r:embed="rId3">
              <a:alphaModFix/>
            </a:blip>
            <a:srcRect b="0" l="0" r="0" t="0"/>
            <a:stretch/>
          </p:blipFill>
          <p:spPr>
            <a:xfrm>
              <a:off x="3012" y="559"/>
              <a:ext cx="576" cy="544"/>
            </a:xfrm>
            <a:prstGeom prst="rect">
              <a:avLst/>
            </a:prstGeom>
            <a:noFill/>
            <a:ln>
              <a:noFill/>
            </a:ln>
          </p:spPr>
        </p:pic>
        <p:pic>
          <p:nvPicPr>
            <p:cNvPr descr="antenna_radiation_stylized" id="4472" name="Google Shape;4472;p28"/>
            <p:cNvPicPr preferRelativeResize="0"/>
            <p:nvPr/>
          </p:nvPicPr>
          <p:blipFill rotWithShape="1">
            <a:blip r:embed="rId4">
              <a:alphaModFix/>
            </a:blip>
            <a:srcRect b="0" l="0" r="0" t="0"/>
            <a:stretch/>
          </p:blipFill>
          <p:spPr>
            <a:xfrm>
              <a:off x="2967" y="478"/>
              <a:ext cx="788" cy="188"/>
            </a:xfrm>
            <a:prstGeom prst="rect">
              <a:avLst/>
            </a:prstGeom>
            <a:noFill/>
            <a:ln>
              <a:noFill/>
            </a:ln>
          </p:spPr>
        </p:pic>
      </p:grpSp>
      <p:grpSp>
        <p:nvGrpSpPr>
          <p:cNvPr id="4473" name="Google Shape;4473;p28"/>
          <p:cNvGrpSpPr/>
          <p:nvPr/>
        </p:nvGrpSpPr>
        <p:grpSpPr>
          <a:xfrm>
            <a:off x="1939797" y="4851969"/>
            <a:ext cx="757238" cy="691939"/>
            <a:chOff x="877" y="1008"/>
            <a:chExt cx="2747" cy="2626"/>
          </a:xfrm>
        </p:grpSpPr>
        <p:pic>
          <p:nvPicPr>
            <p:cNvPr descr="antenna_stylized" id="4474" name="Google Shape;4474;p28"/>
            <p:cNvPicPr preferRelativeResize="0"/>
            <p:nvPr/>
          </p:nvPicPr>
          <p:blipFill rotWithShape="1">
            <a:blip r:embed="rId5">
              <a:alphaModFix/>
            </a:blip>
            <a:srcRect b="0" l="0" r="0" t="0"/>
            <a:stretch/>
          </p:blipFill>
          <p:spPr>
            <a:xfrm>
              <a:off x="877" y="1008"/>
              <a:ext cx="2725" cy="1421"/>
            </a:xfrm>
            <a:prstGeom prst="rect">
              <a:avLst/>
            </a:prstGeom>
            <a:noFill/>
            <a:ln>
              <a:noFill/>
            </a:ln>
          </p:spPr>
        </p:pic>
        <p:pic>
          <p:nvPicPr>
            <p:cNvPr descr="laptop_keyboard" id="4475" name="Google Shape;4475;p28"/>
            <p:cNvPicPr preferRelativeResize="0"/>
            <p:nvPr/>
          </p:nvPicPr>
          <p:blipFill rotWithShape="1">
            <a:blip r:embed="rId6">
              <a:alphaModFix/>
            </a:blip>
            <a:srcRect b="0" l="0" r="0" t="0"/>
            <a:stretch/>
          </p:blipFill>
          <p:spPr>
            <a:xfrm flipH="1" rot="109064">
              <a:off x="1009" y="2586"/>
              <a:ext cx="2245" cy="1013"/>
            </a:xfrm>
            <a:prstGeom prst="rect">
              <a:avLst/>
            </a:prstGeom>
            <a:noFill/>
            <a:ln>
              <a:noFill/>
            </a:ln>
          </p:spPr>
        </p:pic>
        <p:sp>
          <p:nvSpPr>
            <p:cNvPr id="4476" name="Google Shape;4476;p28"/>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4477" name="Google Shape;4477;p28"/>
            <p:cNvPicPr preferRelativeResize="0"/>
            <p:nvPr/>
          </p:nvPicPr>
          <p:blipFill rotWithShape="1">
            <a:blip r:embed="rId7">
              <a:alphaModFix/>
            </a:blip>
            <a:srcRect b="0" l="0" r="0" t="0"/>
            <a:stretch/>
          </p:blipFill>
          <p:spPr>
            <a:xfrm>
              <a:off x="1842" y="1637"/>
              <a:ext cx="1642" cy="1203"/>
            </a:xfrm>
            <a:prstGeom prst="rect">
              <a:avLst/>
            </a:prstGeom>
            <a:noFill/>
            <a:ln>
              <a:noFill/>
            </a:ln>
          </p:spPr>
        </p:pic>
        <p:sp>
          <p:nvSpPr>
            <p:cNvPr id="4478" name="Google Shape;4478;p28"/>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79" name="Google Shape;4479;p28"/>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0" name="Google Shape;4480;p28"/>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1" name="Google Shape;4481;p28"/>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2" name="Google Shape;4482;p28"/>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3" name="Google Shape;4483;p28"/>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484" name="Google Shape;4484;p28"/>
            <p:cNvGrpSpPr/>
            <p:nvPr/>
          </p:nvGrpSpPr>
          <p:grpSpPr>
            <a:xfrm>
              <a:off x="1709" y="3008"/>
              <a:ext cx="507" cy="234"/>
              <a:chOff x="1740" y="2642"/>
              <a:chExt cx="752" cy="327"/>
            </a:xfrm>
          </p:grpSpPr>
          <p:sp>
            <p:nvSpPr>
              <p:cNvPr id="4485" name="Google Shape;4485;p2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6" name="Google Shape;4486;p2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7" name="Google Shape;4487;p2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8" name="Google Shape;4488;p2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9" name="Google Shape;4489;p2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0" name="Google Shape;4490;p2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91" name="Google Shape;4491;p28"/>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2" name="Google Shape;4492;p28"/>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3" name="Google Shape;4493;p28"/>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4" name="Google Shape;4494;p28"/>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5" name="Google Shape;4495;p28"/>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6" name="Google Shape;4496;p28"/>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97" name="Google Shape;4497;p28"/>
          <p:cNvSpPr txBox="1"/>
          <p:nvPr/>
        </p:nvSpPr>
        <p:spPr>
          <a:xfrm>
            <a:off x="3690431" y="6037217"/>
            <a:ext cx="12128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Calibri"/>
                <a:ea typeface="Calibri"/>
                <a:cs typeface="Calibri"/>
                <a:sym typeface="Calibri"/>
              </a:rPr>
              <a:t>to Internet</a:t>
            </a:r>
            <a:endParaRPr/>
          </a:p>
        </p:txBody>
      </p:sp>
      <p:grpSp>
        <p:nvGrpSpPr>
          <p:cNvPr id="4498" name="Google Shape;4498;p28"/>
          <p:cNvGrpSpPr/>
          <p:nvPr/>
        </p:nvGrpSpPr>
        <p:grpSpPr>
          <a:xfrm>
            <a:off x="2828797" y="4912294"/>
            <a:ext cx="636588" cy="879475"/>
            <a:chOff x="5806938" y="3011924"/>
            <a:chExt cx="347997" cy="396620"/>
          </a:xfrm>
        </p:grpSpPr>
        <p:pic>
          <p:nvPicPr>
            <p:cNvPr descr="fridge2.png" id="4499" name="Google Shape;4499;p28"/>
            <p:cNvPicPr preferRelativeResize="0"/>
            <p:nvPr/>
          </p:nvPicPr>
          <p:blipFill rotWithShape="1">
            <a:blip r:embed="rId8">
              <a:alphaModFix/>
            </a:blip>
            <a:srcRect b="0" l="0" r="0" t="0"/>
            <a:stretch/>
          </p:blipFill>
          <p:spPr>
            <a:xfrm>
              <a:off x="5906702" y="3071517"/>
              <a:ext cx="189578" cy="337027"/>
            </a:xfrm>
            <a:prstGeom prst="rect">
              <a:avLst/>
            </a:prstGeom>
            <a:noFill/>
            <a:ln>
              <a:noFill/>
            </a:ln>
          </p:spPr>
        </p:pic>
        <p:pic>
          <p:nvPicPr>
            <p:cNvPr descr="antenna_stylized" id="4500" name="Google Shape;4500;p28"/>
            <p:cNvPicPr preferRelativeResize="0"/>
            <p:nvPr/>
          </p:nvPicPr>
          <p:blipFill rotWithShape="1">
            <a:blip r:embed="rId9">
              <a:alphaModFix/>
            </a:blip>
            <a:srcRect b="0" l="0" r="0" t="0"/>
            <a:stretch/>
          </p:blipFill>
          <p:spPr>
            <a:xfrm>
              <a:off x="5806938" y="3011924"/>
              <a:ext cx="347997" cy="167557"/>
            </a:xfrm>
            <a:prstGeom prst="rect">
              <a:avLst/>
            </a:prstGeom>
            <a:noFill/>
            <a:ln>
              <a:noFill/>
            </a:ln>
          </p:spPr>
        </p:pic>
      </p:grpSp>
      <p:grpSp>
        <p:nvGrpSpPr>
          <p:cNvPr id="4501" name="Google Shape;4501;p28"/>
          <p:cNvGrpSpPr/>
          <p:nvPr/>
        </p:nvGrpSpPr>
        <p:grpSpPr>
          <a:xfrm>
            <a:off x="2789999" y="5883655"/>
            <a:ext cx="686068" cy="362749"/>
            <a:chOff x="7493876" y="2774731"/>
            <a:chExt cx="1481958" cy="894622"/>
          </a:xfrm>
        </p:grpSpPr>
        <p:sp>
          <p:nvSpPr>
            <p:cNvPr id="4502" name="Google Shape;4502;p2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4503" name="Google Shape;4503;p2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4504" name="Google Shape;4504;p28"/>
            <p:cNvGrpSpPr/>
            <p:nvPr/>
          </p:nvGrpSpPr>
          <p:grpSpPr>
            <a:xfrm>
              <a:off x="7713663" y="2848339"/>
              <a:ext cx="1042107" cy="425543"/>
              <a:chOff x="7786941" y="2884917"/>
              <a:chExt cx="897649" cy="353919"/>
            </a:xfrm>
          </p:grpSpPr>
          <p:sp>
            <p:nvSpPr>
              <p:cNvPr id="4505" name="Google Shape;4505;p2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06" name="Google Shape;4506;p2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07" name="Google Shape;4507;p2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08" name="Google Shape;4508;p2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4509" name="Google Shape;4509;p28"/>
          <p:cNvGrpSpPr/>
          <p:nvPr/>
        </p:nvGrpSpPr>
        <p:grpSpPr>
          <a:xfrm>
            <a:off x="6622327" y="1977830"/>
            <a:ext cx="5443549" cy="4198133"/>
            <a:chOff x="6622327" y="1977830"/>
            <a:chExt cx="5443549" cy="4198133"/>
          </a:xfrm>
        </p:grpSpPr>
        <p:sp>
          <p:nvSpPr>
            <p:cNvPr id="4510" name="Google Shape;4510;p28"/>
            <p:cNvSpPr/>
            <p:nvPr/>
          </p:nvSpPr>
          <p:spPr>
            <a:xfrm>
              <a:off x="6874928" y="4765952"/>
              <a:ext cx="2365994" cy="1410011"/>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4511" name="Google Shape;4511;p28"/>
            <p:cNvCxnSpPr/>
            <p:nvPr/>
          </p:nvCxnSpPr>
          <p:spPr>
            <a:xfrm>
              <a:off x="8360702" y="5771600"/>
              <a:ext cx="203294" cy="32537"/>
            </a:xfrm>
            <a:prstGeom prst="straightConnector1">
              <a:avLst/>
            </a:prstGeom>
            <a:noFill/>
            <a:ln cap="flat" cmpd="sng" w="9525">
              <a:solidFill>
                <a:schemeClr val="dk1"/>
              </a:solidFill>
              <a:prstDash val="solid"/>
              <a:round/>
              <a:headEnd len="med" w="med" type="none"/>
              <a:tailEnd len="med" w="med" type="none"/>
            </a:ln>
          </p:spPr>
        </p:cxnSp>
        <p:pic>
          <p:nvPicPr>
            <p:cNvPr descr="car_icon_small" id="4512" name="Google Shape;4512;p28"/>
            <p:cNvPicPr preferRelativeResize="0"/>
            <p:nvPr/>
          </p:nvPicPr>
          <p:blipFill rotWithShape="1">
            <a:blip r:embed="rId10">
              <a:alphaModFix/>
            </a:blip>
            <a:srcRect b="0" l="0" r="0" t="0"/>
            <a:stretch/>
          </p:blipFill>
          <p:spPr>
            <a:xfrm>
              <a:off x="8427747" y="4780575"/>
              <a:ext cx="1157044" cy="221424"/>
            </a:xfrm>
            <a:prstGeom prst="rect">
              <a:avLst/>
            </a:prstGeom>
            <a:noFill/>
            <a:ln>
              <a:noFill/>
            </a:ln>
          </p:spPr>
        </p:pic>
        <p:grpSp>
          <p:nvGrpSpPr>
            <p:cNvPr id="4513" name="Google Shape;4513;p28"/>
            <p:cNvGrpSpPr/>
            <p:nvPr/>
          </p:nvGrpSpPr>
          <p:grpSpPr>
            <a:xfrm>
              <a:off x="7435067" y="4550795"/>
              <a:ext cx="566627" cy="507604"/>
              <a:chOff x="2751" y="1851"/>
              <a:chExt cx="462" cy="478"/>
            </a:xfrm>
          </p:grpSpPr>
          <p:pic>
            <p:nvPicPr>
              <p:cNvPr descr="iphone_stylized_small" id="4514" name="Google Shape;4514;p28"/>
              <p:cNvPicPr preferRelativeResize="0"/>
              <p:nvPr/>
            </p:nvPicPr>
            <p:blipFill rotWithShape="1">
              <a:blip r:embed="rId11">
                <a:alphaModFix/>
              </a:blip>
              <a:srcRect b="0" l="0" r="0" t="0"/>
              <a:stretch/>
            </p:blipFill>
            <p:spPr>
              <a:xfrm>
                <a:off x="2928" y="1922"/>
                <a:ext cx="152" cy="407"/>
              </a:xfrm>
              <a:prstGeom prst="rect">
                <a:avLst/>
              </a:prstGeom>
              <a:noFill/>
              <a:ln>
                <a:noFill/>
              </a:ln>
            </p:spPr>
          </p:pic>
          <p:pic>
            <p:nvPicPr>
              <p:cNvPr descr="antenna_radiation_stylized" id="4515" name="Google Shape;4515;p28"/>
              <p:cNvPicPr preferRelativeResize="0"/>
              <p:nvPr/>
            </p:nvPicPr>
            <p:blipFill rotWithShape="1">
              <a:blip r:embed="rId12">
                <a:alphaModFix/>
              </a:blip>
              <a:srcRect b="0" l="0" r="0" t="0"/>
              <a:stretch/>
            </p:blipFill>
            <p:spPr>
              <a:xfrm>
                <a:off x="2751" y="1851"/>
                <a:ext cx="462" cy="110"/>
              </a:xfrm>
              <a:prstGeom prst="rect">
                <a:avLst/>
              </a:prstGeom>
              <a:noFill/>
              <a:ln>
                <a:noFill/>
              </a:ln>
            </p:spPr>
          </p:pic>
        </p:grpSp>
        <p:grpSp>
          <p:nvGrpSpPr>
            <p:cNvPr id="4516" name="Google Shape;4516;p28"/>
            <p:cNvGrpSpPr/>
            <p:nvPr/>
          </p:nvGrpSpPr>
          <p:grpSpPr>
            <a:xfrm>
              <a:off x="8044949" y="4943509"/>
              <a:ext cx="622858" cy="831384"/>
              <a:chOff x="742" y="2409"/>
              <a:chExt cx="576" cy="881"/>
            </a:xfrm>
          </p:grpSpPr>
          <p:grpSp>
            <p:nvGrpSpPr>
              <p:cNvPr id="4517" name="Google Shape;4517;p28"/>
              <p:cNvGrpSpPr/>
              <p:nvPr/>
            </p:nvGrpSpPr>
            <p:grpSpPr>
              <a:xfrm>
                <a:off x="832" y="2643"/>
                <a:ext cx="376" cy="647"/>
                <a:chOff x="3130" y="3288"/>
                <a:chExt cx="410" cy="742"/>
              </a:xfrm>
            </p:grpSpPr>
            <p:cxnSp>
              <p:nvCxnSpPr>
                <p:cNvPr id="4518" name="Google Shape;4518;p28"/>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4519" name="Google Shape;4519;p28"/>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4520" name="Google Shape;4520;p28"/>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4521" name="Google Shape;4521;p28"/>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4522" name="Google Shape;4522;p28"/>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4523" name="Google Shape;4523;p28"/>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4524" name="Google Shape;4524;p28"/>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4525" name="Google Shape;4525;p28"/>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4526" name="Google Shape;4526;p28"/>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4527" name="Google Shape;4527;p28"/>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4528" name="Google Shape;4528;p28"/>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4529" name="Google Shape;4529;p28"/>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4530" name="Google Shape;4530;p28"/>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4531" name="Google Shape;4531;p28"/>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4532" name="Google Shape;4532;p28"/>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pic>
            <p:nvPicPr>
              <p:cNvPr descr="cell_tower_radiation copy" id="4533" name="Google Shape;4533;p28"/>
              <p:cNvPicPr preferRelativeResize="0"/>
              <p:nvPr/>
            </p:nvPicPr>
            <p:blipFill rotWithShape="1">
              <a:blip r:embed="rId13">
                <a:alphaModFix/>
              </a:blip>
              <a:srcRect b="0" l="0" r="0" t="0"/>
              <a:stretch/>
            </p:blipFill>
            <p:spPr>
              <a:xfrm>
                <a:off x="742" y="2409"/>
                <a:ext cx="576" cy="464"/>
              </a:xfrm>
              <a:prstGeom prst="rect">
                <a:avLst/>
              </a:prstGeom>
              <a:noFill/>
              <a:ln>
                <a:noFill/>
              </a:ln>
            </p:spPr>
          </p:pic>
          <p:sp>
            <p:nvSpPr>
              <p:cNvPr id="4534" name="Google Shape;4534;p28"/>
              <p:cNvSpPr/>
              <p:nvPr/>
            </p:nvSpPr>
            <p:spPr>
              <a:xfrm>
                <a:off x="986" y="2597"/>
                <a:ext cx="65" cy="67"/>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grpSp>
          <p:nvGrpSpPr>
            <p:cNvPr id="4535" name="Google Shape;4535;p28"/>
            <p:cNvGrpSpPr/>
            <p:nvPr/>
          </p:nvGrpSpPr>
          <p:grpSpPr>
            <a:xfrm>
              <a:off x="7011178" y="5204622"/>
              <a:ext cx="728830" cy="544174"/>
              <a:chOff x="877" y="1008"/>
              <a:chExt cx="2747" cy="2626"/>
            </a:xfrm>
          </p:grpSpPr>
          <p:pic>
            <p:nvPicPr>
              <p:cNvPr descr="antenna_stylized" id="4536" name="Google Shape;4536;p28"/>
              <p:cNvPicPr preferRelativeResize="0"/>
              <p:nvPr/>
            </p:nvPicPr>
            <p:blipFill rotWithShape="1">
              <a:blip r:embed="rId14">
                <a:alphaModFix/>
              </a:blip>
              <a:srcRect b="0" l="0" r="0" t="0"/>
              <a:stretch/>
            </p:blipFill>
            <p:spPr>
              <a:xfrm>
                <a:off x="877" y="1008"/>
                <a:ext cx="2725" cy="1421"/>
              </a:xfrm>
              <a:prstGeom prst="rect">
                <a:avLst/>
              </a:prstGeom>
              <a:noFill/>
              <a:ln>
                <a:noFill/>
              </a:ln>
            </p:spPr>
          </p:pic>
          <p:pic>
            <p:nvPicPr>
              <p:cNvPr descr="laptop_keyboard" id="4537" name="Google Shape;4537;p28"/>
              <p:cNvPicPr preferRelativeResize="0"/>
              <p:nvPr/>
            </p:nvPicPr>
            <p:blipFill rotWithShape="1">
              <a:blip r:embed="rId15">
                <a:alphaModFix/>
              </a:blip>
              <a:srcRect b="0" l="0" r="0" t="0"/>
              <a:stretch/>
            </p:blipFill>
            <p:spPr>
              <a:xfrm flipH="1" rot="109064">
                <a:off x="1009" y="2586"/>
                <a:ext cx="2245" cy="1013"/>
              </a:xfrm>
              <a:prstGeom prst="rect">
                <a:avLst/>
              </a:prstGeom>
              <a:noFill/>
              <a:ln>
                <a:noFill/>
              </a:ln>
            </p:spPr>
          </p:pic>
          <p:sp>
            <p:nvSpPr>
              <p:cNvPr id="4538" name="Google Shape;4538;p28"/>
              <p:cNvSpPr/>
              <p:nvPr/>
            </p:nvSpPr>
            <p:spPr>
              <a:xfrm>
                <a:off x="1753" y="1603"/>
                <a:ext cx="1807" cy="132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4539" name="Google Shape;4539;p28"/>
              <p:cNvPicPr preferRelativeResize="0"/>
              <p:nvPr/>
            </p:nvPicPr>
            <p:blipFill rotWithShape="1">
              <a:blip r:embed="rId16">
                <a:alphaModFix/>
              </a:blip>
              <a:srcRect b="0" l="0" r="0" t="0"/>
              <a:stretch/>
            </p:blipFill>
            <p:spPr>
              <a:xfrm>
                <a:off x="1842" y="1637"/>
                <a:ext cx="1642" cy="1203"/>
              </a:xfrm>
              <a:prstGeom prst="rect">
                <a:avLst/>
              </a:prstGeom>
              <a:noFill/>
              <a:ln>
                <a:noFill/>
              </a:ln>
            </p:spPr>
          </p:pic>
          <p:sp>
            <p:nvSpPr>
              <p:cNvPr id="4540" name="Google Shape;4540;p28"/>
              <p:cNvSpPr/>
              <p:nvPr/>
            </p:nvSpPr>
            <p:spPr>
              <a:xfrm>
                <a:off x="2082" y="1564"/>
                <a:ext cx="1531" cy="24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1" name="Google Shape;4541;p28"/>
              <p:cNvSpPr/>
              <p:nvPr/>
            </p:nvSpPr>
            <p:spPr>
              <a:xfrm>
                <a:off x="1737" y="1562"/>
                <a:ext cx="425" cy="1024"/>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2" name="Google Shape;4542;p28"/>
              <p:cNvSpPr/>
              <p:nvPr/>
            </p:nvSpPr>
            <p:spPr>
              <a:xfrm>
                <a:off x="3144" y="1745"/>
                <a:ext cx="458" cy="118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3" name="Google Shape;4543;p28"/>
              <p:cNvSpPr/>
              <p:nvPr/>
            </p:nvSpPr>
            <p:spPr>
              <a:xfrm>
                <a:off x="1732" y="2534"/>
                <a:ext cx="1680" cy="39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4" name="Google Shape;4544;p28"/>
              <p:cNvSpPr/>
              <p:nvPr/>
            </p:nvSpPr>
            <p:spPr>
              <a:xfrm>
                <a:off x="3195" y="1755"/>
                <a:ext cx="429" cy="1187"/>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5" name="Google Shape;4545;p28"/>
              <p:cNvSpPr/>
              <p:nvPr/>
            </p:nvSpPr>
            <p:spPr>
              <a:xfrm>
                <a:off x="1734" y="2587"/>
                <a:ext cx="1494" cy="394"/>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546" name="Google Shape;4546;p28"/>
              <p:cNvGrpSpPr/>
              <p:nvPr/>
            </p:nvGrpSpPr>
            <p:grpSpPr>
              <a:xfrm>
                <a:off x="1709" y="3008"/>
                <a:ext cx="507" cy="234"/>
                <a:chOff x="1740" y="2642"/>
                <a:chExt cx="752" cy="327"/>
              </a:xfrm>
            </p:grpSpPr>
            <p:sp>
              <p:nvSpPr>
                <p:cNvPr id="4547" name="Google Shape;4547;p28"/>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8" name="Google Shape;4548;p28"/>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9" name="Google Shape;4549;p28"/>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0" name="Google Shape;4550;p28"/>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1" name="Google Shape;4551;p28"/>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2" name="Google Shape;4552;p28"/>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53" name="Google Shape;4553;p28"/>
              <p:cNvSpPr/>
              <p:nvPr/>
            </p:nvSpPr>
            <p:spPr>
              <a:xfrm>
                <a:off x="2577" y="3043"/>
                <a:ext cx="614" cy="514"/>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4" name="Google Shape;4554;p28"/>
              <p:cNvSpPr/>
              <p:nvPr/>
            </p:nvSpPr>
            <p:spPr>
              <a:xfrm>
                <a:off x="1010" y="3084"/>
                <a:ext cx="1571" cy="4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5" name="Google Shape;4555;p28"/>
              <p:cNvSpPr/>
              <p:nvPr/>
            </p:nvSpPr>
            <p:spPr>
              <a:xfrm>
                <a:off x="1011" y="2998"/>
                <a:ext cx="17" cy="95"/>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6" name="Google Shape;4556;p28"/>
              <p:cNvSpPr/>
              <p:nvPr/>
            </p:nvSpPr>
            <p:spPr>
              <a:xfrm>
                <a:off x="1012" y="2611"/>
                <a:ext cx="730" cy="39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7" name="Google Shape;4557;p28"/>
              <p:cNvSpPr/>
              <p:nvPr/>
            </p:nvSpPr>
            <p:spPr>
              <a:xfrm>
                <a:off x="1061" y="3018"/>
                <a:ext cx="1490" cy="451"/>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8" name="Google Shape;4558;p28"/>
              <p:cNvSpPr/>
              <p:nvPr/>
            </p:nvSpPr>
            <p:spPr>
              <a:xfrm flipH="1" rot="10800000">
                <a:off x="2549" y="2986"/>
                <a:ext cx="608" cy="46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4559" name="Google Shape;4559;p28"/>
            <p:cNvCxnSpPr/>
            <p:nvPr/>
          </p:nvCxnSpPr>
          <p:spPr>
            <a:xfrm>
              <a:off x="8933050" y="5885917"/>
              <a:ext cx="629346" cy="0"/>
            </a:xfrm>
            <a:prstGeom prst="straightConnector1">
              <a:avLst/>
            </a:prstGeom>
            <a:noFill/>
            <a:ln cap="flat" cmpd="sng" w="9525">
              <a:solidFill>
                <a:schemeClr val="dk1"/>
              </a:solidFill>
              <a:prstDash val="solid"/>
              <a:round/>
              <a:headEnd len="med" w="med" type="none"/>
              <a:tailEnd len="med" w="med" type="none"/>
            </a:ln>
          </p:spPr>
        </p:cxnSp>
        <p:sp>
          <p:nvSpPr>
            <p:cNvPr id="4560" name="Google Shape;4560;p28"/>
            <p:cNvSpPr txBox="1"/>
            <p:nvPr/>
          </p:nvSpPr>
          <p:spPr>
            <a:xfrm>
              <a:off x="9277842" y="5809251"/>
              <a:ext cx="12128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Calibri"/>
                  <a:ea typeface="Calibri"/>
                  <a:cs typeface="Calibri"/>
                  <a:sym typeface="Calibri"/>
                </a:rPr>
                <a:t>to Internet</a:t>
              </a:r>
              <a:endParaRPr/>
            </a:p>
          </p:txBody>
        </p:sp>
        <p:sp>
          <p:nvSpPr>
            <p:cNvPr id="4561" name="Google Shape;4561;p28"/>
            <p:cNvSpPr/>
            <p:nvPr/>
          </p:nvSpPr>
          <p:spPr>
            <a:xfrm>
              <a:off x="6622327" y="1977830"/>
              <a:ext cx="5443549" cy="2625725"/>
            </a:xfrm>
            <a:prstGeom prst="rect">
              <a:avLst/>
            </a:prstGeom>
            <a:noFill/>
            <a:ln>
              <a:noFill/>
            </a:ln>
          </p:spPr>
          <p:txBody>
            <a:bodyPr anchorCtr="0" anchor="t" bIns="45700" lIns="91425" spcFirstLastPara="1" rIns="91425" wrap="square" tIns="45700">
              <a:noAutofit/>
            </a:bodyPr>
            <a:lstStyle/>
            <a:p>
              <a:pPr indent="-243840" lvl="0" marL="342900" marR="0" rtl="0" algn="l">
                <a:lnSpc>
                  <a:spcPct val="85000"/>
                </a:lnSpc>
                <a:spcBef>
                  <a:spcPts val="0"/>
                </a:spcBef>
                <a:spcAft>
                  <a:spcPts val="0"/>
                </a:spcAft>
                <a:buClr>
                  <a:srgbClr val="000099"/>
                </a:buClr>
                <a:buSzPts val="1560"/>
                <a:buFont typeface="Noto Sans Symbols"/>
                <a:buNone/>
              </a:pPr>
              <a:r>
                <a:t/>
              </a:r>
              <a:endParaRPr sz="2400">
                <a:solidFill>
                  <a:schemeClr val="dk1"/>
                </a:solidFill>
                <a:latin typeface="Gill Sans"/>
                <a:ea typeface="Gill Sans"/>
                <a:cs typeface="Gill Sans"/>
                <a:sym typeface="Gill Sans"/>
              </a:endParaRPr>
            </a:p>
            <a:p>
              <a:pPr indent="-342900" lvl="0" marL="342900" marR="0" rtl="0" algn="l">
                <a:lnSpc>
                  <a:spcPct val="85000"/>
                </a:lnSpc>
                <a:spcBef>
                  <a:spcPts val="560"/>
                </a:spcBef>
                <a:spcAft>
                  <a:spcPts val="0"/>
                </a:spcAft>
                <a:buClr>
                  <a:srgbClr val="000099"/>
                </a:buClr>
                <a:buSzPts val="1820"/>
                <a:buFont typeface="Noto Sans Symbols"/>
                <a:buNone/>
              </a:pPr>
              <a:r>
                <a:rPr lang="en-US" sz="2800">
                  <a:solidFill>
                    <a:srgbClr val="CC0000"/>
                  </a:solidFill>
                  <a:latin typeface="Calibri"/>
                  <a:ea typeface="Calibri"/>
                  <a:cs typeface="Calibri"/>
                  <a:sym typeface="Calibri"/>
                </a:rPr>
                <a:t>Wide-area cellular access networks</a:t>
              </a:r>
              <a:endParaRPr/>
            </a:p>
            <a:p>
              <a:pPr indent="-249238" lvl="1" marL="4572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chemeClr val="dk1"/>
                  </a:solidFill>
                  <a:latin typeface="Calibri"/>
                  <a:ea typeface="Calibri"/>
                  <a:cs typeface="Calibri"/>
                  <a:sym typeface="Calibri"/>
                </a:rPr>
                <a:t>provided by mobile, cellular network operator (10’s km)</a:t>
              </a:r>
              <a:endParaRPr/>
            </a:p>
            <a:p>
              <a:pPr indent="-249238" lvl="1" marL="4572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chemeClr val="dk1"/>
                  </a:solidFill>
                  <a:latin typeface="Calibri"/>
                  <a:ea typeface="Calibri"/>
                  <a:cs typeface="Calibri"/>
                  <a:sym typeface="Calibri"/>
                </a:rPr>
                <a:t>10’s Mbps </a:t>
              </a:r>
              <a:endParaRPr/>
            </a:p>
            <a:p>
              <a:pPr indent="-249238" lvl="1" marL="4572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chemeClr val="dk1"/>
                  </a:solidFill>
                  <a:latin typeface="Calibri"/>
                  <a:ea typeface="Calibri"/>
                  <a:cs typeface="Calibri"/>
                  <a:sym typeface="Calibri"/>
                </a:rPr>
                <a:t>4G cellular networks (5G coming)</a:t>
              </a:r>
              <a:endParaRPr/>
            </a:p>
          </p:txBody>
        </p:sp>
        <p:grpSp>
          <p:nvGrpSpPr>
            <p:cNvPr id="4562" name="Google Shape;4562;p28"/>
            <p:cNvGrpSpPr/>
            <p:nvPr/>
          </p:nvGrpSpPr>
          <p:grpSpPr>
            <a:xfrm>
              <a:off x="8517156" y="5755545"/>
              <a:ext cx="499292" cy="246225"/>
              <a:chOff x="7493876" y="2774731"/>
              <a:chExt cx="1481958" cy="894622"/>
            </a:xfrm>
          </p:grpSpPr>
          <p:sp>
            <p:nvSpPr>
              <p:cNvPr id="4563" name="Google Shape;4563;p2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4564" name="Google Shape;4564;p2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4565" name="Google Shape;4565;p28"/>
              <p:cNvGrpSpPr/>
              <p:nvPr/>
            </p:nvGrpSpPr>
            <p:grpSpPr>
              <a:xfrm>
                <a:off x="7713663" y="2848339"/>
                <a:ext cx="1042107" cy="425543"/>
                <a:chOff x="7786941" y="2884917"/>
                <a:chExt cx="897649" cy="353919"/>
              </a:xfrm>
            </p:grpSpPr>
            <p:sp>
              <p:nvSpPr>
                <p:cNvPr id="4566" name="Google Shape;4566;p2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67" name="Google Shape;4567;p2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68" name="Google Shape;4568;p2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69" name="Google Shape;4569;p2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9"/>
                                        </p:tgtEl>
                                        <p:attrNameLst>
                                          <p:attrName>style.visibility</p:attrName>
                                        </p:attrNameLst>
                                      </p:cBhvr>
                                      <p:to>
                                        <p:strVal val="visible"/>
                                      </p:to>
                                    </p:set>
                                    <p:animEffect filter="fade" transition="in">
                                      <p:cBhvr>
                                        <p:cTn dur="500"/>
                                        <p:tgtEl>
                                          <p:spTgt spid="45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4" name="Shape 4574"/>
        <p:cNvGrpSpPr/>
        <p:nvPr/>
      </p:nvGrpSpPr>
      <p:grpSpPr>
        <a:xfrm>
          <a:off x="0" y="0"/>
          <a:ext cx="0" cy="0"/>
          <a:chOff x="0" y="0"/>
          <a:chExt cx="0" cy="0"/>
        </a:xfrm>
      </p:grpSpPr>
      <p:sp>
        <p:nvSpPr>
          <p:cNvPr id="4575" name="Google Shape;4575;p29"/>
          <p:cNvSpPr txBox="1"/>
          <p:nvPr>
            <p:ph idx="4294967295" type="title"/>
          </p:nvPr>
        </p:nvSpPr>
        <p:spPr>
          <a:xfrm>
            <a:off x="1703389" y="182563"/>
            <a:ext cx="8150225" cy="67151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4050"/>
              <a:t>Access networks: data center networks</a:t>
            </a:r>
            <a:endParaRPr sz="4050"/>
          </a:p>
        </p:txBody>
      </p:sp>
      <p:sp>
        <p:nvSpPr>
          <p:cNvPr id="4576" name="Google Shape;4576;p29"/>
          <p:cNvSpPr txBox="1"/>
          <p:nvPr/>
        </p:nvSpPr>
        <p:spPr>
          <a:xfrm>
            <a:off x="1997076" y="1268414"/>
            <a:ext cx="4837113" cy="973137"/>
          </a:xfrm>
          <a:prstGeom prst="rect">
            <a:avLst/>
          </a:prstGeom>
          <a:noFill/>
          <a:ln>
            <a:noFill/>
          </a:ln>
        </p:spPr>
        <p:txBody>
          <a:bodyPr anchorCtr="0" anchor="t" bIns="34275" lIns="68575" spcFirstLastPara="1" rIns="68575" wrap="square" tIns="34275">
            <a:noAutofit/>
          </a:bodyPr>
          <a:lstStyle/>
          <a:p>
            <a:pPr indent="-214313" lvl="0" marL="214313" marR="0" rtl="0" algn="l">
              <a:lnSpc>
                <a:spcPct val="90000"/>
              </a:lnSpc>
              <a:spcBef>
                <a:spcPts val="0"/>
              </a:spcBef>
              <a:spcAft>
                <a:spcPts val="0"/>
              </a:spcAft>
              <a:buClr>
                <a:srgbClr val="0000A3"/>
              </a:buClr>
              <a:buSzPts val="2400"/>
              <a:buFont typeface="Noto Sans Symbols"/>
              <a:buChar char="▪"/>
            </a:pPr>
            <a:r>
              <a:rPr lang="en-US" sz="2400">
                <a:solidFill>
                  <a:srgbClr val="000000"/>
                </a:solidFill>
                <a:latin typeface="Gill Sans"/>
                <a:ea typeface="Gill Sans"/>
                <a:cs typeface="Gill Sans"/>
                <a:sym typeface="Gill Sans"/>
              </a:rPr>
              <a:t>high-bandwidth links (10s to 100s Gbps) connect hundreds to thousands of servers together, and to Internet</a:t>
            </a:r>
            <a:endParaRPr/>
          </a:p>
        </p:txBody>
      </p:sp>
      <p:sp>
        <p:nvSpPr>
          <p:cNvPr id="4577" name="Google Shape;4577;p29"/>
          <p:cNvSpPr/>
          <p:nvPr/>
        </p:nvSpPr>
        <p:spPr>
          <a:xfrm>
            <a:off x="7104064" y="3522663"/>
            <a:ext cx="739775" cy="501650"/>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578" name="Google Shape;4578;p29"/>
          <p:cNvSpPr/>
          <p:nvPr/>
        </p:nvSpPr>
        <p:spPr>
          <a:xfrm>
            <a:off x="8262938" y="3155950"/>
            <a:ext cx="842962" cy="1003300"/>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579" name="Google Shape;4579;p29"/>
          <p:cNvSpPr/>
          <p:nvPr/>
        </p:nvSpPr>
        <p:spPr>
          <a:xfrm>
            <a:off x="6980238" y="2227264"/>
            <a:ext cx="1301750" cy="987425"/>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580" name="Google Shape;4580;p29"/>
          <p:cNvSpPr/>
          <p:nvPr/>
        </p:nvSpPr>
        <p:spPr>
          <a:xfrm>
            <a:off x="6927850" y="3324226"/>
            <a:ext cx="1093788" cy="238125"/>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00CCFF"/>
              </a:solidFill>
              <a:latin typeface="Arial"/>
              <a:ea typeface="Arial"/>
              <a:cs typeface="Arial"/>
              <a:sym typeface="Arial"/>
            </a:endParaRPr>
          </a:p>
        </p:txBody>
      </p:sp>
      <p:sp>
        <p:nvSpPr>
          <p:cNvPr id="4581" name="Google Shape;4581;p29"/>
          <p:cNvSpPr/>
          <p:nvPr/>
        </p:nvSpPr>
        <p:spPr>
          <a:xfrm>
            <a:off x="7308851" y="4370389"/>
            <a:ext cx="2309813" cy="1247775"/>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582" name="Google Shape;4582;p29"/>
          <p:cNvSpPr txBox="1"/>
          <p:nvPr/>
        </p:nvSpPr>
        <p:spPr>
          <a:xfrm>
            <a:off x="7283450" y="1973263"/>
            <a:ext cx="1049338" cy="2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Noto Sans Symbols"/>
              <a:buNone/>
            </a:pPr>
            <a:r>
              <a:rPr lang="en-US" sz="1050">
                <a:solidFill>
                  <a:srgbClr val="000000"/>
                </a:solidFill>
                <a:latin typeface="Calibri"/>
                <a:ea typeface="Calibri"/>
                <a:cs typeface="Calibri"/>
                <a:sym typeface="Calibri"/>
              </a:rPr>
              <a:t>mobile network</a:t>
            </a:r>
            <a:endParaRPr/>
          </a:p>
        </p:txBody>
      </p:sp>
      <p:sp>
        <p:nvSpPr>
          <p:cNvPr id="4583" name="Google Shape;4583;p29"/>
          <p:cNvSpPr txBox="1"/>
          <p:nvPr/>
        </p:nvSpPr>
        <p:spPr>
          <a:xfrm>
            <a:off x="7021513" y="4000501"/>
            <a:ext cx="1466850" cy="22480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050"/>
              <a:buFont typeface="Noto Sans Symbols"/>
              <a:buNone/>
            </a:pPr>
            <a:r>
              <a:rPr lang="en-US" sz="1050">
                <a:solidFill>
                  <a:srgbClr val="000000"/>
                </a:solidFill>
                <a:latin typeface="Calibri"/>
                <a:ea typeface="Calibri"/>
                <a:cs typeface="Calibri"/>
                <a:sym typeface="Calibri"/>
              </a:rPr>
              <a:t>home network</a:t>
            </a:r>
            <a:endParaRPr/>
          </a:p>
        </p:txBody>
      </p:sp>
      <p:sp>
        <p:nvSpPr>
          <p:cNvPr id="4584" name="Google Shape;4584;p29"/>
          <p:cNvSpPr txBox="1"/>
          <p:nvPr/>
        </p:nvSpPr>
        <p:spPr>
          <a:xfrm>
            <a:off x="7004050" y="5192714"/>
            <a:ext cx="946150" cy="350837"/>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1050"/>
              <a:buFont typeface="Noto Sans Symbols"/>
              <a:buNone/>
            </a:pPr>
            <a:r>
              <a:rPr lang="en-US" sz="1050">
                <a:solidFill>
                  <a:srgbClr val="000000"/>
                </a:solidFill>
                <a:latin typeface="Calibri"/>
                <a:ea typeface="Calibri"/>
                <a:cs typeface="Calibri"/>
                <a:sym typeface="Calibri"/>
              </a:rPr>
              <a:t>enterprise</a:t>
            </a:r>
            <a:endParaRPr/>
          </a:p>
          <a:p>
            <a:pPr indent="0" lvl="0" marL="0" marR="0" rtl="0" algn="l">
              <a:lnSpc>
                <a:spcPct val="80000"/>
              </a:lnSpc>
              <a:spcBef>
                <a:spcPts val="0"/>
              </a:spcBef>
              <a:spcAft>
                <a:spcPts val="0"/>
              </a:spcAft>
              <a:buClr>
                <a:srgbClr val="000000"/>
              </a:buClr>
              <a:buSzPts val="1050"/>
              <a:buFont typeface="Noto Sans Symbols"/>
              <a:buNone/>
            </a:pPr>
            <a:r>
              <a:rPr lang="en-US" sz="1050">
                <a:solidFill>
                  <a:srgbClr val="000000"/>
                </a:solidFill>
                <a:latin typeface="Calibri"/>
                <a:ea typeface="Calibri"/>
                <a:cs typeface="Calibri"/>
                <a:sym typeface="Calibri"/>
              </a:rPr>
              <a:t>          network</a:t>
            </a:r>
            <a:endParaRPr/>
          </a:p>
        </p:txBody>
      </p:sp>
      <p:sp>
        <p:nvSpPr>
          <p:cNvPr id="4585" name="Google Shape;4585;p29"/>
          <p:cNvSpPr/>
          <p:nvPr/>
        </p:nvSpPr>
        <p:spPr>
          <a:xfrm>
            <a:off x="9190039" y="3241676"/>
            <a:ext cx="955675" cy="1452563"/>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9000">
                <a:srgbClr val="DDEAF6"/>
              </a:gs>
              <a:gs pos="100000">
                <a:schemeClr val="lt1"/>
              </a:gs>
            </a:gsLst>
            <a:lin ang="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nvGrpSpPr>
          <p:cNvPr id="4586" name="Google Shape;4586;p29"/>
          <p:cNvGrpSpPr/>
          <p:nvPr/>
        </p:nvGrpSpPr>
        <p:grpSpPr>
          <a:xfrm>
            <a:off x="9652000" y="3803650"/>
            <a:ext cx="515938" cy="541338"/>
            <a:chOff x="5203089" y="1751190"/>
            <a:chExt cx="858331" cy="662414"/>
          </a:xfrm>
        </p:grpSpPr>
        <p:sp>
          <p:nvSpPr>
            <p:cNvPr id="4587" name="Google Shape;4587;p29"/>
            <p:cNvSpPr/>
            <p:nvPr/>
          </p:nvSpPr>
          <p:spPr>
            <a:xfrm>
              <a:off x="5535857" y="1751190"/>
              <a:ext cx="525563" cy="66241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588" name="Google Shape;4588;p29"/>
            <p:cNvSpPr/>
            <p:nvPr/>
          </p:nvSpPr>
          <p:spPr>
            <a:xfrm>
              <a:off x="5203089" y="1922135"/>
              <a:ext cx="652332" cy="491469"/>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cxnSp>
          <p:nvCxnSpPr>
            <p:cNvPr id="4589" name="Google Shape;4589;p29"/>
            <p:cNvCxnSpPr/>
            <p:nvPr/>
          </p:nvCxnSpPr>
          <p:spPr>
            <a:xfrm flipH="1" rot="10800000">
              <a:off x="5271755" y="2028977"/>
              <a:ext cx="293154" cy="73817"/>
            </a:xfrm>
            <a:prstGeom prst="straightConnector1">
              <a:avLst/>
            </a:prstGeom>
            <a:noFill/>
            <a:ln cap="flat" cmpd="sng" w="44450">
              <a:solidFill>
                <a:schemeClr val="lt1"/>
              </a:solidFill>
              <a:prstDash val="solid"/>
              <a:miter lim="800000"/>
              <a:headEnd len="sm" w="sm" type="none"/>
              <a:tailEnd len="sm" w="sm" type="none"/>
            </a:ln>
          </p:spPr>
        </p:cxnSp>
        <p:cxnSp>
          <p:nvCxnSpPr>
            <p:cNvPr id="4590" name="Google Shape;4590;p29"/>
            <p:cNvCxnSpPr/>
            <p:nvPr/>
          </p:nvCxnSpPr>
          <p:spPr>
            <a:xfrm flipH="1" rot="10800000">
              <a:off x="5274397" y="2262084"/>
              <a:ext cx="290512" cy="15540"/>
            </a:xfrm>
            <a:prstGeom prst="straightConnector1">
              <a:avLst/>
            </a:prstGeom>
            <a:noFill/>
            <a:ln cap="flat" cmpd="sng" w="44450">
              <a:solidFill>
                <a:schemeClr val="lt1"/>
              </a:solidFill>
              <a:prstDash val="solid"/>
              <a:miter lim="800000"/>
              <a:headEnd len="sm" w="sm" type="none"/>
              <a:tailEnd len="sm" w="sm" type="none"/>
            </a:ln>
          </p:spPr>
        </p:cxnSp>
        <p:cxnSp>
          <p:nvCxnSpPr>
            <p:cNvPr id="4591" name="Google Shape;4591;p29"/>
            <p:cNvCxnSpPr/>
            <p:nvPr/>
          </p:nvCxnSpPr>
          <p:spPr>
            <a:xfrm flipH="1" rot="10800000">
              <a:off x="5274397" y="2151358"/>
              <a:ext cx="290512" cy="48565"/>
            </a:xfrm>
            <a:prstGeom prst="straightConnector1">
              <a:avLst/>
            </a:prstGeom>
            <a:noFill/>
            <a:ln cap="flat" cmpd="sng" w="44450">
              <a:solidFill>
                <a:schemeClr val="lt1"/>
              </a:solidFill>
              <a:prstDash val="solid"/>
              <a:miter lim="800000"/>
              <a:headEnd len="sm" w="sm" type="none"/>
              <a:tailEnd len="sm" w="sm" type="none"/>
            </a:ln>
          </p:spPr>
        </p:cxnSp>
        <p:cxnSp>
          <p:nvCxnSpPr>
            <p:cNvPr id="4592" name="Google Shape;4592;p29"/>
            <p:cNvCxnSpPr/>
            <p:nvPr/>
          </p:nvCxnSpPr>
          <p:spPr>
            <a:xfrm>
              <a:off x="5269115" y="2353384"/>
              <a:ext cx="295794" cy="0"/>
            </a:xfrm>
            <a:prstGeom prst="straightConnector1">
              <a:avLst/>
            </a:prstGeom>
            <a:noFill/>
            <a:ln cap="flat" cmpd="sng" w="44450">
              <a:solidFill>
                <a:schemeClr val="lt1"/>
              </a:solidFill>
              <a:prstDash val="solid"/>
              <a:miter lim="800000"/>
              <a:headEnd len="sm" w="sm" type="none"/>
              <a:tailEnd len="sm" w="sm" type="none"/>
            </a:ln>
          </p:spPr>
        </p:cxnSp>
        <p:cxnSp>
          <p:nvCxnSpPr>
            <p:cNvPr id="4593" name="Google Shape;4593;p29"/>
            <p:cNvCxnSpPr/>
            <p:nvPr/>
          </p:nvCxnSpPr>
          <p:spPr>
            <a:xfrm rot="10800000">
              <a:off x="5950497" y="1867744"/>
              <a:ext cx="0" cy="464273"/>
            </a:xfrm>
            <a:prstGeom prst="straightConnector1">
              <a:avLst/>
            </a:prstGeom>
            <a:noFill/>
            <a:ln cap="flat" cmpd="sng" w="44450">
              <a:solidFill>
                <a:schemeClr val="lt1"/>
              </a:solidFill>
              <a:prstDash val="dash"/>
              <a:miter lim="800000"/>
              <a:headEnd len="sm" w="sm" type="none"/>
              <a:tailEnd len="sm" w="sm" type="none"/>
            </a:ln>
          </p:spPr>
        </p:cxnSp>
        <p:cxnSp>
          <p:nvCxnSpPr>
            <p:cNvPr id="4594" name="Google Shape;4594;p29"/>
            <p:cNvCxnSpPr/>
            <p:nvPr/>
          </p:nvCxnSpPr>
          <p:spPr>
            <a:xfrm>
              <a:off x="5628293" y="1937676"/>
              <a:ext cx="0" cy="475928"/>
            </a:xfrm>
            <a:prstGeom prst="straightConnector1">
              <a:avLst/>
            </a:prstGeom>
            <a:noFill/>
            <a:ln cap="flat" cmpd="sng" w="15875">
              <a:solidFill>
                <a:srgbClr val="0000A8"/>
              </a:solidFill>
              <a:prstDash val="solid"/>
              <a:miter lim="800000"/>
              <a:headEnd len="sm" w="sm" type="none"/>
              <a:tailEnd len="sm" w="sm" type="none"/>
            </a:ln>
          </p:spPr>
        </p:cxnSp>
      </p:grpSp>
      <p:grpSp>
        <p:nvGrpSpPr>
          <p:cNvPr id="4595" name="Google Shape;4595;p29"/>
          <p:cNvGrpSpPr/>
          <p:nvPr/>
        </p:nvGrpSpPr>
        <p:grpSpPr>
          <a:xfrm>
            <a:off x="9602789" y="3252789"/>
            <a:ext cx="446087" cy="485775"/>
            <a:chOff x="5203089" y="1751190"/>
            <a:chExt cx="858331" cy="662414"/>
          </a:xfrm>
        </p:grpSpPr>
        <p:sp>
          <p:nvSpPr>
            <p:cNvPr id="4596" name="Google Shape;4596;p29"/>
            <p:cNvSpPr/>
            <p:nvPr/>
          </p:nvSpPr>
          <p:spPr>
            <a:xfrm>
              <a:off x="5536035" y="1751190"/>
              <a:ext cx="525385" cy="66241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597" name="Google Shape;4597;p29"/>
            <p:cNvSpPr/>
            <p:nvPr/>
          </p:nvSpPr>
          <p:spPr>
            <a:xfrm>
              <a:off x="5203089" y="1922205"/>
              <a:ext cx="650621" cy="491399"/>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cxnSp>
          <p:nvCxnSpPr>
            <p:cNvPr id="4598" name="Google Shape;4598;p29"/>
            <p:cNvCxnSpPr/>
            <p:nvPr/>
          </p:nvCxnSpPr>
          <p:spPr>
            <a:xfrm flipH="1" rot="10800000">
              <a:off x="5270289" y="2030442"/>
              <a:ext cx="296292" cy="73602"/>
            </a:xfrm>
            <a:prstGeom prst="straightConnector1">
              <a:avLst/>
            </a:prstGeom>
            <a:noFill/>
            <a:ln cap="flat" cmpd="sng" w="44450">
              <a:solidFill>
                <a:schemeClr val="lt1"/>
              </a:solidFill>
              <a:prstDash val="solid"/>
              <a:miter lim="800000"/>
              <a:headEnd len="sm" w="sm" type="none"/>
              <a:tailEnd len="sm" w="sm" type="none"/>
            </a:ln>
          </p:spPr>
        </p:cxnSp>
        <p:cxnSp>
          <p:nvCxnSpPr>
            <p:cNvPr id="4599" name="Google Shape;4599;p29"/>
            <p:cNvCxnSpPr/>
            <p:nvPr/>
          </p:nvCxnSpPr>
          <p:spPr>
            <a:xfrm flipH="1" rot="10800000">
              <a:off x="5276398" y="2262071"/>
              <a:ext cx="290182" cy="17318"/>
            </a:xfrm>
            <a:prstGeom prst="straightConnector1">
              <a:avLst/>
            </a:prstGeom>
            <a:noFill/>
            <a:ln cap="flat" cmpd="sng" w="44450">
              <a:solidFill>
                <a:schemeClr val="lt1"/>
              </a:solidFill>
              <a:prstDash val="solid"/>
              <a:miter lim="800000"/>
              <a:headEnd len="sm" w="sm" type="none"/>
              <a:tailEnd len="sm" w="sm" type="none"/>
            </a:ln>
          </p:spPr>
        </p:cxnSp>
        <p:cxnSp>
          <p:nvCxnSpPr>
            <p:cNvPr id="4600" name="Google Shape;4600;p29"/>
            <p:cNvCxnSpPr/>
            <p:nvPr/>
          </p:nvCxnSpPr>
          <p:spPr>
            <a:xfrm flipH="1" rot="10800000">
              <a:off x="5276398" y="2151668"/>
              <a:ext cx="290182" cy="47625"/>
            </a:xfrm>
            <a:prstGeom prst="straightConnector1">
              <a:avLst/>
            </a:prstGeom>
            <a:noFill/>
            <a:ln cap="flat" cmpd="sng" w="44450">
              <a:solidFill>
                <a:schemeClr val="lt1"/>
              </a:solidFill>
              <a:prstDash val="solid"/>
              <a:miter lim="800000"/>
              <a:headEnd len="sm" w="sm" type="none"/>
              <a:tailEnd len="sm" w="sm" type="none"/>
            </a:ln>
          </p:spPr>
        </p:cxnSp>
        <p:cxnSp>
          <p:nvCxnSpPr>
            <p:cNvPr id="4601" name="Google Shape;4601;p29"/>
            <p:cNvCxnSpPr/>
            <p:nvPr/>
          </p:nvCxnSpPr>
          <p:spPr>
            <a:xfrm>
              <a:off x="5270289" y="2355155"/>
              <a:ext cx="296292" cy="0"/>
            </a:xfrm>
            <a:prstGeom prst="straightConnector1">
              <a:avLst/>
            </a:prstGeom>
            <a:noFill/>
            <a:ln cap="flat" cmpd="sng" w="44450">
              <a:solidFill>
                <a:schemeClr val="lt1"/>
              </a:solidFill>
              <a:prstDash val="solid"/>
              <a:miter lim="800000"/>
              <a:headEnd len="sm" w="sm" type="none"/>
              <a:tailEnd len="sm" w="sm" type="none"/>
            </a:ln>
          </p:spPr>
        </p:cxnSp>
        <p:cxnSp>
          <p:nvCxnSpPr>
            <p:cNvPr id="4602" name="Google Shape;4602;p29"/>
            <p:cNvCxnSpPr/>
            <p:nvPr/>
          </p:nvCxnSpPr>
          <p:spPr>
            <a:xfrm rot="10800000">
              <a:off x="5951456" y="1865921"/>
              <a:ext cx="0" cy="465422"/>
            </a:xfrm>
            <a:prstGeom prst="straightConnector1">
              <a:avLst/>
            </a:prstGeom>
            <a:noFill/>
            <a:ln cap="flat" cmpd="sng" w="44450">
              <a:solidFill>
                <a:schemeClr val="lt1"/>
              </a:solidFill>
              <a:prstDash val="dash"/>
              <a:miter lim="800000"/>
              <a:headEnd len="sm" w="sm" type="none"/>
              <a:tailEnd len="sm" w="sm" type="none"/>
            </a:ln>
          </p:spPr>
        </p:cxnSp>
        <p:cxnSp>
          <p:nvCxnSpPr>
            <p:cNvPr id="4603" name="Google Shape;4603;p29"/>
            <p:cNvCxnSpPr/>
            <p:nvPr/>
          </p:nvCxnSpPr>
          <p:spPr>
            <a:xfrm>
              <a:off x="5627672" y="1937359"/>
              <a:ext cx="0" cy="476245"/>
            </a:xfrm>
            <a:prstGeom prst="straightConnector1">
              <a:avLst/>
            </a:prstGeom>
            <a:noFill/>
            <a:ln cap="flat" cmpd="sng" w="15875">
              <a:solidFill>
                <a:srgbClr val="0000A8"/>
              </a:solidFill>
              <a:prstDash val="solid"/>
              <a:miter lim="800000"/>
              <a:headEnd len="sm" w="sm" type="none"/>
              <a:tailEnd len="sm" w="sm" type="none"/>
            </a:ln>
          </p:spPr>
        </p:cxnSp>
      </p:grpSp>
      <p:sp>
        <p:nvSpPr>
          <p:cNvPr id="4604" name="Google Shape;4604;p29"/>
          <p:cNvSpPr/>
          <p:nvPr/>
        </p:nvSpPr>
        <p:spPr>
          <a:xfrm>
            <a:off x="8678863" y="2193926"/>
            <a:ext cx="1123950" cy="1039813"/>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05" name="Google Shape;4605;p29"/>
          <p:cNvSpPr txBox="1"/>
          <p:nvPr/>
        </p:nvSpPr>
        <p:spPr>
          <a:xfrm>
            <a:off x="8594725" y="2246314"/>
            <a:ext cx="1333500" cy="23653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rgbClr val="000000"/>
                </a:solidFill>
                <a:latin typeface="Calibri"/>
                <a:ea typeface="Calibri"/>
                <a:cs typeface="Calibri"/>
                <a:sym typeface="Calibri"/>
              </a:rPr>
              <a:t>national or global ISP</a:t>
            </a:r>
            <a:endParaRPr/>
          </a:p>
        </p:txBody>
      </p:sp>
      <p:sp>
        <p:nvSpPr>
          <p:cNvPr id="4606" name="Google Shape;4606;p29"/>
          <p:cNvSpPr/>
          <p:nvPr/>
        </p:nvSpPr>
        <p:spPr>
          <a:xfrm>
            <a:off x="8483600" y="3616325"/>
            <a:ext cx="228600" cy="147638"/>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07" name="Google Shape;4607;p29"/>
          <p:cNvSpPr txBox="1"/>
          <p:nvPr/>
        </p:nvSpPr>
        <p:spPr>
          <a:xfrm>
            <a:off x="8097838" y="3443289"/>
            <a:ext cx="781050" cy="52863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rgbClr val="000000"/>
                </a:solidFill>
                <a:latin typeface="Calibri"/>
                <a:ea typeface="Calibri"/>
                <a:cs typeface="Calibri"/>
                <a:sym typeface="Calibri"/>
              </a:rPr>
              <a:t>local or regional ISP</a:t>
            </a:r>
            <a:endParaRPr/>
          </a:p>
        </p:txBody>
      </p:sp>
      <p:sp>
        <p:nvSpPr>
          <p:cNvPr id="4608" name="Google Shape;4608;p29"/>
          <p:cNvSpPr txBox="1"/>
          <p:nvPr/>
        </p:nvSpPr>
        <p:spPr>
          <a:xfrm>
            <a:off x="9712325" y="4365625"/>
            <a:ext cx="654050" cy="3111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788">
                <a:solidFill>
                  <a:srgbClr val="000000"/>
                </a:solidFill>
                <a:latin typeface="Calibri"/>
                <a:ea typeface="Calibri"/>
                <a:cs typeface="Calibri"/>
                <a:sym typeface="Calibri"/>
              </a:rPr>
              <a:t>datacenter </a:t>
            </a:r>
            <a:endParaRPr/>
          </a:p>
          <a:p>
            <a:pPr indent="0" lvl="0" marL="0" marR="0" rtl="0" algn="l">
              <a:lnSpc>
                <a:spcPct val="90000"/>
              </a:lnSpc>
              <a:spcBef>
                <a:spcPts val="0"/>
              </a:spcBef>
              <a:spcAft>
                <a:spcPts val="0"/>
              </a:spcAft>
              <a:buNone/>
            </a:pPr>
            <a:r>
              <a:rPr lang="en-US" sz="788">
                <a:solidFill>
                  <a:srgbClr val="000000"/>
                </a:solidFill>
                <a:latin typeface="Calibri"/>
                <a:ea typeface="Calibri"/>
                <a:cs typeface="Calibri"/>
                <a:sym typeface="Calibri"/>
              </a:rPr>
              <a:t>network</a:t>
            </a:r>
            <a:endParaRPr/>
          </a:p>
        </p:txBody>
      </p:sp>
      <p:sp>
        <p:nvSpPr>
          <p:cNvPr id="4609" name="Google Shape;4609;p29"/>
          <p:cNvSpPr txBox="1"/>
          <p:nvPr/>
        </p:nvSpPr>
        <p:spPr>
          <a:xfrm>
            <a:off x="9070975" y="4029075"/>
            <a:ext cx="679450" cy="528638"/>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rgbClr val="000000"/>
                </a:solidFill>
                <a:latin typeface="Calibri"/>
                <a:ea typeface="Calibri"/>
                <a:cs typeface="Calibri"/>
                <a:sym typeface="Calibri"/>
              </a:rPr>
              <a:t>content </a:t>
            </a:r>
            <a:endParaRPr/>
          </a:p>
          <a:p>
            <a:pPr indent="0" lvl="0" marL="0" marR="0" rtl="0" algn="l">
              <a:lnSpc>
                <a:spcPct val="90000"/>
              </a:lnSpc>
              <a:spcBef>
                <a:spcPts val="0"/>
              </a:spcBef>
              <a:spcAft>
                <a:spcPts val="0"/>
              </a:spcAft>
              <a:buNone/>
            </a:pPr>
            <a:r>
              <a:rPr lang="en-US" sz="1050">
                <a:solidFill>
                  <a:srgbClr val="000000"/>
                </a:solidFill>
                <a:latin typeface="Calibri"/>
                <a:ea typeface="Calibri"/>
                <a:cs typeface="Calibri"/>
                <a:sym typeface="Calibri"/>
              </a:rPr>
              <a:t>provider </a:t>
            </a:r>
            <a:endParaRPr/>
          </a:p>
          <a:p>
            <a:pPr indent="0" lvl="0" marL="0" marR="0" rtl="0" algn="l">
              <a:lnSpc>
                <a:spcPct val="90000"/>
              </a:lnSpc>
              <a:spcBef>
                <a:spcPts val="0"/>
              </a:spcBef>
              <a:spcAft>
                <a:spcPts val="0"/>
              </a:spcAft>
              <a:buNone/>
            </a:pPr>
            <a:r>
              <a:rPr lang="en-US" sz="1050">
                <a:solidFill>
                  <a:srgbClr val="000000"/>
                </a:solidFill>
                <a:latin typeface="Calibri"/>
                <a:ea typeface="Calibri"/>
                <a:cs typeface="Calibri"/>
                <a:sym typeface="Calibri"/>
              </a:rPr>
              <a:t>network</a:t>
            </a:r>
            <a:endParaRPr sz="750">
              <a:solidFill>
                <a:srgbClr val="000000"/>
              </a:solidFill>
              <a:latin typeface="Calibri"/>
              <a:ea typeface="Calibri"/>
              <a:cs typeface="Calibri"/>
              <a:sym typeface="Calibri"/>
            </a:endParaRPr>
          </a:p>
        </p:txBody>
      </p:sp>
      <p:cxnSp>
        <p:nvCxnSpPr>
          <p:cNvPr id="4610" name="Google Shape;4610;p29"/>
          <p:cNvCxnSpPr/>
          <p:nvPr/>
        </p:nvCxnSpPr>
        <p:spPr>
          <a:xfrm rot="10800000">
            <a:off x="9444038" y="3541714"/>
            <a:ext cx="309562" cy="47625"/>
          </a:xfrm>
          <a:prstGeom prst="straightConnector1">
            <a:avLst/>
          </a:prstGeom>
          <a:noFill/>
          <a:ln cap="flat" cmpd="sng" w="9525">
            <a:solidFill>
              <a:schemeClr val="dk1"/>
            </a:solidFill>
            <a:prstDash val="solid"/>
            <a:miter lim="800000"/>
            <a:headEnd len="sm" w="sm" type="none"/>
            <a:tailEnd len="sm" w="sm" type="none"/>
          </a:ln>
        </p:spPr>
      </p:cxnSp>
      <p:cxnSp>
        <p:nvCxnSpPr>
          <p:cNvPr id="4611" name="Google Shape;4611;p29"/>
          <p:cNvCxnSpPr/>
          <p:nvPr/>
        </p:nvCxnSpPr>
        <p:spPr>
          <a:xfrm rot="10800000">
            <a:off x="9520238" y="3587750"/>
            <a:ext cx="258762" cy="554038"/>
          </a:xfrm>
          <a:prstGeom prst="straightConnector1">
            <a:avLst/>
          </a:prstGeom>
          <a:noFill/>
          <a:ln cap="flat" cmpd="sng" w="9525">
            <a:solidFill>
              <a:schemeClr val="dk1"/>
            </a:solidFill>
            <a:prstDash val="solid"/>
            <a:miter lim="800000"/>
            <a:headEnd len="sm" w="sm" type="none"/>
            <a:tailEnd len="sm" w="sm" type="none"/>
          </a:ln>
        </p:spPr>
      </p:cxnSp>
      <p:cxnSp>
        <p:nvCxnSpPr>
          <p:cNvPr id="4612" name="Google Shape;4612;p29"/>
          <p:cNvCxnSpPr/>
          <p:nvPr/>
        </p:nvCxnSpPr>
        <p:spPr>
          <a:xfrm flipH="1" rot="10800000">
            <a:off x="9501188" y="3582989"/>
            <a:ext cx="252412" cy="295275"/>
          </a:xfrm>
          <a:prstGeom prst="straightConnector1">
            <a:avLst/>
          </a:prstGeom>
          <a:noFill/>
          <a:ln cap="flat" cmpd="sng" w="9525">
            <a:solidFill>
              <a:schemeClr val="dk1"/>
            </a:solidFill>
            <a:prstDash val="solid"/>
            <a:miter lim="800000"/>
            <a:headEnd len="sm" w="sm" type="none"/>
            <a:tailEnd len="sm" w="sm" type="none"/>
          </a:ln>
        </p:spPr>
      </p:cxnSp>
      <p:cxnSp>
        <p:nvCxnSpPr>
          <p:cNvPr id="4613" name="Google Shape;4613;p29"/>
          <p:cNvCxnSpPr/>
          <p:nvPr/>
        </p:nvCxnSpPr>
        <p:spPr>
          <a:xfrm rot="10800000">
            <a:off x="9451975" y="3552826"/>
            <a:ext cx="0" cy="365125"/>
          </a:xfrm>
          <a:prstGeom prst="straightConnector1">
            <a:avLst/>
          </a:prstGeom>
          <a:noFill/>
          <a:ln cap="flat" cmpd="sng" w="9525">
            <a:solidFill>
              <a:schemeClr val="dk1"/>
            </a:solidFill>
            <a:prstDash val="solid"/>
            <a:miter lim="800000"/>
            <a:headEnd len="sm" w="sm" type="none"/>
            <a:tailEnd len="sm" w="sm" type="none"/>
          </a:ln>
        </p:spPr>
      </p:cxnSp>
      <p:cxnSp>
        <p:nvCxnSpPr>
          <p:cNvPr id="4614" name="Google Shape;4614;p29"/>
          <p:cNvCxnSpPr/>
          <p:nvPr/>
        </p:nvCxnSpPr>
        <p:spPr>
          <a:xfrm rot="10800000">
            <a:off x="9437688" y="3911600"/>
            <a:ext cx="381000" cy="260350"/>
          </a:xfrm>
          <a:prstGeom prst="straightConnector1">
            <a:avLst/>
          </a:prstGeom>
          <a:noFill/>
          <a:ln cap="flat" cmpd="sng" w="9525">
            <a:solidFill>
              <a:schemeClr val="dk1"/>
            </a:solidFill>
            <a:prstDash val="solid"/>
            <a:miter lim="800000"/>
            <a:headEnd len="sm" w="sm" type="none"/>
            <a:tailEnd len="sm" w="sm" type="none"/>
          </a:ln>
        </p:spPr>
      </p:cxnSp>
      <p:cxnSp>
        <p:nvCxnSpPr>
          <p:cNvPr id="4615" name="Google Shape;4615;p29"/>
          <p:cNvCxnSpPr/>
          <p:nvPr/>
        </p:nvCxnSpPr>
        <p:spPr>
          <a:xfrm rot="10800000">
            <a:off x="8945564" y="3922713"/>
            <a:ext cx="492125" cy="0"/>
          </a:xfrm>
          <a:prstGeom prst="straightConnector1">
            <a:avLst/>
          </a:prstGeom>
          <a:noFill/>
          <a:ln cap="flat" cmpd="sng" w="9525">
            <a:solidFill>
              <a:schemeClr val="dk1"/>
            </a:solidFill>
            <a:prstDash val="solid"/>
            <a:miter lim="800000"/>
            <a:headEnd len="sm" w="sm" type="none"/>
            <a:tailEnd len="sm" w="sm" type="none"/>
          </a:ln>
        </p:spPr>
      </p:cxnSp>
      <p:cxnSp>
        <p:nvCxnSpPr>
          <p:cNvPr id="4616" name="Google Shape;4616;p29"/>
          <p:cNvCxnSpPr/>
          <p:nvPr/>
        </p:nvCxnSpPr>
        <p:spPr>
          <a:xfrm rot="10800000">
            <a:off x="8439150" y="3922713"/>
            <a:ext cx="490538" cy="0"/>
          </a:xfrm>
          <a:prstGeom prst="straightConnector1">
            <a:avLst/>
          </a:prstGeom>
          <a:noFill/>
          <a:ln cap="flat" cmpd="sng" w="9525">
            <a:solidFill>
              <a:schemeClr val="dk1"/>
            </a:solidFill>
            <a:prstDash val="solid"/>
            <a:miter lim="800000"/>
            <a:headEnd len="sm" w="sm" type="none"/>
            <a:tailEnd len="sm" w="sm" type="none"/>
          </a:ln>
        </p:spPr>
      </p:cxnSp>
      <p:cxnSp>
        <p:nvCxnSpPr>
          <p:cNvPr id="4617" name="Google Shape;4617;p29"/>
          <p:cNvCxnSpPr/>
          <p:nvPr/>
        </p:nvCxnSpPr>
        <p:spPr>
          <a:xfrm flipH="1">
            <a:off x="8482013" y="3487738"/>
            <a:ext cx="285750" cy="387350"/>
          </a:xfrm>
          <a:prstGeom prst="straightConnector1">
            <a:avLst/>
          </a:prstGeom>
          <a:noFill/>
          <a:ln cap="flat" cmpd="sng" w="9525">
            <a:solidFill>
              <a:schemeClr val="dk1"/>
            </a:solidFill>
            <a:prstDash val="solid"/>
            <a:miter lim="800000"/>
            <a:headEnd len="sm" w="sm" type="none"/>
            <a:tailEnd len="sm" w="sm" type="none"/>
          </a:ln>
        </p:spPr>
      </p:cxnSp>
      <p:cxnSp>
        <p:nvCxnSpPr>
          <p:cNvPr id="4618" name="Google Shape;4618;p29"/>
          <p:cNvCxnSpPr/>
          <p:nvPr/>
        </p:nvCxnSpPr>
        <p:spPr>
          <a:xfrm>
            <a:off x="8823325" y="3487738"/>
            <a:ext cx="0" cy="404812"/>
          </a:xfrm>
          <a:prstGeom prst="straightConnector1">
            <a:avLst/>
          </a:prstGeom>
          <a:noFill/>
          <a:ln cap="flat" cmpd="sng" w="9525">
            <a:solidFill>
              <a:schemeClr val="dk1"/>
            </a:solidFill>
            <a:prstDash val="solid"/>
            <a:miter lim="800000"/>
            <a:headEnd len="sm" w="sm" type="none"/>
            <a:tailEnd len="sm" w="sm" type="none"/>
          </a:ln>
        </p:spPr>
      </p:cxnSp>
      <p:cxnSp>
        <p:nvCxnSpPr>
          <p:cNvPr id="4619" name="Google Shape;4619;p29"/>
          <p:cNvCxnSpPr/>
          <p:nvPr/>
        </p:nvCxnSpPr>
        <p:spPr>
          <a:xfrm>
            <a:off x="9126538" y="2922589"/>
            <a:ext cx="366712" cy="630237"/>
          </a:xfrm>
          <a:prstGeom prst="straightConnector1">
            <a:avLst/>
          </a:prstGeom>
          <a:noFill/>
          <a:ln cap="flat" cmpd="sng" w="9525">
            <a:solidFill>
              <a:schemeClr val="dk1"/>
            </a:solidFill>
            <a:prstDash val="solid"/>
            <a:miter lim="800000"/>
            <a:headEnd len="sm" w="sm" type="none"/>
            <a:tailEnd len="sm" w="sm" type="none"/>
          </a:ln>
        </p:spPr>
      </p:cxnSp>
      <p:cxnSp>
        <p:nvCxnSpPr>
          <p:cNvPr id="4620" name="Google Shape;4620;p29"/>
          <p:cNvCxnSpPr/>
          <p:nvPr/>
        </p:nvCxnSpPr>
        <p:spPr>
          <a:xfrm flipH="1">
            <a:off x="8872538" y="2878138"/>
            <a:ext cx="285750" cy="520700"/>
          </a:xfrm>
          <a:prstGeom prst="straightConnector1">
            <a:avLst/>
          </a:prstGeom>
          <a:noFill/>
          <a:ln cap="flat" cmpd="sng" w="12700">
            <a:solidFill>
              <a:schemeClr val="dk1"/>
            </a:solidFill>
            <a:prstDash val="solid"/>
            <a:miter lim="800000"/>
            <a:headEnd len="sm" w="sm" type="none"/>
            <a:tailEnd len="sm" w="sm" type="none"/>
          </a:ln>
        </p:spPr>
      </p:cxnSp>
      <p:cxnSp>
        <p:nvCxnSpPr>
          <p:cNvPr id="4621" name="Google Shape;4621;p29"/>
          <p:cNvCxnSpPr/>
          <p:nvPr/>
        </p:nvCxnSpPr>
        <p:spPr>
          <a:xfrm flipH="1">
            <a:off x="9099550" y="2484439"/>
            <a:ext cx="571500" cy="433387"/>
          </a:xfrm>
          <a:prstGeom prst="straightConnector1">
            <a:avLst/>
          </a:prstGeom>
          <a:noFill/>
          <a:ln cap="flat" cmpd="sng" w="12700">
            <a:solidFill>
              <a:schemeClr val="dk1"/>
            </a:solidFill>
            <a:prstDash val="solid"/>
            <a:miter lim="800000"/>
            <a:headEnd len="sm" w="sm" type="none"/>
            <a:tailEnd len="sm" w="sm" type="none"/>
          </a:ln>
        </p:spPr>
      </p:cxnSp>
      <p:cxnSp>
        <p:nvCxnSpPr>
          <p:cNvPr id="4622" name="Google Shape;4622;p29"/>
          <p:cNvCxnSpPr/>
          <p:nvPr/>
        </p:nvCxnSpPr>
        <p:spPr>
          <a:xfrm flipH="1">
            <a:off x="9099551" y="2559050"/>
            <a:ext cx="3175" cy="388938"/>
          </a:xfrm>
          <a:prstGeom prst="straightConnector1">
            <a:avLst/>
          </a:prstGeom>
          <a:noFill/>
          <a:ln cap="flat" cmpd="sng" w="12700">
            <a:solidFill>
              <a:schemeClr val="dk1"/>
            </a:solidFill>
            <a:prstDash val="solid"/>
            <a:miter lim="800000"/>
            <a:headEnd len="sm" w="sm" type="none"/>
            <a:tailEnd len="sm" w="sm" type="none"/>
          </a:ln>
        </p:spPr>
      </p:cxnSp>
      <p:cxnSp>
        <p:nvCxnSpPr>
          <p:cNvPr id="4623" name="Google Shape;4623;p29"/>
          <p:cNvCxnSpPr/>
          <p:nvPr/>
        </p:nvCxnSpPr>
        <p:spPr>
          <a:xfrm flipH="1">
            <a:off x="9528176" y="2508250"/>
            <a:ext cx="112713" cy="388938"/>
          </a:xfrm>
          <a:prstGeom prst="straightConnector1">
            <a:avLst/>
          </a:prstGeom>
          <a:noFill/>
          <a:ln cap="flat" cmpd="sng" w="12700">
            <a:solidFill>
              <a:schemeClr val="dk1"/>
            </a:solidFill>
            <a:prstDash val="solid"/>
            <a:miter lim="800000"/>
            <a:headEnd len="sm" w="sm" type="none"/>
            <a:tailEnd len="sm" w="sm" type="none"/>
          </a:ln>
        </p:spPr>
      </p:cxnSp>
      <p:cxnSp>
        <p:nvCxnSpPr>
          <p:cNvPr id="4624" name="Google Shape;4624;p29"/>
          <p:cNvCxnSpPr/>
          <p:nvPr/>
        </p:nvCxnSpPr>
        <p:spPr>
          <a:xfrm flipH="1">
            <a:off x="9131301" y="2897189"/>
            <a:ext cx="430213" cy="20637"/>
          </a:xfrm>
          <a:prstGeom prst="straightConnector1">
            <a:avLst/>
          </a:prstGeom>
          <a:noFill/>
          <a:ln cap="flat" cmpd="sng" w="12700">
            <a:solidFill>
              <a:schemeClr val="dk1"/>
            </a:solidFill>
            <a:prstDash val="solid"/>
            <a:miter lim="800000"/>
            <a:headEnd len="sm" w="sm" type="none"/>
            <a:tailEnd len="sm" w="sm" type="none"/>
          </a:ln>
        </p:spPr>
      </p:cxnSp>
      <p:cxnSp>
        <p:nvCxnSpPr>
          <p:cNvPr id="4625" name="Google Shape;4625;p29"/>
          <p:cNvCxnSpPr/>
          <p:nvPr/>
        </p:nvCxnSpPr>
        <p:spPr>
          <a:xfrm flipH="1">
            <a:off x="9075739" y="2484438"/>
            <a:ext cx="592137" cy="74612"/>
          </a:xfrm>
          <a:prstGeom prst="straightConnector1">
            <a:avLst/>
          </a:prstGeom>
          <a:noFill/>
          <a:ln cap="flat" cmpd="sng" w="12700">
            <a:solidFill>
              <a:schemeClr val="dk1"/>
            </a:solidFill>
            <a:prstDash val="solid"/>
            <a:miter lim="800000"/>
            <a:headEnd len="sm" w="sm" type="none"/>
            <a:tailEnd len="sm" w="sm" type="none"/>
          </a:ln>
        </p:spPr>
      </p:cxnSp>
      <p:cxnSp>
        <p:nvCxnSpPr>
          <p:cNvPr id="4626" name="Google Shape;4626;p29"/>
          <p:cNvCxnSpPr/>
          <p:nvPr/>
        </p:nvCxnSpPr>
        <p:spPr>
          <a:xfrm flipH="1">
            <a:off x="9671050" y="2452688"/>
            <a:ext cx="209550" cy="31750"/>
          </a:xfrm>
          <a:prstGeom prst="straightConnector1">
            <a:avLst/>
          </a:prstGeom>
          <a:noFill/>
          <a:ln cap="flat" cmpd="sng" w="12700">
            <a:solidFill>
              <a:schemeClr val="dk1"/>
            </a:solidFill>
            <a:prstDash val="solid"/>
            <a:miter lim="800000"/>
            <a:headEnd len="sm" w="sm" type="none"/>
            <a:tailEnd len="sm" w="sm" type="none"/>
          </a:ln>
        </p:spPr>
      </p:cxnSp>
      <p:cxnSp>
        <p:nvCxnSpPr>
          <p:cNvPr id="4627" name="Google Shape;4627;p29"/>
          <p:cNvCxnSpPr/>
          <p:nvPr/>
        </p:nvCxnSpPr>
        <p:spPr>
          <a:xfrm rot="10800000">
            <a:off x="9536113" y="2897188"/>
            <a:ext cx="265112" cy="50800"/>
          </a:xfrm>
          <a:prstGeom prst="straightConnector1">
            <a:avLst/>
          </a:prstGeom>
          <a:noFill/>
          <a:ln cap="flat" cmpd="sng" w="12700">
            <a:solidFill>
              <a:schemeClr val="dk1"/>
            </a:solidFill>
            <a:prstDash val="solid"/>
            <a:miter lim="800000"/>
            <a:headEnd len="sm" w="sm" type="none"/>
            <a:tailEnd len="sm" w="sm" type="none"/>
          </a:ln>
        </p:spPr>
      </p:cxnSp>
      <p:cxnSp>
        <p:nvCxnSpPr>
          <p:cNvPr id="4628" name="Google Shape;4628;p29"/>
          <p:cNvCxnSpPr/>
          <p:nvPr/>
        </p:nvCxnSpPr>
        <p:spPr>
          <a:xfrm flipH="1">
            <a:off x="8101014" y="2559051"/>
            <a:ext cx="974725" cy="454025"/>
          </a:xfrm>
          <a:prstGeom prst="straightConnector1">
            <a:avLst/>
          </a:prstGeom>
          <a:noFill/>
          <a:ln cap="flat" cmpd="sng" w="12700">
            <a:solidFill>
              <a:schemeClr val="dk1"/>
            </a:solidFill>
            <a:prstDash val="solid"/>
            <a:miter lim="800000"/>
            <a:headEnd len="sm" w="sm" type="none"/>
            <a:tailEnd len="sm" w="sm" type="none"/>
          </a:ln>
        </p:spPr>
      </p:cxnSp>
      <p:cxnSp>
        <p:nvCxnSpPr>
          <p:cNvPr id="4629" name="Google Shape;4629;p29"/>
          <p:cNvCxnSpPr/>
          <p:nvPr/>
        </p:nvCxnSpPr>
        <p:spPr>
          <a:xfrm flipH="1" rot="10800000">
            <a:off x="8558213" y="3941764"/>
            <a:ext cx="322262" cy="530225"/>
          </a:xfrm>
          <a:prstGeom prst="straightConnector1">
            <a:avLst/>
          </a:prstGeom>
          <a:noFill/>
          <a:ln cap="flat" cmpd="sng" w="9525">
            <a:solidFill>
              <a:schemeClr val="dk1"/>
            </a:solidFill>
            <a:prstDash val="solid"/>
            <a:round/>
            <a:headEnd len="med" w="med" type="none"/>
            <a:tailEnd len="med" w="med" type="none"/>
          </a:ln>
        </p:spPr>
      </p:cxnSp>
      <p:cxnSp>
        <p:nvCxnSpPr>
          <p:cNvPr id="4630" name="Google Shape;4630;p29"/>
          <p:cNvCxnSpPr/>
          <p:nvPr/>
        </p:nvCxnSpPr>
        <p:spPr>
          <a:xfrm flipH="1" rot="10800000">
            <a:off x="7707314" y="3892551"/>
            <a:ext cx="727075" cy="3175"/>
          </a:xfrm>
          <a:prstGeom prst="straightConnector1">
            <a:avLst/>
          </a:prstGeom>
          <a:noFill/>
          <a:ln cap="flat" cmpd="sng" w="9525">
            <a:solidFill>
              <a:schemeClr val="dk1"/>
            </a:solidFill>
            <a:prstDash val="solid"/>
            <a:round/>
            <a:headEnd len="med" w="med" type="none"/>
            <a:tailEnd len="med" w="med" type="none"/>
          </a:ln>
        </p:spPr>
      </p:cxnSp>
      <p:sp>
        <p:nvSpPr>
          <p:cNvPr id="4631" name="Google Shape;4631;p29"/>
          <p:cNvSpPr/>
          <p:nvPr/>
        </p:nvSpPr>
        <p:spPr>
          <a:xfrm>
            <a:off x="7654925" y="2576513"/>
            <a:ext cx="39688" cy="38100"/>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nvGrpSpPr>
          <p:cNvPr id="4632" name="Google Shape;4632;p29"/>
          <p:cNvGrpSpPr/>
          <p:nvPr/>
        </p:nvGrpSpPr>
        <p:grpSpPr>
          <a:xfrm>
            <a:off x="9331326" y="3479800"/>
            <a:ext cx="265113" cy="147638"/>
            <a:chOff x="7493876" y="2774731"/>
            <a:chExt cx="1481958" cy="894622"/>
          </a:xfrm>
        </p:grpSpPr>
        <p:sp>
          <p:nvSpPr>
            <p:cNvPr id="4633" name="Google Shape;4633;p29"/>
            <p:cNvSpPr/>
            <p:nvPr/>
          </p:nvSpPr>
          <p:spPr>
            <a:xfrm>
              <a:off x="7493876" y="3082557"/>
              <a:ext cx="1481958" cy="586796"/>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634" name="Google Shape;4634;p29"/>
            <p:cNvSpPr/>
            <p:nvPr/>
          </p:nvSpPr>
          <p:spPr>
            <a:xfrm>
              <a:off x="7493876" y="2774731"/>
              <a:ext cx="1481958" cy="577174"/>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635" name="Google Shape;4635;p29"/>
            <p:cNvGrpSpPr/>
            <p:nvPr/>
          </p:nvGrpSpPr>
          <p:grpSpPr>
            <a:xfrm>
              <a:off x="7715726" y="2851690"/>
              <a:ext cx="1038256" cy="423258"/>
              <a:chOff x="7788718" y="2887704"/>
              <a:chExt cx="894332" cy="352019"/>
            </a:xfrm>
          </p:grpSpPr>
          <p:sp>
            <p:nvSpPr>
              <p:cNvPr id="4636" name="Google Shape;4636;p29"/>
              <p:cNvSpPr/>
              <p:nvPr/>
            </p:nvSpPr>
            <p:spPr>
              <a:xfrm>
                <a:off x="7811647" y="2887704"/>
                <a:ext cx="848473" cy="200013"/>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37" name="Google Shape;4637;p29"/>
              <p:cNvSpPr/>
              <p:nvPr/>
            </p:nvSpPr>
            <p:spPr>
              <a:xfrm>
                <a:off x="8369653" y="3055716"/>
                <a:ext cx="313397" cy="168007"/>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38" name="Google Shape;4638;p29"/>
              <p:cNvSpPr/>
              <p:nvPr/>
            </p:nvSpPr>
            <p:spPr>
              <a:xfrm>
                <a:off x="7788718" y="3055716"/>
                <a:ext cx="313397" cy="168007"/>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39" name="Google Shape;4639;p29"/>
              <p:cNvSpPr/>
              <p:nvPr/>
            </p:nvSpPr>
            <p:spPr>
              <a:xfrm>
                <a:off x="7895732" y="2975711"/>
                <a:ext cx="672661" cy="264012"/>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grpSp>
        <p:nvGrpSpPr>
          <p:cNvPr id="4640" name="Google Shape;4640;p29"/>
          <p:cNvGrpSpPr/>
          <p:nvPr/>
        </p:nvGrpSpPr>
        <p:grpSpPr>
          <a:xfrm>
            <a:off x="8985251" y="2508251"/>
            <a:ext cx="265113" cy="149225"/>
            <a:chOff x="7493876" y="2774731"/>
            <a:chExt cx="1481958" cy="894622"/>
          </a:xfrm>
        </p:grpSpPr>
        <p:sp>
          <p:nvSpPr>
            <p:cNvPr id="4641" name="Google Shape;4641;p29"/>
            <p:cNvSpPr/>
            <p:nvPr/>
          </p:nvSpPr>
          <p:spPr>
            <a:xfrm>
              <a:off x="7493876" y="3088803"/>
              <a:ext cx="1481958" cy="580550"/>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642" name="Google Shape;4642;p29"/>
            <p:cNvSpPr/>
            <p:nvPr/>
          </p:nvSpPr>
          <p:spPr>
            <a:xfrm>
              <a:off x="7493876" y="2774731"/>
              <a:ext cx="1481958" cy="580556"/>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643" name="Google Shape;4643;p29"/>
            <p:cNvGrpSpPr/>
            <p:nvPr/>
          </p:nvGrpSpPr>
          <p:grpSpPr>
            <a:xfrm>
              <a:off x="7715726" y="2850869"/>
              <a:ext cx="1038256" cy="418757"/>
              <a:chOff x="7788718" y="2887021"/>
              <a:chExt cx="894332" cy="348275"/>
            </a:xfrm>
          </p:grpSpPr>
          <p:sp>
            <p:nvSpPr>
              <p:cNvPr id="4644" name="Google Shape;4644;p29"/>
              <p:cNvSpPr/>
              <p:nvPr/>
            </p:nvSpPr>
            <p:spPr>
              <a:xfrm>
                <a:off x="7811647" y="2887021"/>
                <a:ext cx="848473" cy="197886"/>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45" name="Google Shape;4645;p29"/>
              <p:cNvSpPr/>
              <p:nvPr/>
            </p:nvSpPr>
            <p:spPr>
              <a:xfrm>
                <a:off x="8369653" y="3053246"/>
                <a:ext cx="313397" cy="166220"/>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46" name="Google Shape;4646;p29"/>
              <p:cNvSpPr/>
              <p:nvPr/>
            </p:nvSpPr>
            <p:spPr>
              <a:xfrm>
                <a:off x="7788718" y="3053246"/>
                <a:ext cx="313397" cy="166220"/>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47" name="Google Shape;4647;p29"/>
              <p:cNvSpPr/>
              <p:nvPr/>
            </p:nvSpPr>
            <p:spPr>
              <a:xfrm>
                <a:off x="7895732" y="2974092"/>
                <a:ext cx="672661" cy="261204"/>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grpSp>
        <p:nvGrpSpPr>
          <p:cNvPr id="4648" name="Google Shape;4648;p29"/>
          <p:cNvGrpSpPr/>
          <p:nvPr/>
        </p:nvGrpSpPr>
        <p:grpSpPr>
          <a:xfrm>
            <a:off x="9418638" y="2817814"/>
            <a:ext cx="266700" cy="147637"/>
            <a:chOff x="7493876" y="2774731"/>
            <a:chExt cx="1481958" cy="894622"/>
          </a:xfrm>
        </p:grpSpPr>
        <p:sp>
          <p:nvSpPr>
            <p:cNvPr id="4649" name="Google Shape;4649;p29"/>
            <p:cNvSpPr/>
            <p:nvPr/>
          </p:nvSpPr>
          <p:spPr>
            <a:xfrm>
              <a:off x="7493876" y="3082559"/>
              <a:ext cx="1481958" cy="58679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650" name="Google Shape;4650;p29"/>
            <p:cNvSpPr/>
            <p:nvPr/>
          </p:nvSpPr>
          <p:spPr>
            <a:xfrm>
              <a:off x="7493876" y="2774731"/>
              <a:ext cx="1481958" cy="577177"/>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651" name="Google Shape;4651;p29"/>
            <p:cNvGrpSpPr/>
            <p:nvPr/>
          </p:nvGrpSpPr>
          <p:grpSpPr>
            <a:xfrm>
              <a:off x="7714403" y="2851690"/>
              <a:ext cx="1040900" cy="423265"/>
              <a:chOff x="7787578" y="2887704"/>
              <a:chExt cx="896609" cy="352024"/>
            </a:xfrm>
          </p:grpSpPr>
          <p:sp>
            <p:nvSpPr>
              <p:cNvPr id="4652" name="Google Shape;4652;p29"/>
              <p:cNvSpPr/>
              <p:nvPr/>
            </p:nvSpPr>
            <p:spPr>
              <a:xfrm>
                <a:off x="7810375" y="2887704"/>
                <a:ext cx="851020" cy="200011"/>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53" name="Google Shape;4653;p29"/>
              <p:cNvSpPr/>
              <p:nvPr/>
            </p:nvSpPr>
            <p:spPr>
              <a:xfrm>
                <a:off x="8365055" y="3055713"/>
                <a:ext cx="319132" cy="168014"/>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54" name="Google Shape;4654;p29"/>
              <p:cNvSpPr/>
              <p:nvPr/>
            </p:nvSpPr>
            <p:spPr>
              <a:xfrm>
                <a:off x="7787578" y="3055713"/>
                <a:ext cx="311536" cy="168014"/>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55" name="Google Shape;4655;p29"/>
              <p:cNvSpPr/>
              <p:nvPr/>
            </p:nvSpPr>
            <p:spPr>
              <a:xfrm>
                <a:off x="7893955" y="2975707"/>
                <a:ext cx="676259" cy="264021"/>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grpSp>
        <p:nvGrpSpPr>
          <p:cNvPr id="4656" name="Google Shape;4656;p29"/>
          <p:cNvGrpSpPr/>
          <p:nvPr/>
        </p:nvGrpSpPr>
        <p:grpSpPr>
          <a:xfrm>
            <a:off x="9507538" y="2438401"/>
            <a:ext cx="265112" cy="149225"/>
            <a:chOff x="7493876" y="2774731"/>
            <a:chExt cx="1481958" cy="894622"/>
          </a:xfrm>
        </p:grpSpPr>
        <p:sp>
          <p:nvSpPr>
            <p:cNvPr id="4657" name="Google Shape;4657;p29"/>
            <p:cNvSpPr/>
            <p:nvPr/>
          </p:nvSpPr>
          <p:spPr>
            <a:xfrm>
              <a:off x="7493876" y="3088803"/>
              <a:ext cx="1481958" cy="580550"/>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658" name="Google Shape;4658;p29"/>
            <p:cNvSpPr/>
            <p:nvPr/>
          </p:nvSpPr>
          <p:spPr>
            <a:xfrm>
              <a:off x="7493876" y="2774731"/>
              <a:ext cx="1481958" cy="580556"/>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659" name="Google Shape;4659;p29"/>
            <p:cNvGrpSpPr/>
            <p:nvPr/>
          </p:nvGrpSpPr>
          <p:grpSpPr>
            <a:xfrm>
              <a:off x="7715726" y="2850869"/>
              <a:ext cx="1038261" cy="418757"/>
              <a:chOff x="7788718" y="2887021"/>
              <a:chExt cx="894336" cy="348275"/>
            </a:xfrm>
          </p:grpSpPr>
          <p:sp>
            <p:nvSpPr>
              <p:cNvPr id="4660" name="Google Shape;4660;p29"/>
              <p:cNvSpPr/>
              <p:nvPr/>
            </p:nvSpPr>
            <p:spPr>
              <a:xfrm>
                <a:off x="7811652" y="2887021"/>
                <a:ext cx="848468" cy="197886"/>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61" name="Google Shape;4661;p29"/>
              <p:cNvSpPr/>
              <p:nvPr/>
            </p:nvSpPr>
            <p:spPr>
              <a:xfrm>
                <a:off x="8369653" y="3053246"/>
                <a:ext cx="313401" cy="166220"/>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62" name="Google Shape;4662;p29"/>
              <p:cNvSpPr/>
              <p:nvPr/>
            </p:nvSpPr>
            <p:spPr>
              <a:xfrm>
                <a:off x="7788718" y="3053246"/>
                <a:ext cx="313401" cy="166220"/>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63" name="Google Shape;4663;p29"/>
              <p:cNvSpPr/>
              <p:nvPr/>
            </p:nvSpPr>
            <p:spPr>
              <a:xfrm>
                <a:off x="7895732" y="2974092"/>
                <a:ext cx="672661" cy="261204"/>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grpSp>
        <p:nvGrpSpPr>
          <p:cNvPr id="4664" name="Google Shape;4664;p29"/>
          <p:cNvGrpSpPr/>
          <p:nvPr/>
        </p:nvGrpSpPr>
        <p:grpSpPr>
          <a:xfrm>
            <a:off x="8348664" y="3824289"/>
            <a:ext cx="274637" cy="180975"/>
            <a:chOff x="7493876" y="2774731"/>
            <a:chExt cx="1481958" cy="894622"/>
          </a:xfrm>
        </p:grpSpPr>
        <p:sp>
          <p:nvSpPr>
            <p:cNvPr id="4665" name="Google Shape;4665;p29"/>
            <p:cNvSpPr/>
            <p:nvPr/>
          </p:nvSpPr>
          <p:spPr>
            <a:xfrm>
              <a:off x="7493876" y="3080783"/>
              <a:ext cx="1481958" cy="588570"/>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666" name="Google Shape;4666;p29"/>
            <p:cNvSpPr/>
            <p:nvPr/>
          </p:nvSpPr>
          <p:spPr>
            <a:xfrm>
              <a:off x="7493876" y="2774731"/>
              <a:ext cx="1481958" cy="58072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667" name="Google Shape;4667;p29"/>
            <p:cNvGrpSpPr/>
            <p:nvPr/>
          </p:nvGrpSpPr>
          <p:grpSpPr>
            <a:xfrm>
              <a:off x="7716599" y="2845358"/>
              <a:ext cx="1036511" cy="431617"/>
              <a:chOff x="7789470" y="2882438"/>
              <a:chExt cx="892829" cy="358971"/>
            </a:xfrm>
          </p:grpSpPr>
          <p:sp>
            <p:nvSpPr>
              <p:cNvPr id="4668" name="Google Shape;4668;p29"/>
              <p:cNvSpPr/>
              <p:nvPr/>
            </p:nvSpPr>
            <p:spPr>
              <a:xfrm>
                <a:off x="7811604" y="2882438"/>
                <a:ext cx="848561" cy="20233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69" name="Google Shape;4669;p29"/>
              <p:cNvSpPr/>
              <p:nvPr/>
            </p:nvSpPr>
            <p:spPr>
              <a:xfrm>
                <a:off x="8365014" y="3052133"/>
                <a:ext cx="317285" cy="176224"/>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70" name="Google Shape;4670;p29"/>
              <p:cNvSpPr/>
              <p:nvPr/>
            </p:nvSpPr>
            <p:spPr>
              <a:xfrm>
                <a:off x="7789470" y="3052133"/>
                <a:ext cx="309908" cy="176224"/>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71" name="Google Shape;4671;p29"/>
              <p:cNvSpPr/>
              <p:nvPr/>
            </p:nvSpPr>
            <p:spPr>
              <a:xfrm>
                <a:off x="7900149" y="2967287"/>
                <a:ext cx="671470" cy="274122"/>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grpSp>
        <p:nvGrpSpPr>
          <p:cNvPr id="4672" name="Google Shape;4672;p29"/>
          <p:cNvGrpSpPr/>
          <p:nvPr/>
        </p:nvGrpSpPr>
        <p:grpSpPr>
          <a:xfrm>
            <a:off x="9009063" y="2852739"/>
            <a:ext cx="265112" cy="149225"/>
            <a:chOff x="7493876" y="2774731"/>
            <a:chExt cx="1481958" cy="894622"/>
          </a:xfrm>
        </p:grpSpPr>
        <p:sp>
          <p:nvSpPr>
            <p:cNvPr id="4673" name="Google Shape;4673;p29"/>
            <p:cNvSpPr/>
            <p:nvPr/>
          </p:nvSpPr>
          <p:spPr>
            <a:xfrm>
              <a:off x="7493876" y="3088797"/>
              <a:ext cx="1481958" cy="580556"/>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674" name="Google Shape;4674;p29"/>
            <p:cNvSpPr/>
            <p:nvPr/>
          </p:nvSpPr>
          <p:spPr>
            <a:xfrm>
              <a:off x="7493876" y="2774731"/>
              <a:ext cx="1481958" cy="58055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675" name="Google Shape;4675;p29"/>
            <p:cNvGrpSpPr/>
            <p:nvPr/>
          </p:nvGrpSpPr>
          <p:grpSpPr>
            <a:xfrm>
              <a:off x="7715726" y="2850869"/>
              <a:ext cx="1038261" cy="418757"/>
              <a:chOff x="7788718" y="2887021"/>
              <a:chExt cx="894336" cy="348275"/>
            </a:xfrm>
          </p:grpSpPr>
          <p:sp>
            <p:nvSpPr>
              <p:cNvPr id="4676" name="Google Shape;4676;p29"/>
              <p:cNvSpPr/>
              <p:nvPr/>
            </p:nvSpPr>
            <p:spPr>
              <a:xfrm>
                <a:off x="7811652" y="2887021"/>
                <a:ext cx="848468" cy="197881"/>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77" name="Google Shape;4677;p29"/>
              <p:cNvSpPr/>
              <p:nvPr/>
            </p:nvSpPr>
            <p:spPr>
              <a:xfrm>
                <a:off x="8369653" y="3053241"/>
                <a:ext cx="313401" cy="166225"/>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78" name="Google Shape;4678;p29"/>
              <p:cNvSpPr/>
              <p:nvPr/>
            </p:nvSpPr>
            <p:spPr>
              <a:xfrm>
                <a:off x="7788718" y="3053241"/>
                <a:ext cx="313401" cy="16622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79" name="Google Shape;4679;p29"/>
              <p:cNvSpPr/>
              <p:nvPr/>
            </p:nvSpPr>
            <p:spPr>
              <a:xfrm>
                <a:off x="7895732" y="2974087"/>
                <a:ext cx="672661" cy="261209"/>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grpSp>
        <p:nvGrpSpPr>
          <p:cNvPr id="4680" name="Google Shape;4680;p29"/>
          <p:cNvGrpSpPr/>
          <p:nvPr/>
        </p:nvGrpSpPr>
        <p:grpSpPr>
          <a:xfrm>
            <a:off x="8647114" y="3402014"/>
            <a:ext cx="274637" cy="180975"/>
            <a:chOff x="7493876" y="2774731"/>
            <a:chExt cx="1481958" cy="894622"/>
          </a:xfrm>
        </p:grpSpPr>
        <p:sp>
          <p:nvSpPr>
            <p:cNvPr id="4681" name="Google Shape;4681;p29"/>
            <p:cNvSpPr/>
            <p:nvPr/>
          </p:nvSpPr>
          <p:spPr>
            <a:xfrm>
              <a:off x="7493876" y="3080783"/>
              <a:ext cx="1481958" cy="588570"/>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682" name="Google Shape;4682;p29"/>
            <p:cNvSpPr/>
            <p:nvPr/>
          </p:nvSpPr>
          <p:spPr>
            <a:xfrm>
              <a:off x="7493876" y="2774731"/>
              <a:ext cx="1481958" cy="58072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683" name="Google Shape;4683;p29"/>
            <p:cNvGrpSpPr/>
            <p:nvPr/>
          </p:nvGrpSpPr>
          <p:grpSpPr>
            <a:xfrm>
              <a:off x="7716599" y="2845358"/>
              <a:ext cx="1036511" cy="431617"/>
              <a:chOff x="7789470" y="2882438"/>
              <a:chExt cx="892829" cy="358971"/>
            </a:xfrm>
          </p:grpSpPr>
          <p:sp>
            <p:nvSpPr>
              <p:cNvPr id="4684" name="Google Shape;4684;p29"/>
              <p:cNvSpPr/>
              <p:nvPr/>
            </p:nvSpPr>
            <p:spPr>
              <a:xfrm>
                <a:off x="7811604" y="2882438"/>
                <a:ext cx="848561" cy="20233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85" name="Google Shape;4685;p29"/>
              <p:cNvSpPr/>
              <p:nvPr/>
            </p:nvSpPr>
            <p:spPr>
              <a:xfrm>
                <a:off x="8365014" y="3052133"/>
                <a:ext cx="317285" cy="176224"/>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86" name="Google Shape;4686;p29"/>
              <p:cNvSpPr/>
              <p:nvPr/>
            </p:nvSpPr>
            <p:spPr>
              <a:xfrm>
                <a:off x="7789470" y="3052133"/>
                <a:ext cx="309908" cy="176224"/>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87" name="Google Shape;4687;p29"/>
              <p:cNvSpPr/>
              <p:nvPr/>
            </p:nvSpPr>
            <p:spPr>
              <a:xfrm>
                <a:off x="7900149" y="2967287"/>
                <a:ext cx="671470" cy="274122"/>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grpSp>
        <p:nvGrpSpPr>
          <p:cNvPr id="4688" name="Google Shape;4688;p29"/>
          <p:cNvGrpSpPr/>
          <p:nvPr/>
        </p:nvGrpSpPr>
        <p:grpSpPr>
          <a:xfrm>
            <a:off x="8724901" y="3857625"/>
            <a:ext cx="276225" cy="179388"/>
            <a:chOff x="7493876" y="2774731"/>
            <a:chExt cx="1481958" cy="894622"/>
          </a:xfrm>
        </p:grpSpPr>
        <p:sp>
          <p:nvSpPr>
            <p:cNvPr id="4689" name="Google Shape;4689;p29"/>
            <p:cNvSpPr/>
            <p:nvPr/>
          </p:nvSpPr>
          <p:spPr>
            <a:xfrm>
              <a:off x="7493876" y="3083496"/>
              <a:ext cx="1481958" cy="5858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690" name="Google Shape;4690;p29"/>
            <p:cNvSpPr/>
            <p:nvPr/>
          </p:nvSpPr>
          <p:spPr>
            <a:xfrm>
              <a:off x="7493876" y="2774731"/>
              <a:ext cx="1481958" cy="577943"/>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691" name="Google Shape;4691;p29"/>
            <p:cNvGrpSpPr/>
            <p:nvPr/>
          </p:nvGrpSpPr>
          <p:grpSpPr>
            <a:xfrm>
              <a:off x="7715315" y="2845985"/>
              <a:ext cx="1039076" cy="427517"/>
              <a:chOff x="7788364" y="2882959"/>
              <a:chExt cx="895038" cy="355561"/>
            </a:xfrm>
          </p:grpSpPr>
          <p:sp>
            <p:nvSpPr>
              <p:cNvPr id="4692" name="Google Shape;4692;p29"/>
              <p:cNvSpPr/>
              <p:nvPr/>
            </p:nvSpPr>
            <p:spPr>
              <a:xfrm>
                <a:off x="7810376" y="2882959"/>
                <a:ext cx="851020" cy="197534"/>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93" name="Google Shape;4693;p29"/>
              <p:cNvSpPr/>
              <p:nvPr/>
            </p:nvSpPr>
            <p:spPr>
              <a:xfrm>
                <a:off x="8367940" y="3054156"/>
                <a:ext cx="315462" cy="171196"/>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94" name="Google Shape;4694;p29"/>
              <p:cNvSpPr/>
              <p:nvPr/>
            </p:nvSpPr>
            <p:spPr>
              <a:xfrm>
                <a:off x="7788364" y="3054156"/>
                <a:ext cx="308128" cy="171196"/>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695" name="Google Shape;4695;p29"/>
              <p:cNvSpPr/>
              <p:nvPr/>
            </p:nvSpPr>
            <p:spPr>
              <a:xfrm>
                <a:off x="7898412" y="2968555"/>
                <a:ext cx="674947" cy="269965"/>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grpSp>
        <p:nvGrpSpPr>
          <p:cNvPr id="4696" name="Google Shape;4696;p29"/>
          <p:cNvGrpSpPr/>
          <p:nvPr/>
        </p:nvGrpSpPr>
        <p:grpSpPr>
          <a:xfrm>
            <a:off x="9305926" y="3851276"/>
            <a:ext cx="265113" cy="149225"/>
            <a:chOff x="7493876" y="2774731"/>
            <a:chExt cx="1481958" cy="894622"/>
          </a:xfrm>
        </p:grpSpPr>
        <p:sp>
          <p:nvSpPr>
            <p:cNvPr id="4697" name="Google Shape;4697;p29"/>
            <p:cNvSpPr/>
            <p:nvPr/>
          </p:nvSpPr>
          <p:spPr>
            <a:xfrm>
              <a:off x="7493876" y="3088803"/>
              <a:ext cx="1481958" cy="580550"/>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698" name="Google Shape;4698;p29"/>
            <p:cNvSpPr/>
            <p:nvPr/>
          </p:nvSpPr>
          <p:spPr>
            <a:xfrm>
              <a:off x="7493876" y="2774731"/>
              <a:ext cx="1481958" cy="580556"/>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699" name="Google Shape;4699;p29"/>
            <p:cNvGrpSpPr/>
            <p:nvPr/>
          </p:nvGrpSpPr>
          <p:grpSpPr>
            <a:xfrm>
              <a:off x="7715726" y="2850869"/>
              <a:ext cx="1038256" cy="418757"/>
              <a:chOff x="7788718" y="2887021"/>
              <a:chExt cx="894332" cy="348275"/>
            </a:xfrm>
          </p:grpSpPr>
          <p:sp>
            <p:nvSpPr>
              <p:cNvPr id="4700" name="Google Shape;4700;p29"/>
              <p:cNvSpPr/>
              <p:nvPr/>
            </p:nvSpPr>
            <p:spPr>
              <a:xfrm>
                <a:off x="7811647" y="2887021"/>
                <a:ext cx="848473" cy="197886"/>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701" name="Google Shape;4701;p29"/>
              <p:cNvSpPr/>
              <p:nvPr/>
            </p:nvSpPr>
            <p:spPr>
              <a:xfrm>
                <a:off x="8369653" y="3053246"/>
                <a:ext cx="313397" cy="166220"/>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702" name="Google Shape;4702;p29"/>
              <p:cNvSpPr/>
              <p:nvPr/>
            </p:nvSpPr>
            <p:spPr>
              <a:xfrm>
                <a:off x="7788718" y="3053246"/>
                <a:ext cx="313397" cy="166220"/>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703" name="Google Shape;4703;p29"/>
              <p:cNvSpPr/>
              <p:nvPr/>
            </p:nvSpPr>
            <p:spPr>
              <a:xfrm>
                <a:off x="7895732" y="2974092"/>
                <a:ext cx="672661" cy="261204"/>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pic>
        <p:nvPicPr>
          <p:cNvPr descr="iphone_stylized_small" id="4704" name="Google Shape;4704;p29"/>
          <p:cNvPicPr preferRelativeResize="0"/>
          <p:nvPr/>
        </p:nvPicPr>
        <p:blipFill rotWithShape="1">
          <a:blip r:embed="rId3">
            <a:alphaModFix/>
          </a:blip>
          <a:srcRect b="0" l="0" r="0" t="0"/>
          <a:stretch/>
        </p:blipFill>
        <p:spPr>
          <a:xfrm>
            <a:off x="7456488" y="2295526"/>
            <a:ext cx="101600" cy="246063"/>
          </a:xfrm>
          <a:prstGeom prst="rect">
            <a:avLst/>
          </a:prstGeom>
          <a:noFill/>
          <a:ln>
            <a:noFill/>
          </a:ln>
        </p:spPr>
      </p:pic>
      <p:pic>
        <p:nvPicPr>
          <p:cNvPr descr="laptop_keyboard" id="4705" name="Google Shape;4705;p29"/>
          <p:cNvPicPr preferRelativeResize="0"/>
          <p:nvPr/>
        </p:nvPicPr>
        <p:blipFill rotWithShape="1">
          <a:blip r:embed="rId4">
            <a:alphaModFix/>
          </a:blip>
          <a:srcRect b="0" l="0" r="0" t="0"/>
          <a:stretch/>
        </p:blipFill>
        <p:spPr>
          <a:xfrm flipH="1" rot="109064">
            <a:off x="7123114" y="2811463"/>
            <a:ext cx="327025" cy="119062"/>
          </a:xfrm>
          <a:prstGeom prst="rect">
            <a:avLst/>
          </a:prstGeom>
          <a:noFill/>
          <a:ln>
            <a:noFill/>
          </a:ln>
        </p:spPr>
      </p:pic>
      <p:sp>
        <p:nvSpPr>
          <p:cNvPr id="4706" name="Google Shape;4706;p29"/>
          <p:cNvSpPr/>
          <p:nvPr/>
        </p:nvSpPr>
        <p:spPr>
          <a:xfrm>
            <a:off x="7231064" y="2695576"/>
            <a:ext cx="263525" cy="155575"/>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pic>
        <p:nvPicPr>
          <p:cNvPr descr="screen" id="4707" name="Google Shape;4707;p29"/>
          <p:cNvPicPr preferRelativeResize="0"/>
          <p:nvPr/>
        </p:nvPicPr>
        <p:blipFill rotWithShape="1">
          <a:blip r:embed="rId5">
            <a:alphaModFix/>
          </a:blip>
          <a:srcRect b="0" l="0" r="0" t="0"/>
          <a:stretch/>
        </p:blipFill>
        <p:spPr>
          <a:xfrm>
            <a:off x="7243763" y="2698751"/>
            <a:ext cx="239712" cy="142875"/>
          </a:xfrm>
          <a:prstGeom prst="rect">
            <a:avLst/>
          </a:prstGeom>
          <a:noFill/>
          <a:ln>
            <a:noFill/>
          </a:ln>
        </p:spPr>
      </p:pic>
      <p:sp>
        <p:nvSpPr>
          <p:cNvPr id="4708" name="Google Shape;4708;p29"/>
          <p:cNvSpPr/>
          <p:nvPr/>
        </p:nvSpPr>
        <p:spPr>
          <a:xfrm>
            <a:off x="7278689" y="2690814"/>
            <a:ext cx="223837" cy="2857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09" name="Google Shape;4709;p29"/>
          <p:cNvSpPr/>
          <p:nvPr/>
        </p:nvSpPr>
        <p:spPr>
          <a:xfrm>
            <a:off x="7229476" y="2690813"/>
            <a:ext cx="61913" cy="12065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10" name="Google Shape;4710;p29"/>
          <p:cNvSpPr/>
          <p:nvPr/>
        </p:nvSpPr>
        <p:spPr>
          <a:xfrm>
            <a:off x="7434264" y="2711450"/>
            <a:ext cx="66675" cy="13970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11" name="Google Shape;4711;p29"/>
          <p:cNvSpPr/>
          <p:nvPr/>
        </p:nvSpPr>
        <p:spPr>
          <a:xfrm>
            <a:off x="7227888" y="2805114"/>
            <a:ext cx="246062" cy="47625"/>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12" name="Google Shape;4712;p29"/>
          <p:cNvSpPr/>
          <p:nvPr/>
        </p:nvSpPr>
        <p:spPr>
          <a:xfrm>
            <a:off x="7442201" y="2713038"/>
            <a:ext cx="61913" cy="139700"/>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13" name="Google Shape;4713;p29"/>
          <p:cNvSpPr/>
          <p:nvPr/>
        </p:nvSpPr>
        <p:spPr>
          <a:xfrm>
            <a:off x="7227889" y="2811464"/>
            <a:ext cx="219075" cy="46037"/>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nvGrpSpPr>
          <p:cNvPr id="4714" name="Google Shape;4714;p29"/>
          <p:cNvGrpSpPr/>
          <p:nvPr/>
        </p:nvGrpSpPr>
        <p:grpSpPr>
          <a:xfrm>
            <a:off x="7224713" y="2860676"/>
            <a:ext cx="74612" cy="28575"/>
            <a:chOff x="1740" y="2642"/>
            <a:chExt cx="752" cy="327"/>
          </a:xfrm>
        </p:grpSpPr>
        <p:sp>
          <p:nvSpPr>
            <p:cNvPr id="4715" name="Google Shape;4715;p2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16" name="Google Shape;4716;p29"/>
            <p:cNvSpPr/>
            <p:nvPr/>
          </p:nvSpPr>
          <p:spPr>
            <a:xfrm>
              <a:off x="1756" y="2642"/>
              <a:ext cx="720" cy="327"/>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17" name="Google Shape;4717;p29"/>
            <p:cNvSpPr/>
            <p:nvPr/>
          </p:nvSpPr>
          <p:spPr>
            <a:xfrm>
              <a:off x="1804" y="2769"/>
              <a:ext cx="256" cy="109"/>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18" name="Google Shape;4718;p29"/>
            <p:cNvSpPr/>
            <p:nvPr/>
          </p:nvSpPr>
          <p:spPr>
            <a:xfrm>
              <a:off x="1804" y="2824"/>
              <a:ext cx="192" cy="55"/>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19" name="Google Shape;4719;p29"/>
            <p:cNvSpPr/>
            <p:nvPr/>
          </p:nvSpPr>
          <p:spPr>
            <a:xfrm>
              <a:off x="2028" y="2842"/>
              <a:ext cx="256" cy="91"/>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20" name="Google Shape;4720;p29"/>
            <p:cNvSpPr/>
            <p:nvPr/>
          </p:nvSpPr>
          <p:spPr>
            <a:xfrm>
              <a:off x="2012" y="2878"/>
              <a:ext cx="192" cy="7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sp>
        <p:nvSpPr>
          <p:cNvPr id="4721" name="Google Shape;4721;p29"/>
          <p:cNvSpPr/>
          <p:nvPr/>
        </p:nvSpPr>
        <p:spPr>
          <a:xfrm>
            <a:off x="7351713" y="2865439"/>
            <a:ext cx="88900" cy="60325"/>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22" name="Google Shape;4722;p29"/>
          <p:cNvSpPr/>
          <p:nvPr/>
        </p:nvSpPr>
        <p:spPr>
          <a:xfrm>
            <a:off x="7123113" y="2870201"/>
            <a:ext cx="228600" cy="55563"/>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23" name="Google Shape;4723;p29"/>
          <p:cNvSpPr/>
          <p:nvPr/>
        </p:nvSpPr>
        <p:spPr>
          <a:xfrm>
            <a:off x="7123114" y="2859088"/>
            <a:ext cx="1587" cy="1111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24" name="Google Shape;4724;p29"/>
          <p:cNvSpPr/>
          <p:nvPr/>
        </p:nvSpPr>
        <p:spPr>
          <a:xfrm>
            <a:off x="7123113" y="2814639"/>
            <a:ext cx="106362" cy="46037"/>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25" name="Google Shape;4725;p29"/>
          <p:cNvSpPr/>
          <p:nvPr/>
        </p:nvSpPr>
        <p:spPr>
          <a:xfrm>
            <a:off x="7129464" y="2862264"/>
            <a:ext cx="219075" cy="5238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26" name="Google Shape;4726;p29"/>
          <p:cNvSpPr/>
          <p:nvPr/>
        </p:nvSpPr>
        <p:spPr>
          <a:xfrm flipH="1" rot="10800000">
            <a:off x="7346950" y="2859089"/>
            <a:ext cx="88900" cy="5397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pic>
        <p:nvPicPr>
          <p:cNvPr descr="light2.png" id="4727" name="Google Shape;4727;p29"/>
          <p:cNvPicPr preferRelativeResize="0"/>
          <p:nvPr/>
        </p:nvPicPr>
        <p:blipFill rotWithShape="1">
          <a:blip r:embed="rId6">
            <a:alphaModFix/>
          </a:blip>
          <a:srcRect b="0" l="0" r="0" t="0"/>
          <a:stretch/>
        </p:blipFill>
        <p:spPr>
          <a:xfrm>
            <a:off x="8147050" y="2651125"/>
            <a:ext cx="69850" cy="304800"/>
          </a:xfrm>
          <a:prstGeom prst="rect">
            <a:avLst/>
          </a:prstGeom>
          <a:noFill/>
          <a:ln>
            <a:noFill/>
          </a:ln>
        </p:spPr>
      </p:pic>
      <p:pic>
        <p:nvPicPr>
          <p:cNvPr descr="car_icon_small" id="4728" name="Google Shape;4728;p29"/>
          <p:cNvPicPr preferRelativeResize="0"/>
          <p:nvPr/>
        </p:nvPicPr>
        <p:blipFill rotWithShape="1">
          <a:blip r:embed="rId7">
            <a:alphaModFix/>
          </a:blip>
          <a:srcRect b="0" l="0" r="0" t="0"/>
          <a:stretch/>
        </p:blipFill>
        <p:spPr>
          <a:xfrm>
            <a:off x="7899400" y="2444750"/>
            <a:ext cx="636588" cy="127000"/>
          </a:xfrm>
          <a:prstGeom prst="rect">
            <a:avLst/>
          </a:prstGeom>
          <a:noFill/>
          <a:ln>
            <a:noFill/>
          </a:ln>
        </p:spPr>
      </p:pic>
      <p:pic>
        <p:nvPicPr>
          <p:cNvPr descr="laptop_keyboard" id="4729" name="Google Shape;4729;p29"/>
          <p:cNvPicPr preferRelativeResize="0"/>
          <p:nvPr/>
        </p:nvPicPr>
        <p:blipFill rotWithShape="1">
          <a:blip r:embed="rId8">
            <a:alphaModFix/>
          </a:blip>
          <a:srcRect b="0" l="0" r="0" t="0"/>
          <a:stretch/>
        </p:blipFill>
        <p:spPr>
          <a:xfrm flipH="1" rot="109064">
            <a:off x="7156450" y="3560764"/>
            <a:ext cx="215900" cy="90487"/>
          </a:xfrm>
          <a:prstGeom prst="rect">
            <a:avLst/>
          </a:prstGeom>
          <a:noFill/>
          <a:ln>
            <a:noFill/>
          </a:ln>
        </p:spPr>
      </p:pic>
      <p:sp>
        <p:nvSpPr>
          <p:cNvPr id="4730" name="Google Shape;4730;p29"/>
          <p:cNvSpPr/>
          <p:nvPr/>
        </p:nvSpPr>
        <p:spPr>
          <a:xfrm>
            <a:off x="7227889" y="3473451"/>
            <a:ext cx="173037" cy="117475"/>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pic>
        <p:nvPicPr>
          <p:cNvPr descr="screen" id="4731" name="Google Shape;4731;p29"/>
          <p:cNvPicPr preferRelativeResize="0"/>
          <p:nvPr/>
        </p:nvPicPr>
        <p:blipFill rotWithShape="1">
          <a:blip r:embed="rId9">
            <a:alphaModFix/>
          </a:blip>
          <a:srcRect b="0" l="0" r="0" t="0"/>
          <a:stretch/>
        </p:blipFill>
        <p:spPr>
          <a:xfrm>
            <a:off x="7235825" y="3476626"/>
            <a:ext cx="158750" cy="106363"/>
          </a:xfrm>
          <a:prstGeom prst="rect">
            <a:avLst/>
          </a:prstGeom>
          <a:noFill/>
          <a:ln>
            <a:noFill/>
          </a:ln>
        </p:spPr>
      </p:pic>
      <p:sp>
        <p:nvSpPr>
          <p:cNvPr id="4732" name="Google Shape;4732;p29"/>
          <p:cNvSpPr/>
          <p:nvPr/>
        </p:nvSpPr>
        <p:spPr>
          <a:xfrm>
            <a:off x="7259638" y="3470276"/>
            <a:ext cx="146050" cy="2222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33" name="Google Shape;4733;p29"/>
          <p:cNvSpPr/>
          <p:nvPr/>
        </p:nvSpPr>
        <p:spPr>
          <a:xfrm>
            <a:off x="7226301" y="3470275"/>
            <a:ext cx="41275" cy="90488"/>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34" name="Google Shape;4734;p29"/>
          <p:cNvSpPr/>
          <p:nvPr/>
        </p:nvSpPr>
        <p:spPr>
          <a:xfrm>
            <a:off x="7361238" y="3486151"/>
            <a:ext cx="44450" cy="1047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35" name="Google Shape;4735;p29"/>
          <p:cNvSpPr/>
          <p:nvPr/>
        </p:nvSpPr>
        <p:spPr>
          <a:xfrm>
            <a:off x="7226300" y="3556001"/>
            <a:ext cx="160338" cy="36513"/>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36" name="Google Shape;4736;p29"/>
          <p:cNvSpPr/>
          <p:nvPr/>
        </p:nvSpPr>
        <p:spPr>
          <a:xfrm>
            <a:off x="7366001" y="3487739"/>
            <a:ext cx="41275" cy="10477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37" name="Google Shape;4737;p29"/>
          <p:cNvSpPr/>
          <p:nvPr/>
        </p:nvSpPr>
        <p:spPr>
          <a:xfrm>
            <a:off x="7226301" y="3560764"/>
            <a:ext cx="142875" cy="34925"/>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nvGrpSpPr>
          <p:cNvPr id="4738" name="Google Shape;4738;p29"/>
          <p:cNvGrpSpPr/>
          <p:nvPr/>
        </p:nvGrpSpPr>
        <p:grpSpPr>
          <a:xfrm>
            <a:off x="7223126" y="3598864"/>
            <a:ext cx="49213" cy="20637"/>
            <a:chOff x="1740" y="2642"/>
            <a:chExt cx="752" cy="327"/>
          </a:xfrm>
        </p:grpSpPr>
        <p:sp>
          <p:nvSpPr>
            <p:cNvPr id="4739" name="Google Shape;4739;p2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40" name="Google Shape;4740;p29"/>
            <p:cNvSpPr/>
            <p:nvPr/>
          </p:nvSpPr>
          <p:spPr>
            <a:xfrm>
              <a:off x="1764" y="2642"/>
              <a:ext cx="728" cy="327"/>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41" name="Google Shape;4741;p29"/>
            <p:cNvSpPr/>
            <p:nvPr/>
          </p:nvSpPr>
          <p:spPr>
            <a:xfrm>
              <a:off x="1813" y="2768"/>
              <a:ext cx="243" cy="101"/>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42" name="Google Shape;4742;p29"/>
            <p:cNvSpPr/>
            <p:nvPr/>
          </p:nvSpPr>
          <p:spPr>
            <a:xfrm>
              <a:off x="1789" y="2818"/>
              <a:ext cx="194" cy="50"/>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43" name="Google Shape;4743;p29"/>
            <p:cNvSpPr/>
            <p:nvPr/>
          </p:nvSpPr>
          <p:spPr>
            <a:xfrm>
              <a:off x="2031" y="2843"/>
              <a:ext cx="243" cy="101"/>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44" name="Google Shape;4744;p29"/>
            <p:cNvSpPr/>
            <p:nvPr/>
          </p:nvSpPr>
          <p:spPr>
            <a:xfrm>
              <a:off x="2007" y="2894"/>
              <a:ext cx="194" cy="50"/>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sp>
        <p:nvSpPr>
          <p:cNvPr id="4745" name="Google Shape;4745;p29"/>
          <p:cNvSpPr/>
          <p:nvPr/>
        </p:nvSpPr>
        <p:spPr>
          <a:xfrm>
            <a:off x="7307264" y="3602038"/>
            <a:ext cx="58737" cy="44450"/>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46" name="Google Shape;4746;p29"/>
          <p:cNvSpPr/>
          <p:nvPr/>
        </p:nvSpPr>
        <p:spPr>
          <a:xfrm>
            <a:off x="7156451" y="3605214"/>
            <a:ext cx="150813" cy="4127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47" name="Google Shape;4747;p29"/>
          <p:cNvSpPr/>
          <p:nvPr/>
        </p:nvSpPr>
        <p:spPr>
          <a:xfrm>
            <a:off x="7156450" y="3597275"/>
            <a:ext cx="1588" cy="7938"/>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48" name="Google Shape;4748;p29"/>
          <p:cNvSpPr/>
          <p:nvPr/>
        </p:nvSpPr>
        <p:spPr>
          <a:xfrm>
            <a:off x="7156450" y="3563939"/>
            <a:ext cx="69850" cy="34925"/>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49" name="Google Shape;4749;p29"/>
          <p:cNvSpPr/>
          <p:nvPr/>
        </p:nvSpPr>
        <p:spPr>
          <a:xfrm>
            <a:off x="7161214" y="3598864"/>
            <a:ext cx="142875" cy="3968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50" name="Google Shape;4750;p29"/>
          <p:cNvSpPr/>
          <p:nvPr/>
        </p:nvSpPr>
        <p:spPr>
          <a:xfrm flipH="1" rot="10800000">
            <a:off x="7304089" y="3597276"/>
            <a:ext cx="58737" cy="4127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pic>
        <p:nvPicPr>
          <p:cNvPr descr="desktop_computer_stylized_medium" id="4751" name="Google Shape;4751;p29"/>
          <p:cNvPicPr preferRelativeResize="0"/>
          <p:nvPr/>
        </p:nvPicPr>
        <p:blipFill rotWithShape="1">
          <a:blip r:embed="rId10">
            <a:alphaModFix/>
          </a:blip>
          <a:srcRect b="0" l="0" r="0" t="0"/>
          <a:stretch/>
        </p:blipFill>
        <p:spPr>
          <a:xfrm>
            <a:off x="7518400" y="3532189"/>
            <a:ext cx="268288" cy="257175"/>
          </a:xfrm>
          <a:prstGeom prst="rect">
            <a:avLst/>
          </a:prstGeom>
          <a:noFill/>
          <a:ln>
            <a:noFill/>
          </a:ln>
        </p:spPr>
      </p:pic>
      <p:sp>
        <p:nvSpPr>
          <p:cNvPr id="4752" name="Google Shape;4752;p29"/>
          <p:cNvSpPr/>
          <p:nvPr/>
        </p:nvSpPr>
        <p:spPr>
          <a:xfrm flipH="1">
            <a:off x="7632700" y="3557589"/>
            <a:ext cx="127000" cy="117475"/>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pic>
        <p:nvPicPr>
          <p:cNvPr descr="fridge2.png" id="4753" name="Google Shape;4753;p29"/>
          <p:cNvPicPr preferRelativeResize="0"/>
          <p:nvPr/>
        </p:nvPicPr>
        <p:blipFill rotWithShape="1">
          <a:blip r:embed="rId11">
            <a:alphaModFix/>
          </a:blip>
          <a:srcRect b="0" l="0" r="0" t="0"/>
          <a:stretch/>
        </p:blipFill>
        <p:spPr>
          <a:xfrm>
            <a:off x="7451725" y="3395663"/>
            <a:ext cx="141288" cy="252412"/>
          </a:xfrm>
          <a:prstGeom prst="rect">
            <a:avLst/>
          </a:prstGeom>
          <a:noFill/>
          <a:ln>
            <a:noFill/>
          </a:ln>
        </p:spPr>
      </p:pic>
      <p:grpSp>
        <p:nvGrpSpPr>
          <p:cNvPr id="4754" name="Google Shape;4754;p29"/>
          <p:cNvGrpSpPr/>
          <p:nvPr/>
        </p:nvGrpSpPr>
        <p:grpSpPr>
          <a:xfrm>
            <a:off x="9240838" y="4813300"/>
            <a:ext cx="133350" cy="247650"/>
            <a:chOff x="4140" y="429"/>
            <a:chExt cx="1425" cy="2396"/>
          </a:xfrm>
        </p:grpSpPr>
        <p:sp>
          <p:nvSpPr>
            <p:cNvPr id="4755" name="Google Shape;4755;p29"/>
            <p:cNvSpPr/>
            <p:nvPr/>
          </p:nvSpPr>
          <p:spPr>
            <a:xfrm>
              <a:off x="5260" y="429"/>
              <a:ext cx="288" cy="2288"/>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56" name="Google Shape;4756;p2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757" name="Google Shape;4757;p29"/>
            <p:cNvSpPr/>
            <p:nvPr/>
          </p:nvSpPr>
          <p:spPr>
            <a:xfrm>
              <a:off x="5327" y="567"/>
              <a:ext cx="170" cy="2120"/>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58" name="Google Shape;4758;p29"/>
            <p:cNvSpPr/>
            <p:nvPr/>
          </p:nvSpPr>
          <p:spPr>
            <a:xfrm>
              <a:off x="5277" y="1642"/>
              <a:ext cx="271" cy="184"/>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59" name="Google Shape;4759;p2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nvGrpSpPr>
            <p:cNvPr id="4760" name="Google Shape;4760;p29"/>
            <p:cNvGrpSpPr/>
            <p:nvPr/>
          </p:nvGrpSpPr>
          <p:grpSpPr>
            <a:xfrm>
              <a:off x="4748" y="666"/>
              <a:ext cx="578" cy="150"/>
              <a:chOff x="613" y="2566"/>
              <a:chExt cx="721" cy="144"/>
            </a:xfrm>
          </p:grpSpPr>
          <p:sp>
            <p:nvSpPr>
              <p:cNvPr id="4761" name="Google Shape;4761;p2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762" name="Google Shape;4762;p2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sp>
          <p:nvSpPr>
            <p:cNvPr id="4763" name="Google Shape;4763;p2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nvGrpSpPr>
            <p:cNvPr id="4764" name="Google Shape;4764;p29"/>
            <p:cNvGrpSpPr/>
            <p:nvPr/>
          </p:nvGrpSpPr>
          <p:grpSpPr>
            <a:xfrm>
              <a:off x="4748" y="990"/>
              <a:ext cx="578" cy="134"/>
              <a:chOff x="615" y="2564"/>
              <a:chExt cx="721" cy="139"/>
            </a:xfrm>
          </p:grpSpPr>
          <p:sp>
            <p:nvSpPr>
              <p:cNvPr id="4765" name="Google Shape;4765;p2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766" name="Google Shape;4766;p2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sp>
          <p:nvSpPr>
            <p:cNvPr id="4767" name="Google Shape;4767;p2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768" name="Google Shape;4768;p2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nvGrpSpPr>
            <p:cNvPr id="4769" name="Google Shape;4769;p29"/>
            <p:cNvGrpSpPr/>
            <p:nvPr/>
          </p:nvGrpSpPr>
          <p:grpSpPr>
            <a:xfrm>
              <a:off x="4738" y="1647"/>
              <a:ext cx="578" cy="135"/>
              <a:chOff x="618" y="2586"/>
              <a:chExt cx="720" cy="124"/>
            </a:xfrm>
          </p:grpSpPr>
          <p:sp>
            <p:nvSpPr>
              <p:cNvPr id="4770" name="Google Shape;4770;p2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771" name="Google Shape;4771;p2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sp>
          <p:nvSpPr>
            <p:cNvPr id="4772" name="Google Shape;4772;p29"/>
            <p:cNvSpPr/>
            <p:nvPr/>
          </p:nvSpPr>
          <p:spPr>
            <a:xfrm>
              <a:off x="5294" y="1351"/>
              <a:ext cx="254" cy="184"/>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nvGrpSpPr>
            <p:cNvPr id="4773" name="Google Shape;4773;p29"/>
            <p:cNvGrpSpPr/>
            <p:nvPr/>
          </p:nvGrpSpPr>
          <p:grpSpPr>
            <a:xfrm>
              <a:off x="4738" y="1330"/>
              <a:ext cx="588" cy="134"/>
              <a:chOff x="613" y="2571"/>
              <a:chExt cx="732" cy="134"/>
            </a:xfrm>
          </p:grpSpPr>
          <p:sp>
            <p:nvSpPr>
              <p:cNvPr id="4774" name="Google Shape;4774;p2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775" name="Google Shape;4775;p2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sp>
          <p:nvSpPr>
            <p:cNvPr id="4776" name="Google Shape;4776;p2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777" name="Google Shape;4777;p29"/>
            <p:cNvSpPr/>
            <p:nvPr/>
          </p:nvSpPr>
          <p:spPr>
            <a:xfrm>
              <a:off x="5311" y="1013"/>
              <a:ext cx="238" cy="215"/>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78" name="Google Shape;4778;p29"/>
            <p:cNvSpPr/>
            <p:nvPr/>
          </p:nvSpPr>
          <p:spPr>
            <a:xfrm>
              <a:off x="5311" y="675"/>
              <a:ext cx="254" cy="246"/>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79" name="Google Shape;4779;p2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780" name="Google Shape;4780;p29"/>
            <p:cNvSpPr/>
            <p:nvPr/>
          </p:nvSpPr>
          <p:spPr>
            <a:xfrm>
              <a:off x="5294" y="2610"/>
              <a:ext cx="254"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81" name="Google Shape;4781;p2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782" name="Google Shape;4782;p2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783" name="Google Shape;4783;p2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784" name="Google Shape;4784;p29"/>
            <p:cNvSpPr/>
            <p:nvPr/>
          </p:nvSpPr>
          <p:spPr>
            <a:xfrm>
              <a:off x="4496" y="2380"/>
              <a:ext cx="153" cy="138"/>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50"/>
                <a:buFont typeface="Noto Sans Symbols"/>
                <a:buNone/>
              </a:pPr>
              <a:r>
                <a:t/>
              </a:r>
              <a:endParaRPr sz="1350">
                <a:solidFill>
                  <a:srgbClr val="FF0000"/>
                </a:solidFill>
                <a:latin typeface="Arial"/>
                <a:ea typeface="Arial"/>
                <a:cs typeface="Arial"/>
                <a:sym typeface="Arial"/>
              </a:endParaRPr>
            </a:p>
          </p:txBody>
        </p:sp>
        <p:sp>
          <p:nvSpPr>
            <p:cNvPr id="4785" name="Google Shape;4785;p2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786" name="Google Shape;4786;p2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grpSp>
        <p:nvGrpSpPr>
          <p:cNvPr id="4787" name="Google Shape;4787;p29"/>
          <p:cNvGrpSpPr/>
          <p:nvPr/>
        </p:nvGrpSpPr>
        <p:grpSpPr>
          <a:xfrm flipH="1">
            <a:off x="7508875" y="4532313"/>
            <a:ext cx="260350" cy="239712"/>
            <a:chOff x="2839" y="3501"/>
            <a:chExt cx="755" cy="803"/>
          </a:xfrm>
        </p:grpSpPr>
        <p:pic>
          <p:nvPicPr>
            <p:cNvPr descr="desktop_computer_stylized_medium" id="4788" name="Google Shape;4788;p29"/>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4789" name="Google Shape;4789;p29"/>
            <p:cNvSpPr/>
            <p:nvPr/>
          </p:nvSpPr>
          <p:spPr>
            <a:xfrm>
              <a:off x="2917" y="3575"/>
              <a:ext cx="354" cy="372"/>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pic>
        <p:nvPicPr>
          <p:cNvPr descr="laptop_keyboard" id="4790" name="Google Shape;4790;p29"/>
          <p:cNvPicPr preferRelativeResize="0"/>
          <p:nvPr/>
        </p:nvPicPr>
        <p:blipFill rotWithShape="1">
          <a:blip r:embed="rId13">
            <a:alphaModFix/>
          </a:blip>
          <a:srcRect b="0" l="0" r="0" t="0"/>
          <a:stretch/>
        </p:blipFill>
        <p:spPr>
          <a:xfrm flipH="1" rot="109064">
            <a:off x="8435975" y="5387975"/>
            <a:ext cx="190500" cy="90488"/>
          </a:xfrm>
          <a:prstGeom prst="rect">
            <a:avLst/>
          </a:prstGeom>
          <a:noFill/>
          <a:ln>
            <a:noFill/>
          </a:ln>
        </p:spPr>
      </p:pic>
      <p:sp>
        <p:nvSpPr>
          <p:cNvPr id="4791" name="Google Shape;4791;p29"/>
          <p:cNvSpPr/>
          <p:nvPr/>
        </p:nvSpPr>
        <p:spPr>
          <a:xfrm>
            <a:off x="8499475" y="5300664"/>
            <a:ext cx="152400" cy="117475"/>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pic>
        <p:nvPicPr>
          <p:cNvPr descr="screen" id="4792" name="Google Shape;4792;p29"/>
          <p:cNvPicPr preferRelativeResize="0"/>
          <p:nvPr/>
        </p:nvPicPr>
        <p:blipFill rotWithShape="1">
          <a:blip r:embed="rId14">
            <a:alphaModFix/>
          </a:blip>
          <a:srcRect b="0" l="0" r="0" t="0"/>
          <a:stretch/>
        </p:blipFill>
        <p:spPr>
          <a:xfrm>
            <a:off x="8507413" y="5302250"/>
            <a:ext cx="138112" cy="107950"/>
          </a:xfrm>
          <a:prstGeom prst="rect">
            <a:avLst/>
          </a:prstGeom>
          <a:noFill/>
          <a:ln>
            <a:noFill/>
          </a:ln>
        </p:spPr>
      </p:pic>
      <p:sp>
        <p:nvSpPr>
          <p:cNvPr id="4793" name="Google Shape;4793;p29"/>
          <p:cNvSpPr/>
          <p:nvPr/>
        </p:nvSpPr>
        <p:spPr>
          <a:xfrm>
            <a:off x="8528050" y="5295901"/>
            <a:ext cx="128588" cy="2222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94" name="Google Shape;4794;p29"/>
          <p:cNvSpPr/>
          <p:nvPr/>
        </p:nvSpPr>
        <p:spPr>
          <a:xfrm>
            <a:off x="8497888" y="5295901"/>
            <a:ext cx="36512" cy="9207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95" name="Google Shape;4795;p29"/>
          <p:cNvSpPr/>
          <p:nvPr/>
        </p:nvSpPr>
        <p:spPr>
          <a:xfrm>
            <a:off x="8616950" y="5311776"/>
            <a:ext cx="39688" cy="106363"/>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96" name="Google Shape;4796;p29"/>
          <p:cNvSpPr/>
          <p:nvPr/>
        </p:nvSpPr>
        <p:spPr>
          <a:xfrm>
            <a:off x="8497889" y="5383214"/>
            <a:ext cx="141287" cy="34925"/>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97" name="Google Shape;4797;p29"/>
          <p:cNvSpPr/>
          <p:nvPr/>
        </p:nvSpPr>
        <p:spPr>
          <a:xfrm>
            <a:off x="8621713" y="5313363"/>
            <a:ext cx="36512" cy="106362"/>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798" name="Google Shape;4798;p29"/>
          <p:cNvSpPr/>
          <p:nvPr/>
        </p:nvSpPr>
        <p:spPr>
          <a:xfrm>
            <a:off x="8497888" y="5387976"/>
            <a:ext cx="127000" cy="34925"/>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nvGrpSpPr>
          <p:cNvPr id="4799" name="Google Shape;4799;p29"/>
          <p:cNvGrpSpPr/>
          <p:nvPr/>
        </p:nvGrpSpPr>
        <p:grpSpPr>
          <a:xfrm>
            <a:off x="8496301" y="5424489"/>
            <a:ext cx="42863" cy="20637"/>
            <a:chOff x="1740" y="2642"/>
            <a:chExt cx="752" cy="327"/>
          </a:xfrm>
        </p:grpSpPr>
        <p:sp>
          <p:nvSpPr>
            <p:cNvPr id="4800" name="Google Shape;4800;p2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01" name="Google Shape;4801;p29"/>
            <p:cNvSpPr/>
            <p:nvPr/>
          </p:nvSpPr>
          <p:spPr>
            <a:xfrm>
              <a:off x="1768" y="2642"/>
              <a:ext cx="724" cy="327"/>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02" name="Google Shape;4802;p29"/>
            <p:cNvSpPr/>
            <p:nvPr/>
          </p:nvSpPr>
          <p:spPr>
            <a:xfrm>
              <a:off x="1796" y="2768"/>
              <a:ext cx="279" cy="101"/>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03" name="Google Shape;4803;p29"/>
            <p:cNvSpPr/>
            <p:nvPr/>
          </p:nvSpPr>
          <p:spPr>
            <a:xfrm>
              <a:off x="1796" y="2818"/>
              <a:ext cx="195" cy="50"/>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04" name="Google Shape;4804;p29"/>
            <p:cNvSpPr/>
            <p:nvPr/>
          </p:nvSpPr>
          <p:spPr>
            <a:xfrm>
              <a:off x="2019" y="2843"/>
              <a:ext cx="251" cy="101"/>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05" name="Google Shape;4805;p29"/>
            <p:cNvSpPr/>
            <p:nvPr/>
          </p:nvSpPr>
          <p:spPr>
            <a:xfrm>
              <a:off x="2019" y="2894"/>
              <a:ext cx="195" cy="50"/>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sp>
        <p:nvSpPr>
          <p:cNvPr id="4806" name="Google Shape;4806;p29"/>
          <p:cNvSpPr/>
          <p:nvPr/>
        </p:nvSpPr>
        <p:spPr>
          <a:xfrm>
            <a:off x="8569325" y="5427664"/>
            <a:ext cx="52388" cy="46037"/>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07" name="Google Shape;4807;p29"/>
          <p:cNvSpPr/>
          <p:nvPr/>
        </p:nvSpPr>
        <p:spPr>
          <a:xfrm>
            <a:off x="8435975" y="5432426"/>
            <a:ext cx="133350" cy="4127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08" name="Google Shape;4808;p29"/>
          <p:cNvSpPr/>
          <p:nvPr/>
        </p:nvSpPr>
        <p:spPr>
          <a:xfrm>
            <a:off x="8435975" y="5424489"/>
            <a:ext cx="1588" cy="7937"/>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09" name="Google Shape;4809;p29"/>
          <p:cNvSpPr/>
          <p:nvPr/>
        </p:nvSpPr>
        <p:spPr>
          <a:xfrm>
            <a:off x="8435976" y="5389564"/>
            <a:ext cx="61913" cy="34925"/>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10" name="Google Shape;4810;p29"/>
          <p:cNvSpPr/>
          <p:nvPr/>
        </p:nvSpPr>
        <p:spPr>
          <a:xfrm>
            <a:off x="8440738" y="5426075"/>
            <a:ext cx="127000" cy="39688"/>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11" name="Google Shape;4811;p29"/>
          <p:cNvSpPr/>
          <p:nvPr/>
        </p:nvSpPr>
        <p:spPr>
          <a:xfrm flipH="1" rot="10800000">
            <a:off x="8566150" y="5422901"/>
            <a:ext cx="52388" cy="4127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nvGrpSpPr>
          <p:cNvPr id="4812" name="Google Shape;4812;p29"/>
          <p:cNvGrpSpPr/>
          <p:nvPr/>
        </p:nvGrpSpPr>
        <p:grpSpPr>
          <a:xfrm flipH="1">
            <a:off x="7639050" y="4986338"/>
            <a:ext cx="260350" cy="239712"/>
            <a:chOff x="2839" y="3501"/>
            <a:chExt cx="755" cy="803"/>
          </a:xfrm>
        </p:grpSpPr>
        <p:pic>
          <p:nvPicPr>
            <p:cNvPr descr="desktop_computer_stylized_medium" id="4813" name="Google Shape;4813;p29"/>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4814" name="Google Shape;4814;p29"/>
            <p:cNvSpPr/>
            <p:nvPr/>
          </p:nvSpPr>
          <p:spPr>
            <a:xfrm>
              <a:off x="2917" y="3575"/>
              <a:ext cx="354" cy="372"/>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grpSp>
        <p:nvGrpSpPr>
          <p:cNvPr id="4815" name="Google Shape;4815;p29"/>
          <p:cNvGrpSpPr/>
          <p:nvPr/>
        </p:nvGrpSpPr>
        <p:grpSpPr>
          <a:xfrm flipH="1">
            <a:off x="7937500" y="5002213"/>
            <a:ext cx="260350" cy="239712"/>
            <a:chOff x="2839" y="3501"/>
            <a:chExt cx="755" cy="803"/>
          </a:xfrm>
        </p:grpSpPr>
        <p:pic>
          <p:nvPicPr>
            <p:cNvPr descr="desktop_computer_stylized_medium" id="4816" name="Google Shape;4816;p29"/>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4817" name="Google Shape;4817;p29"/>
            <p:cNvSpPr/>
            <p:nvPr/>
          </p:nvSpPr>
          <p:spPr>
            <a:xfrm>
              <a:off x="2917" y="3575"/>
              <a:ext cx="354" cy="372"/>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pic>
        <p:nvPicPr>
          <p:cNvPr descr="laptop_keyboard" id="4818" name="Google Shape;4818;p29"/>
          <p:cNvPicPr preferRelativeResize="0"/>
          <p:nvPr/>
        </p:nvPicPr>
        <p:blipFill rotWithShape="1">
          <a:blip r:embed="rId15">
            <a:alphaModFix/>
          </a:blip>
          <a:srcRect b="0" l="0" r="0" t="0"/>
          <a:stretch/>
        </p:blipFill>
        <p:spPr>
          <a:xfrm flipH="1" rot="109064">
            <a:off x="8686801" y="5319713"/>
            <a:ext cx="195263" cy="74612"/>
          </a:xfrm>
          <a:prstGeom prst="rect">
            <a:avLst/>
          </a:prstGeom>
          <a:noFill/>
          <a:ln>
            <a:noFill/>
          </a:ln>
        </p:spPr>
      </p:pic>
      <p:sp>
        <p:nvSpPr>
          <p:cNvPr id="4819" name="Google Shape;4819;p29"/>
          <p:cNvSpPr/>
          <p:nvPr/>
        </p:nvSpPr>
        <p:spPr>
          <a:xfrm>
            <a:off x="8751888" y="5246689"/>
            <a:ext cx="157162" cy="9683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pic>
        <p:nvPicPr>
          <p:cNvPr descr="screen" id="4820" name="Google Shape;4820;p29"/>
          <p:cNvPicPr preferRelativeResize="0"/>
          <p:nvPr/>
        </p:nvPicPr>
        <p:blipFill rotWithShape="1">
          <a:blip r:embed="rId16">
            <a:alphaModFix/>
          </a:blip>
          <a:srcRect b="0" l="0" r="0" t="0"/>
          <a:stretch/>
        </p:blipFill>
        <p:spPr>
          <a:xfrm>
            <a:off x="8759826" y="5249863"/>
            <a:ext cx="142875" cy="88900"/>
          </a:xfrm>
          <a:prstGeom prst="rect">
            <a:avLst/>
          </a:prstGeom>
          <a:noFill/>
          <a:ln>
            <a:noFill/>
          </a:ln>
        </p:spPr>
      </p:pic>
      <p:sp>
        <p:nvSpPr>
          <p:cNvPr id="4821" name="Google Shape;4821;p29"/>
          <p:cNvSpPr/>
          <p:nvPr/>
        </p:nvSpPr>
        <p:spPr>
          <a:xfrm>
            <a:off x="8780463" y="5245101"/>
            <a:ext cx="133350" cy="17463"/>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22" name="Google Shape;4822;p29"/>
          <p:cNvSpPr/>
          <p:nvPr/>
        </p:nvSpPr>
        <p:spPr>
          <a:xfrm>
            <a:off x="8750301" y="5243513"/>
            <a:ext cx="36513" cy="7620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23" name="Google Shape;4823;p29"/>
          <p:cNvSpPr/>
          <p:nvPr/>
        </p:nvSpPr>
        <p:spPr>
          <a:xfrm>
            <a:off x="8872539" y="5257801"/>
            <a:ext cx="39687" cy="87313"/>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24" name="Google Shape;4824;p29"/>
          <p:cNvSpPr/>
          <p:nvPr/>
        </p:nvSpPr>
        <p:spPr>
          <a:xfrm>
            <a:off x="8750300" y="5314951"/>
            <a:ext cx="146050" cy="30163"/>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25" name="Google Shape;4825;p29"/>
          <p:cNvSpPr/>
          <p:nvPr/>
        </p:nvSpPr>
        <p:spPr>
          <a:xfrm>
            <a:off x="8877301" y="5257801"/>
            <a:ext cx="36513" cy="87313"/>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26" name="Google Shape;4826;p29"/>
          <p:cNvSpPr/>
          <p:nvPr/>
        </p:nvSpPr>
        <p:spPr>
          <a:xfrm>
            <a:off x="8750301" y="5319714"/>
            <a:ext cx="130175" cy="28575"/>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nvGrpSpPr>
          <p:cNvPr id="4827" name="Google Shape;4827;p29"/>
          <p:cNvGrpSpPr/>
          <p:nvPr/>
        </p:nvGrpSpPr>
        <p:grpSpPr>
          <a:xfrm>
            <a:off x="8747125" y="5349876"/>
            <a:ext cx="44450" cy="17463"/>
            <a:chOff x="1740" y="2642"/>
            <a:chExt cx="752" cy="327"/>
          </a:xfrm>
        </p:grpSpPr>
        <p:sp>
          <p:nvSpPr>
            <p:cNvPr id="4828" name="Google Shape;4828;p29"/>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29" name="Google Shape;4829;p29"/>
            <p:cNvSpPr/>
            <p:nvPr/>
          </p:nvSpPr>
          <p:spPr>
            <a:xfrm>
              <a:off x="1767" y="2642"/>
              <a:ext cx="725" cy="327"/>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30" name="Google Shape;4830;p29"/>
            <p:cNvSpPr/>
            <p:nvPr/>
          </p:nvSpPr>
          <p:spPr>
            <a:xfrm>
              <a:off x="1821" y="2761"/>
              <a:ext cx="242" cy="119"/>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31" name="Google Shape;4831;p29"/>
            <p:cNvSpPr/>
            <p:nvPr/>
          </p:nvSpPr>
          <p:spPr>
            <a:xfrm>
              <a:off x="1794" y="2820"/>
              <a:ext cx="188" cy="59"/>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32" name="Google Shape;4832;p29"/>
            <p:cNvSpPr/>
            <p:nvPr/>
          </p:nvSpPr>
          <p:spPr>
            <a:xfrm>
              <a:off x="2009" y="2820"/>
              <a:ext cx="269" cy="119"/>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33" name="Google Shape;4833;p29"/>
            <p:cNvSpPr/>
            <p:nvPr/>
          </p:nvSpPr>
          <p:spPr>
            <a:xfrm>
              <a:off x="2009" y="2880"/>
              <a:ext cx="188" cy="59"/>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sp>
        <p:nvSpPr>
          <p:cNvPr id="4834" name="Google Shape;4834;p29"/>
          <p:cNvSpPr/>
          <p:nvPr/>
        </p:nvSpPr>
        <p:spPr>
          <a:xfrm>
            <a:off x="8823326" y="5353050"/>
            <a:ext cx="53975" cy="38100"/>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35" name="Google Shape;4835;p29"/>
          <p:cNvSpPr/>
          <p:nvPr/>
        </p:nvSpPr>
        <p:spPr>
          <a:xfrm>
            <a:off x="8686801" y="5356225"/>
            <a:ext cx="136525" cy="33338"/>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36" name="Google Shape;4836;p29"/>
          <p:cNvSpPr/>
          <p:nvPr/>
        </p:nvSpPr>
        <p:spPr>
          <a:xfrm>
            <a:off x="8686800" y="5349875"/>
            <a:ext cx="1588" cy="635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37" name="Google Shape;4837;p29"/>
          <p:cNvSpPr/>
          <p:nvPr/>
        </p:nvSpPr>
        <p:spPr>
          <a:xfrm>
            <a:off x="8686800" y="5321301"/>
            <a:ext cx="63500" cy="28575"/>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38" name="Google Shape;4838;p29"/>
          <p:cNvSpPr/>
          <p:nvPr/>
        </p:nvSpPr>
        <p:spPr>
          <a:xfrm>
            <a:off x="8691564" y="5351464"/>
            <a:ext cx="130175" cy="3333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39" name="Google Shape;4839;p29"/>
          <p:cNvSpPr/>
          <p:nvPr/>
        </p:nvSpPr>
        <p:spPr>
          <a:xfrm flipH="1" rot="10800000">
            <a:off x="8820151" y="5348289"/>
            <a:ext cx="53975" cy="3492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nvGrpSpPr>
          <p:cNvPr id="4840" name="Google Shape;4840;p29"/>
          <p:cNvGrpSpPr/>
          <p:nvPr/>
        </p:nvGrpSpPr>
        <p:grpSpPr>
          <a:xfrm>
            <a:off x="9037639" y="5084764"/>
            <a:ext cx="128587" cy="261937"/>
            <a:chOff x="4140" y="429"/>
            <a:chExt cx="1425" cy="2396"/>
          </a:xfrm>
        </p:grpSpPr>
        <p:sp>
          <p:nvSpPr>
            <p:cNvPr id="4841" name="Google Shape;4841;p29"/>
            <p:cNvSpPr/>
            <p:nvPr/>
          </p:nvSpPr>
          <p:spPr>
            <a:xfrm>
              <a:off x="5266" y="429"/>
              <a:ext cx="281" cy="2294"/>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42" name="Google Shape;4842;p29"/>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843" name="Google Shape;4843;p29"/>
            <p:cNvSpPr/>
            <p:nvPr/>
          </p:nvSpPr>
          <p:spPr>
            <a:xfrm>
              <a:off x="5319" y="574"/>
              <a:ext cx="176" cy="2106"/>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44" name="Google Shape;4844;p29"/>
            <p:cNvSpPr/>
            <p:nvPr/>
          </p:nvSpPr>
          <p:spPr>
            <a:xfrm>
              <a:off x="5284" y="1634"/>
              <a:ext cx="264"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45" name="Google Shape;4845;p29"/>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nvGrpSpPr>
            <p:cNvPr id="4846" name="Google Shape;4846;p29"/>
            <p:cNvGrpSpPr/>
            <p:nvPr/>
          </p:nvGrpSpPr>
          <p:grpSpPr>
            <a:xfrm>
              <a:off x="4748" y="666"/>
              <a:ext cx="578" cy="150"/>
              <a:chOff x="613" y="2566"/>
              <a:chExt cx="721" cy="144"/>
            </a:xfrm>
          </p:grpSpPr>
          <p:sp>
            <p:nvSpPr>
              <p:cNvPr id="4847" name="Google Shape;4847;p29"/>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848" name="Google Shape;4848;p29"/>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sp>
          <p:nvSpPr>
            <p:cNvPr id="4849" name="Google Shape;4849;p29"/>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nvGrpSpPr>
            <p:cNvPr id="4850" name="Google Shape;4850;p29"/>
            <p:cNvGrpSpPr/>
            <p:nvPr/>
          </p:nvGrpSpPr>
          <p:grpSpPr>
            <a:xfrm>
              <a:off x="4748" y="990"/>
              <a:ext cx="578" cy="134"/>
              <a:chOff x="615" y="2564"/>
              <a:chExt cx="721" cy="139"/>
            </a:xfrm>
          </p:grpSpPr>
          <p:sp>
            <p:nvSpPr>
              <p:cNvPr id="4851" name="Google Shape;4851;p29"/>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852" name="Google Shape;4852;p29"/>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sp>
          <p:nvSpPr>
            <p:cNvPr id="4853" name="Google Shape;4853;p29"/>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854" name="Google Shape;4854;p29"/>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nvGrpSpPr>
            <p:cNvPr id="4855" name="Google Shape;4855;p29"/>
            <p:cNvGrpSpPr/>
            <p:nvPr/>
          </p:nvGrpSpPr>
          <p:grpSpPr>
            <a:xfrm>
              <a:off x="4738" y="1647"/>
              <a:ext cx="578" cy="135"/>
              <a:chOff x="618" y="2586"/>
              <a:chExt cx="720" cy="124"/>
            </a:xfrm>
          </p:grpSpPr>
          <p:sp>
            <p:nvSpPr>
              <p:cNvPr id="4856" name="Google Shape;4856;p29"/>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857" name="Google Shape;4857;p29"/>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sp>
          <p:nvSpPr>
            <p:cNvPr id="4858" name="Google Shape;4858;p29"/>
            <p:cNvSpPr/>
            <p:nvPr/>
          </p:nvSpPr>
          <p:spPr>
            <a:xfrm>
              <a:off x="5284" y="1358"/>
              <a:ext cx="264"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nvGrpSpPr>
            <p:cNvPr id="4859" name="Google Shape;4859;p29"/>
            <p:cNvGrpSpPr/>
            <p:nvPr/>
          </p:nvGrpSpPr>
          <p:grpSpPr>
            <a:xfrm>
              <a:off x="4738" y="1330"/>
              <a:ext cx="588" cy="134"/>
              <a:chOff x="613" y="2571"/>
              <a:chExt cx="732" cy="134"/>
            </a:xfrm>
          </p:grpSpPr>
          <p:sp>
            <p:nvSpPr>
              <p:cNvPr id="4860" name="Google Shape;4860;p29"/>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861" name="Google Shape;4861;p29"/>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sp>
          <p:nvSpPr>
            <p:cNvPr id="4862" name="Google Shape;4862;p29"/>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863" name="Google Shape;4863;p29"/>
            <p:cNvSpPr/>
            <p:nvPr/>
          </p:nvSpPr>
          <p:spPr>
            <a:xfrm>
              <a:off x="5319" y="1010"/>
              <a:ext cx="229" cy="20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64" name="Google Shape;4864;p29"/>
            <p:cNvSpPr/>
            <p:nvPr/>
          </p:nvSpPr>
          <p:spPr>
            <a:xfrm>
              <a:off x="5319" y="676"/>
              <a:ext cx="246" cy="247"/>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65" name="Google Shape;4865;p29"/>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866" name="Google Shape;4866;p29"/>
            <p:cNvSpPr/>
            <p:nvPr/>
          </p:nvSpPr>
          <p:spPr>
            <a:xfrm>
              <a:off x="5301" y="2607"/>
              <a:ext cx="246" cy="203"/>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sp>
          <p:nvSpPr>
            <p:cNvPr id="4867" name="Google Shape;4867;p29"/>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868" name="Google Shape;4868;p29"/>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869" name="Google Shape;4869;p29"/>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870" name="Google Shape;4870;p29"/>
            <p:cNvSpPr/>
            <p:nvPr/>
          </p:nvSpPr>
          <p:spPr>
            <a:xfrm>
              <a:off x="4492" y="2375"/>
              <a:ext cx="158" cy="145"/>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350"/>
                <a:buFont typeface="Noto Sans Symbols"/>
                <a:buNone/>
              </a:pPr>
              <a:r>
                <a:t/>
              </a:r>
              <a:endParaRPr sz="1350">
                <a:solidFill>
                  <a:srgbClr val="FF0000"/>
                </a:solidFill>
                <a:latin typeface="Arial"/>
                <a:ea typeface="Arial"/>
                <a:cs typeface="Arial"/>
                <a:sym typeface="Arial"/>
              </a:endParaRPr>
            </a:p>
          </p:txBody>
        </p:sp>
        <p:sp>
          <p:nvSpPr>
            <p:cNvPr id="4871" name="Google Shape;4871;p29"/>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sp>
          <p:nvSpPr>
            <p:cNvPr id="4872" name="Google Shape;4872;p29"/>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Noto Sans Symbols"/>
                <a:buNone/>
              </a:pPr>
              <a:r>
                <a:t/>
              </a:r>
              <a:endParaRPr sz="1800">
                <a:solidFill>
                  <a:srgbClr val="000000"/>
                </a:solidFill>
                <a:latin typeface="Arial"/>
                <a:ea typeface="Arial"/>
                <a:cs typeface="Arial"/>
                <a:sym typeface="Arial"/>
              </a:endParaRPr>
            </a:p>
          </p:txBody>
        </p:sp>
      </p:grpSp>
      <p:grpSp>
        <p:nvGrpSpPr>
          <p:cNvPr id="4873" name="Google Shape;4873;p29"/>
          <p:cNvGrpSpPr/>
          <p:nvPr/>
        </p:nvGrpSpPr>
        <p:grpSpPr>
          <a:xfrm flipH="1">
            <a:off x="7354888" y="4818063"/>
            <a:ext cx="258762" cy="239712"/>
            <a:chOff x="2839" y="3501"/>
            <a:chExt cx="755" cy="803"/>
          </a:xfrm>
        </p:grpSpPr>
        <p:pic>
          <p:nvPicPr>
            <p:cNvPr descr="desktop_computer_stylized_medium" id="4874" name="Google Shape;4874;p29"/>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4875" name="Google Shape;4875;p29"/>
            <p:cNvSpPr/>
            <p:nvPr/>
          </p:nvSpPr>
          <p:spPr>
            <a:xfrm>
              <a:off x="2918" y="3575"/>
              <a:ext cx="352" cy="372"/>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rgbClr val="000000"/>
                </a:solidFill>
                <a:latin typeface="Calibri"/>
                <a:ea typeface="Calibri"/>
                <a:cs typeface="Calibri"/>
                <a:sym typeface="Calibri"/>
              </a:endParaRPr>
            </a:p>
          </p:txBody>
        </p:sp>
      </p:grpSp>
      <p:grpSp>
        <p:nvGrpSpPr>
          <p:cNvPr id="4876" name="Google Shape;4876;p29"/>
          <p:cNvGrpSpPr/>
          <p:nvPr/>
        </p:nvGrpSpPr>
        <p:grpSpPr>
          <a:xfrm>
            <a:off x="7104063" y="2252664"/>
            <a:ext cx="1350962" cy="839787"/>
            <a:chOff x="7439074" y="1859725"/>
            <a:chExt cx="1802647" cy="1120859"/>
          </a:xfrm>
        </p:grpSpPr>
        <p:pic>
          <p:nvPicPr>
            <p:cNvPr descr="cell_tower_radiation copy" id="4877" name="Google Shape;4877;p29"/>
            <p:cNvPicPr preferRelativeResize="0"/>
            <p:nvPr/>
          </p:nvPicPr>
          <p:blipFill rotWithShape="1">
            <a:blip r:embed="rId17">
              <a:alphaModFix/>
            </a:blip>
            <a:srcRect b="0" l="0" r="0" t="0"/>
            <a:stretch/>
          </p:blipFill>
          <p:spPr>
            <a:xfrm>
              <a:off x="7980866" y="2158167"/>
              <a:ext cx="457200" cy="332766"/>
            </a:xfrm>
            <a:prstGeom prst="rect">
              <a:avLst/>
            </a:prstGeom>
            <a:noFill/>
            <a:ln>
              <a:noFill/>
            </a:ln>
          </p:spPr>
        </p:pic>
        <p:cxnSp>
          <p:nvCxnSpPr>
            <p:cNvPr id="4878" name="Google Shape;4878;p29"/>
            <p:cNvCxnSpPr/>
            <p:nvPr/>
          </p:nvCxnSpPr>
          <p:spPr>
            <a:xfrm>
              <a:off x="8208005" y="2700899"/>
              <a:ext cx="228773" cy="173744"/>
            </a:xfrm>
            <a:prstGeom prst="straightConnector1">
              <a:avLst/>
            </a:prstGeom>
            <a:noFill/>
            <a:ln cap="flat" cmpd="sng" w="9525">
              <a:solidFill>
                <a:schemeClr val="dk1"/>
              </a:solidFill>
              <a:prstDash val="solid"/>
              <a:round/>
              <a:headEnd len="med" w="med" type="none"/>
              <a:tailEnd len="med" w="med" type="none"/>
            </a:ln>
          </p:spPr>
        </p:cxnSp>
        <p:grpSp>
          <p:nvGrpSpPr>
            <p:cNvPr id="4879" name="Google Shape;4879;p29"/>
            <p:cNvGrpSpPr/>
            <p:nvPr/>
          </p:nvGrpSpPr>
          <p:grpSpPr>
            <a:xfrm>
              <a:off x="8051426" y="2308751"/>
              <a:ext cx="298450" cy="464633"/>
              <a:chOff x="3131" y="3287"/>
              <a:chExt cx="410" cy="743"/>
            </a:xfrm>
          </p:grpSpPr>
          <p:cxnSp>
            <p:nvCxnSpPr>
              <p:cNvPr id="4880" name="Google Shape;4880;p29"/>
              <p:cNvCxnSpPr/>
              <p:nvPr/>
            </p:nvCxnSpPr>
            <p:spPr>
              <a:xfrm flipH="1">
                <a:off x="3131" y="3287"/>
                <a:ext cx="212" cy="671"/>
              </a:xfrm>
              <a:prstGeom prst="straightConnector1">
                <a:avLst/>
              </a:prstGeom>
              <a:noFill/>
              <a:ln cap="flat" cmpd="sng" w="19050">
                <a:solidFill>
                  <a:schemeClr val="dk1"/>
                </a:solidFill>
                <a:prstDash val="solid"/>
                <a:round/>
                <a:headEnd len="med" w="med" type="none"/>
                <a:tailEnd len="med" w="med" type="none"/>
              </a:ln>
            </p:spPr>
          </p:cxnSp>
          <p:cxnSp>
            <p:nvCxnSpPr>
              <p:cNvPr id="4881" name="Google Shape;4881;p29"/>
              <p:cNvCxnSpPr/>
              <p:nvPr/>
            </p:nvCxnSpPr>
            <p:spPr>
              <a:xfrm>
                <a:off x="3337" y="3287"/>
                <a:ext cx="204" cy="667"/>
              </a:xfrm>
              <a:prstGeom prst="straightConnector1">
                <a:avLst/>
              </a:prstGeom>
              <a:noFill/>
              <a:ln cap="flat" cmpd="sng" w="19050">
                <a:solidFill>
                  <a:schemeClr val="dk1"/>
                </a:solidFill>
                <a:prstDash val="solid"/>
                <a:round/>
                <a:headEnd len="med" w="med" type="none"/>
                <a:tailEnd len="med" w="med" type="none"/>
              </a:ln>
            </p:spPr>
          </p:cxnSp>
          <p:cxnSp>
            <p:nvCxnSpPr>
              <p:cNvPr id="4882" name="Google Shape;4882;p29"/>
              <p:cNvCxnSpPr/>
              <p:nvPr/>
            </p:nvCxnSpPr>
            <p:spPr>
              <a:xfrm>
                <a:off x="3131" y="3955"/>
                <a:ext cx="212" cy="75"/>
              </a:xfrm>
              <a:prstGeom prst="straightConnector1">
                <a:avLst/>
              </a:prstGeom>
              <a:noFill/>
              <a:ln cap="flat" cmpd="sng" w="19050">
                <a:solidFill>
                  <a:schemeClr val="dk1"/>
                </a:solidFill>
                <a:prstDash val="solid"/>
                <a:round/>
                <a:headEnd len="med" w="med" type="none"/>
                <a:tailEnd len="med" w="med" type="none"/>
              </a:ln>
            </p:spPr>
          </p:cxnSp>
          <p:cxnSp>
            <p:nvCxnSpPr>
              <p:cNvPr id="4883" name="Google Shape;4883;p29"/>
              <p:cNvCxnSpPr/>
              <p:nvPr/>
            </p:nvCxnSpPr>
            <p:spPr>
              <a:xfrm flipH="1">
                <a:off x="3337" y="3955"/>
                <a:ext cx="204" cy="75"/>
              </a:xfrm>
              <a:prstGeom prst="straightConnector1">
                <a:avLst/>
              </a:prstGeom>
              <a:noFill/>
              <a:ln cap="flat" cmpd="sng" w="19050">
                <a:solidFill>
                  <a:schemeClr val="dk1"/>
                </a:solidFill>
                <a:prstDash val="solid"/>
                <a:round/>
                <a:headEnd len="med" w="med" type="none"/>
                <a:tailEnd len="med" w="med" type="none"/>
              </a:ln>
            </p:spPr>
          </p:cxnSp>
          <p:cxnSp>
            <p:nvCxnSpPr>
              <p:cNvPr id="4884" name="Google Shape;4884;p29"/>
              <p:cNvCxnSpPr/>
              <p:nvPr/>
            </p:nvCxnSpPr>
            <p:spPr>
              <a:xfrm>
                <a:off x="3337" y="3301"/>
                <a:ext cx="0" cy="728"/>
              </a:xfrm>
              <a:prstGeom prst="straightConnector1">
                <a:avLst/>
              </a:prstGeom>
              <a:noFill/>
              <a:ln cap="flat" cmpd="sng" w="19050">
                <a:solidFill>
                  <a:schemeClr val="dk1"/>
                </a:solidFill>
                <a:prstDash val="solid"/>
                <a:round/>
                <a:headEnd len="med" w="med" type="none"/>
                <a:tailEnd len="med" w="med" type="none"/>
              </a:ln>
            </p:spPr>
          </p:cxnSp>
          <p:cxnSp>
            <p:nvCxnSpPr>
              <p:cNvPr id="4885" name="Google Shape;4885;p29"/>
              <p:cNvCxnSpPr/>
              <p:nvPr/>
            </p:nvCxnSpPr>
            <p:spPr>
              <a:xfrm flipH="1" rot="10800000">
                <a:off x="3131" y="3887"/>
                <a:ext cx="212" cy="71"/>
              </a:xfrm>
              <a:prstGeom prst="straightConnector1">
                <a:avLst/>
              </a:prstGeom>
              <a:noFill/>
              <a:ln cap="flat" cmpd="sng" w="19050">
                <a:solidFill>
                  <a:schemeClr val="dk1"/>
                </a:solidFill>
                <a:prstDash val="solid"/>
                <a:round/>
                <a:headEnd len="med" w="med" type="none"/>
                <a:tailEnd len="med" w="med" type="none"/>
              </a:ln>
            </p:spPr>
          </p:cxnSp>
          <p:cxnSp>
            <p:nvCxnSpPr>
              <p:cNvPr id="4886" name="Google Shape;4886;p29"/>
              <p:cNvCxnSpPr/>
              <p:nvPr/>
            </p:nvCxnSpPr>
            <p:spPr>
              <a:xfrm rot="10800000">
                <a:off x="3337" y="3887"/>
                <a:ext cx="204" cy="68"/>
              </a:xfrm>
              <a:prstGeom prst="straightConnector1">
                <a:avLst/>
              </a:prstGeom>
              <a:noFill/>
              <a:ln cap="flat" cmpd="sng" w="19050">
                <a:solidFill>
                  <a:schemeClr val="dk1"/>
                </a:solidFill>
                <a:prstDash val="solid"/>
                <a:round/>
                <a:headEnd len="med" w="med" type="none"/>
                <a:tailEnd len="med" w="med" type="none"/>
              </a:ln>
            </p:spPr>
          </p:cxnSp>
          <p:cxnSp>
            <p:nvCxnSpPr>
              <p:cNvPr id="4887" name="Google Shape;4887;p29"/>
              <p:cNvCxnSpPr/>
              <p:nvPr/>
            </p:nvCxnSpPr>
            <p:spPr>
              <a:xfrm>
                <a:off x="3218" y="3667"/>
                <a:ext cx="119" cy="54"/>
              </a:xfrm>
              <a:prstGeom prst="straightConnector1">
                <a:avLst/>
              </a:prstGeom>
              <a:noFill/>
              <a:ln cap="flat" cmpd="sng" w="19050">
                <a:solidFill>
                  <a:schemeClr val="dk1"/>
                </a:solidFill>
                <a:prstDash val="solid"/>
                <a:round/>
                <a:headEnd len="med" w="med" type="none"/>
                <a:tailEnd len="med" w="med" type="none"/>
              </a:ln>
            </p:spPr>
          </p:cxnSp>
          <p:cxnSp>
            <p:nvCxnSpPr>
              <p:cNvPr id="4888" name="Google Shape;4888;p29"/>
              <p:cNvCxnSpPr/>
              <p:nvPr/>
            </p:nvCxnSpPr>
            <p:spPr>
              <a:xfrm flipH="1" rot="10800000">
                <a:off x="3337" y="3667"/>
                <a:ext cx="122" cy="54"/>
              </a:xfrm>
              <a:prstGeom prst="straightConnector1">
                <a:avLst/>
              </a:prstGeom>
              <a:noFill/>
              <a:ln cap="flat" cmpd="sng" w="19050">
                <a:solidFill>
                  <a:schemeClr val="dk1"/>
                </a:solidFill>
                <a:prstDash val="solid"/>
                <a:round/>
                <a:headEnd len="med" w="med" type="none"/>
                <a:tailEnd len="med" w="med" type="none"/>
              </a:ln>
            </p:spPr>
          </p:cxnSp>
          <p:cxnSp>
            <p:nvCxnSpPr>
              <p:cNvPr id="4889" name="Google Shape;4889;p29"/>
              <p:cNvCxnSpPr/>
              <p:nvPr/>
            </p:nvCxnSpPr>
            <p:spPr>
              <a:xfrm>
                <a:off x="3180" y="3765"/>
                <a:ext cx="151" cy="75"/>
              </a:xfrm>
              <a:prstGeom prst="straightConnector1">
                <a:avLst/>
              </a:prstGeom>
              <a:noFill/>
              <a:ln cap="flat" cmpd="sng" w="19050">
                <a:solidFill>
                  <a:schemeClr val="dk1"/>
                </a:solidFill>
                <a:prstDash val="solid"/>
                <a:round/>
                <a:headEnd len="med" w="med" type="none"/>
                <a:tailEnd len="med" w="med" type="none"/>
              </a:ln>
            </p:spPr>
          </p:cxnSp>
          <p:cxnSp>
            <p:nvCxnSpPr>
              <p:cNvPr id="4890" name="Google Shape;4890;p29"/>
              <p:cNvCxnSpPr/>
              <p:nvPr/>
            </p:nvCxnSpPr>
            <p:spPr>
              <a:xfrm flipH="1" rot="10800000">
                <a:off x="3337" y="3782"/>
                <a:ext cx="151" cy="64"/>
              </a:xfrm>
              <a:prstGeom prst="straightConnector1">
                <a:avLst/>
              </a:prstGeom>
              <a:noFill/>
              <a:ln cap="flat" cmpd="sng" w="19050">
                <a:solidFill>
                  <a:schemeClr val="dk1"/>
                </a:solidFill>
                <a:prstDash val="solid"/>
                <a:round/>
                <a:headEnd len="med" w="med" type="none"/>
                <a:tailEnd len="med" w="med" type="none"/>
              </a:ln>
            </p:spPr>
          </p:cxnSp>
          <p:cxnSp>
            <p:nvCxnSpPr>
              <p:cNvPr id="4891" name="Google Shape;4891;p29"/>
              <p:cNvCxnSpPr/>
              <p:nvPr/>
            </p:nvCxnSpPr>
            <p:spPr>
              <a:xfrm flipH="1" rot="10800000">
                <a:off x="3337" y="3565"/>
                <a:ext cx="76" cy="27"/>
              </a:xfrm>
              <a:prstGeom prst="straightConnector1">
                <a:avLst/>
              </a:prstGeom>
              <a:noFill/>
              <a:ln cap="flat" cmpd="sng" w="19050">
                <a:solidFill>
                  <a:schemeClr val="dk1"/>
                </a:solidFill>
                <a:prstDash val="solid"/>
                <a:round/>
                <a:headEnd len="med" w="med" type="none"/>
                <a:tailEnd len="med" w="med" type="none"/>
              </a:ln>
            </p:spPr>
          </p:cxnSp>
          <p:cxnSp>
            <p:nvCxnSpPr>
              <p:cNvPr id="4892" name="Google Shape;4892;p29"/>
              <p:cNvCxnSpPr/>
              <p:nvPr/>
            </p:nvCxnSpPr>
            <p:spPr>
              <a:xfrm flipH="1" rot="10800000">
                <a:off x="3337" y="3426"/>
                <a:ext cx="47" cy="24"/>
              </a:xfrm>
              <a:prstGeom prst="straightConnector1">
                <a:avLst/>
              </a:prstGeom>
              <a:noFill/>
              <a:ln cap="flat" cmpd="sng" w="19050">
                <a:solidFill>
                  <a:schemeClr val="dk1"/>
                </a:solidFill>
                <a:prstDash val="solid"/>
                <a:round/>
                <a:headEnd len="med" w="med" type="none"/>
                <a:tailEnd len="med" w="med" type="none"/>
              </a:ln>
            </p:spPr>
          </p:cxnSp>
          <p:cxnSp>
            <p:nvCxnSpPr>
              <p:cNvPr id="4893" name="Google Shape;4893;p29"/>
              <p:cNvCxnSpPr/>
              <p:nvPr/>
            </p:nvCxnSpPr>
            <p:spPr>
              <a:xfrm>
                <a:off x="3247" y="3558"/>
                <a:ext cx="96" cy="34"/>
              </a:xfrm>
              <a:prstGeom prst="straightConnector1">
                <a:avLst/>
              </a:prstGeom>
              <a:noFill/>
              <a:ln cap="flat" cmpd="sng" w="19050">
                <a:solidFill>
                  <a:schemeClr val="dk1"/>
                </a:solidFill>
                <a:prstDash val="solid"/>
                <a:round/>
                <a:headEnd len="med" w="med" type="none"/>
                <a:tailEnd len="med" w="med" type="none"/>
              </a:ln>
            </p:spPr>
          </p:cxnSp>
          <p:cxnSp>
            <p:nvCxnSpPr>
              <p:cNvPr id="4894" name="Google Shape;4894;p29"/>
              <p:cNvCxnSpPr/>
              <p:nvPr/>
            </p:nvCxnSpPr>
            <p:spPr>
              <a:xfrm>
                <a:off x="3291" y="3423"/>
                <a:ext cx="55" cy="34"/>
              </a:xfrm>
              <a:prstGeom prst="straightConnector1">
                <a:avLst/>
              </a:prstGeom>
              <a:noFill/>
              <a:ln cap="flat" cmpd="sng" w="19050">
                <a:solidFill>
                  <a:schemeClr val="dk1"/>
                </a:solidFill>
                <a:prstDash val="solid"/>
                <a:round/>
                <a:headEnd len="med" w="med" type="none"/>
                <a:tailEnd len="med" w="med" type="none"/>
              </a:ln>
            </p:spPr>
          </p:cxnSp>
        </p:grpSp>
        <p:grpSp>
          <p:nvGrpSpPr>
            <p:cNvPr id="4895" name="Google Shape;4895;p29"/>
            <p:cNvGrpSpPr/>
            <p:nvPr/>
          </p:nvGrpSpPr>
          <p:grpSpPr>
            <a:xfrm>
              <a:off x="8438897" y="2813198"/>
              <a:ext cx="353750" cy="167386"/>
              <a:chOff x="7489979" y="2779457"/>
              <a:chExt cx="1482260" cy="889896"/>
            </a:xfrm>
          </p:grpSpPr>
          <p:sp>
            <p:nvSpPr>
              <p:cNvPr id="4896" name="Google Shape;4896;p29"/>
              <p:cNvSpPr/>
              <p:nvPr/>
            </p:nvSpPr>
            <p:spPr>
              <a:xfrm>
                <a:off x="7489979" y="3083596"/>
                <a:ext cx="1482260" cy="58575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897" name="Google Shape;4897;p29"/>
              <p:cNvSpPr/>
              <p:nvPr/>
            </p:nvSpPr>
            <p:spPr>
              <a:xfrm>
                <a:off x="7489979" y="2779457"/>
                <a:ext cx="1482260" cy="574489"/>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898" name="Google Shape;4898;p29"/>
              <p:cNvGrpSpPr/>
              <p:nvPr/>
            </p:nvGrpSpPr>
            <p:grpSpPr>
              <a:xfrm>
                <a:off x="7711874" y="2847048"/>
                <a:ext cx="1002970" cy="428055"/>
                <a:chOff x="7785400" y="2883843"/>
                <a:chExt cx="863937" cy="356008"/>
              </a:xfrm>
            </p:grpSpPr>
            <p:sp>
              <p:nvSpPr>
                <p:cNvPr id="4899" name="Google Shape;4899;p29"/>
                <p:cNvSpPr/>
                <p:nvPr/>
              </p:nvSpPr>
              <p:spPr>
                <a:xfrm>
                  <a:off x="7808339" y="2883843"/>
                  <a:ext cx="818059" cy="196738"/>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00" name="Google Shape;4900;p29"/>
                <p:cNvSpPr/>
                <p:nvPr/>
              </p:nvSpPr>
              <p:spPr>
                <a:xfrm>
                  <a:off x="8366453" y="3052478"/>
                  <a:ext cx="282884" cy="178001"/>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01" name="Google Shape;4901;p29"/>
                <p:cNvSpPr/>
                <p:nvPr/>
              </p:nvSpPr>
              <p:spPr>
                <a:xfrm>
                  <a:off x="7785400" y="3052478"/>
                  <a:ext cx="313465" cy="16863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02" name="Google Shape;4902;p29"/>
                <p:cNvSpPr/>
                <p:nvPr/>
              </p:nvSpPr>
              <p:spPr>
                <a:xfrm>
                  <a:off x="7892436" y="2968158"/>
                  <a:ext cx="642217" cy="27169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pic>
          <p:nvPicPr>
            <p:cNvPr descr="antenna_radiation_stylized" id="4903" name="Google Shape;4903;p29"/>
            <p:cNvPicPr preferRelativeResize="0"/>
            <p:nvPr/>
          </p:nvPicPr>
          <p:blipFill rotWithShape="1">
            <a:blip r:embed="rId18">
              <a:alphaModFix/>
            </a:blip>
            <a:srcRect b="0" l="0" r="0" t="0"/>
            <a:stretch/>
          </p:blipFill>
          <p:spPr>
            <a:xfrm>
              <a:off x="7750224" y="1859725"/>
              <a:ext cx="415925" cy="88774"/>
            </a:xfrm>
            <a:prstGeom prst="rect">
              <a:avLst/>
            </a:prstGeom>
            <a:noFill/>
            <a:ln>
              <a:noFill/>
            </a:ln>
          </p:spPr>
        </p:pic>
        <p:pic>
          <p:nvPicPr>
            <p:cNvPr descr="antenna_stylized" id="4904" name="Google Shape;4904;p29"/>
            <p:cNvPicPr preferRelativeResize="0"/>
            <p:nvPr/>
          </p:nvPicPr>
          <p:blipFill rotWithShape="1">
            <a:blip r:embed="rId19">
              <a:alphaModFix/>
            </a:blip>
            <a:srcRect b="0" l="0" r="0" t="0"/>
            <a:stretch/>
          </p:blipFill>
          <p:spPr>
            <a:xfrm>
              <a:off x="7439074" y="2356613"/>
              <a:ext cx="530702" cy="223756"/>
            </a:xfrm>
            <a:prstGeom prst="rect">
              <a:avLst/>
            </a:prstGeom>
            <a:noFill/>
            <a:ln>
              <a:noFill/>
            </a:ln>
          </p:spPr>
        </p:pic>
        <p:pic>
          <p:nvPicPr>
            <p:cNvPr descr="antenna_stylized" id="4905" name="Google Shape;4905;p29"/>
            <p:cNvPicPr preferRelativeResize="0"/>
            <p:nvPr/>
          </p:nvPicPr>
          <p:blipFill rotWithShape="1">
            <a:blip r:embed="rId19">
              <a:alphaModFix/>
            </a:blip>
            <a:srcRect b="0" l="0" r="0" t="0"/>
            <a:stretch/>
          </p:blipFill>
          <p:spPr>
            <a:xfrm>
              <a:off x="8637781" y="2319727"/>
              <a:ext cx="530702" cy="223756"/>
            </a:xfrm>
            <a:prstGeom prst="rect">
              <a:avLst/>
            </a:prstGeom>
            <a:noFill/>
            <a:ln>
              <a:noFill/>
            </a:ln>
          </p:spPr>
        </p:pic>
        <p:pic>
          <p:nvPicPr>
            <p:cNvPr descr="antenna_stylized" id="4906" name="Google Shape;4906;p29"/>
            <p:cNvPicPr preferRelativeResize="0"/>
            <p:nvPr/>
          </p:nvPicPr>
          <p:blipFill rotWithShape="1">
            <a:blip r:embed="rId19">
              <a:alphaModFix/>
            </a:blip>
            <a:srcRect b="0" l="0" r="0" t="0"/>
            <a:stretch/>
          </p:blipFill>
          <p:spPr>
            <a:xfrm>
              <a:off x="8711019" y="2059124"/>
              <a:ext cx="530702" cy="223756"/>
            </a:xfrm>
            <a:prstGeom prst="rect">
              <a:avLst/>
            </a:prstGeom>
            <a:noFill/>
            <a:ln>
              <a:noFill/>
            </a:ln>
          </p:spPr>
        </p:pic>
      </p:grpSp>
      <p:grpSp>
        <p:nvGrpSpPr>
          <p:cNvPr id="4907" name="Google Shape;4907;p29"/>
          <p:cNvGrpSpPr/>
          <p:nvPr/>
        </p:nvGrpSpPr>
        <p:grpSpPr>
          <a:xfrm>
            <a:off x="7143751" y="3351214"/>
            <a:ext cx="684213" cy="631825"/>
            <a:chOff x="7493518" y="3325424"/>
            <a:chExt cx="911538" cy="843226"/>
          </a:xfrm>
        </p:grpSpPr>
        <p:pic>
          <p:nvPicPr>
            <p:cNvPr descr="access_point_stylized_small" id="4908" name="Google Shape;4908;p29"/>
            <p:cNvPicPr preferRelativeResize="0"/>
            <p:nvPr/>
          </p:nvPicPr>
          <p:blipFill rotWithShape="1">
            <a:blip r:embed="rId20">
              <a:alphaModFix/>
            </a:blip>
            <a:srcRect b="0" l="0" r="0" t="0"/>
            <a:stretch/>
          </p:blipFill>
          <p:spPr>
            <a:xfrm>
              <a:off x="7613882" y="3861899"/>
              <a:ext cx="370169" cy="306751"/>
            </a:xfrm>
            <a:prstGeom prst="rect">
              <a:avLst/>
            </a:prstGeom>
            <a:noFill/>
            <a:ln>
              <a:noFill/>
            </a:ln>
          </p:spPr>
        </p:pic>
        <p:grpSp>
          <p:nvGrpSpPr>
            <p:cNvPr id="4909" name="Google Shape;4909;p29"/>
            <p:cNvGrpSpPr/>
            <p:nvPr/>
          </p:nvGrpSpPr>
          <p:grpSpPr>
            <a:xfrm>
              <a:off x="7493518" y="3325424"/>
              <a:ext cx="911538" cy="815683"/>
              <a:chOff x="7493518" y="3325424"/>
              <a:chExt cx="911538" cy="815683"/>
            </a:xfrm>
          </p:grpSpPr>
          <p:cxnSp>
            <p:nvCxnSpPr>
              <p:cNvPr id="4910" name="Google Shape;4910;p29"/>
              <p:cNvCxnSpPr/>
              <p:nvPr/>
            </p:nvCxnSpPr>
            <p:spPr>
              <a:xfrm>
                <a:off x="8248551" y="3829665"/>
                <a:ext cx="0" cy="131357"/>
              </a:xfrm>
              <a:prstGeom prst="straightConnector1">
                <a:avLst/>
              </a:prstGeom>
              <a:noFill/>
              <a:ln cap="flat" cmpd="sng" w="9525">
                <a:solidFill>
                  <a:schemeClr val="dk1"/>
                </a:solidFill>
                <a:prstDash val="solid"/>
                <a:round/>
                <a:headEnd len="med" w="med" type="none"/>
                <a:tailEnd len="med" w="med" type="none"/>
              </a:ln>
            </p:spPr>
          </p:cxnSp>
          <p:cxnSp>
            <p:nvCxnSpPr>
              <p:cNvPr id="4911" name="Google Shape;4911;p29"/>
              <p:cNvCxnSpPr/>
              <p:nvPr/>
            </p:nvCxnSpPr>
            <p:spPr>
              <a:xfrm flipH="1" rot="10800000">
                <a:off x="7857287" y="4041531"/>
                <a:ext cx="169195" cy="2118"/>
              </a:xfrm>
              <a:prstGeom prst="straightConnector1">
                <a:avLst/>
              </a:prstGeom>
              <a:noFill/>
              <a:ln cap="flat" cmpd="sng" w="9525">
                <a:solidFill>
                  <a:schemeClr val="dk1"/>
                </a:solidFill>
                <a:prstDash val="solid"/>
                <a:round/>
                <a:headEnd len="med" w="med" type="none"/>
                <a:tailEnd len="med" w="med" type="none"/>
              </a:ln>
            </p:spPr>
          </p:cxnSp>
          <p:pic>
            <p:nvPicPr>
              <p:cNvPr descr="antenna_radiation_stylized" id="4912" name="Google Shape;4912;p29"/>
              <p:cNvPicPr preferRelativeResize="0"/>
              <p:nvPr/>
            </p:nvPicPr>
            <p:blipFill rotWithShape="1">
              <a:blip r:embed="rId21">
                <a:alphaModFix/>
              </a:blip>
              <a:srcRect b="0" l="0" r="0" t="0"/>
              <a:stretch/>
            </p:blipFill>
            <p:spPr>
              <a:xfrm>
                <a:off x="7562238" y="3813930"/>
                <a:ext cx="506412" cy="106009"/>
              </a:xfrm>
              <a:prstGeom prst="rect">
                <a:avLst/>
              </a:prstGeom>
              <a:noFill/>
              <a:ln>
                <a:noFill/>
              </a:ln>
            </p:spPr>
          </p:pic>
          <p:grpSp>
            <p:nvGrpSpPr>
              <p:cNvPr id="4913" name="Google Shape;4913;p29"/>
              <p:cNvGrpSpPr/>
              <p:nvPr/>
            </p:nvGrpSpPr>
            <p:grpSpPr>
              <a:xfrm>
                <a:off x="8049746" y="3965259"/>
                <a:ext cx="355310" cy="175848"/>
                <a:chOff x="7492525" y="2770986"/>
                <a:chExt cx="1483309" cy="895539"/>
              </a:xfrm>
            </p:grpSpPr>
            <p:sp>
              <p:nvSpPr>
                <p:cNvPr id="4914" name="Google Shape;4914;p29"/>
                <p:cNvSpPr/>
                <p:nvPr/>
              </p:nvSpPr>
              <p:spPr>
                <a:xfrm>
                  <a:off x="7492525" y="3083883"/>
                  <a:ext cx="1483309" cy="582642"/>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915" name="Google Shape;4915;p29"/>
                <p:cNvSpPr/>
                <p:nvPr/>
              </p:nvSpPr>
              <p:spPr>
                <a:xfrm>
                  <a:off x="7492525" y="2770986"/>
                  <a:ext cx="1483309" cy="582642"/>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916" name="Google Shape;4916;p29"/>
                <p:cNvGrpSpPr/>
                <p:nvPr/>
              </p:nvGrpSpPr>
              <p:grpSpPr>
                <a:xfrm>
                  <a:off x="7713251" y="2846510"/>
                  <a:ext cx="1041846" cy="377642"/>
                  <a:chOff x="7786586" y="2883396"/>
                  <a:chExt cx="897424" cy="314080"/>
                </a:xfrm>
              </p:grpSpPr>
              <p:sp>
                <p:nvSpPr>
                  <p:cNvPr id="4917" name="Google Shape;4917;p29"/>
                  <p:cNvSpPr/>
                  <p:nvPr/>
                </p:nvSpPr>
                <p:spPr>
                  <a:xfrm>
                    <a:off x="7809405" y="2883396"/>
                    <a:ext cx="851792" cy="197419"/>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18" name="Google Shape;4918;p29"/>
                  <p:cNvSpPr/>
                  <p:nvPr/>
                </p:nvSpPr>
                <p:spPr>
                  <a:xfrm>
                    <a:off x="8364588" y="3053898"/>
                    <a:ext cx="319422" cy="125630"/>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19" name="Google Shape;4919;p29"/>
                  <p:cNvSpPr/>
                  <p:nvPr/>
                </p:nvSpPr>
                <p:spPr>
                  <a:xfrm>
                    <a:off x="7786586" y="3053898"/>
                    <a:ext cx="311819" cy="125630"/>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20" name="Google Shape;4920;p29"/>
                  <p:cNvSpPr/>
                  <p:nvPr/>
                </p:nvSpPr>
                <p:spPr>
                  <a:xfrm>
                    <a:off x="7893061" y="2964162"/>
                    <a:ext cx="676873" cy="233314"/>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pic>
            <p:nvPicPr>
              <p:cNvPr descr="antenna_stylized" id="4921" name="Google Shape;4921;p29"/>
              <p:cNvPicPr preferRelativeResize="0"/>
              <p:nvPr/>
            </p:nvPicPr>
            <p:blipFill rotWithShape="1">
              <a:blip r:embed="rId22">
                <a:alphaModFix/>
              </a:blip>
              <a:srcRect b="0" l="0" r="0" t="0"/>
              <a:stretch/>
            </p:blipFill>
            <p:spPr>
              <a:xfrm>
                <a:off x="7493518" y="3419140"/>
                <a:ext cx="347997" cy="167557"/>
              </a:xfrm>
              <a:prstGeom prst="rect">
                <a:avLst/>
              </a:prstGeom>
              <a:noFill/>
              <a:ln>
                <a:noFill/>
              </a:ln>
            </p:spPr>
          </p:pic>
          <p:pic>
            <p:nvPicPr>
              <p:cNvPr descr="antenna_stylized" id="4922" name="Google Shape;4922;p29"/>
              <p:cNvPicPr preferRelativeResize="0"/>
              <p:nvPr/>
            </p:nvPicPr>
            <p:blipFill rotWithShape="1">
              <a:blip r:embed="rId22">
                <a:alphaModFix/>
              </a:blip>
              <a:srcRect b="0" l="0" r="0" t="0"/>
              <a:stretch/>
            </p:blipFill>
            <p:spPr>
              <a:xfrm>
                <a:off x="7803435" y="3325424"/>
                <a:ext cx="347997" cy="167557"/>
              </a:xfrm>
              <a:prstGeom prst="rect">
                <a:avLst/>
              </a:prstGeom>
              <a:noFill/>
              <a:ln>
                <a:noFill/>
              </a:ln>
            </p:spPr>
          </p:pic>
        </p:grpSp>
      </p:grpSp>
      <p:grpSp>
        <p:nvGrpSpPr>
          <p:cNvPr id="4923" name="Google Shape;4923;p29"/>
          <p:cNvGrpSpPr/>
          <p:nvPr/>
        </p:nvGrpSpPr>
        <p:grpSpPr>
          <a:xfrm>
            <a:off x="7505700" y="4413250"/>
            <a:ext cx="1739900" cy="935038"/>
            <a:chOff x="7948367" y="4775686"/>
            <a:chExt cx="2318710" cy="1245936"/>
          </a:xfrm>
        </p:grpSpPr>
        <p:cxnSp>
          <p:nvCxnSpPr>
            <p:cNvPr id="4924" name="Google Shape;4924;p29"/>
            <p:cNvCxnSpPr/>
            <p:nvPr/>
          </p:nvCxnSpPr>
          <p:spPr>
            <a:xfrm flipH="1" rot="5400000">
              <a:off x="9788973" y="5251638"/>
              <a:ext cx="389223" cy="8462"/>
            </a:xfrm>
            <a:prstGeom prst="straightConnector1">
              <a:avLst/>
            </a:prstGeom>
            <a:noFill/>
            <a:ln cap="flat" cmpd="sng" w="12700">
              <a:solidFill>
                <a:schemeClr val="dk1"/>
              </a:solidFill>
              <a:prstDash val="solid"/>
              <a:round/>
              <a:headEnd len="med" w="med" type="none"/>
              <a:tailEnd len="med" w="med" type="none"/>
            </a:ln>
          </p:spPr>
        </p:cxnSp>
        <p:cxnSp>
          <p:nvCxnSpPr>
            <p:cNvPr id="4925" name="Google Shape;4925;p29"/>
            <p:cNvCxnSpPr/>
            <p:nvPr/>
          </p:nvCxnSpPr>
          <p:spPr>
            <a:xfrm>
              <a:off x="8210703" y="5118371"/>
              <a:ext cx="226371" cy="126920"/>
            </a:xfrm>
            <a:prstGeom prst="straightConnector1">
              <a:avLst/>
            </a:prstGeom>
            <a:noFill/>
            <a:ln cap="flat" cmpd="sng" w="9525">
              <a:solidFill>
                <a:schemeClr val="dk1"/>
              </a:solidFill>
              <a:prstDash val="solid"/>
              <a:round/>
              <a:headEnd len="med" w="med" type="none"/>
              <a:tailEnd len="med" w="med" type="none"/>
            </a:ln>
          </p:spPr>
        </p:cxnSp>
        <p:cxnSp>
          <p:nvCxnSpPr>
            <p:cNvPr id="4926" name="Google Shape;4926;p29"/>
            <p:cNvCxnSpPr/>
            <p:nvPr/>
          </p:nvCxnSpPr>
          <p:spPr>
            <a:xfrm flipH="1" rot="10800000">
              <a:off x="8460345" y="5035874"/>
              <a:ext cx="404082" cy="209418"/>
            </a:xfrm>
            <a:prstGeom prst="straightConnector1">
              <a:avLst/>
            </a:prstGeom>
            <a:noFill/>
            <a:ln cap="flat" cmpd="sng" w="9525">
              <a:solidFill>
                <a:schemeClr val="dk1"/>
              </a:solidFill>
              <a:prstDash val="solid"/>
              <a:round/>
              <a:headEnd len="med" w="med" type="none"/>
              <a:tailEnd len="med" w="med" type="none"/>
            </a:ln>
          </p:spPr>
        </p:cxnSp>
        <p:grpSp>
          <p:nvGrpSpPr>
            <p:cNvPr id="4927" name="Google Shape;4927;p29"/>
            <p:cNvGrpSpPr/>
            <p:nvPr/>
          </p:nvGrpSpPr>
          <p:grpSpPr>
            <a:xfrm>
              <a:off x="7948367" y="4775686"/>
              <a:ext cx="2318710" cy="1245936"/>
              <a:chOff x="7948367" y="4775686"/>
              <a:chExt cx="2318710" cy="1245936"/>
            </a:xfrm>
          </p:grpSpPr>
          <p:cxnSp>
            <p:nvCxnSpPr>
              <p:cNvPr id="4928" name="Google Shape;4928;p29"/>
              <p:cNvCxnSpPr/>
              <p:nvPr/>
            </p:nvCxnSpPr>
            <p:spPr>
              <a:xfrm rot="10800000">
                <a:off x="10209955" y="5406050"/>
                <a:ext cx="0" cy="114243"/>
              </a:xfrm>
              <a:prstGeom prst="straightConnector1">
                <a:avLst/>
              </a:prstGeom>
              <a:noFill/>
              <a:ln cap="flat" cmpd="sng" w="12700">
                <a:solidFill>
                  <a:schemeClr val="dk1"/>
                </a:solidFill>
                <a:prstDash val="solid"/>
                <a:round/>
                <a:headEnd len="med" w="med" type="none"/>
                <a:tailEnd len="med" w="med" type="none"/>
              </a:ln>
            </p:spPr>
          </p:cxnSp>
          <p:cxnSp>
            <p:nvCxnSpPr>
              <p:cNvPr id="4929" name="Google Shape;4929;p29"/>
              <p:cNvCxnSpPr/>
              <p:nvPr/>
            </p:nvCxnSpPr>
            <p:spPr>
              <a:xfrm>
                <a:off x="9433526" y="4839146"/>
                <a:ext cx="524671" cy="260188"/>
              </a:xfrm>
              <a:prstGeom prst="straightConnector1">
                <a:avLst/>
              </a:prstGeom>
              <a:noFill/>
              <a:ln cap="flat" cmpd="sng" w="9525">
                <a:solidFill>
                  <a:schemeClr val="dk1"/>
                </a:solidFill>
                <a:prstDash val="solid"/>
                <a:round/>
                <a:headEnd len="med" w="med" type="none"/>
                <a:tailEnd len="med" w="med" type="none"/>
              </a:ln>
            </p:spPr>
          </p:cxnSp>
          <p:cxnSp>
            <p:nvCxnSpPr>
              <p:cNvPr id="4930" name="Google Shape;4930;p29"/>
              <p:cNvCxnSpPr/>
              <p:nvPr/>
            </p:nvCxnSpPr>
            <p:spPr>
              <a:xfrm flipH="1" rot="10800000">
                <a:off x="8849617" y="4839146"/>
                <a:ext cx="569100" cy="245379"/>
              </a:xfrm>
              <a:prstGeom prst="straightConnector1">
                <a:avLst/>
              </a:prstGeom>
              <a:noFill/>
              <a:ln cap="flat" cmpd="sng" w="9525">
                <a:solidFill>
                  <a:schemeClr val="dk1"/>
                </a:solidFill>
                <a:prstDash val="solid"/>
                <a:round/>
                <a:headEnd len="med" w="med" type="none"/>
                <a:tailEnd len="med" w="med" type="none"/>
              </a:ln>
            </p:spPr>
          </p:cxnSp>
          <p:cxnSp>
            <p:nvCxnSpPr>
              <p:cNvPr id="4931" name="Google Shape;4931;p29"/>
              <p:cNvCxnSpPr/>
              <p:nvPr/>
            </p:nvCxnSpPr>
            <p:spPr>
              <a:xfrm>
                <a:off x="8822115" y="5109910"/>
                <a:ext cx="1030302" cy="0"/>
              </a:xfrm>
              <a:prstGeom prst="straightConnector1">
                <a:avLst/>
              </a:prstGeom>
              <a:noFill/>
              <a:ln cap="flat" cmpd="sng" w="9525">
                <a:solidFill>
                  <a:schemeClr val="dk1"/>
                </a:solidFill>
                <a:prstDash val="solid"/>
                <a:round/>
                <a:headEnd len="med" w="med" type="none"/>
                <a:tailEnd len="med" w="med" type="none"/>
              </a:ln>
            </p:spPr>
          </p:cxnSp>
          <p:cxnSp>
            <p:nvCxnSpPr>
              <p:cNvPr id="4932" name="Google Shape;4932;p29"/>
              <p:cNvCxnSpPr/>
              <p:nvPr/>
            </p:nvCxnSpPr>
            <p:spPr>
              <a:xfrm flipH="1" rot="10800000">
                <a:off x="7948367" y="5289714"/>
                <a:ext cx="412545" cy="126920"/>
              </a:xfrm>
              <a:prstGeom prst="straightConnector1">
                <a:avLst/>
              </a:prstGeom>
              <a:noFill/>
              <a:ln cap="flat" cmpd="sng" w="9525">
                <a:solidFill>
                  <a:schemeClr val="dk1"/>
                </a:solidFill>
                <a:prstDash val="solid"/>
                <a:round/>
                <a:headEnd len="med" w="med" type="none"/>
                <a:tailEnd len="med" w="med" type="none"/>
              </a:ln>
            </p:spPr>
          </p:cxnSp>
          <p:cxnSp>
            <p:nvCxnSpPr>
              <p:cNvPr id="4933" name="Google Shape;4933;p29"/>
              <p:cNvCxnSpPr/>
              <p:nvPr/>
            </p:nvCxnSpPr>
            <p:spPr>
              <a:xfrm flipH="1">
                <a:off x="8373605" y="5281253"/>
                <a:ext cx="67700" cy="294032"/>
              </a:xfrm>
              <a:prstGeom prst="straightConnector1">
                <a:avLst/>
              </a:prstGeom>
              <a:noFill/>
              <a:ln cap="flat" cmpd="sng" w="9525">
                <a:solidFill>
                  <a:schemeClr val="dk1"/>
                </a:solidFill>
                <a:prstDash val="solid"/>
                <a:round/>
                <a:headEnd len="med" w="med" type="none"/>
                <a:tailEnd len="med" w="med" type="none"/>
              </a:ln>
            </p:spPr>
          </p:cxnSp>
          <p:cxnSp>
            <p:nvCxnSpPr>
              <p:cNvPr id="4934" name="Google Shape;4934;p29"/>
              <p:cNvCxnSpPr/>
              <p:nvPr/>
            </p:nvCxnSpPr>
            <p:spPr>
              <a:xfrm rot="10800000">
                <a:off x="8487848" y="5308752"/>
                <a:ext cx="281376" cy="268649"/>
              </a:xfrm>
              <a:prstGeom prst="straightConnector1">
                <a:avLst/>
              </a:prstGeom>
              <a:noFill/>
              <a:ln cap="flat" cmpd="sng" w="9525">
                <a:solidFill>
                  <a:schemeClr val="dk1"/>
                </a:solidFill>
                <a:prstDash val="solid"/>
                <a:round/>
                <a:headEnd len="med" w="med" type="none"/>
                <a:tailEnd len="med" w="med" type="none"/>
              </a:ln>
            </p:spPr>
          </p:cxnSp>
          <p:cxnSp>
            <p:nvCxnSpPr>
              <p:cNvPr id="4935" name="Google Shape;4935;p29"/>
              <p:cNvCxnSpPr/>
              <p:nvPr/>
            </p:nvCxnSpPr>
            <p:spPr>
              <a:xfrm>
                <a:off x="8487848" y="5257984"/>
                <a:ext cx="916059" cy="469606"/>
              </a:xfrm>
              <a:prstGeom prst="straightConnector1">
                <a:avLst/>
              </a:prstGeom>
              <a:noFill/>
              <a:ln cap="flat" cmpd="sng" w="9525">
                <a:solidFill>
                  <a:schemeClr val="dk1"/>
                </a:solidFill>
                <a:prstDash val="solid"/>
                <a:round/>
                <a:headEnd len="med" w="med" type="none"/>
                <a:tailEnd len="med" w="med" type="none"/>
              </a:ln>
            </p:spPr>
          </p:cxnSp>
          <p:cxnSp>
            <p:nvCxnSpPr>
              <p:cNvPr id="4936" name="Google Shape;4936;p29"/>
              <p:cNvCxnSpPr/>
              <p:nvPr/>
            </p:nvCxnSpPr>
            <p:spPr>
              <a:xfrm flipH="1" rot="5400000">
                <a:off x="9886290" y="5583746"/>
                <a:ext cx="365955" cy="2116"/>
              </a:xfrm>
              <a:prstGeom prst="straightConnector1">
                <a:avLst/>
              </a:prstGeom>
              <a:noFill/>
              <a:ln cap="flat" cmpd="sng" w="12700">
                <a:solidFill>
                  <a:schemeClr val="dk1"/>
                </a:solidFill>
                <a:prstDash val="solid"/>
                <a:round/>
                <a:headEnd len="med" w="med" type="none"/>
                <a:tailEnd len="med" w="med" type="none"/>
              </a:ln>
            </p:spPr>
          </p:cxnSp>
          <p:pic>
            <p:nvPicPr>
              <p:cNvPr descr="antenna_radiation_stylized" id="4937" name="Google Shape;4937;p29"/>
              <p:cNvPicPr preferRelativeResize="0"/>
              <p:nvPr/>
            </p:nvPicPr>
            <p:blipFill rotWithShape="1">
              <a:blip r:embed="rId23">
                <a:alphaModFix/>
              </a:blip>
              <a:srcRect b="0" l="0" r="0" t="0"/>
              <a:stretch/>
            </p:blipFill>
            <p:spPr>
              <a:xfrm>
                <a:off x="9242073" y="5480938"/>
                <a:ext cx="452014" cy="95159"/>
              </a:xfrm>
              <a:prstGeom prst="rect">
                <a:avLst/>
              </a:prstGeom>
              <a:noFill/>
              <a:ln>
                <a:noFill/>
              </a:ln>
            </p:spPr>
          </p:pic>
          <p:pic>
            <p:nvPicPr>
              <p:cNvPr descr="access_point_stylized_small" id="4938" name="Google Shape;4938;p29"/>
              <p:cNvPicPr preferRelativeResize="0"/>
              <p:nvPr/>
            </p:nvPicPr>
            <p:blipFill rotWithShape="1">
              <a:blip r:embed="rId24">
                <a:alphaModFix/>
              </a:blip>
              <a:srcRect b="0" l="0" r="0" t="0"/>
              <a:stretch/>
            </p:blipFill>
            <p:spPr>
              <a:xfrm>
                <a:off x="9290610" y="5524232"/>
                <a:ext cx="380935" cy="317464"/>
              </a:xfrm>
              <a:prstGeom prst="rect">
                <a:avLst/>
              </a:prstGeom>
              <a:noFill/>
              <a:ln>
                <a:noFill/>
              </a:ln>
            </p:spPr>
          </p:pic>
          <p:grpSp>
            <p:nvGrpSpPr>
              <p:cNvPr id="4939" name="Google Shape;4939;p29"/>
              <p:cNvGrpSpPr/>
              <p:nvPr/>
            </p:nvGrpSpPr>
            <p:grpSpPr>
              <a:xfrm>
                <a:off x="9782603" y="4989335"/>
                <a:ext cx="395619" cy="219996"/>
                <a:chOff x="7490280" y="2772080"/>
                <a:chExt cx="1488955" cy="900425"/>
              </a:xfrm>
            </p:grpSpPr>
            <p:sp>
              <p:nvSpPr>
                <p:cNvPr id="4940" name="Google Shape;4940;p29"/>
                <p:cNvSpPr/>
                <p:nvPr/>
              </p:nvSpPr>
              <p:spPr>
                <a:xfrm>
                  <a:off x="7490280" y="3083766"/>
                  <a:ext cx="1488955" cy="588739"/>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941" name="Google Shape;4941;p29"/>
                <p:cNvSpPr/>
                <p:nvPr/>
              </p:nvSpPr>
              <p:spPr>
                <a:xfrm>
                  <a:off x="7490280" y="2772080"/>
                  <a:ext cx="1488955" cy="580079"/>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942" name="Google Shape;4942;p29"/>
                <p:cNvGrpSpPr/>
                <p:nvPr/>
              </p:nvGrpSpPr>
              <p:grpSpPr>
                <a:xfrm>
                  <a:off x="7713226" y="2849997"/>
                  <a:ext cx="1043066" cy="424240"/>
                  <a:chOff x="7786565" y="2886296"/>
                  <a:chExt cx="898475" cy="352835"/>
                </a:xfrm>
              </p:grpSpPr>
              <p:sp>
                <p:nvSpPr>
                  <p:cNvPr id="4943" name="Google Shape;4943;p29"/>
                  <p:cNvSpPr/>
                  <p:nvPr/>
                </p:nvSpPr>
                <p:spPr>
                  <a:xfrm>
                    <a:off x="7814000" y="2886296"/>
                    <a:ext cx="850466" cy="194420"/>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44" name="Google Shape;4944;p29"/>
                  <p:cNvSpPr/>
                  <p:nvPr/>
                </p:nvSpPr>
                <p:spPr>
                  <a:xfrm>
                    <a:off x="8369544" y="3051913"/>
                    <a:ext cx="315496" cy="172816"/>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45" name="Google Shape;4945;p29"/>
                  <p:cNvSpPr/>
                  <p:nvPr/>
                </p:nvSpPr>
                <p:spPr>
                  <a:xfrm>
                    <a:off x="7786565" y="3051913"/>
                    <a:ext cx="308635" cy="172816"/>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46" name="Google Shape;4946;p29"/>
                  <p:cNvSpPr/>
                  <p:nvPr/>
                </p:nvSpPr>
                <p:spPr>
                  <a:xfrm>
                    <a:off x="7896303" y="2972704"/>
                    <a:ext cx="678999" cy="266427"/>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grpSp>
            <p:nvGrpSpPr>
              <p:cNvPr id="4947" name="Google Shape;4947;p29"/>
              <p:cNvGrpSpPr/>
              <p:nvPr/>
            </p:nvGrpSpPr>
            <p:grpSpPr>
              <a:xfrm>
                <a:off x="9850302" y="5338367"/>
                <a:ext cx="308879" cy="192497"/>
                <a:chOff x="3679586" y="2441306"/>
                <a:chExt cx="3783688" cy="2183952"/>
              </a:xfrm>
            </p:grpSpPr>
            <p:sp>
              <p:nvSpPr>
                <p:cNvPr id="4948" name="Google Shape;4948;p29"/>
                <p:cNvSpPr/>
                <p:nvPr/>
              </p:nvSpPr>
              <p:spPr>
                <a:xfrm>
                  <a:off x="3679586" y="3737273"/>
                  <a:ext cx="3757764" cy="887985"/>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49" name="Google Shape;4949;p29"/>
                <p:cNvSpPr/>
                <p:nvPr/>
              </p:nvSpPr>
              <p:spPr>
                <a:xfrm>
                  <a:off x="3679586" y="2441306"/>
                  <a:ext cx="3783688" cy="1343966"/>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nvGrpSpPr>
                <p:cNvPr id="4950" name="Google Shape;4950;p29"/>
                <p:cNvGrpSpPr/>
                <p:nvPr/>
              </p:nvGrpSpPr>
              <p:grpSpPr>
                <a:xfrm>
                  <a:off x="4068319" y="2489303"/>
                  <a:ext cx="3083966" cy="1175969"/>
                  <a:chOff x="7974927" y="2999492"/>
                  <a:chExt cx="864543" cy="390389"/>
                </a:xfrm>
              </p:grpSpPr>
              <p:sp>
                <p:nvSpPr>
                  <p:cNvPr id="4951" name="Google Shape;4951;p29"/>
                  <p:cNvSpPr/>
                  <p:nvPr/>
                </p:nvSpPr>
                <p:spPr>
                  <a:xfrm>
                    <a:off x="7996725" y="2999492"/>
                    <a:ext cx="820948" cy="231048"/>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52" name="Google Shape;4952;p29"/>
                  <p:cNvSpPr/>
                  <p:nvPr/>
                </p:nvSpPr>
                <p:spPr>
                  <a:xfrm>
                    <a:off x="8556131" y="3206636"/>
                    <a:ext cx="283339" cy="167311"/>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53" name="Google Shape;4953;p29"/>
                  <p:cNvSpPr/>
                  <p:nvPr/>
                </p:nvSpPr>
                <p:spPr>
                  <a:xfrm>
                    <a:off x="7974927" y="3206636"/>
                    <a:ext cx="312399" cy="167311"/>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54" name="Google Shape;4954;p29"/>
                  <p:cNvSpPr/>
                  <p:nvPr/>
                </p:nvSpPr>
                <p:spPr>
                  <a:xfrm>
                    <a:off x="8083905" y="3087132"/>
                    <a:ext cx="646587" cy="302749"/>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grpSp>
            <p:nvGrpSpPr>
              <p:cNvPr id="4955" name="Google Shape;4955;p29"/>
              <p:cNvGrpSpPr/>
              <p:nvPr/>
            </p:nvGrpSpPr>
            <p:grpSpPr>
              <a:xfrm>
                <a:off x="8676136" y="4968182"/>
                <a:ext cx="393504" cy="217880"/>
                <a:chOff x="7492060" y="2777851"/>
                <a:chExt cx="1480995" cy="891764"/>
              </a:xfrm>
            </p:grpSpPr>
            <p:sp>
              <p:nvSpPr>
                <p:cNvPr id="4956" name="Google Shape;4956;p29"/>
                <p:cNvSpPr/>
                <p:nvPr/>
              </p:nvSpPr>
              <p:spPr>
                <a:xfrm>
                  <a:off x="7492060" y="3089536"/>
                  <a:ext cx="1480995" cy="580079"/>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957" name="Google Shape;4957;p29"/>
                <p:cNvSpPr/>
                <p:nvPr/>
              </p:nvSpPr>
              <p:spPr>
                <a:xfrm>
                  <a:off x="7492060" y="2777851"/>
                  <a:ext cx="1480995" cy="580079"/>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958" name="Google Shape;4958;p29"/>
                <p:cNvGrpSpPr/>
                <p:nvPr/>
              </p:nvGrpSpPr>
              <p:grpSpPr>
                <a:xfrm>
                  <a:off x="7715007" y="2847111"/>
                  <a:ext cx="1003255" cy="424234"/>
                  <a:chOff x="7788099" y="2883896"/>
                  <a:chExt cx="864183" cy="352830"/>
                </a:xfrm>
              </p:grpSpPr>
              <p:sp>
                <p:nvSpPr>
                  <p:cNvPr id="4959" name="Google Shape;4959;p29"/>
                  <p:cNvSpPr/>
                  <p:nvPr/>
                </p:nvSpPr>
                <p:spPr>
                  <a:xfrm>
                    <a:off x="7815533" y="2883896"/>
                    <a:ext cx="816175" cy="194416"/>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60" name="Google Shape;4960;p29"/>
                  <p:cNvSpPr/>
                  <p:nvPr/>
                </p:nvSpPr>
                <p:spPr>
                  <a:xfrm>
                    <a:off x="8364221" y="3049509"/>
                    <a:ext cx="288061" cy="172816"/>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61" name="Google Shape;4961;p29"/>
                  <p:cNvSpPr/>
                  <p:nvPr/>
                </p:nvSpPr>
                <p:spPr>
                  <a:xfrm>
                    <a:off x="7788099" y="3049509"/>
                    <a:ext cx="308639" cy="172816"/>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62" name="Google Shape;4962;p29"/>
                  <p:cNvSpPr/>
                  <p:nvPr/>
                </p:nvSpPr>
                <p:spPr>
                  <a:xfrm>
                    <a:off x="7897836" y="2970304"/>
                    <a:ext cx="644708" cy="266422"/>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grpSp>
            <p:nvGrpSpPr>
              <p:cNvPr id="4963" name="Google Shape;4963;p29"/>
              <p:cNvGrpSpPr/>
              <p:nvPr/>
            </p:nvGrpSpPr>
            <p:grpSpPr>
              <a:xfrm>
                <a:off x="8312252" y="5194524"/>
                <a:ext cx="308879" cy="190381"/>
                <a:chOff x="3677072" y="2449938"/>
                <a:chExt cx="3783688" cy="2159945"/>
              </a:xfrm>
            </p:grpSpPr>
            <p:sp>
              <p:nvSpPr>
                <p:cNvPr id="4964" name="Google Shape;4964;p29"/>
                <p:cNvSpPr/>
                <p:nvPr/>
              </p:nvSpPr>
              <p:spPr>
                <a:xfrm>
                  <a:off x="3677072" y="3745905"/>
                  <a:ext cx="3757781" cy="863978"/>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65" name="Google Shape;4965;p29"/>
                <p:cNvSpPr/>
                <p:nvPr/>
              </p:nvSpPr>
              <p:spPr>
                <a:xfrm>
                  <a:off x="3677072" y="2449938"/>
                  <a:ext cx="3783688" cy="1319974"/>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nvGrpSpPr>
                <p:cNvPr id="4966" name="Google Shape;4966;p29"/>
                <p:cNvGrpSpPr/>
                <p:nvPr/>
              </p:nvGrpSpPr>
              <p:grpSpPr>
                <a:xfrm>
                  <a:off x="4065822" y="2593932"/>
                  <a:ext cx="3083952" cy="1079973"/>
                  <a:chOff x="7974227" y="3034226"/>
                  <a:chExt cx="864539" cy="358521"/>
                </a:xfrm>
              </p:grpSpPr>
              <p:sp>
                <p:nvSpPr>
                  <p:cNvPr id="4967" name="Google Shape;4967;p29"/>
                  <p:cNvSpPr/>
                  <p:nvPr/>
                </p:nvSpPr>
                <p:spPr>
                  <a:xfrm>
                    <a:off x="7996020" y="3034226"/>
                    <a:ext cx="820953" cy="199179"/>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68" name="Google Shape;4968;p29"/>
                  <p:cNvSpPr/>
                  <p:nvPr/>
                </p:nvSpPr>
                <p:spPr>
                  <a:xfrm>
                    <a:off x="8526371" y="3209501"/>
                    <a:ext cx="312395" cy="167311"/>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69" name="Google Shape;4969;p29"/>
                  <p:cNvSpPr/>
                  <p:nvPr/>
                </p:nvSpPr>
                <p:spPr>
                  <a:xfrm>
                    <a:off x="7974227" y="3209501"/>
                    <a:ext cx="312395" cy="167311"/>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70" name="Google Shape;4970;p29"/>
                  <p:cNvSpPr/>
                  <p:nvPr/>
                </p:nvSpPr>
                <p:spPr>
                  <a:xfrm>
                    <a:off x="8083200" y="3121866"/>
                    <a:ext cx="646592" cy="270881"/>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grpSp>
            <p:nvGrpSpPr>
              <p:cNvPr id="4971" name="Google Shape;4971;p29"/>
              <p:cNvGrpSpPr/>
              <p:nvPr/>
            </p:nvGrpSpPr>
            <p:grpSpPr>
              <a:xfrm>
                <a:off x="9247352" y="4775686"/>
                <a:ext cx="393504" cy="217881"/>
                <a:chOff x="7491840" y="2774731"/>
                <a:chExt cx="1480995" cy="891770"/>
              </a:xfrm>
            </p:grpSpPr>
            <p:sp>
              <p:nvSpPr>
                <p:cNvPr id="4972" name="Google Shape;4972;p29"/>
                <p:cNvSpPr/>
                <p:nvPr/>
              </p:nvSpPr>
              <p:spPr>
                <a:xfrm>
                  <a:off x="7491840" y="3086417"/>
                  <a:ext cx="1480995" cy="58008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973" name="Google Shape;4973;p29"/>
                <p:cNvSpPr/>
                <p:nvPr/>
              </p:nvSpPr>
              <p:spPr>
                <a:xfrm>
                  <a:off x="7491840" y="2774731"/>
                  <a:ext cx="1480995" cy="580084"/>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974" name="Google Shape;4974;p29"/>
                <p:cNvGrpSpPr/>
                <p:nvPr/>
              </p:nvGrpSpPr>
              <p:grpSpPr>
                <a:xfrm>
                  <a:off x="7714787" y="2835338"/>
                  <a:ext cx="1003255" cy="398262"/>
                  <a:chOff x="7787909" y="2874104"/>
                  <a:chExt cx="864183" cy="331230"/>
                </a:xfrm>
              </p:grpSpPr>
              <p:sp>
                <p:nvSpPr>
                  <p:cNvPr id="4975" name="Google Shape;4975;p29"/>
                  <p:cNvSpPr/>
                  <p:nvPr/>
                </p:nvSpPr>
                <p:spPr>
                  <a:xfrm>
                    <a:off x="7815343" y="2874104"/>
                    <a:ext cx="816175" cy="172816"/>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76" name="Google Shape;4976;p29"/>
                  <p:cNvSpPr/>
                  <p:nvPr/>
                </p:nvSpPr>
                <p:spPr>
                  <a:xfrm>
                    <a:off x="8364031" y="3018117"/>
                    <a:ext cx="288061" cy="172816"/>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77" name="Google Shape;4977;p29"/>
                  <p:cNvSpPr/>
                  <p:nvPr/>
                </p:nvSpPr>
                <p:spPr>
                  <a:xfrm>
                    <a:off x="7787909" y="3018117"/>
                    <a:ext cx="308639" cy="172816"/>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78" name="Google Shape;4978;p29"/>
                  <p:cNvSpPr/>
                  <p:nvPr/>
                </p:nvSpPr>
                <p:spPr>
                  <a:xfrm>
                    <a:off x="7897646" y="2938907"/>
                    <a:ext cx="644708" cy="266427"/>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pic>
            <p:nvPicPr>
              <p:cNvPr descr="antenna_stylized" id="4979" name="Google Shape;4979;p29"/>
              <p:cNvPicPr preferRelativeResize="0"/>
              <p:nvPr/>
            </p:nvPicPr>
            <p:blipFill rotWithShape="1">
              <a:blip r:embed="rId25">
                <a:alphaModFix/>
              </a:blip>
              <a:srcRect b="0" l="0" r="0" t="0"/>
              <a:stretch/>
            </p:blipFill>
            <p:spPr>
              <a:xfrm>
                <a:off x="9201681" y="5852809"/>
                <a:ext cx="307702" cy="168813"/>
              </a:xfrm>
              <a:prstGeom prst="rect">
                <a:avLst/>
              </a:prstGeom>
              <a:noFill/>
              <a:ln>
                <a:noFill/>
              </a:ln>
            </p:spPr>
          </p:pic>
          <p:pic>
            <p:nvPicPr>
              <p:cNvPr descr="antenna_stylized" id="4980" name="Google Shape;4980;p29"/>
              <p:cNvPicPr preferRelativeResize="0"/>
              <p:nvPr/>
            </p:nvPicPr>
            <p:blipFill rotWithShape="1">
              <a:blip r:embed="rId26">
                <a:alphaModFix/>
              </a:blip>
              <a:srcRect b="0" l="0" r="0" t="0"/>
              <a:stretch/>
            </p:blipFill>
            <p:spPr>
              <a:xfrm>
                <a:off x="9534746" y="5795138"/>
                <a:ext cx="316707" cy="138962"/>
              </a:xfrm>
              <a:prstGeom prst="rect">
                <a:avLst/>
              </a:prstGeom>
              <a:noFill/>
              <a:ln>
                <a:noFill/>
              </a:ln>
            </p:spPr>
          </p:pic>
        </p:grpSp>
      </p:grpSp>
      <p:sp>
        <p:nvSpPr>
          <p:cNvPr id="4981" name="Google Shape;4981;p29"/>
          <p:cNvSpPr/>
          <p:nvPr/>
        </p:nvSpPr>
        <p:spPr>
          <a:xfrm>
            <a:off x="6897688" y="1951039"/>
            <a:ext cx="3579812" cy="3716337"/>
          </a:xfrm>
          <a:prstGeom prst="rect">
            <a:avLst/>
          </a:prstGeom>
          <a:solidFill>
            <a:schemeClr val="lt1">
              <a:alpha val="6784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nvGrpSpPr>
          <p:cNvPr id="4982" name="Google Shape;4982;p29"/>
          <p:cNvGrpSpPr/>
          <p:nvPr/>
        </p:nvGrpSpPr>
        <p:grpSpPr>
          <a:xfrm>
            <a:off x="9632950" y="3382964"/>
            <a:ext cx="668338" cy="968375"/>
            <a:chOff x="10812889" y="3368642"/>
            <a:chExt cx="890572" cy="1290085"/>
          </a:xfrm>
        </p:grpSpPr>
        <p:sp>
          <p:nvSpPr>
            <p:cNvPr id="4983" name="Google Shape;4983;p29"/>
            <p:cNvSpPr/>
            <p:nvPr/>
          </p:nvSpPr>
          <p:spPr>
            <a:xfrm>
              <a:off x="10812889" y="3368642"/>
              <a:ext cx="812303" cy="509689"/>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84" name="Google Shape;4984;p29"/>
            <p:cNvSpPr/>
            <p:nvPr/>
          </p:nvSpPr>
          <p:spPr>
            <a:xfrm>
              <a:off x="10891158" y="4149037"/>
              <a:ext cx="812303" cy="509690"/>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nvGrpSpPr>
          <p:cNvPr id="4985" name="Google Shape;4985;p29"/>
          <p:cNvGrpSpPr/>
          <p:nvPr/>
        </p:nvGrpSpPr>
        <p:grpSpPr>
          <a:xfrm>
            <a:off x="9718676" y="3998914"/>
            <a:ext cx="492125" cy="338137"/>
            <a:chOff x="10925982" y="4188911"/>
            <a:chExt cx="657413" cy="451816"/>
          </a:xfrm>
        </p:grpSpPr>
        <p:grpSp>
          <p:nvGrpSpPr>
            <p:cNvPr id="4986" name="Google Shape;4986;p29"/>
            <p:cNvGrpSpPr/>
            <p:nvPr/>
          </p:nvGrpSpPr>
          <p:grpSpPr>
            <a:xfrm>
              <a:off x="11093518" y="4188911"/>
              <a:ext cx="489877" cy="451816"/>
              <a:chOff x="5103672" y="2693365"/>
              <a:chExt cx="611698" cy="414788"/>
            </a:xfrm>
          </p:grpSpPr>
          <p:cxnSp>
            <p:nvCxnSpPr>
              <p:cNvPr id="4987" name="Google Shape;4987;p29"/>
              <p:cNvCxnSpPr/>
              <p:nvPr/>
            </p:nvCxnSpPr>
            <p:spPr>
              <a:xfrm>
                <a:off x="5103672" y="2913417"/>
                <a:ext cx="233028" cy="0"/>
              </a:xfrm>
              <a:prstGeom prst="straightConnector1">
                <a:avLst/>
              </a:prstGeom>
              <a:noFill/>
              <a:ln cap="flat" cmpd="sng" w="12700">
                <a:solidFill>
                  <a:schemeClr val="dk1"/>
                </a:solidFill>
                <a:prstDash val="solid"/>
                <a:miter lim="800000"/>
                <a:headEnd len="sm" w="sm" type="none"/>
                <a:tailEnd len="sm" w="sm" type="none"/>
              </a:ln>
            </p:spPr>
          </p:cxnSp>
          <p:grpSp>
            <p:nvGrpSpPr>
              <p:cNvPr id="4988" name="Google Shape;4988;p29"/>
              <p:cNvGrpSpPr/>
              <p:nvPr/>
            </p:nvGrpSpPr>
            <p:grpSpPr>
              <a:xfrm>
                <a:off x="5275406" y="2693365"/>
                <a:ext cx="439964" cy="414788"/>
                <a:chOff x="5275406" y="2711455"/>
                <a:chExt cx="452949" cy="405518"/>
              </a:xfrm>
            </p:grpSpPr>
            <p:pic>
              <p:nvPicPr>
                <p:cNvPr descr="server_rack.png" id="4989" name="Google Shape;4989;p29"/>
                <p:cNvPicPr preferRelativeResize="0"/>
                <p:nvPr/>
              </p:nvPicPr>
              <p:blipFill rotWithShape="1">
                <a:blip r:embed="rId27">
                  <a:alphaModFix/>
                </a:blip>
                <a:srcRect b="0" l="0" r="0" t="0"/>
                <a:stretch/>
              </p:blipFill>
              <p:spPr>
                <a:xfrm>
                  <a:off x="5537367" y="2770786"/>
                  <a:ext cx="190988" cy="313366"/>
                </a:xfrm>
                <a:prstGeom prst="rect">
                  <a:avLst/>
                </a:prstGeom>
                <a:noFill/>
                <a:ln>
                  <a:noFill/>
                </a:ln>
              </p:spPr>
            </p:pic>
            <p:pic>
              <p:nvPicPr>
                <p:cNvPr descr="server_rack.png" id="4990" name="Google Shape;4990;p29"/>
                <p:cNvPicPr preferRelativeResize="0"/>
                <p:nvPr/>
              </p:nvPicPr>
              <p:blipFill rotWithShape="1">
                <a:blip r:embed="rId27">
                  <a:alphaModFix/>
                </a:blip>
                <a:srcRect b="0" l="0" r="0" t="0"/>
                <a:stretch/>
              </p:blipFill>
              <p:spPr>
                <a:xfrm>
                  <a:off x="5275406" y="2764002"/>
                  <a:ext cx="190988" cy="313366"/>
                </a:xfrm>
                <a:prstGeom prst="rect">
                  <a:avLst/>
                </a:prstGeom>
                <a:noFill/>
                <a:ln>
                  <a:noFill/>
                </a:ln>
              </p:spPr>
            </p:pic>
            <p:pic>
              <p:nvPicPr>
                <p:cNvPr descr="server_rack.png" id="4991" name="Google Shape;4991;p29"/>
                <p:cNvPicPr preferRelativeResize="0"/>
                <p:nvPr/>
              </p:nvPicPr>
              <p:blipFill rotWithShape="1">
                <a:blip r:embed="rId28">
                  <a:alphaModFix/>
                </a:blip>
                <a:srcRect b="0" l="0" r="0" t="0"/>
                <a:stretch/>
              </p:blipFill>
              <p:spPr>
                <a:xfrm>
                  <a:off x="5385676" y="2711455"/>
                  <a:ext cx="247152" cy="405518"/>
                </a:xfrm>
                <a:prstGeom prst="rect">
                  <a:avLst/>
                </a:prstGeom>
                <a:noFill/>
                <a:ln>
                  <a:noFill/>
                </a:ln>
              </p:spPr>
            </p:pic>
          </p:grpSp>
        </p:grpSp>
        <p:grpSp>
          <p:nvGrpSpPr>
            <p:cNvPr id="4992" name="Google Shape;4992;p29"/>
            <p:cNvGrpSpPr/>
            <p:nvPr/>
          </p:nvGrpSpPr>
          <p:grpSpPr>
            <a:xfrm>
              <a:off x="10925982" y="4369213"/>
              <a:ext cx="229034" cy="120909"/>
              <a:chOff x="7493876" y="2775386"/>
              <a:chExt cx="1486753" cy="898405"/>
            </a:xfrm>
          </p:grpSpPr>
          <p:sp>
            <p:nvSpPr>
              <p:cNvPr id="4993" name="Google Shape;4993;p29"/>
              <p:cNvSpPr/>
              <p:nvPr/>
            </p:nvSpPr>
            <p:spPr>
              <a:xfrm>
                <a:off x="7493876" y="3090614"/>
                <a:ext cx="1486753" cy="583177"/>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4994" name="Google Shape;4994;p29"/>
              <p:cNvSpPr/>
              <p:nvPr/>
            </p:nvSpPr>
            <p:spPr>
              <a:xfrm>
                <a:off x="7493876" y="2775386"/>
                <a:ext cx="1486753" cy="583177"/>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4995" name="Google Shape;4995;p29"/>
              <p:cNvGrpSpPr/>
              <p:nvPr/>
            </p:nvGrpSpPr>
            <p:grpSpPr>
              <a:xfrm>
                <a:off x="7714140" y="2854197"/>
                <a:ext cx="1046234" cy="425553"/>
                <a:chOff x="7787352" y="2889789"/>
                <a:chExt cx="901204" cy="353927"/>
              </a:xfrm>
            </p:grpSpPr>
            <p:sp>
              <p:nvSpPr>
                <p:cNvPr id="4996" name="Google Shape;4996;p29"/>
                <p:cNvSpPr/>
                <p:nvPr/>
              </p:nvSpPr>
              <p:spPr>
                <a:xfrm>
                  <a:off x="7811068" y="2889789"/>
                  <a:ext cx="853773" cy="196624"/>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97" name="Google Shape;4997;p29"/>
                <p:cNvSpPr/>
                <p:nvPr/>
              </p:nvSpPr>
              <p:spPr>
                <a:xfrm>
                  <a:off x="8368395" y="3060196"/>
                  <a:ext cx="320161" cy="170416"/>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98" name="Google Shape;4998;p29"/>
                <p:cNvSpPr/>
                <p:nvPr/>
              </p:nvSpPr>
              <p:spPr>
                <a:xfrm>
                  <a:off x="7787352" y="3060196"/>
                  <a:ext cx="308307" cy="170416"/>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4999" name="Google Shape;4999;p29"/>
                <p:cNvSpPr/>
                <p:nvPr/>
              </p:nvSpPr>
              <p:spPr>
                <a:xfrm>
                  <a:off x="7894077" y="2981545"/>
                  <a:ext cx="675900" cy="262171"/>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grpSp>
      <p:grpSp>
        <p:nvGrpSpPr>
          <p:cNvPr id="5000" name="Google Shape;5000;p29"/>
          <p:cNvGrpSpPr/>
          <p:nvPr/>
        </p:nvGrpSpPr>
        <p:grpSpPr>
          <a:xfrm>
            <a:off x="9686926" y="3429000"/>
            <a:ext cx="454025" cy="304800"/>
            <a:chOff x="10884085" y="3428485"/>
            <a:chExt cx="604586" cy="405973"/>
          </a:xfrm>
        </p:grpSpPr>
        <p:grpSp>
          <p:nvGrpSpPr>
            <p:cNvPr id="5001" name="Google Shape;5001;p29"/>
            <p:cNvGrpSpPr/>
            <p:nvPr/>
          </p:nvGrpSpPr>
          <p:grpSpPr>
            <a:xfrm>
              <a:off x="10884085" y="3601870"/>
              <a:ext cx="171230" cy="97264"/>
              <a:chOff x="7493876" y="2779384"/>
              <a:chExt cx="1484047" cy="896574"/>
            </a:xfrm>
          </p:grpSpPr>
          <p:sp>
            <p:nvSpPr>
              <p:cNvPr id="5002" name="Google Shape;5002;p29"/>
              <p:cNvSpPr/>
              <p:nvPr/>
            </p:nvSpPr>
            <p:spPr>
              <a:xfrm>
                <a:off x="7493876" y="3091236"/>
                <a:ext cx="1484047" cy="584722"/>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sp>
            <p:nvSpPr>
              <p:cNvPr id="5003" name="Google Shape;5003;p29"/>
              <p:cNvSpPr/>
              <p:nvPr/>
            </p:nvSpPr>
            <p:spPr>
              <a:xfrm>
                <a:off x="7493876" y="2779384"/>
                <a:ext cx="1484047" cy="584722"/>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rgbClr val="FFFFFF"/>
                    </a:solidFill>
                    <a:latin typeface="Calibri"/>
                    <a:ea typeface="Calibri"/>
                    <a:cs typeface="Calibri"/>
                    <a:sym typeface="Calibri"/>
                  </a:rPr>
                  <a:t>              </a:t>
                </a:r>
                <a:endParaRPr/>
              </a:p>
            </p:txBody>
          </p:sp>
          <p:grpSp>
            <p:nvGrpSpPr>
              <p:cNvPr id="5004" name="Google Shape;5004;p29"/>
              <p:cNvGrpSpPr/>
              <p:nvPr/>
            </p:nvGrpSpPr>
            <p:grpSpPr>
              <a:xfrm>
                <a:off x="7713733" y="2857351"/>
                <a:ext cx="1044334" cy="506760"/>
                <a:chOff x="7787001" y="2892412"/>
                <a:chExt cx="899567" cy="421466"/>
              </a:xfrm>
            </p:grpSpPr>
            <p:sp>
              <p:nvSpPr>
                <p:cNvPr id="5005" name="Google Shape;5005;p29"/>
                <p:cNvSpPr/>
                <p:nvPr/>
              </p:nvSpPr>
              <p:spPr>
                <a:xfrm>
                  <a:off x="7818564" y="2892412"/>
                  <a:ext cx="836440" cy="259364"/>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5006" name="Google Shape;5006;p29"/>
                <p:cNvSpPr/>
                <p:nvPr/>
              </p:nvSpPr>
              <p:spPr>
                <a:xfrm>
                  <a:off x="8370932" y="3135570"/>
                  <a:ext cx="315636" cy="162102"/>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5007" name="Google Shape;5007;p29"/>
                <p:cNvSpPr/>
                <p:nvPr/>
              </p:nvSpPr>
              <p:spPr>
                <a:xfrm>
                  <a:off x="7787001" y="3135570"/>
                  <a:ext cx="315636" cy="162102"/>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sp>
              <p:nvSpPr>
                <p:cNvPr id="5008" name="Google Shape;5008;p29"/>
                <p:cNvSpPr/>
                <p:nvPr/>
              </p:nvSpPr>
              <p:spPr>
                <a:xfrm>
                  <a:off x="7897478" y="3038309"/>
                  <a:ext cx="678613" cy="275569"/>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rgbClr val="FFFFFF"/>
                    </a:solidFill>
                    <a:latin typeface="Calibri"/>
                    <a:ea typeface="Calibri"/>
                    <a:cs typeface="Calibri"/>
                    <a:sym typeface="Calibri"/>
                  </a:endParaRPr>
                </a:p>
              </p:txBody>
            </p:sp>
          </p:grpSp>
        </p:grpSp>
        <p:grpSp>
          <p:nvGrpSpPr>
            <p:cNvPr id="5009" name="Google Shape;5009;p29"/>
            <p:cNvGrpSpPr/>
            <p:nvPr/>
          </p:nvGrpSpPr>
          <p:grpSpPr>
            <a:xfrm>
              <a:off x="11065883" y="3428485"/>
              <a:ext cx="422788" cy="405973"/>
              <a:chOff x="5105071" y="2693365"/>
              <a:chExt cx="610299" cy="414788"/>
            </a:xfrm>
          </p:grpSpPr>
          <p:cxnSp>
            <p:nvCxnSpPr>
              <p:cNvPr id="5010" name="Google Shape;5010;p29"/>
              <p:cNvCxnSpPr/>
              <p:nvPr/>
            </p:nvCxnSpPr>
            <p:spPr>
              <a:xfrm>
                <a:off x="5105071" y="2913721"/>
                <a:ext cx="231914" cy="0"/>
              </a:xfrm>
              <a:prstGeom prst="straightConnector1">
                <a:avLst/>
              </a:prstGeom>
              <a:noFill/>
              <a:ln cap="flat" cmpd="sng" w="12700">
                <a:solidFill>
                  <a:schemeClr val="dk1"/>
                </a:solidFill>
                <a:prstDash val="solid"/>
                <a:miter lim="800000"/>
                <a:headEnd len="sm" w="sm" type="none"/>
                <a:tailEnd len="sm" w="sm" type="none"/>
              </a:ln>
            </p:spPr>
          </p:cxnSp>
          <p:grpSp>
            <p:nvGrpSpPr>
              <p:cNvPr id="5011" name="Google Shape;5011;p29"/>
              <p:cNvGrpSpPr/>
              <p:nvPr/>
            </p:nvGrpSpPr>
            <p:grpSpPr>
              <a:xfrm>
                <a:off x="5275406" y="2693365"/>
                <a:ext cx="439964" cy="414788"/>
                <a:chOff x="5275406" y="2711455"/>
                <a:chExt cx="452949" cy="405518"/>
              </a:xfrm>
            </p:grpSpPr>
            <p:pic>
              <p:nvPicPr>
                <p:cNvPr descr="server_rack.png" id="5012" name="Google Shape;5012;p29"/>
                <p:cNvPicPr preferRelativeResize="0"/>
                <p:nvPr/>
              </p:nvPicPr>
              <p:blipFill rotWithShape="1">
                <a:blip r:embed="rId29">
                  <a:alphaModFix/>
                </a:blip>
                <a:srcRect b="0" l="0" r="0" t="0"/>
                <a:stretch/>
              </p:blipFill>
              <p:spPr>
                <a:xfrm>
                  <a:off x="5537367" y="2770786"/>
                  <a:ext cx="190988" cy="313366"/>
                </a:xfrm>
                <a:prstGeom prst="rect">
                  <a:avLst/>
                </a:prstGeom>
                <a:noFill/>
                <a:ln>
                  <a:noFill/>
                </a:ln>
              </p:spPr>
            </p:pic>
            <p:pic>
              <p:nvPicPr>
                <p:cNvPr descr="server_rack.png" id="5013" name="Google Shape;5013;p29"/>
                <p:cNvPicPr preferRelativeResize="0"/>
                <p:nvPr/>
              </p:nvPicPr>
              <p:blipFill rotWithShape="1">
                <a:blip r:embed="rId29">
                  <a:alphaModFix/>
                </a:blip>
                <a:srcRect b="0" l="0" r="0" t="0"/>
                <a:stretch/>
              </p:blipFill>
              <p:spPr>
                <a:xfrm>
                  <a:off x="5275406" y="2764002"/>
                  <a:ext cx="190988" cy="313366"/>
                </a:xfrm>
                <a:prstGeom prst="rect">
                  <a:avLst/>
                </a:prstGeom>
                <a:noFill/>
                <a:ln>
                  <a:noFill/>
                </a:ln>
              </p:spPr>
            </p:pic>
            <p:pic>
              <p:nvPicPr>
                <p:cNvPr descr="server_rack.png" id="5014" name="Google Shape;5014;p29"/>
                <p:cNvPicPr preferRelativeResize="0"/>
                <p:nvPr/>
              </p:nvPicPr>
              <p:blipFill rotWithShape="1">
                <a:blip r:embed="rId30">
                  <a:alphaModFix/>
                </a:blip>
                <a:srcRect b="0" l="0" r="0" t="0"/>
                <a:stretch/>
              </p:blipFill>
              <p:spPr>
                <a:xfrm>
                  <a:off x="5385676" y="2711455"/>
                  <a:ext cx="247152" cy="405518"/>
                </a:xfrm>
                <a:prstGeom prst="rect">
                  <a:avLst/>
                </a:prstGeom>
                <a:noFill/>
                <a:ln>
                  <a:noFill/>
                </a:ln>
              </p:spPr>
            </p:pic>
          </p:grpSp>
        </p:grpSp>
      </p:grpSp>
      <p:pic>
        <p:nvPicPr>
          <p:cNvPr descr="Big Data. Monster Storage: The Northeast Storage Exchange | MGHPCC" id="5015" name="Google Shape;5015;p29"/>
          <p:cNvPicPr preferRelativeResize="0"/>
          <p:nvPr/>
        </p:nvPicPr>
        <p:blipFill rotWithShape="1">
          <a:blip r:embed="rId31">
            <a:alphaModFix/>
          </a:blip>
          <a:srcRect b="0" l="0" r="0" t="0"/>
          <a:stretch/>
        </p:blipFill>
        <p:spPr>
          <a:xfrm>
            <a:off x="2219325" y="3305175"/>
            <a:ext cx="3581400" cy="1771650"/>
          </a:xfrm>
          <a:prstGeom prst="rect">
            <a:avLst/>
          </a:prstGeom>
          <a:noFill/>
          <a:ln>
            <a:noFill/>
          </a:ln>
        </p:spPr>
      </p:pic>
      <p:sp>
        <p:nvSpPr>
          <p:cNvPr id="5016" name="Google Shape;5016;p29"/>
          <p:cNvSpPr txBox="1"/>
          <p:nvPr/>
        </p:nvSpPr>
        <p:spPr>
          <a:xfrm flipH="1">
            <a:off x="2170114" y="5122864"/>
            <a:ext cx="3832225" cy="4159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050">
                <a:solidFill>
                  <a:srgbClr val="000000"/>
                </a:solidFill>
                <a:latin typeface="Calibri"/>
                <a:ea typeface="Calibri"/>
                <a:cs typeface="Calibri"/>
                <a:sym typeface="Calibri"/>
              </a:rPr>
              <a:t>Courtesy: </a:t>
            </a:r>
            <a:r>
              <a:rPr lang="en-US" sz="1050">
                <a:solidFill>
                  <a:srgbClr val="000000"/>
                </a:solidFill>
                <a:latin typeface="Calibri"/>
                <a:ea typeface="Calibri"/>
                <a:cs typeface="Calibri"/>
                <a:sym typeface="Calibri"/>
              </a:rPr>
              <a:t>Massachusetts Green High Performance Computing Center (mghpcc.org)</a:t>
            </a:r>
            <a:endParaRPr/>
          </a:p>
        </p:txBody>
      </p:sp>
      <p:pic>
        <p:nvPicPr>
          <p:cNvPr descr="Puzzle" id="5017" name="Google Shape;5017;p29"/>
          <p:cNvPicPr preferRelativeResize="0"/>
          <p:nvPr/>
        </p:nvPicPr>
        <p:blipFill rotWithShape="1">
          <a:blip r:embed="rId32">
            <a:alphaModFix/>
          </a:blip>
          <a:srcRect b="0" l="0" r="0" t="0"/>
          <a:stretch/>
        </p:blipFill>
        <p:spPr>
          <a:xfrm rot="2653558">
            <a:off x="9939338" y="125413"/>
            <a:ext cx="603250" cy="603250"/>
          </a:xfrm>
          <a:prstGeom prst="rect">
            <a:avLst/>
          </a:prstGeom>
          <a:noFill/>
          <a:ln>
            <a:noFill/>
          </a:ln>
        </p:spPr>
      </p:pic>
      <p:sp>
        <p:nvSpPr>
          <p:cNvPr id="5018" name="Google Shape;5018;p29"/>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3" name="Shape 5023"/>
        <p:cNvGrpSpPr/>
        <p:nvPr/>
      </p:nvGrpSpPr>
      <p:grpSpPr>
        <a:xfrm>
          <a:off x="0" y="0"/>
          <a:ext cx="0" cy="0"/>
          <a:chOff x="0" y="0"/>
          <a:chExt cx="0" cy="0"/>
        </a:xfrm>
      </p:grpSpPr>
      <p:sp>
        <p:nvSpPr>
          <p:cNvPr id="5024" name="Google Shape;5024;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Introduction: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5025" name="Google Shape;5025;p30"/>
          <p:cNvSpPr txBox="1"/>
          <p:nvPr>
            <p:ph type="title"/>
          </p:nvPr>
        </p:nvSpPr>
        <p:spPr>
          <a:xfrm>
            <a:off x="848710" y="27314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Host: sends </a:t>
            </a:r>
            <a:r>
              <a:rPr i="1" lang="en-US"/>
              <a:t>packets</a:t>
            </a:r>
            <a:r>
              <a:rPr lang="en-US"/>
              <a:t> of data</a:t>
            </a:r>
            <a:endParaRPr/>
          </a:p>
        </p:txBody>
      </p:sp>
      <p:sp>
        <p:nvSpPr>
          <p:cNvPr id="5026" name="Google Shape;5026;p30"/>
          <p:cNvSpPr txBox="1"/>
          <p:nvPr/>
        </p:nvSpPr>
        <p:spPr>
          <a:xfrm>
            <a:off x="848710" y="1286477"/>
            <a:ext cx="5501619" cy="467288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2800"/>
              <a:buFont typeface="Noto Sans Symbols"/>
              <a:buNone/>
            </a:pPr>
            <a:r>
              <a:rPr lang="en-US" sz="2800">
                <a:solidFill>
                  <a:schemeClr val="dk1"/>
                </a:solidFill>
                <a:latin typeface="Calibri"/>
                <a:ea typeface="Calibri"/>
                <a:cs typeface="Calibri"/>
                <a:sym typeface="Calibri"/>
              </a:rPr>
              <a:t>host sending function:</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takes application message</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breaks into smaller chunks, known as </a:t>
            </a:r>
            <a:r>
              <a:rPr i="1" lang="en-US" sz="2800">
                <a:solidFill>
                  <a:srgbClr val="C00000"/>
                </a:solidFill>
                <a:latin typeface="Calibri"/>
                <a:ea typeface="Calibri"/>
                <a:cs typeface="Calibri"/>
                <a:sym typeface="Calibri"/>
              </a:rPr>
              <a:t>packets</a:t>
            </a:r>
            <a:r>
              <a:rPr lang="en-US" sz="2800">
                <a:solidFill>
                  <a:schemeClr val="dk1"/>
                </a:solidFill>
                <a:latin typeface="Calibri"/>
                <a:ea typeface="Calibri"/>
                <a:cs typeface="Calibri"/>
                <a:sym typeface="Calibri"/>
              </a:rPr>
              <a:t>, of length </a:t>
            </a:r>
            <a:r>
              <a:rPr i="1" lang="en-US" sz="2800">
                <a:solidFill>
                  <a:srgbClr val="C00000"/>
                </a:solidFill>
                <a:latin typeface="Calibri"/>
                <a:ea typeface="Calibri"/>
                <a:cs typeface="Calibri"/>
                <a:sym typeface="Calibri"/>
              </a:rPr>
              <a:t>L</a:t>
            </a:r>
            <a:r>
              <a:rPr lang="en-US" sz="2800">
                <a:solidFill>
                  <a:schemeClr val="dk1"/>
                </a:solidFill>
                <a:latin typeface="Calibri"/>
                <a:ea typeface="Calibri"/>
                <a:cs typeface="Calibri"/>
                <a:sym typeface="Calibri"/>
              </a:rPr>
              <a:t> bits</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transmits packet into access network at </a:t>
            </a:r>
            <a:r>
              <a:rPr i="1" lang="en-US" sz="2800">
                <a:solidFill>
                  <a:srgbClr val="C00000"/>
                </a:solidFill>
                <a:latin typeface="Calibri"/>
                <a:ea typeface="Calibri"/>
                <a:cs typeface="Calibri"/>
                <a:sym typeface="Calibri"/>
              </a:rPr>
              <a:t>transmission rate R</a:t>
            </a:r>
            <a:endParaRPr/>
          </a:p>
          <a:p>
            <a:pPr indent="-225425" lvl="1" marL="6826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link transmission rate, aka link </a:t>
            </a:r>
            <a:r>
              <a:rPr b="0" i="1" lang="en-US" sz="2800" u="none" cap="none" strike="noStrike">
                <a:solidFill>
                  <a:srgbClr val="C00000"/>
                </a:solidFill>
                <a:latin typeface="Calibri"/>
                <a:ea typeface="Calibri"/>
                <a:cs typeface="Calibri"/>
                <a:sym typeface="Calibri"/>
              </a:rPr>
              <a:t>capacity, aka link bandwidth</a:t>
            </a:r>
            <a:endParaRPr/>
          </a:p>
        </p:txBody>
      </p:sp>
      <p:grpSp>
        <p:nvGrpSpPr>
          <p:cNvPr id="5027" name="Google Shape;5027;p30"/>
          <p:cNvGrpSpPr/>
          <p:nvPr/>
        </p:nvGrpSpPr>
        <p:grpSpPr>
          <a:xfrm>
            <a:off x="7825117" y="3017234"/>
            <a:ext cx="409575" cy="565150"/>
            <a:chOff x="375561" y="297711"/>
            <a:chExt cx="1252683" cy="2142487"/>
          </a:xfrm>
        </p:grpSpPr>
        <p:sp>
          <p:nvSpPr>
            <p:cNvPr id="5028" name="Google Shape;5028;p30"/>
            <p:cNvSpPr/>
            <p:nvPr/>
          </p:nvSpPr>
          <p:spPr>
            <a:xfrm>
              <a:off x="375561" y="297711"/>
              <a:ext cx="971072" cy="2136471"/>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29" name="Google Shape;5029;p30"/>
            <p:cNvSpPr/>
            <p:nvPr/>
          </p:nvSpPr>
          <p:spPr>
            <a:xfrm>
              <a:off x="375561" y="309747"/>
              <a:ext cx="1247826" cy="770332"/>
            </a:xfrm>
            <a:custGeom>
              <a:rect b="b" l="l" r="r" t="t"/>
              <a:pathLst>
                <a:path extrusionOk="0" h="758069" w="1248448">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30" name="Google Shape;5030;p30"/>
            <p:cNvSpPr/>
            <p:nvPr/>
          </p:nvSpPr>
          <p:spPr>
            <a:xfrm>
              <a:off x="1332065" y="1080080"/>
              <a:ext cx="296179" cy="1360118"/>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cxnSp>
        <p:nvCxnSpPr>
          <p:cNvPr id="5031" name="Google Shape;5031;p30"/>
          <p:cNvCxnSpPr/>
          <p:nvPr/>
        </p:nvCxnSpPr>
        <p:spPr>
          <a:xfrm>
            <a:off x="8248979" y="3941159"/>
            <a:ext cx="2454275" cy="0"/>
          </a:xfrm>
          <a:prstGeom prst="straightConnector1">
            <a:avLst/>
          </a:prstGeom>
          <a:noFill/>
          <a:ln cap="flat" cmpd="sng" w="28575">
            <a:solidFill>
              <a:schemeClr val="dk1"/>
            </a:solidFill>
            <a:prstDash val="solid"/>
            <a:round/>
            <a:headEnd len="med" w="med" type="none"/>
            <a:tailEnd len="med" w="med" type="none"/>
          </a:ln>
        </p:spPr>
      </p:cxnSp>
      <p:sp>
        <p:nvSpPr>
          <p:cNvPr id="5032" name="Google Shape;5032;p30"/>
          <p:cNvSpPr txBox="1"/>
          <p:nvPr/>
        </p:nvSpPr>
        <p:spPr>
          <a:xfrm>
            <a:off x="8536979" y="4435965"/>
            <a:ext cx="316509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C00000"/>
                </a:solidFill>
                <a:latin typeface="Calibri"/>
                <a:ea typeface="Calibri"/>
                <a:cs typeface="Calibri"/>
                <a:sym typeface="Calibri"/>
              </a:rPr>
              <a:t>R: </a:t>
            </a:r>
            <a:r>
              <a:rPr lang="en-US" sz="2400">
                <a:solidFill>
                  <a:schemeClr val="dk1"/>
                </a:solidFill>
                <a:latin typeface="Calibri"/>
                <a:ea typeface="Calibri"/>
                <a:cs typeface="Calibri"/>
                <a:sym typeface="Calibri"/>
              </a:rPr>
              <a:t>link transmission rate</a:t>
            </a:r>
            <a:endParaRPr/>
          </a:p>
        </p:txBody>
      </p:sp>
      <p:grpSp>
        <p:nvGrpSpPr>
          <p:cNvPr id="5033" name="Google Shape;5033;p30"/>
          <p:cNvGrpSpPr/>
          <p:nvPr/>
        </p:nvGrpSpPr>
        <p:grpSpPr>
          <a:xfrm>
            <a:off x="7577467" y="3023584"/>
            <a:ext cx="409575" cy="565150"/>
            <a:chOff x="375561" y="297711"/>
            <a:chExt cx="1252683" cy="2138362"/>
          </a:xfrm>
        </p:grpSpPr>
        <p:sp>
          <p:nvSpPr>
            <p:cNvPr id="5034" name="Google Shape;5034;p30"/>
            <p:cNvSpPr/>
            <p:nvPr/>
          </p:nvSpPr>
          <p:spPr>
            <a:xfrm>
              <a:off x="375561" y="297711"/>
              <a:ext cx="971072" cy="2138362"/>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35" name="Google Shape;5035;p30"/>
            <p:cNvSpPr/>
            <p:nvPr/>
          </p:nvSpPr>
          <p:spPr>
            <a:xfrm>
              <a:off x="375561" y="309724"/>
              <a:ext cx="1247826" cy="768849"/>
            </a:xfrm>
            <a:custGeom>
              <a:rect b="b" l="l" r="r" t="t"/>
              <a:pathLst>
                <a:path extrusionOk="0" h="758069" w="1248448">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36" name="Google Shape;5036;p30"/>
            <p:cNvSpPr/>
            <p:nvPr/>
          </p:nvSpPr>
          <p:spPr>
            <a:xfrm>
              <a:off x="1332065" y="1066560"/>
              <a:ext cx="296179" cy="1363508"/>
            </a:xfrm>
            <a:prstGeom prst="rect">
              <a:avLst/>
            </a:prstGeom>
            <a:solidFill>
              <a:srgbClr val="D8E2F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5037" name="Google Shape;5037;p30"/>
          <p:cNvSpPr txBox="1"/>
          <p:nvPr/>
        </p:nvSpPr>
        <p:spPr>
          <a:xfrm>
            <a:off x="7334579" y="4199922"/>
            <a:ext cx="63863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host</a:t>
            </a:r>
            <a:endParaRPr/>
          </a:p>
        </p:txBody>
      </p:sp>
      <p:grpSp>
        <p:nvGrpSpPr>
          <p:cNvPr id="5038" name="Google Shape;5038;p30"/>
          <p:cNvGrpSpPr/>
          <p:nvPr/>
        </p:nvGrpSpPr>
        <p:grpSpPr>
          <a:xfrm>
            <a:off x="7102804" y="3586433"/>
            <a:ext cx="1295400" cy="669051"/>
            <a:chOff x="1816230" y="5881531"/>
            <a:chExt cx="1843339" cy="976469"/>
          </a:xfrm>
        </p:grpSpPr>
        <p:pic>
          <p:nvPicPr>
            <p:cNvPr id="5039" name="Google Shape;5039;p30"/>
            <p:cNvPicPr preferRelativeResize="0"/>
            <p:nvPr/>
          </p:nvPicPr>
          <p:blipFill rotWithShape="1">
            <a:blip r:embed="rId3">
              <a:alphaModFix/>
            </a:blip>
            <a:srcRect b="0" l="0" r="0" t="0"/>
            <a:stretch/>
          </p:blipFill>
          <p:spPr>
            <a:xfrm>
              <a:off x="1816230" y="6142069"/>
              <a:ext cx="1843339" cy="715931"/>
            </a:xfrm>
            <a:prstGeom prst="rect">
              <a:avLst/>
            </a:prstGeom>
            <a:noFill/>
            <a:ln>
              <a:noFill/>
            </a:ln>
          </p:spPr>
        </p:pic>
        <p:sp>
          <p:nvSpPr>
            <p:cNvPr id="5040" name="Google Shape;5040;p30"/>
            <p:cNvSpPr/>
            <p:nvPr/>
          </p:nvSpPr>
          <p:spPr>
            <a:xfrm rot="1049095">
              <a:off x="1947252" y="6118900"/>
              <a:ext cx="1651325" cy="463386"/>
            </a:xfrm>
            <a:prstGeom prst="rect">
              <a:avLst/>
            </a:prstGeom>
            <a:gradFill>
              <a:gsLst>
                <a:gs pos="0">
                  <a:schemeClr val="lt1"/>
                </a:gs>
                <a:gs pos="50000">
                  <a:srgbClr val="FFFFFF">
                    <a:alpha val="47843"/>
                  </a:srgbClr>
                </a:gs>
                <a:gs pos="100000">
                  <a:srgbClr val="FFFFFF">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nvGrpSpPr>
          <p:cNvPr id="5041" name="Google Shape;5041;p30"/>
          <p:cNvGrpSpPr/>
          <p:nvPr/>
        </p:nvGrpSpPr>
        <p:grpSpPr>
          <a:xfrm>
            <a:off x="7222573" y="2132997"/>
            <a:ext cx="1449562" cy="987152"/>
            <a:chOff x="2362923" y="4309243"/>
            <a:chExt cx="1821888" cy="1441857"/>
          </a:xfrm>
        </p:grpSpPr>
        <p:pic>
          <p:nvPicPr>
            <p:cNvPr id="5042" name="Google Shape;5042;p30"/>
            <p:cNvPicPr preferRelativeResize="0"/>
            <p:nvPr/>
          </p:nvPicPr>
          <p:blipFill rotWithShape="1">
            <a:blip r:embed="rId4">
              <a:alphaModFix/>
            </a:blip>
            <a:srcRect b="0" l="0" r="0" t="0"/>
            <a:stretch/>
          </p:blipFill>
          <p:spPr>
            <a:xfrm>
              <a:off x="2583508" y="4309243"/>
              <a:ext cx="1284945" cy="1282262"/>
            </a:xfrm>
            <a:prstGeom prst="rect">
              <a:avLst/>
            </a:prstGeom>
            <a:noFill/>
            <a:ln>
              <a:noFill/>
            </a:ln>
          </p:spPr>
        </p:pic>
        <p:sp>
          <p:nvSpPr>
            <p:cNvPr id="5043" name="Google Shape;5043;p30"/>
            <p:cNvSpPr/>
            <p:nvPr/>
          </p:nvSpPr>
          <p:spPr>
            <a:xfrm rot="-9998178">
              <a:off x="2387973" y="5127757"/>
              <a:ext cx="1771787" cy="424330"/>
            </a:xfrm>
            <a:prstGeom prst="rect">
              <a:avLst/>
            </a:prstGeom>
            <a:gradFill>
              <a:gsLst>
                <a:gs pos="0">
                  <a:schemeClr val="lt1"/>
                </a:gs>
                <a:gs pos="50000">
                  <a:srgbClr val="FFFFFF">
                    <a:alpha val="47843"/>
                  </a:srgbClr>
                </a:gs>
                <a:gs pos="100000">
                  <a:srgbClr val="FFFFFF">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5044" name="Google Shape;5044;p30"/>
          <p:cNvSpPr txBox="1"/>
          <p:nvPr/>
        </p:nvSpPr>
        <p:spPr>
          <a:xfrm>
            <a:off x="7991804" y="3555397"/>
            <a:ext cx="288925" cy="3381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1</a:t>
            </a:r>
            <a:endParaRPr/>
          </a:p>
        </p:txBody>
      </p:sp>
      <p:sp>
        <p:nvSpPr>
          <p:cNvPr id="5045" name="Google Shape;5045;p30"/>
          <p:cNvSpPr txBox="1"/>
          <p:nvPr/>
        </p:nvSpPr>
        <p:spPr>
          <a:xfrm>
            <a:off x="7750504" y="3563334"/>
            <a:ext cx="288925" cy="3381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2</a:t>
            </a:r>
            <a:endParaRPr/>
          </a:p>
        </p:txBody>
      </p:sp>
      <p:cxnSp>
        <p:nvCxnSpPr>
          <p:cNvPr id="5046" name="Google Shape;5046;p30"/>
          <p:cNvCxnSpPr/>
          <p:nvPr/>
        </p:nvCxnSpPr>
        <p:spPr>
          <a:xfrm flipH="1" rot="10800000">
            <a:off x="8241042" y="2577497"/>
            <a:ext cx="1225550" cy="565150"/>
          </a:xfrm>
          <a:prstGeom prst="straightConnector1">
            <a:avLst/>
          </a:prstGeom>
          <a:noFill/>
          <a:ln cap="flat" cmpd="sng" w="9525">
            <a:solidFill>
              <a:schemeClr val="dk1"/>
            </a:solidFill>
            <a:prstDash val="solid"/>
            <a:round/>
            <a:headEnd len="med" w="med" type="none"/>
            <a:tailEnd len="med" w="med" type="none"/>
          </a:ln>
        </p:spPr>
      </p:cxnSp>
      <p:sp>
        <p:nvSpPr>
          <p:cNvPr id="5047" name="Google Shape;5047;p30"/>
          <p:cNvSpPr txBox="1"/>
          <p:nvPr/>
        </p:nvSpPr>
        <p:spPr>
          <a:xfrm>
            <a:off x="9404679" y="2228247"/>
            <a:ext cx="182447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two packets, </a:t>
            </a:r>
            <a:endParaRPr/>
          </a:p>
          <a:p>
            <a:pPr indent="0" lvl="0" marL="0" marR="0" rtl="0" algn="l">
              <a:spcBef>
                <a:spcPts val="0"/>
              </a:spcBef>
              <a:spcAft>
                <a:spcPts val="0"/>
              </a:spcAft>
              <a:buNone/>
            </a:pPr>
            <a:r>
              <a:rPr i="1" lang="en-US" sz="2400">
                <a:solidFill>
                  <a:srgbClr val="C00000"/>
                </a:solidFill>
                <a:latin typeface="Calibri"/>
                <a:ea typeface="Calibri"/>
                <a:cs typeface="Calibri"/>
                <a:sym typeface="Calibri"/>
              </a:rPr>
              <a:t>L</a:t>
            </a:r>
            <a:r>
              <a:rPr lang="en-US" sz="2400">
                <a:solidFill>
                  <a:schemeClr val="dk1"/>
                </a:solidFill>
                <a:latin typeface="Calibri"/>
                <a:ea typeface="Calibri"/>
                <a:cs typeface="Calibri"/>
                <a:sym typeface="Calibri"/>
              </a:rPr>
              <a:t> bits each</a:t>
            </a:r>
            <a:endParaRPr/>
          </a:p>
        </p:txBody>
      </p:sp>
      <p:grpSp>
        <p:nvGrpSpPr>
          <p:cNvPr id="5048" name="Google Shape;5048;p30"/>
          <p:cNvGrpSpPr/>
          <p:nvPr/>
        </p:nvGrpSpPr>
        <p:grpSpPr>
          <a:xfrm>
            <a:off x="10506147" y="3669119"/>
            <a:ext cx="1200246" cy="477406"/>
            <a:chOff x="3668110" y="2448910"/>
            <a:chExt cx="3794234" cy="2165130"/>
          </a:xfrm>
        </p:grpSpPr>
        <p:sp>
          <p:nvSpPr>
            <p:cNvPr id="5049" name="Google Shape;5049;p30"/>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50" name="Google Shape;5050;p30"/>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051" name="Google Shape;5051;p30"/>
            <p:cNvGrpSpPr/>
            <p:nvPr/>
          </p:nvGrpSpPr>
          <p:grpSpPr>
            <a:xfrm>
              <a:off x="3941378" y="2603243"/>
              <a:ext cx="3202061" cy="1066110"/>
              <a:chOff x="7939341" y="3037317"/>
              <a:chExt cx="897649" cy="353919"/>
            </a:xfrm>
          </p:grpSpPr>
          <p:sp>
            <p:nvSpPr>
              <p:cNvPr id="5052" name="Google Shape;5052;p30"/>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53" name="Google Shape;5053;p30"/>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54" name="Google Shape;5054;p30"/>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55" name="Google Shape;5055;p30"/>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cxnSp>
        <p:nvCxnSpPr>
          <p:cNvPr id="5056" name="Google Shape;5056;p30"/>
          <p:cNvCxnSpPr/>
          <p:nvPr/>
        </p:nvCxnSpPr>
        <p:spPr>
          <a:xfrm rot="10800000">
            <a:off x="9264979" y="4020904"/>
            <a:ext cx="0" cy="458309"/>
          </a:xfrm>
          <a:prstGeom prst="straightConnector1">
            <a:avLst/>
          </a:prstGeom>
          <a:noFill/>
          <a:ln cap="flat" cmpd="sng" w="9525">
            <a:solidFill>
              <a:schemeClr val="dk1"/>
            </a:solidFill>
            <a:prstDash val="solid"/>
            <a:round/>
            <a:headEnd len="med" w="med" type="none"/>
            <a:tailEnd len="med" w="med" type="none"/>
          </a:ln>
        </p:spPr>
      </p:cxnSp>
      <p:sp>
        <p:nvSpPr>
          <p:cNvPr id="5057" name="Google Shape;5057;p30"/>
          <p:cNvSpPr/>
          <p:nvPr/>
        </p:nvSpPr>
        <p:spPr>
          <a:xfrm>
            <a:off x="8311695" y="3223689"/>
            <a:ext cx="978408" cy="260093"/>
          </a:xfrm>
          <a:prstGeom prst="rightArrow">
            <a:avLst>
              <a:gd fmla="val 50000" name="adj1"/>
              <a:gd fmla="val 50000" name="adj2"/>
            </a:avLst>
          </a:prstGeom>
          <a:gradFill>
            <a:gsLst>
              <a:gs pos="0">
                <a:srgbClr val="F5F7FC"/>
              </a:gs>
              <a:gs pos="35000">
                <a:srgbClr val="D8E2F3"/>
              </a:gs>
              <a:gs pos="68000">
                <a:srgbClr val="A9BEE4"/>
              </a:gs>
              <a:gs pos="100000">
                <a:srgbClr val="0000A8"/>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058" name="Google Shape;5058;p30"/>
          <p:cNvGrpSpPr/>
          <p:nvPr/>
        </p:nvGrpSpPr>
        <p:grpSpPr>
          <a:xfrm>
            <a:off x="2541108" y="5251754"/>
            <a:ext cx="6446724" cy="1077218"/>
            <a:chOff x="2541108" y="5251754"/>
            <a:chExt cx="6446724" cy="1077218"/>
          </a:xfrm>
        </p:grpSpPr>
        <p:sp>
          <p:nvSpPr>
            <p:cNvPr id="5059" name="Google Shape;5059;p30"/>
            <p:cNvSpPr txBox="1"/>
            <p:nvPr/>
          </p:nvSpPr>
          <p:spPr>
            <a:xfrm>
              <a:off x="2541108" y="5259812"/>
              <a:ext cx="1768561" cy="1036887"/>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None/>
              </a:pPr>
              <a:r>
                <a:rPr lang="en-US" sz="2400">
                  <a:solidFill>
                    <a:schemeClr val="dk1"/>
                  </a:solidFill>
                  <a:latin typeface="Calibri"/>
                  <a:ea typeface="Calibri"/>
                  <a:cs typeface="Calibri"/>
                  <a:sym typeface="Calibri"/>
                </a:rPr>
                <a:t>packet</a:t>
              </a:r>
              <a:endParaRPr/>
            </a:p>
            <a:p>
              <a:pPr indent="0" lvl="0" marL="0" marR="0" rtl="0" algn="r">
                <a:lnSpc>
                  <a:spcPct val="85000"/>
                </a:lnSpc>
                <a:spcBef>
                  <a:spcPts val="0"/>
                </a:spcBef>
                <a:spcAft>
                  <a:spcPts val="0"/>
                </a:spcAft>
                <a:buNone/>
              </a:pPr>
              <a:r>
                <a:rPr lang="en-US" sz="2400">
                  <a:solidFill>
                    <a:schemeClr val="dk1"/>
                  </a:solidFill>
                  <a:latin typeface="Calibri"/>
                  <a:ea typeface="Calibri"/>
                  <a:cs typeface="Calibri"/>
                  <a:sym typeface="Calibri"/>
                </a:rPr>
                <a:t>transmission</a:t>
              </a:r>
              <a:endParaRPr/>
            </a:p>
            <a:p>
              <a:pPr indent="0" lvl="0" marL="0" marR="0" rtl="0" algn="r">
                <a:lnSpc>
                  <a:spcPct val="85000"/>
                </a:lnSpc>
                <a:spcBef>
                  <a:spcPts val="0"/>
                </a:spcBef>
                <a:spcAft>
                  <a:spcPts val="0"/>
                </a:spcAft>
                <a:buNone/>
              </a:pPr>
              <a:r>
                <a:rPr lang="en-US" sz="2400">
                  <a:solidFill>
                    <a:schemeClr val="dk1"/>
                  </a:solidFill>
                  <a:latin typeface="Calibri"/>
                  <a:ea typeface="Calibri"/>
                  <a:cs typeface="Calibri"/>
                  <a:sym typeface="Calibri"/>
                </a:rPr>
                <a:t>delay</a:t>
              </a:r>
              <a:endParaRPr/>
            </a:p>
          </p:txBody>
        </p:sp>
        <p:sp>
          <p:nvSpPr>
            <p:cNvPr id="5060" name="Google Shape;5060;p30"/>
            <p:cNvSpPr txBox="1"/>
            <p:nvPr/>
          </p:nvSpPr>
          <p:spPr>
            <a:xfrm>
              <a:off x="4778467" y="5291362"/>
              <a:ext cx="2103653" cy="1036887"/>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2400">
                  <a:solidFill>
                    <a:schemeClr val="dk1"/>
                  </a:solidFill>
                  <a:latin typeface="Calibri"/>
                  <a:ea typeface="Calibri"/>
                  <a:cs typeface="Calibri"/>
                  <a:sym typeface="Calibri"/>
                </a:rPr>
                <a:t>time needed to</a:t>
              </a:r>
              <a:endParaRPr/>
            </a:p>
            <a:p>
              <a:pPr indent="0" lvl="0" marL="0" marR="0" rtl="0" algn="ctr">
                <a:lnSpc>
                  <a:spcPct val="85000"/>
                </a:lnSpc>
                <a:spcBef>
                  <a:spcPts val="0"/>
                </a:spcBef>
                <a:spcAft>
                  <a:spcPts val="0"/>
                </a:spcAft>
                <a:buNone/>
              </a:pPr>
              <a:r>
                <a:rPr lang="en-US" sz="2400">
                  <a:solidFill>
                    <a:schemeClr val="dk1"/>
                  </a:solidFill>
                  <a:latin typeface="Calibri"/>
                  <a:ea typeface="Calibri"/>
                  <a:cs typeface="Calibri"/>
                  <a:sym typeface="Calibri"/>
                </a:rPr>
                <a:t>transmit </a:t>
              </a:r>
              <a:r>
                <a:rPr i="1" lang="en-US" sz="2400">
                  <a:solidFill>
                    <a:schemeClr val="dk1"/>
                  </a:solidFill>
                  <a:latin typeface="Calibri"/>
                  <a:ea typeface="Calibri"/>
                  <a:cs typeface="Calibri"/>
                  <a:sym typeface="Calibri"/>
                </a:rPr>
                <a:t>L</a:t>
              </a:r>
              <a:r>
                <a:rPr lang="en-US" sz="2400">
                  <a:solidFill>
                    <a:schemeClr val="dk1"/>
                  </a:solidFill>
                  <a:latin typeface="Calibri"/>
                  <a:ea typeface="Calibri"/>
                  <a:cs typeface="Calibri"/>
                  <a:sym typeface="Calibri"/>
                </a:rPr>
                <a:t>-bit</a:t>
              </a:r>
              <a:endParaRPr/>
            </a:p>
            <a:p>
              <a:pPr indent="0" lvl="0" marL="0" marR="0" rtl="0" algn="ctr">
                <a:lnSpc>
                  <a:spcPct val="85000"/>
                </a:lnSpc>
                <a:spcBef>
                  <a:spcPts val="0"/>
                </a:spcBef>
                <a:spcAft>
                  <a:spcPts val="0"/>
                </a:spcAft>
                <a:buNone/>
              </a:pPr>
              <a:r>
                <a:rPr lang="en-US" sz="2400">
                  <a:solidFill>
                    <a:schemeClr val="dk1"/>
                  </a:solidFill>
                  <a:latin typeface="Calibri"/>
                  <a:ea typeface="Calibri"/>
                  <a:cs typeface="Calibri"/>
                  <a:sym typeface="Calibri"/>
                </a:rPr>
                <a:t>packet into link</a:t>
              </a:r>
              <a:endParaRPr/>
            </a:p>
          </p:txBody>
        </p:sp>
        <p:sp>
          <p:nvSpPr>
            <p:cNvPr id="5061" name="Google Shape;5061;p30"/>
            <p:cNvSpPr txBox="1"/>
            <p:nvPr/>
          </p:nvSpPr>
          <p:spPr>
            <a:xfrm>
              <a:off x="7516019" y="5251754"/>
              <a:ext cx="1471813"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3200">
                  <a:solidFill>
                    <a:schemeClr val="dk1"/>
                  </a:solidFill>
                  <a:latin typeface="Calibri"/>
                  <a:ea typeface="Calibri"/>
                  <a:cs typeface="Calibri"/>
                  <a:sym typeface="Calibri"/>
                </a:rPr>
                <a:t>L</a:t>
              </a:r>
              <a:r>
                <a:rPr lang="en-US" sz="3200">
                  <a:solidFill>
                    <a:schemeClr val="dk1"/>
                  </a:solidFill>
                  <a:latin typeface="Calibri"/>
                  <a:ea typeface="Calibri"/>
                  <a:cs typeface="Calibri"/>
                  <a:sym typeface="Calibri"/>
                </a:rPr>
                <a:t> </a:t>
              </a:r>
              <a:r>
                <a:rPr lang="en-US" sz="2000">
                  <a:solidFill>
                    <a:schemeClr val="dk1"/>
                  </a:solidFill>
                  <a:latin typeface="Calibri"/>
                  <a:ea typeface="Calibri"/>
                  <a:cs typeface="Calibri"/>
                  <a:sym typeface="Calibri"/>
                </a:rPr>
                <a:t>(bits)</a:t>
              </a:r>
              <a:endParaRPr/>
            </a:p>
            <a:p>
              <a:pPr indent="0" lvl="0" marL="0" marR="0" rtl="0" algn="l">
                <a:spcBef>
                  <a:spcPts val="0"/>
                </a:spcBef>
                <a:spcAft>
                  <a:spcPts val="0"/>
                </a:spcAft>
                <a:buNone/>
              </a:pPr>
              <a:r>
                <a:rPr i="1" lang="en-US" sz="3200">
                  <a:solidFill>
                    <a:schemeClr val="dk1"/>
                  </a:solidFill>
                  <a:latin typeface="Calibri"/>
                  <a:ea typeface="Calibri"/>
                  <a:cs typeface="Calibri"/>
                  <a:sym typeface="Calibri"/>
                </a:rPr>
                <a:t>R</a:t>
              </a:r>
              <a:r>
                <a:rPr lang="en-US" sz="3200">
                  <a:solidFill>
                    <a:schemeClr val="dk1"/>
                  </a:solidFill>
                  <a:latin typeface="Calibri"/>
                  <a:ea typeface="Calibri"/>
                  <a:cs typeface="Calibri"/>
                  <a:sym typeface="Calibri"/>
                </a:rPr>
                <a:t> </a:t>
              </a:r>
              <a:r>
                <a:rPr lang="en-US" sz="2000">
                  <a:solidFill>
                    <a:schemeClr val="dk1"/>
                  </a:solidFill>
                  <a:latin typeface="Calibri"/>
                  <a:ea typeface="Calibri"/>
                  <a:cs typeface="Calibri"/>
                  <a:sym typeface="Calibri"/>
                </a:rPr>
                <a:t>(bits/sec)</a:t>
              </a:r>
              <a:endParaRPr sz="3200">
                <a:solidFill>
                  <a:schemeClr val="dk1"/>
                </a:solidFill>
                <a:latin typeface="Calibri"/>
                <a:ea typeface="Calibri"/>
                <a:cs typeface="Calibri"/>
                <a:sym typeface="Calibri"/>
              </a:endParaRPr>
            </a:p>
          </p:txBody>
        </p:sp>
        <p:cxnSp>
          <p:nvCxnSpPr>
            <p:cNvPr id="5062" name="Google Shape;5062;p30"/>
            <p:cNvCxnSpPr/>
            <p:nvPr/>
          </p:nvCxnSpPr>
          <p:spPr>
            <a:xfrm>
              <a:off x="7603331" y="5796974"/>
              <a:ext cx="286873" cy="0"/>
            </a:xfrm>
            <a:prstGeom prst="straightConnector1">
              <a:avLst/>
            </a:prstGeom>
            <a:noFill/>
            <a:ln cap="flat" cmpd="sng" w="25400">
              <a:solidFill>
                <a:schemeClr val="dk1"/>
              </a:solidFill>
              <a:prstDash val="solid"/>
              <a:round/>
              <a:headEnd len="med" w="med" type="none"/>
              <a:tailEnd len="med" w="med" type="none"/>
            </a:ln>
          </p:spPr>
        </p:cxnSp>
        <p:sp>
          <p:nvSpPr>
            <p:cNvPr id="5063" name="Google Shape;5063;p30"/>
            <p:cNvSpPr txBox="1"/>
            <p:nvPr/>
          </p:nvSpPr>
          <p:spPr>
            <a:xfrm>
              <a:off x="4336507" y="5477615"/>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a:t>
              </a:r>
              <a:endParaRPr/>
            </a:p>
          </p:txBody>
        </p:sp>
        <p:sp>
          <p:nvSpPr>
            <p:cNvPr id="5064" name="Google Shape;5064;p30"/>
            <p:cNvSpPr txBox="1"/>
            <p:nvPr/>
          </p:nvSpPr>
          <p:spPr>
            <a:xfrm>
              <a:off x="6919119" y="5484897"/>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8"/>
                                        </p:tgtEl>
                                        <p:attrNameLst>
                                          <p:attrName>style.visibility</p:attrName>
                                        </p:attrNameLst>
                                      </p:cBhvr>
                                      <p:to>
                                        <p:strVal val="visible"/>
                                      </p:to>
                                    </p:set>
                                    <p:animEffect filter="fade" transition="in">
                                      <p:cBhvr>
                                        <p:cTn dur="500"/>
                                        <p:tgtEl>
                                          <p:spTgt spid="50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8" name="Shape 5068"/>
        <p:cNvGrpSpPr/>
        <p:nvPr/>
      </p:nvGrpSpPr>
      <p:grpSpPr>
        <a:xfrm>
          <a:off x="0" y="0"/>
          <a:ext cx="0" cy="0"/>
          <a:chOff x="0" y="0"/>
          <a:chExt cx="0" cy="0"/>
        </a:xfrm>
      </p:grpSpPr>
      <p:sp>
        <p:nvSpPr>
          <p:cNvPr id="5069" name="Google Shape;5069;p31"/>
          <p:cNvSpPr txBox="1"/>
          <p:nvPr>
            <p:ph idx="4294967295" type="title"/>
          </p:nvPr>
        </p:nvSpPr>
        <p:spPr>
          <a:xfrm>
            <a:off x="1814514" y="198439"/>
            <a:ext cx="8321675" cy="7651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Calibri"/>
              <a:buNone/>
            </a:pPr>
            <a:r>
              <a:rPr lang="en-US"/>
              <a:t>Host: sends </a:t>
            </a:r>
            <a:r>
              <a:rPr i="1" lang="en-US"/>
              <a:t>packets</a:t>
            </a:r>
            <a:r>
              <a:rPr lang="en-US"/>
              <a:t> of data</a:t>
            </a:r>
            <a:endParaRPr/>
          </a:p>
        </p:txBody>
      </p:sp>
      <p:pic>
        <p:nvPicPr>
          <p:cNvPr descr="underline_base" id="5070" name="Google Shape;5070;p31"/>
          <p:cNvPicPr preferRelativeResize="0"/>
          <p:nvPr/>
        </p:nvPicPr>
        <p:blipFill rotWithShape="1">
          <a:blip r:embed="rId3">
            <a:alphaModFix/>
          </a:blip>
          <a:srcRect b="0" l="0" r="0" t="0"/>
          <a:stretch/>
        </p:blipFill>
        <p:spPr>
          <a:xfrm>
            <a:off x="1851026" y="822325"/>
            <a:ext cx="7769225" cy="173038"/>
          </a:xfrm>
          <a:prstGeom prst="rect">
            <a:avLst/>
          </a:prstGeom>
          <a:noFill/>
          <a:ln>
            <a:noFill/>
          </a:ln>
        </p:spPr>
      </p:pic>
      <p:grpSp>
        <p:nvGrpSpPr>
          <p:cNvPr id="5071" name="Google Shape;5071;p31"/>
          <p:cNvGrpSpPr/>
          <p:nvPr/>
        </p:nvGrpSpPr>
        <p:grpSpPr>
          <a:xfrm>
            <a:off x="6491938" y="1387476"/>
            <a:ext cx="3968100" cy="1954959"/>
            <a:chOff x="4538911" y="1387016"/>
            <a:chExt cx="4397127" cy="2495559"/>
          </a:xfrm>
        </p:grpSpPr>
        <p:grpSp>
          <p:nvGrpSpPr>
            <p:cNvPr id="5072" name="Google Shape;5072;p31"/>
            <p:cNvGrpSpPr/>
            <p:nvPr/>
          </p:nvGrpSpPr>
          <p:grpSpPr>
            <a:xfrm>
              <a:off x="4559300" y="2839420"/>
              <a:ext cx="1295400" cy="670083"/>
              <a:chOff x="1816230" y="5880025"/>
              <a:chExt cx="1843339" cy="977975"/>
            </a:xfrm>
          </p:grpSpPr>
          <p:pic>
            <p:nvPicPr>
              <p:cNvPr id="5073" name="Google Shape;5073;p31"/>
              <p:cNvPicPr preferRelativeResize="0"/>
              <p:nvPr/>
            </p:nvPicPr>
            <p:blipFill rotWithShape="1">
              <a:blip r:embed="rId4">
                <a:alphaModFix/>
              </a:blip>
              <a:srcRect b="0" l="0" r="0" t="0"/>
              <a:stretch/>
            </p:blipFill>
            <p:spPr>
              <a:xfrm>
                <a:off x="1816230" y="6142069"/>
                <a:ext cx="1843339" cy="715931"/>
              </a:xfrm>
              <a:prstGeom prst="rect">
                <a:avLst/>
              </a:prstGeom>
              <a:noFill/>
              <a:ln>
                <a:noFill/>
              </a:ln>
            </p:spPr>
          </p:pic>
          <p:sp>
            <p:nvSpPr>
              <p:cNvPr id="5074" name="Google Shape;5074;p31"/>
              <p:cNvSpPr/>
              <p:nvPr/>
            </p:nvSpPr>
            <p:spPr>
              <a:xfrm rot="1049095">
                <a:off x="1946398" y="6117493"/>
                <a:ext cx="1652134" cy="464346"/>
              </a:xfrm>
              <a:prstGeom prst="rect">
                <a:avLst/>
              </a:prstGeom>
              <a:gradFill>
                <a:gsLst>
                  <a:gs pos="0">
                    <a:schemeClr val="lt1"/>
                  </a:gs>
                  <a:gs pos="50000">
                    <a:srgbClr val="FFFFFF">
                      <a:alpha val="47843"/>
                    </a:srgbClr>
                  </a:gs>
                  <a:gs pos="100000">
                    <a:srgbClr val="FFFFFF">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nvGrpSpPr>
            <p:cNvPr id="5075" name="Google Shape;5075;p31"/>
            <p:cNvGrpSpPr/>
            <p:nvPr/>
          </p:nvGrpSpPr>
          <p:grpSpPr>
            <a:xfrm>
              <a:off x="4538911" y="1387016"/>
              <a:ext cx="4397127" cy="2495559"/>
              <a:chOff x="4679262" y="1387016"/>
              <a:chExt cx="4256776" cy="2598807"/>
            </a:xfrm>
          </p:grpSpPr>
          <p:grpSp>
            <p:nvGrpSpPr>
              <p:cNvPr id="5076" name="Google Shape;5076;p31"/>
              <p:cNvGrpSpPr/>
              <p:nvPr/>
            </p:nvGrpSpPr>
            <p:grpSpPr>
              <a:xfrm>
                <a:off x="5281422" y="2271245"/>
                <a:ext cx="410420" cy="565569"/>
                <a:chOff x="374977" y="297681"/>
                <a:chExt cx="1255268" cy="2144074"/>
              </a:xfrm>
            </p:grpSpPr>
            <p:sp>
              <p:nvSpPr>
                <p:cNvPr id="5077" name="Google Shape;5077;p31"/>
                <p:cNvSpPr/>
                <p:nvPr/>
              </p:nvSpPr>
              <p:spPr>
                <a:xfrm>
                  <a:off x="374977" y="297681"/>
                  <a:ext cx="974005" cy="2136072"/>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78" name="Google Shape;5078;p31"/>
                <p:cNvSpPr/>
                <p:nvPr/>
              </p:nvSpPr>
              <p:spPr>
                <a:xfrm>
                  <a:off x="374977" y="313681"/>
                  <a:ext cx="1250061" cy="768027"/>
                </a:xfrm>
                <a:custGeom>
                  <a:rect b="b" l="l" r="r" t="t"/>
                  <a:pathLst>
                    <a:path extrusionOk="0" h="758069" w="1248448">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79" name="Google Shape;5079;p31"/>
                <p:cNvSpPr/>
                <p:nvPr/>
              </p:nvSpPr>
              <p:spPr>
                <a:xfrm>
                  <a:off x="1333357" y="1081708"/>
                  <a:ext cx="296888" cy="1360047"/>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cxnSp>
            <p:nvCxnSpPr>
              <p:cNvPr id="5080" name="Google Shape;5080;p31"/>
              <p:cNvCxnSpPr/>
              <p:nvPr/>
            </p:nvCxnSpPr>
            <p:spPr>
              <a:xfrm>
                <a:off x="5705475" y="3195178"/>
                <a:ext cx="2454275" cy="0"/>
              </a:xfrm>
              <a:prstGeom prst="straightConnector1">
                <a:avLst/>
              </a:prstGeom>
              <a:noFill/>
              <a:ln cap="flat" cmpd="sng" w="28575">
                <a:solidFill>
                  <a:schemeClr val="dk1"/>
                </a:solidFill>
                <a:prstDash val="solid"/>
                <a:round/>
                <a:headEnd len="med" w="med" type="none"/>
                <a:tailEnd len="med" w="med" type="none"/>
              </a:ln>
            </p:spPr>
          </p:cxnSp>
          <p:grpSp>
            <p:nvGrpSpPr>
              <p:cNvPr id="5081" name="Google Shape;5081;p31"/>
              <p:cNvGrpSpPr/>
              <p:nvPr/>
            </p:nvGrpSpPr>
            <p:grpSpPr>
              <a:xfrm>
                <a:off x="7883525" y="2895141"/>
                <a:ext cx="1052513" cy="355600"/>
                <a:chOff x="4410" y="1365"/>
                <a:chExt cx="663" cy="224"/>
              </a:xfrm>
            </p:grpSpPr>
            <p:sp>
              <p:nvSpPr>
                <p:cNvPr id="5082" name="Google Shape;5082;p31"/>
                <p:cNvSpPr/>
                <p:nvPr/>
              </p:nvSpPr>
              <p:spPr>
                <a:xfrm>
                  <a:off x="4410" y="1500"/>
                  <a:ext cx="495" cy="87"/>
                </a:xfrm>
                <a:prstGeom prst="rect">
                  <a:avLst/>
                </a:prstGeom>
                <a:gradFill>
                  <a:gsLst>
                    <a:gs pos="0">
                      <a:srgbClr val="009999"/>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rgbClr val="000000"/>
                    </a:solidFill>
                    <a:latin typeface="Arial"/>
                    <a:ea typeface="Arial"/>
                    <a:cs typeface="Arial"/>
                    <a:sym typeface="Arial"/>
                  </a:endParaRPr>
                </a:p>
              </p:txBody>
            </p:sp>
            <p:sp>
              <p:nvSpPr>
                <p:cNvPr id="5083" name="Google Shape;5083;p31"/>
                <p:cNvSpPr/>
                <p:nvPr/>
              </p:nvSpPr>
              <p:spPr>
                <a:xfrm>
                  <a:off x="4410" y="1368"/>
                  <a:ext cx="663" cy="135"/>
                </a:xfrm>
                <a:prstGeom prst="parallelogram">
                  <a:avLst>
                    <a:gd fmla="val 122778" name="adj"/>
                  </a:avLst>
                </a:prstGeom>
                <a:gradFill>
                  <a:gsLst>
                    <a:gs pos="0">
                      <a:srgbClr val="009999"/>
                    </a:gs>
                    <a:gs pos="100000">
                      <a:srgbClr val="FFFFFF"/>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rgbClr val="000000"/>
                    </a:solidFill>
                    <a:latin typeface="Arial"/>
                    <a:ea typeface="Arial"/>
                    <a:cs typeface="Arial"/>
                    <a:sym typeface="Arial"/>
                  </a:endParaRPr>
                </a:p>
              </p:txBody>
            </p:sp>
            <p:sp>
              <p:nvSpPr>
                <p:cNvPr id="5084" name="Google Shape;5084;p31"/>
                <p:cNvSpPr/>
                <p:nvPr/>
              </p:nvSpPr>
              <p:spPr>
                <a:xfrm>
                  <a:off x="4904" y="1365"/>
                  <a:ext cx="169" cy="224"/>
                </a:xfrm>
                <a:custGeom>
                  <a:rect b="b" l="l" r="r" t="t"/>
                  <a:pathLst>
                    <a:path extrusionOk="0" h="224" w="169">
                      <a:moveTo>
                        <a:pt x="0" y="138"/>
                      </a:moveTo>
                      <a:lnTo>
                        <a:pt x="0" y="224"/>
                      </a:lnTo>
                      <a:lnTo>
                        <a:pt x="169" y="77"/>
                      </a:lnTo>
                      <a:lnTo>
                        <a:pt x="169" y="0"/>
                      </a:lnTo>
                      <a:lnTo>
                        <a:pt x="0" y="138"/>
                      </a:lnTo>
                      <a:close/>
                    </a:path>
                  </a:pathLst>
                </a:custGeom>
                <a:solidFill>
                  <a:srgbClr val="BBE0E3"/>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5" name="Google Shape;5085;p31"/>
                <p:cNvSpPr/>
                <p:nvPr/>
              </p:nvSpPr>
              <p:spPr>
                <a:xfrm>
                  <a:off x="4475" y="1395"/>
                  <a:ext cx="506" cy="80"/>
                </a:xfrm>
                <a:custGeom>
                  <a:rect b="b" l="l" r="r" t="t"/>
                  <a:pathLst>
                    <a:path extrusionOk="0" h="63" w="280">
                      <a:moveTo>
                        <a:pt x="0" y="63"/>
                      </a:moveTo>
                      <a:lnTo>
                        <a:pt x="37" y="62"/>
                      </a:lnTo>
                      <a:lnTo>
                        <a:pt x="219" y="0"/>
                      </a:lnTo>
                      <a:lnTo>
                        <a:pt x="280" y="0"/>
                      </a:lnTo>
                    </a:path>
                  </a:pathLst>
                </a:custGeom>
                <a:noFill/>
                <a:ln cap="flat" cmpd="sng" w="19050">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6" name="Google Shape;5086;p31"/>
                <p:cNvSpPr/>
                <p:nvPr/>
              </p:nvSpPr>
              <p:spPr>
                <a:xfrm>
                  <a:off x="4593" y="1391"/>
                  <a:ext cx="293" cy="93"/>
                </a:xfrm>
                <a:custGeom>
                  <a:rect b="b" l="l" r="r" t="t"/>
                  <a:pathLst>
                    <a:path extrusionOk="0" h="93" w="293">
                      <a:moveTo>
                        <a:pt x="0" y="0"/>
                      </a:moveTo>
                      <a:lnTo>
                        <a:pt x="67" y="1"/>
                      </a:lnTo>
                      <a:lnTo>
                        <a:pt x="195" y="93"/>
                      </a:lnTo>
                      <a:lnTo>
                        <a:pt x="293" y="93"/>
                      </a:lnTo>
                    </a:path>
                  </a:pathLst>
                </a:custGeom>
                <a:noFill/>
                <a:ln cap="flat" cmpd="sng" w="19050">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87" name="Google Shape;5087;p31"/>
              <p:cNvSpPr txBox="1"/>
              <p:nvPr/>
            </p:nvSpPr>
            <p:spPr>
              <a:xfrm>
                <a:off x="5756275" y="3226928"/>
                <a:ext cx="2839437" cy="4909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i="1" lang="en-US" sz="1800">
                    <a:solidFill>
                      <a:schemeClr val="dk1"/>
                    </a:solidFill>
                    <a:latin typeface="Arial"/>
                    <a:ea typeface="Arial"/>
                    <a:cs typeface="Arial"/>
                    <a:sym typeface="Arial"/>
                  </a:rPr>
                  <a:t>R: </a:t>
                </a:r>
                <a:r>
                  <a:rPr lang="en-US" sz="1800">
                    <a:solidFill>
                      <a:schemeClr val="dk1"/>
                    </a:solidFill>
                    <a:latin typeface="Arial"/>
                    <a:ea typeface="Arial"/>
                    <a:cs typeface="Arial"/>
                    <a:sym typeface="Arial"/>
                  </a:rPr>
                  <a:t>link transmission rate</a:t>
                </a:r>
                <a:endParaRPr/>
              </a:p>
            </p:txBody>
          </p:sp>
          <p:grpSp>
            <p:nvGrpSpPr>
              <p:cNvPr id="5088" name="Google Shape;5088;p31"/>
              <p:cNvGrpSpPr/>
              <p:nvPr/>
            </p:nvGrpSpPr>
            <p:grpSpPr>
              <a:xfrm>
                <a:off x="5034489" y="2277575"/>
                <a:ext cx="408718" cy="565569"/>
                <a:chOff x="377169" y="297605"/>
                <a:chExt cx="1250061" cy="2139946"/>
              </a:xfrm>
            </p:grpSpPr>
            <p:sp>
              <p:nvSpPr>
                <p:cNvPr id="5089" name="Google Shape;5089;p31"/>
                <p:cNvSpPr/>
                <p:nvPr/>
              </p:nvSpPr>
              <p:spPr>
                <a:xfrm>
                  <a:off x="377169" y="297605"/>
                  <a:ext cx="968798" cy="2139946"/>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90" name="Google Shape;5090;p31"/>
                <p:cNvSpPr/>
                <p:nvPr/>
              </p:nvSpPr>
              <p:spPr>
                <a:xfrm>
                  <a:off x="377169" y="313575"/>
                  <a:ext cx="1244855" cy="766548"/>
                </a:xfrm>
                <a:custGeom>
                  <a:rect b="b" l="l" r="r" t="t"/>
                  <a:pathLst>
                    <a:path extrusionOk="0" h="758069" w="1248448">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91" name="Google Shape;5091;p31"/>
                <p:cNvSpPr/>
                <p:nvPr/>
              </p:nvSpPr>
              <p:spPr>
                <a:xfrm>
                  <a:off x="1330342" y="1064153"/>
                  <a:ext cx="296888" cy="136541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5092" name="Google Shape;5092;p31"/>
              <p:cNvSpPr txBox="1"/>
              <p:nvPr/>
            </p:nvSpPr>
            <p:spPr>
              <a:xfrm>
                <a:off x="4791075" y="3453940"/>
                <a:ext cx="717426" cy="531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host</a:t>
                </a:r>
                <a:endParaRPr/>
              </a:p>
            </p:txBody>
          </p:sp>
          <p:grpSp>
            <p:nvGrpSpPr>
              <p:cNvPr id="5093" name="Google Shape;5093;p31"/>
              <p:cNvGrpSpPr/>
              <p:nvPr/>
            </p:nvGrpSpPr>
            <p:grpSpPr>
              <a:xfrm>
                <a:off x="4679262" y="1387016"/>
                <a:ext cx="1449552" cy="986772"/>
                <a:chOff x="2363165" y="4309243"/>
                <a:chExt cx="1821875" cy="1441301"/>
              </a:xfrm>
            </p:grpSpPr>
            <p:pic>
              <p:nvPicPr>
                <p:cNvPr id="5094" name="Google Shape;5094;p31"/>
                <p:cNvPicPr preferRelativeResize="0"/>
                <p:nvPr/>
              </p:nvPicPr>
              <p:blipFill rotWithShape="1">
                <a:blip r:embed="rId5">
                  <a:alphaModFix/>
                </a:blip>
                <a:srcRect b="0" l="0" r="0" t="0"/>
                <a:stretch/>
              </p:blipFill>
              <p:spPr>
                <a:xfrm>
                  <a:off x="2583508" y="4309243"/>
                  <a:ext cx="1284945" cy="1282262"/>
                </a:xfrm>
                <a:prstGeom prst="rect">
                  <a:avLst/>
                </a:prstGeom>
                <a:noFill/>
                <a:ln>
                  <a:noFill/>
                </a:ln>
              </p:spPr>
            </p:pic>
            <p:sp>
              <p:nvSpPr>
                <p:cNvPr id="5095" name="Google Shape;5095;p31"/>
                <p:cNvSpPr/>
                <p:nvPr/>
              </p:nvSpPr>
              <p:spPr>
                <a:xfrm rot="-9998178">
                  <a:off x="2387973" y="5129160"/>
                  <a:ext cx="1772259" cy="422289"/>
                </a:xfrm>
                <a:prstGeom prst="rect">
                  <a:avLst/>
                </a:prstGeom>
                <a:gradFill>
                  <a:gsLst>
                    <a:gs pos="0">
                      <a:schemeClr val="lt1"/>
                    </a:gs>
                    <a:gs pos="50000">
                      <a:srgbClr val="FFFFFF">
                        <a:alpha val="47843"/>
                      </a:srgbClr>
                    </a:gs>
                    <a:gs pos="100000">
                      <a:srgbClr val="FFFFFF">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5096" name="Google Shape;5096;p31"/>
              <p:cNvSpPr txBox="1"/>
              <p:nvPr/>
            </p:nvSpPr>
            <p:spPr>
              <a:xfrm>
                <a:off x="5448300" y="2809416"/>
                <a:ext cx="320194" cy="4500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1</a:t>
                </a:r>
                <a:endParaRPr/>
              </a:p>
            </p:txBody>
          </p:sp>
          <p:sp>
            <p:nvSpPr>
              <p:cNvPr id="5097" name="Google Shape;5097;p31"/>
              <p:cNvSpPr txBox="1"/>
              <p:nvPr/>
            </p:nvSpPr>
            <p:spPr>
              <a:xfrm>
                <a:off x="5207000" y="2817354"/>
                <a:ext cx="320194" cy="4500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2</a:t>
                </a:r>
                <a:endParaRPr/>
              </a:p>
            </p:txBody>
          </p:sp>
          <p:cxnSp>
            <p:nvCxnSpPr>
              <p:cNvPr id="5098" name="Google Shape;5098;p31"/>
              <p:cNvCxnSpPr/>
              <p:nvPr/>
            </p:nvCxnSpPr>
            <p:spPr>
              <a:xfrm flipH="1" rot="10800000">
                <a:off x="5697538" y="1831516"/>
                <a:ext cx="1225550" cy="565150"/>
              </a:xfrm>
              <a:prstGeom prst="straightConnector1">
                <a:avLst/>
              </a:prstGeom>
              <a:noFill/>
              <a:ln cap="flat" cmpd="sng" w="9525">
                <a:solidFill>
                  <a:schemeClr val="dk1"/>
                </a:solidFill>
                <a:prstDash val="solid"/>
                <a:round/>
                <a:headEnd len="med" w="med" type="none"/>
                <a:tailEnd len="med" w="med" type="none"/>
              </a:ln>
            </p:spPr>
          </p:cxnSp>
          <p:sp>
            <p:nvSpPr>
              <p:cNvPr id="5099" name="Google Shape;5099;p31"/>
              <p:cNvSpPr txBox="1"/>
              <p:nvPr/>
            </p:nvSpPr>
            <p:spPr>
              <a:xfrm>
                <a:off x="6861175" y="1482266"/>
                <a:ext cx="1642581" cy="8591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two packets, </a:t>
                </a:r>
                <a:endParaRPr/>
              </a:p>
              <a:p>
                <a:pPr indent="0" lvl="0" marL="0" marR="0" rtl="0" algn="l">
                  <a:lnSpc>
                    <a:spcPct val="100000"/>
                  </a:lnSpc>
                  <a:spcBef>
                    <a:spcPts val="0"/>
                  </a:spcBef>
                  <a:spcAft>
                    <a:spcPts val="0"/>
                  </a:spcAft>
                  <a:buClr>
                    <a:schemeClr val="dk1"/>
                  </a:buClr>
                  <a:buSzPts val="1800"/>
                  <a:buFont typeface="Noto Sans Symbols"/>
                  <a:buNone/>
                </a:pPr>
                <a:r>
                  <a:rPr i="1" lang="en-US" sz="1800">
                    <a:solidFill>
                      <a:schemeClr val="dk1"/>
                    </a:solidFill>
                    <a:latin typeface="Arial"/>
                    <a:ea typeface="Arial"/>
                    <a:cs typeface="Arial"/>
                    <a:sym typeface="Arial"/>
                  </a:rPr>
                  <a:t>L</a:t>
                </a:r>
                <a:r>
                  <a:rPr lang="en-US" sz="1800">
                    <a:solidFill>
                      <a:schemeClr val="dk1"/>
                    </a:solidFill>
                    <a:latin typeface="Arial"/>
                    <a:ea typeface="Arial"/>
                    <a:cs typeface="Arial"/>
                    <a:sym typeface="Arial"/>
                  </a:rPr>
                  <a:t> bits each</a:t>
                </a:r>
                <a:endParaRPr/>
              </a:p>
            </p:txBody>
          </p:sp>
        </p:grpSp>
      </p:grpSp>
      <p:grpSp>
        <p:nvGrpSpPr>
          <p:cNvPr id="5100" name="Google Shape;5100;p31"/>
          <p:cNvGrpSpPr/>
          <p:nvPr/>
        </p:nvGrpSpPr>
        <p:grpSpPr>
          <a:xfrm>
            <a:off x="2060576" y="1587500"/>
            <a:ext cx="3821113" cy="788988"/>
            <a:chOff x="1486934" y="3707834"/>
            <a:chExt cx="3821112" cy="788987"/>
          </a:xfrm>
        </p:grpSpPr>
        <p:sp>
          <p:nvSpPr>
            <p:cNvPr id="5101" name="Google Shape;5101;p31"/>
            <p:cNvSpPr txBox="1"/>
            <p:nvPr/>
          </p:nvSpPr>
          <p:spPr>
            <a:xfrm>
              <a:off x="1486934" y="3711009"/>
              <a:ext cx="1479550" cy="78581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packet</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transmission</a:t>
              </a:r>
              <a:endParaRPr/>
            </a:p>
            <a:p>
              <a:pPr indent="0" lvl="0" marL="0" marR="0" rtl="0" algn="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delay</a:t>
              </a:r>
              <a:endParaRPr/>
            </a:p>
          </p:txBody>
        </p:sp>
        <p:sp>
          <p:nvSpPr>
            <p:cNvPr id="5102" name="Google Shape;5102;p31"/>
            <p:cNvSpPr txBox="1"/>
            <p:nvPr/>
          </p:nvSpPr>
          <p:spPr>
            <a:xfrm>
              <a:off x="3596721" y="3707834"/>
              <a:ext cx="1711325" cy="7858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time needed to</a:t>
              </a:r>
              <a:endParaRPr/>
            </a:p>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transmit </a:t>
              </a:r>
              <a:r>
                <a:rPr i="1" lang="en-US" sz="1800">
                  <a:solidFill>
                    <a:schemeClr val="dk1"/>
                  </a:solidFill>
                  <a:latin typeface="Arial"/>
                  <a:ea typeface="Arial"/>
                  <a:cs typeface="Arial"/>
                  <a:sym typeface="Arial"/>
                </a:rPr>
                <a:t>L</a:t>
              </a:r>
              <a:r>
                <a:rPr lang="en-US" sz="1800">
                  <a:solidFill>
                    <a:schemeClr val="dk1"/>
                  </a:solidFill>
                  <a:latin typeface="Arial"/>
                  <a:ea typeface="Arial"/>
                  <a:cs typeface="Arial"/>
                  <a:sym typeface="Arial"/>
                </a:rPr>
                <a:t>-bit</a:t>
              </a:r>
              <a:endParaRPr/>
            </a:p>
            <a:p>
              <a:pPr indent="0" lvl="0" marL="0" marR="0" rtl="0" algn="ctr">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packet into link</a:t>
              </a:r>
              <a:endParaRPr/>
            </a:p>
          </p:txBody>
        </p:sp>
        <p:sp>
          <p:nvSpPr>
            <p:cNvPr id="5103" name="Google Shape;5103;p31"/>
            <p:cNvSpPr txBox="1"/>
            <p:nvPr/>
          </p:nvSpPr>
          <p:spPr>
            <a:xfrm>
              <a:off x="3164921" y="3841184"/>
              <a:ext cx="36512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a:t>
              </a:r>
              <a:endParaRPr/>
            </a:p>
          </p:txBody>
        </p:sp>
      </p:grpSp>
      <p:grpSp>
        <p:nvGrpSpPr>
          <p:cNvPr id="5104" name="Google Shape;5104;p31"/>
          <p:cNvGrpSpPr/>
          <p:nvPr/>
        </p:nvGrpSpPr>
        <p:grpSpPr>
          <a:xfrm>
            <a:off x="3822700" y="2533650"/>
            <a:ext cx="2338388" cy="831850"/>
            <a:chOff x="5506484" y="3655446"/>
            <a:chExt cx="2338387" cy="831850"/>
          </a:xfrm>
        </p:grpSpPr>
        <p:sp>
          <p:nvSpPr>
            <p:cNvPr id="5105" name="Google Shape;5105;p31"/>
            <p:cNvSpPr txBox="1"/>
            <p:nvPr/>
          </p:nvSpPr>
          <p:spPr>
            <a:xfrm>
              <a:off x="6103384" y="3655446"/>
              <a:ext cx="1741487" cy="8318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i="1" lang="en-US" sz="2400">
                  <a:solidFill>
                    <a:schemeClr val="dk1"/>
                  </a:solidFill>
                  <a:latin typeface="Arial"/>
                  <a:ea typeface="Arial"/>
                  <a:cs typeface="Arial"/>
                  <a:sym typeface="Arial"/>
                </a:rPr>
                <a:t>L</a:t>
              </a:r>
              <a:r>
                <a:rPr lang="en-US" sz="2400">
                  <a:solidFill>
                    <a:schemeClr val="dk1"/>
                  </a:solidFill>
                  <a:latin typeface="Arial"/>
                  <a:ea typeface="Arial"/>
                  <a:cs typeface="Arial"/>
                  <a:sym typeface="Arial"/>
                </a:rPr>
                <a:t> (bits)</a:t>
              </a:r>
              <a:endParaRPr/>
            </a:p>
            <a:p>
              <a:pPr indent="0" lvl="0" marL="0" marR="0" rtl="0" algn="l">
                <a:lnSpc>
                  <a:spcPct val="100000"/>
                </a:lnSpc>
                <a:spcBef>
                  <a:spcPts val="0"/>
                </a:spcBef>
                <a:spcAft>
                  <a:spcPts val="0"/>
                </a:spcAft>
                <a:buClr>
                  <a:schemeClr val="dk1"/>
                </a:buClr>
                <a:buSzPts val="2400"/>
                <a:buFont typeface="Noto Sans Symbols"/>
                <a:buNone/>
              </a:pPr>
              <a:r>
                <a:rPr i="1" lang="en-US" sz="2400">
                  <a:solidFill>
                    <a:schemeClr val="dk1"/>
                  </a:solidFill>
                  <a:latin typeface="Arial"/>
                  <a:ea typeface="Arial"/>
                  <a:cs typeface="Arial"/>
                  <a:sym typeface="Arial"/>
                </a:rPr>
                <a:t>R</a:t>
              </a:r>
              <a:r>
                <a:rPr lang="en-US" sz="2400">
                  <a:solidFill>
                    <a:schemeClr val="dk1"/>
                  </a:solidFill>
                  <a:latin typeface="Arial"/>
                  <a:ea typeface="Arial"/>
                  <a:cs typeface="Arial"/>
                  <a:sym typeface="Arial"/>
                </a:rPr>
                <a:t> (bits/sec)</a:t>
              </a:r>
              <a:endParaRPr/>
            </a:p>
          </p:txBody>
        </p:sp>
        <p:cxnSp>
          <p:nvCxnSpPr>
            <p:cNvPr id="5106" name="Google Shape;5106;p31"/>
            <p:cNvCxnSpPr/>
            <p:nvPr/>
          </p:nvCxnSpPr>
          <p:spPr>
            <a:xfrm>
              <a:off x="6190696" y="4074546"/>
              <a:ext cx="1284288" cy="0"/>
            </a:xfrm>
            <a:prstGeom prst="straightConnector1">
              <a:avLst/>
            </a:prstGeom>
            <a:noFill/>
            <a:ln cap="flat" cmpd="sng" w="25400">
              <a:solidFill>
                <a:schemeClr val="dk1"/>
              </a:solidFill>
              <a:prstDash val="solid"/>
              <a:round/>
              <a:headEnd len="med" w="med" type="none"/>
              <a:tailEnd len="med" w="med" type="none"/>
            </a:ln>
          </p:spPr>
        </p:cxnSp>
        <p:sp>
          <p:nvSpPr>
            <p:cNvPr id="5107" name="Google Shape;5107;p31"/>
            <p:cNvSpPr txBox="1"/>
            <p:nvPr/>
          </p:nvSpPr>
          <p:spPr>
            <a:xfrm>
              <a:off x="5506484" y="3857059"/>
              <a:ext cx="36512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a:t>
              </a:r>
              <a:endParaRPr/>
            </a:p>
          </p:txBody>
        </p:sp>
      </p:grpSp>
      <p:sp>
        <p:nvSpPr>
          <p:cNvPr id="5108" name="Google Shape;5108;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5109" name="Google Shape;5109;p31"/>
          <p:cNvSpPr/>
          <p:nvPr/>
        </p:nvSpPr>
        <p:spPr>
          <a:xfrm>
            <a:off x="2386014" y="4000500"/>
            <a:ext cx="5526087" cy="1754188"/>
          </a:xfrm>
          <a:prstGeom prst="rect">
            <a:avLst/>
          </a:prstGeom>
          <a:solidFill>
            <a:srgbClr val="D8E2F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Example:  L=30Mbit, R=10Mbps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packet transmission delay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L/R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30Mbit/10Mbps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3s</a:t>
            </a:r>
            <a:endParaRPr sz="1800">
              <a:solidFill>
                <a:schemeClr val="dk1"/>
              </a:solidFill>
              <a:latin typeface="Calibri"/>
              <a:ea typeface="Calibri"/>
              <a:cs typeface="Calibri"/>
              <a:sym typeface="Calibri"/>
            </a:endParaRPr>
          </a:p>
        </p:txBody>
      </p:sp>
      <p:sp>
        <p:nvSpPr>
          <p:cNvPr id="5110" name="Google Shape;5110;p31"/>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5" name="Shape 5115"/>
        <p:cNvGrpSpPr/>
        <p:nvPr/>
      </p:nvGrpSpPr>
      <p:grpSpPr>
        <a:xfrm>
          <a:off x="0" y="0"/>
          <a:ext cx="0" cy="0"/>
          <a:chOff x="0" y="0"/>
          <a:chExt cx="0" cy="0"/>
        </a:xfrm>
      </p:grpSpPr>
      <p:sp>
        <p:nvSpPr>
          <p:cNvPr id="5116" name="Google Shape;5116;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Introduction: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5117" name="Google Shape;5117;p32"/>
          <p:cNvSpPr txBox="1"/>
          <p:nvPr>
            <p:ph type="title"/>
          </p:nvPr>
        </p:nvSpPr>
        <p:spPr>
          <a:xfrm>
            <a:off x="848710" y="27314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Links: physical media</a:t>
            </a:r>
            <a:endParaRPr/>
          </a:p>
        </p:txBody>
      </p:sp>
      <p:sp>
        <p:nvSpPr>
          <p:cNvPr id="5118" name="Google Shape;5118;p32"/>
          <p:cNvSpPr txBox="1"/>
          <p:nvPr/>
        </p:nvSpPr>
        <p:spPr>
          <a:xfrm>
            <a:off x="952500" y="1671911"/>
            <a:ext cx="4639003" cy="4648200"/>
          </a:xfrm>
          <a:prstGeom prst="rect">
            <a:avLst/>
          </a:prstGeom>
          <a:noFill/>
          <a:ln>
            <a:noFill/>
          </a:ln>
        </p:spPr>
        <p:txBody>
          <a:bodyPr anchorCtr="0" anchor="t" bIns="45700" lIns="91425" spcFirstLastPara="1" rIns="91425" wrap="square" tIns="45700">
            <a:normAutofit lnSpcReduction="10000"/>
          </a:bodyPr>
          <a:lstStyle/>
          <a:p>
            <a:pPr indent="-287338" lvl="0" marL="287338" marR="0" rtl="0" algn="l">
              <a:lnSpc>
                <a:spcPct val="90000"/>
              </a:lnSpc>
              <a:spcBef>
                <a:spcPts val="0"/>
              </a:spcBef>
              <a:spcAft>
                <a:spcPts val="0"/>
              </a:spcAft>
              <a:buClr>
                <a:srgbClr val="0000A3"/>
              </a:buClr>
              <a:buSzPts val="2800"/>
              <a:buFont typeface="Noto Sans Symbols"/>
              <a:buChar char="▪"/>
            </a:pPr>
            <a:r>
              <a:rPr lang="en-US" sz="2800">
                <a:solidFill>
                  <a:srgbClr val="CC0000"/>
                </a:solidFill>
                <a:latin typeface="Calibri"/>
                <a:ea typeface="Calibri"/>
                <a:cs typeface="Calibri"/>
                <a:sym typeface="Calibri"/>
              </a:rPr>
              <a:t>bit:</a:t>
            </a:r>
            <a:r>
              <a:rPr lang="en-US" sz="2800">
                <a:solidFill>
                  <a:srgbClr val="FF0000"/>
                </a:solidFill>
                <a:latin typeface="Calibri"/>
                <a:ea typeface="Calibri"/>
                <a:cs typeface="Calibri"/>
                <a:sym typeface="Calibri"/>
              </a:rPr>
              <a:t> </a:t>
            </a:r>
            <a:r>
              <a:rPr lang="en-US" sz="2800">
                <a:solidFill>
                  <a:schemeClr val="dk1"/>
                </a:solidFill>
                <a:latin typeface="Calibri"/>
                <a:ea typeface="Calibri"/>
                <a:cs typeface="Calibri"/>
                <a:sym typeface="Calibri"/>
              </a:rPr>
              <a:t>propagates between</a:t>
            </a:r>
            <a:br>
              <a:rPr lang="en-US" sz="2800">
                <a:solidFill>
                  <a:schemeClr val="dk1"/>
                </a:solidFill>
                <a:latin typeface="Calibri"/>
                <a:ea typeface="Calibri"/>
                <a:cs typeface="Calibri"/>
                <a:sym typeface="Calibri"/>
              </a:rPr>
            </a:br>
            <a:r>
              <a:rPr lang="en-US" sz="2800">
                <a:solidFill>
                  <a:schemeClr val="dk1"/>
                </a:solidFill>
                <a:latin typeface="Calibri"/>
                <a:ea typeface="Calibri"/>
                <a:cs typeface="Calibri"/>
                <a:sym typeface="Calibri"/>
              </a:rPr>
              <a:t>transmitter/receiver pairs</a:t>
            </a:r>
            <a:endParaRPr sz="2800">
              <a:solidFill>
                <a:srgbClr val="FF0000"/>
              </a:solidFill>
              <a:latin typeface="Calibri"/>
              <a:ea typeface="Calibri"/>
              <a:cs typeface="Calibri"/>
              <a:sym typeface="Calibri"/>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rgbClr val="CC0000"/>
                </a:solidFill>
                <a:latin typeface="Calibri"/>
                <a:ea typeface="Calibri"/>
                <a:cs typeface="Calibri"/>
                <a:sym typeface="Calibri"/>
              </a:rPr>
              <a:t>physical link:</a:t>
            </a:r>
            <a:r>
              <a:rPr lang="en-US" sz="2800">
                <a:solidFill>
                  <a:schemeClr val="dk1"/>
                </a:solidFill>
                <a:latin typeface="Calibri"/>
                <a:ea typeface="Calibri"/>
                <a:cs typeface="Calibri"/>
                <a:sym typeface="Calibri"/>
              </a:rPr>
              <a:t> what lies between transmitter &amp; receiver</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rgbClr val="CC0000"/>
                </a:solidFill>
                <a:latin typeface="Calibri"/>
                <a:ea typeface="Calibri"/>
                <a:cs typeface="Calibri"/>
                <a:sym typeface="Calibri"/>
              </a:rPr>
              <a:t>guided media: </a:t>
            </a:r>
            <a:endParaRPr/>
          </a:p>
          <a:p>
            <a:pPr indent="-225425" lvl="1" marL="6826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signals propagate in solid media: copper, fiber, coax</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rgbClr val="CC0000"/>
                </a:solidFill>
                <a:latin typeface="Calibri"/>
                <a:ea typeface="Calibri"/>
                <a:cs typeface="Calibri"/>
                <a:sym typeface="Calibri"/>
              </a:rPr>
              <a:t>unguided media:</a:t>
            </a:r>
            <a:r>
              <a:rPr lang="en-US" sz="2800">
                <a:solidFill>
                  <a:schemeClr val="dk1"/>
                </a:solidFill>
                <a:latin typeface="Calibri"/>
                <a:ea typeface="Calibri"/>
                <a:cs typeface="Calibri"/>
                <a:sym typeface="Calibri"/>
              </a:rPr>
              <a:t> </a:t>
            </a:r>
            <a:endParaRPr/>
          </a:p>
          <a:p>
            <a:pPr indent="-225425" lvl="1" marL="6826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signals propagate freely, e.g., radio</a:t>
            </a:r>
            <a:endParaRPr/>
          </a:p>
        </p:txBody>
      </p:sp>
      <p:grpSp>
        <p:nvGrpSpPr>
          <p:cNvPr id="5119" name="Google Shape;5119;p32"/>
          <p:cNvGrpSpPr/>
          <p:nvPr/>
        </p:nvGrpSpPr>
        <p:grpSpPr>
          <a:xfrm>
            <a:off x="6333223" y="1671911"/>
            <a:ext cx="5123052" cy="3611287"/>
            <a:chOff x="6333223" y="1671911"/>
            <a:chExt cx="5123052" cy="3611287"/>
          </a:xfrm>
        </p:grpSpPr>
        <p:sp>
          <p:nvSpPr>
            <p:cNvPr id="5120" name="Google Shape;5120;p32"/>
            <p:cNvSpPr txBox="1"/>
            <p:nvPr/>
          </p:nvSpPr>
          <p:spPr>
            <a:xfrm>
              <a:off x="6411036" y="1671911"/>
              <a:ext cx="5045239" cy="3346450"/>
            </a:xfrm>
            <a:prstGeom prst="rect">
              <a:avLst/>
            </a:prstGeom>
            <a:noFill/>
            <a:ln>
              <a:noFill/>
            </a:ln>
          </p:spPr>
          <p:txBody>
            <a:bodyPr anchorCtr="0" anchor="t" bIns="45700" lIns="91425" spcFirstLastPara="1" rIns="91425" wrap="square" tIns="45700">
              <a:normAutofit/>
            </a:bodyPr>
            <a:lstStyle/>
            <a:p>
              <a:pPr indent="-342900" lvl="0" marL="352425"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Twisted pair (TP</a:t>
              </a:r>
              <a:r>
                <a:rPr lang="en-US" sz="3200">
                  <a:solidFill>
                    <a:srgbClr val="FF0000"/>
                  </a:solidFill>
                  <a:latin typeface="Calibri"/>
                  <a:ea typeface="Calibri"/>
                  <a:cs typeface="Calibri"/>
                  <a:sym typeface="Calibri"/>
                </a:rPr>
                <a:t>)</a:t>
              </a:r>
              <a:endParaRPr sz="3200">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two insulated copper wires</a:t>
              </a:r>
              <a:endParaRPr/>
            </a:p>
            <a:p>
              <a:pPr indent="-231775" lvl="1" marL="682625" marR="0" rtl="0" algn="l">
                <a:lnSpc>
                  <a:spcPct val="90000"/>
                </a:lnSpc>
                <a:spcBef>
                  <a:spcPts val="500"/>
                </a:spcBef>
                <a:spcAft>
                  <a:spcPts val="0"/>
                </a:spcAft>
                <a:buClr>
                  <a:srgbClr val="0000A8"/>
                </a:buClr>
                <a:buSzPts val="2000"/>
                <a:buFont typeface="Arial"/>
                <a:buChar char="•"/>
              </a:pPr>
              <a:r>
                <a:rPr b="0" i="0" lang="en-US" sz="2000" u="none" cap="none" strike="noStrike">
                  <a:solidFill>
                    <a:schemeClr val="dk1"/>
                  </a:solidFill>
                  <a:latin typeface="Calibri"/>
                  <a:ea typeface="Calibri"/>
                  <a:cs typeface="Calibri"/>
                  <a:sym typeface="Calibri"/>
                </a:rPr>
                <a:t>Category 5: 100 Mbps, 1 Gbps Ethernet</a:t>
              </a:r>
              <a:endParaRPr/>
            </a:p>
            <a:p>
              <a:pPr indent="-231775" lvl="1" marL="682625" marR="0" rtl="0" algn="l">
                <a:lnSpc>
                  <a:spcPct val="90000"/>
                </a:lnSpc>
                <a:spcBef>
                  <a:spcPts val="500"/>
                </a:spcBef>
                <a:spcAft>
                  <a:spcPts val="0"/>
                </a:spcAft>
                <a:buClr>
                  <a:srgbClr val="0000A8"/>
                </a:buClr>
                <a:buSzPts val="2000"/>
                <a:buFont typeface="Arial"/>
                <a:buChar char="•"/>
              </a:pPr>
              <a:r>
                <a:rPr b="0" i="0" lang="en-US" sz="2000" u="none" cap="none" strike="noStrike">
                  <a:solidFill>
                    <a:schemeClr val="dk1"/>
                  </a:solidFill>
                  <a:latin typeface="Calibri"/>
                  <a:ea typeface="Calibri"/>
                  <a:cs typeface="Calibri"/>
                  <a:sym typeface="Calibri"/>
                </a:rPr>
                <a:t>Category 6: 10Gbps Ethernet</a:t>
              </a:r>
              <a:endParaRPr/>
            </a:p>
          </p:txBody>
        </p:sp>
        <p:pic>
          <p:nvPicPr>
            <p:cNvPr descr="Twisted_Pair_Cables" id="5121" name="Google Shape;5121;p32"/>
            <p:cNvPicPr preferRelativeResize="0"/>
            <p:nvPr/>
          </p:nvPicPr>
          <p:blipFill rotWithShape="1">
            <a:blip r:embed="rId3">
              <a:alphaModFix/>
            </a:blip>
            <a:srcRect b="0" l="0" r="0" t="0"/>
            <a:stretch/>
          </p:blipFill>
          <p:spPr>
            <a:xfrm>
              <a:off x="6333223" y="3476662"/>
              <a:ext cx="2220035" cy="1709427"/>
            </a:xfrm>
            <a:prstGeom prst="rect">
              <a:avLst/>
            </a:prstGeom>
            <a:noFill/>
            <a:ln>
              <a:noFill/>
            </a:ln>
          </p:spPr>
        </p:pic>
        <p:pic>
          <p:nvPicPr>
            <p:cNvPr descr="Image result for twisted pair" id="5122" name="Google Shape;5122;p32"/>
            <p:cNvPicPr preferRelativeResize="0"/>
            <p:nvPr/>
          </p:nvPicPr>
          <p:blipFill rotWithShape="1">
            <a:blip r:embed="rId4">
              <a:alphaModFix/>
            </a:blip>
            <a:srcRect b="0" l="0" r="0" t="0"/>
            <a:stretch/>
          </p:blipFill>
          <p:spPr>
            <a:xfrm>
              <a:off x="9005176" y="3594371"/>
              <a:ext cx="2359134" cy="1688827"/>
            </a:xfrm>
            <a:prstGeom prst="rect">
              <a:avLst/>
            </a:prstGeom>
            <a:noFill/>
            <a:ln>
              <a:noFill/>
            </a:ln>
          </p:spPr>
        </p:pic>
      </p:grpSp>
      <p:pic>
        <p:nvPicPr>
          <p:cNvPr descr="https://computrnetworking.files.wordpress.com/2012/02/cat5.jpg" id="5123" name="Google Shape;5123;p32"/>
          <p:cNvPicPr preferRelativeResize="0"/>
          <p:nvPr/>
        </p:nvPicPr>
        <p:blipFill rotWithShape="1">
          <a:blip r:embed="rId5">
            <a:alphaModFix/>
          </a:blip>
          <a:srcRect b="0" l="0" r="0" t="0"/>
          <a:stretch/>
        </p:blipFill>
        <p:spPr>
          <a:xfrm>
            <a:off x="9664013" y="273146"/>
            <a:ext cx="1870075" cy="1793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9"/>
                                        </p:tgtEl>
                                        <p:attrNameLst>
                                          <p:attrName>style.visibility</p:attrName>
                                        </p:attrNameLst>
                                      </p:cBhvr>
                                      <p:to>
                                        <p:strVal val="visible"/>
                                      </p:to>
                                    </p:set>
                                    <p:animEffect filter="fade" transition="in">
                                      <p:cBhvr>
                                        <p:cTn dur="500"/>
                                        <p:tgtEl>
                                          <p:spTgt spid="5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8" name="Shape 5128"/>
        <p:cNvGrpSpPr/>
        <p:nvPr/>
      </p:nvGrpSpPr>
      <p:grpSpPr>
        <a:xfrm>
          <a:off x="0" y="0"/>
          <a:ext cx="0" cy="0"/>
          <a:chOff x="0" y="0"/>
          <a:chExt cx="0" cy="0"/>
        </a:xfrm>
      </p:grpSpPr>
      <p:sp>
        <p:nvSpPr>
          <p:cNvPr id="5129" name="Google Shape;5129;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Introduction: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5130" name="Google Shape;5130;p33"/>
          <p:cNvSpPr txBox="1"/>
          <p:nvPr>
            <p:ph type="title"/>
          </p:nvPr>
        </p:nvSpPr>
        <p:spPr>
          <a:xfrm>
            <a:off x="848710" y="27314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Links: physical media</a:t>
            </a:r>
            <a:endParaRPr/>
          </a:p>
        </p:txBody>
      </p:sp>
      <p:sp>
        <p:nvSpPr>
          <p:cNvPr id="5131" name="Google Shape;5131;p33"/>
          <p:cNvSpPr txBox="1"/>
          <p:nvPr/>
        </p:nvSpPr>
        <p:spPr>
          <a:xfrm>
            <a:off x="982262" y="1320920"/>
            <a:ext cx="4878973" cy="4327525"/>
          </a:xfrm>
          <a:prstGeom prst="rect">
            <a:avLst/>
          </a:prstGeom>
          <a:noFill/>
          <a:ln>
            <a:noFill/>
          </a:ln>
        </p:spPr>
        <p:txBody>
          <a:bodyPr anchorCtr="0" anchor="t" bIns="45700" lIns="91425" spcFirstLastPara="1" rIns="91425" wrap="square" tIns="45700">
            <a:normAutofit/>
          </a:bodyPr>
          <a:lstStyle/>
          <a:p>
            <a:pPr indent="-219075" lvl="0" marL="228600" marR="0" rtl="0" algn="l">
              <a:lnSpc>
                <a:spcPct val="90000"/>
              </a:lnSpc>
              <a:spcBef>
                <a:spcPts val="0"/>
              </a:spcBef>
              <a:spcAft>
                <a:spcPts val="0"/>
              </a:spcAft>
              <a:buClr>
                <a:srgbClr val="0000A3"/>
              </a:buClr>
              <a:buSzPts val="3200"/>
              <a:buFont typeface="Noto Sans Symbols"/>
              <a:buNone/>
            </a:pPr>
            <a:r>
              <a:rPr lang="en-US" sz="3200">
                <a:solidFill>
                  <a:srgbClr val="CC0000"/>
                </a:solidFill>
                <a:latin typeface="Calibri"/>
                <a:ea typeface="Calibri"/>
                <a:cs typeface="Calibri"/>
                <a:sym typeface="Calibri"/>
              </a:rPr>
              <a:t>Coaxial cable:</a:t>
            </a:r>
            <a:endParaRPr/>
          </a:p>
          <a:p>
            <a:pPr indent="-228600" lvl="0" marL="228600" marR="0" rtl="0" algn="l">
              <a:lnSpc>
                <a:spcPct val="90000"/>
              </a:lnSpc>
              <a:spcBef>
                <a:spcPts val="10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two concentric copper conductors</a:t>
            </a:r>
            <a:endParaRPr/>
          </a:p>
          <a:p>
            <a:pPr indent="-228600" lvl="0" marL="228600" marR="0" rtl="0" algn="l">
              <a:lnSpc>
                <a:spcPct val="90000"/>
              </a:lnSpc>
              <a:spcBef>
                <a:spcPts val="10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bidirectional</a:t>
            </a:r>
            <a:endParaRPr/>
          </a:p>
          <a:p>
            <a:pPr indent="-228600" lvl="0" marL="228600" marR="0" rtl="0" algn="l">
              <a:lnSpc>
                <a:spcPct val="90000"/>
              </a:lnSpc>
              <a:spcBef>
                <a:spcPts val="10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broadband:</a:t>
            </a:r>
            <a:endParaRPr/>
          </a:p>
          <a:p>
            <a:pPr indent="-225425" lvl="1" marL="682625" marR="0" rtl="0" algn="l">
              <a:lnSpc>
                <a:spcPct val="90000"/>
              </a:lnSpc>
              <a:spcBef>
                <a:spcPts val="500"/>
              </a:spcBef>
              <a:spcAft>
                <a:spcPts val="0"/>
              </a:spcAft>
              <a:buClr>
                <a:srgbClr val="0000A8"/>
              </a:buClr>
              <a:buSzPts val="2000"/>
              <a:buFont typeface="Arial"/>
              <a:buChar char="•"/>
            </a:pPr>
            <a:r>
              <a:rPr b="0" i="0" lang="en-US" sz="2000" u="none" cap="none" strike="noStrike">
                <a:solidFill>
                  <a:schemeClr val="dk1"/>
                </a:solidFill>
                <a:latin typeface="Calibri"/>
                <a:ea typeface="Calibri"/>
                <a:cs typeface="Calibri"/>
                <a:sym typeface="Calibri"/>
              </a:rPr>
              <a:t>multiple frequency channels on cable</a:t>
            </a:r>
            <a:endParaRPr/>
          </a:p>
          <a:p>
            <a:pPr indent="-225425" lvl="1" marL="682625" marR="0" rtl="0" algn="l">
              <a:lnSpc>
                <a:spcPct val="90000"/>
              </a:lnSpc>
              <a:spcBef>
                <a:spcPts val="500"/>
              </a:spcBef>
              <a:spcAft>
                <a:spcPts val="0"/>
              </a:spcAft>
              <a:buClr>
                <a:srgbClr val="0000A8"/>
              </a:buClr>
              <a:buSzPts val="2000"/>
              <a:buFont typeface="Arial"/>
              <a:buChar char="•"/>
            </a:pPr>
            <a:r>
              <a:rPr b="0" i="0" lang="en-US" sz="2000" u="none" cap="none" strike="noStrike">
                <a:solidFill>
                  <a:schemeClr val="dk1"/>
                </a:solidFill>
                <a:latin typeface="Calibri"/>
                <a:ea typeface="Calibri"/>
                <a:cs typeface="Calibri"/>
                <a:sym typeface="Calibri"/>
              </a:rPr>
              <a:t>100’s Mbps per channel</a:t>
            </a:r>
            <a:endParaRPr/>
          </a:p>
        </p:txBody>
      </p:sp>
      <p:pic>
        <p:nvPicPr>
          <p:cNvPr id="5132" name="Google Shape;5132;p33"/>
          <p:cNvPicPr preferRelativeResize="0"/>
          <p:nvPr/>
        </p:nvPicPr>
        <p:blipFill rotWithShape="1">
          <a:blip r:embed="rId3">
            <a:alphaModFix/>
          </a:blip>
          <a:srcRect b="0" l="0" r="0" t="0"/>
          <a:stretch/>
        </p:blipFill>
        <p:spPr>
          <a:xfrm rot="2692153">
            <a:off x="1823182" y="3379895"/>
            <a:ext cx="1854420" cy="1854420"/>
          </a:xfrm>
          <a:prstGeom prst="rect">
            <a:avLst/>
          </a:prstGeom>
          <a:noFill/>
          <a:ln>
            <a:noFill/>
          </a:ln>
        </p:spPr>
      </p:pic>
      <p:grpSp>
        <p:nvGrpSpPr>
          <p:cNvPr id="5133" name="Google Shape;5133;p33"/>
          <p:cNvGrpSpPr/>
          <p:nvPr/>
        </p:nvGrpSpPr>
        <p:grpSpPr>
          <a:xfrm>
            <a:off x="6360527" y="1276574"/>
            <a:ext cx="5602289" cy="5319638"/>
            <a:chOff x="6360527" y="1276574"/>
            <a:chExt cx="5602289" cy="5319638"/>
          </a:xfrm>
        </p:grpSpPr>
        <p:sp>
          <p:nvSpPr>
            <p:cNvPr id="5134" name="Google Shape;5134;p33"/>
            <p:cNvSpPr/>
            <p:nvPr/>
          </p:nvSpPr>
          <p:spPr>
            <a:xfrm>
              <a:off x="6360527" y="1276574"/>
              <a:ext cx="5602289" cy="3438525"/>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accent2"/>
                </a:buClr>
                <a:buSzPts val="2720"/>
                <a:buFont typeface="Noto Sans Symbols"/>
                <a:buNone/>
              </a:pPr>
              <a:r>
                <a:rPr lang="en-US" sz="3200">
                  <a:solidFill>
                    <a:srgbClr val="CC0000"/>
                  </a:solidFill>
                  <a:latin typeface="Calibri"/>
                  <a:ea typeface="Calibri"/>
                  <a:cs typeface="Calibri"/>
                  <a:sym typeface="Calibri"/>
                </a:rPr>
                <a:t>Fiber optic cable:</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glass fiber carrying light pulses, each pulse a bit</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high-speed operation:</a:t>
              </a:r>
              <a:endParaRPr/>
            </a:p>
            <a:p>
              <a:pPr indent="-225425" lvl="1" marL="682625"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high-speed point-to-point transmission (10’s-100’s Gbps)</a:t>
              </a:r>
              <a:endParaRPr/>
            </a:p>
            <a:p>
              <a:pPr indent="-342900" lvl="0" marL="342900" marR="0" rtl="0" algn="l">
                <a:lnSpc>
                  <a:spcPct val="85000"/>
                </a:lnSpc>
                <a:spcBef>
                  <a:spcPts val="480"/>
                </a:spcBef>
                <a:spcAft>
                  <a:spcPts val="0"/>
                </a:spcAft>
                <a:buClr>
                  <a:srgbClr val="000099"/>
                </a:buClr>
                <a:buSzPts val="2400"/>
                <a:buFont typeface="Noto Sans Symbols"/>
                <a:buChar char="▪"/>
              </a:pPr>
              <a:r>
                <a:rPr lang="en-US" sz="2400">
                  <a:solidFill>
                    <a:schemeClr val="dk1"/>
                  </a:solidFill>
                  <a:latin typeface="Calibri"/>
                  <a:ea typeface="Calibri"/>
                  <a:cs typeface="Calibri"/>
                  <a:sym typeface="Calibri"/>
                </a:rPr>
                <a:t>low error rate: </a:t>
              </a:r>
              <a:endParaRPr/>
            </a:p>
            <a:p>
              <a:pPr indent="-225425" lvl="1" marL="682625"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repeaters spaced far apart </a:t>
              </a:r>
              <a:endParaRPr/>
            </a:p>
            <a:p>
              <a:pPr indent="-225425" lvl="1" marL="682625"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immune to electromagnetic noise</a:t>
              </a:r>
              <a:endParaRPr/>
            </a:p>
          </p:txBody>
        </p:sp>
        <p:pic>
          <p:nvPicPr>
            <p:cNvPr descr="Image result for optical fiber" id="5135" name="Google Shape;5135;p33"/>
            <p:cNvPicPr preferRelativeResize="0"/>
            <p:nvPr/>
          </p:nvPicPr>
          <p:blipFill rotWithShape="1">
            <a:blip r:embed="rId4">
              <a:alphaModFix/>
            </a:blip>
            <a:srcRect b="0" l="0" r="0" t="0"/>
            <a:stretch/>
          </p:blipFill>
          <p:spPr>
            <a:xfrm>
              <a:off x="6455119" y="4700678"/>
              <a:ext cx="2872373" cy="1895534"/>
            </a:xfrm>
            <a:prstGeom prst="rect">
              <a:avLst/>
            </a:prstGeom>
            <a:noFill/>
            <a:ln>
              <a:noFill/>
            </a:ln>
          </p:spPr>
        </p:pic>
      </p:grpSp>
      <p:pic>
        <p:nvPicPr>
          <p:cNvPr id="5136" name="Google Shape;5136;p33"/>
          <p:cNvPicPr preferRelativeResize="0"/>
          <p:nvPr/>
        </p:nvPicPr>
        <p:blipFill rotWithShape="1">
          <a:blip r:embed="rId5">
            <a:alphaModFix/>
          </a:blip>
          <a:srcRect b="0" l="0" r="0" t="0"/>
          <a:stretch/>
        </p:blipFill>
        <p:spPr>
          <a:xfrm>
            <a:off x="9239056" y="261788"/>
            <a:ext cx="2374900" cy="1257300"/>
          </a:xfrm>
          <a:prstGeom prst="rect">
            <a:avLst/>
          </a:prstGeom>
          <a:noFill/>
          <a:ln>
            <a:noFill/>
          </a:ln>
        </p:spPr>
      </p:pic>
      <p:pic>
        <p:nvPicPr>
          <p:cNvPr descr="f-pict" id="5137" name="Google Shape;5137;p33"/>
          <p:cNvPicPr preferRelativeResize="0"/>
          <p:nvPr/>
        </p:nvPicPr>
        <p:blipFill rotWithShape="1">
          <a:blip r:embed="rId6">
            <a:alphaModFix/>
          </a:blip>
          <a:srcRect b="0" l="0" r="0" t="0"/>
          <a:stretch/>
        </p:blipFill>
        <p:spPr>
          <a:xfrm>
            <a:off x="9591091" y="4792502"/>
            <a:ext cx="2371725" cy="1460500"/>
          </a:xfrm>
          <a:prstGeom prst="rect">
            <a:avLst/>
          </a:prstGeom>
          <a:noFill/>
          <a:ln>
            <a:noFill/>
          </a:ln>
        </p:spPr>
      </p:pic>
      <p:pic>
        <p:nvPicPr>
          <p:cNvPr id="5138" name="Google Shape;5138;p33"/>
          <p:cNvPicPr preferRelativeResize="0"/>
          <p:nvPr/>
        </p:nvPicPr>
        <p:blipFill rotWithShape="1">
          <a:blip r:embed="rId7">
            <a:alphaModFix/>
          </a:blip>
          <a:srcRect b="0" l="0" r="0" t="0"/>
          <a:stretch/>
        </p:blipFill>
        <p:spPr>
          <a:xfrm>
            <a:off x="2108200" y="4719638"/>
            <a:ext cx="2371725" cy="1743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33"/>
                                        </p:tgtEl>
                                        <p:attrNameLst>
                                          <p:attrName>style.visibility</p:attrName>
                                        </p:attrNameLst>
                                      </p:cBhvr>
                                      <p:to>
                                        <p:strVal val="visible"/>
                                      </p:to>
                                    </p:set>
                                    <p:animEffect filter="fade" transition="in">
                                      <p:cBhvr>
                                        <p:cTn dur="500"/>
                                        <p:tgtEl>
                                          <p:spTgt spid="5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3" name="Shape 5143"/>
        <p:cNvGrpSpPr/>
        <p:nvPr/>
      </p:nvGrpSpPr>
      <p:grpSpPr>
        <a:xfrm>
          <a:off x="0" y="0"/>
          <a:ext cx="0" cy="0"/>
          <a:chOff x="0" y="0"/>
          <a:chExt cx="0" cy="0"/>
        </a:xfrm>
      </p:grpSpPr>
      <p:sp>
        <p:nvSpPr>
          <p:cNvPr id="5144" name="Google Shape;5144;p3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7F7F7F"/>
              </a:buClr>
              <a:buSzPts val="1100"/>
              <a:buFont typeface="Calibri"/>
              <a:buNone/>
            </a:pPr>
            <a:r>
              <a:rPr b="0" i="0" lang="en-US" sz="1100" u="none" cap="none" strike="noStrike">
                <a:solidFill>
                  <a:srgbClr val="7F7F7F"/>
                </a:solidFill>
                <a:latin typeface="Calibri"/>
                <a:ea typeface="Calibri"/>
                <a:cs typeface="Calibri"/>
                <a:sym typeface="Calibri"/>
              </a:rPr>
              <a:t>Introduction: 1-</a:t>
            </a: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
        <p:nvSpPr>
          <p:cNvPr id="5145" name="Google Shape;5145;p34"/>
          <p:cNvSpPr txBox="1"/>
          <p:nvPr>
            <p:ph type="title"/>
          </p:nvPr>
        </p:nvSpPr>
        <p:spPr>
          <a:xfrm>
            <a:off x="848710" y="27314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Links: physical media</a:t>
            </a:r>
            <a:endParaRPr/>
          </a:p>
        </p:txBody>
      </p:sp>
      <p:sp>
        <p:nvSpPr>
          <p:cNvPr id="5146" name="Google Shape;5146;p34"/>
          <p:cNvSpPr txBox="1"/>
          <p:nvPr/>
        </p:nvSpPr>
        <p:spPr>
          <a:xfrm>
            <a:off x="952500" y="1354420"/>
            <a:ext cx="4702066" cy="48768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rgbClr val="0000A3"/>
              </a:buClr>
              <a:buSzPts val="3200"/>
              <a:buFont typeface="Noto Sans Symbols"/>
              <a:buNone/>
            </a:pPr>
            <a:r>
              <a:rPr lang="en-US" sz="3200">
                <a:solidFill>
                  <a:srgbClr val="C00000"/>
                </a:solidFill>
                <a:latin typeface="Calibri"/>
                <a:ea typeface="Calibri"/>
                <a:cs typeface="Calibri"/>
                <a:sym typeface="Calibri"/>
              </a:rPr>
              <a:t>Wireless radio</a:t>
            </a:r>
            <a:endParaRPr/>
          </a:p>
          <a:p>
            <a:pPr indent="-228600" lvl="0" marL="290513"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signal carried in electromagnetic spectrum</a:t>
            </a:r>
            <a:endParaRPr/>
          </a:p>
          <a:p>
            <a:pPr indent="-228600" lvl="0" marL="290513"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no physical “wire”</a:t>
            </a:r>
            <a:endParaRPr/>
          </a:p>
          <a:p>
            <a:pPr indent="-228600" lvl="0" marL="290513"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broadcast and “half-duplex” </a:t>
            </a:r>
            <a:r>
              <a:rPr lang="en-US" sz="2400">
                <a:solidFill>
                  <a:schemeClr val="dk1"/>
                </a:solidFill>
                <a:latin typeface="Calibri"/>
                <a:ea typeface="Calibri"/>
                <a:cs typeface="Calibri"/>
                <a:sym typeface="Calibri"/>
              </a:rPr>
              <a:t>(sender to receiver)</a:t>
            </a:r>
            <a:endParaRPr/>
          </a:p>
          <a:p>
            <a:pPr indent="-228600" lvl="0" marL="290513" marR="0" rtl="0" algn="l">
              <a:lnSpc>
                <a:spcPct val="90000"/>
              </a:lnSpc>
              <a:spcBef>
                <a:spcPts val="6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propagation environment effects:</a:t>
            </a:r>
            <a:endParaRPr/>
          </a:p>
          <a:p>
            <a:pPr indent="-230187" lvl="1" marL="635000" marR="0" rtl="0" algn="l">
              <a:lnSpc>
                <a:spcPct val="90000"/>
              </a:lnSpc>
              <a:spcBef>
                <a:spcPts val="3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reflection </a:t>
            </a:r>
            <a:endParaRPr/>
          </a:p>
          <a:p>
            <a:pPr indent="-230187" lvl="1" marL="635000" marR="0" rtl="0" algn="l">
              <a:lnSpc>
                <a:spcPct val="90000"/>
              </a:lnSpc>
              <a:spcBef>
                <a:spcPts val="3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obstruction by objects</a:t>
            </a:r>
            <a:endParaRPr/>
          </a:p>
          <a:p>
            <a:pPr indent="-230187" lvl="1" marL="635000" marR="0" rtl="0" algn="l">
              <a:lnSpc>
                <a:spcPct val="90000"/>
              </a:lnSpc>
              <a:spcBef>
                <a:spcPts val="3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interference</a:t>
            </a:r>
            <a:endParaRPr/>
          </a:p>
        </p:txBody>
      </p:sp>
      <p:sp>
        <p:nvSpPr>
          <p:cNvPr id="5147" name="Google Shape;5147;p34"/>
          <p:cNvSpPr txBox="1"/>
          <p:nvPr/>
        </p:nvSpPr>
        <p:spPr>
          <a:xfrm>
            <a:off x="6349562" y="1354420"/>
            <a:ext cx="4702066" cy="511829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accent2"/>
              </a:buClr>
              <a:buSzPts val="2720"/>
              <a:buFont typeface="Noto Sans Symbols"/>
              <a:buNone/>
            </a:pPr>
            <a:r>
              <a:rPr lang="en-US" sz="3200">
                <a:solidFill>
                  <a:srgbClr val="CC0000"/>
                </a:solidFill>
                <a:latin typeface="Calibri"/>
                <a:ea typeface="Calibri"/>
                <a:cs typeface="Calibri"/>
                <a:sym typeface="Calibri"/>
              </a:rPr>
              <a:t>Radio link types:</a:t>
            </a:r>
            <a:endParaRPr/>
          </a:p>
          <a:p>
            <a:pPr indent="-280988" lvl="0" marL="342900" marR="0" rtl="0" algn="l">
              <a:lnSpc>
                <a:spcPct val="85000"/>
              </a:lnSpc>
              <a:spcBef>
                <a:spcPts val="560"/>
              </a:spcBef>
              <a:spcAft>
                <a:spcPts val="0"/>
              </a:spcAft>
              <a:buClr>
                <a:srgbClr val="000099"/>
              </a:buClr>
              <a:buSzPts val="2800"/>
              <a:buFont typeface="Noto Sans Symbols"/>
              <a:buChar char="▪"/>
            </a:pPr>
            <a:r>
              <a:rPr lang="en-US" sz="2800">
                <a:solidFill>
                  <a:srgbClr val="000099"/>
                </a:solidFill>
                <a:latin typeface="Calibri"/>
                <a:ea typeface="Calibri"/>
                <a:cs typeface="Calibri"/>
                <a:sym typeface="Calibri"/>
              </a:rPr>
              <a:t>terrestrial  microwave</a:t>
            </a:r>
            <a:endParaRPr/>
          </a:p>
          <a:p>
            <a:pPr indent="-230187" lvl="1" marL="635000" marR="0" rtl="0" algn="l">
              <a:lnSpc>
                <a:spcPct val="85000"/>
              </a:lnSpc>
              <a:spcBef>
                <a:spcPts val="480"/>
              </a:spcBef>
              <a:spcAft>
                <a:spcPts val="0"/>
              </a:spcAft>
              <a:buClr>
                <a:srgbClr val="000099"/>
              </a:buClr>
              <a:buSzPts val="2000"/>
              <a:buFont typeface="Arial"/>
              <a:buChar char="•"/>
            </a:pPr>
            <a:r>
              <a:rPr b="0" i="0" lang="en-US" sz="2000" u="none" cap="none" strike="noStrike">
                <a:solidFill>
                  <a:schemeClr val="dk1"/>
                </a:solidFill>
                <a:latin typeface="Calibri"/>
                <a:ea typeface="Calibri"/>
                <a:cs typeface="Calibri"/>
                <a:sym typeface="Calibri"/>
              </a:rPr>
              <a:t>up to 45 </a:t>
            </a:r>
            <a:r>
              <a:rPr b="0" i="0" lang="en-US" sz="2400" u="none" cap="none" strike="noStrike">
                <a:solidFill>
                  <a:schemeClr val="dk1"/>
                </a:solidFill>
                <a:latin typeface="Calibri"/>
                <a:ea typeface="Calibri"/>
                <a:cs typeface="Calibri"/>
                <a:sym typeface="Calibri"/>
              </a:rPr>
              <a:t>Mbps</a:t>
            </a:r>
            <a:r>
              <a:rPr b="0" i="0" lang="en-US" sz="2000" u="none" cap="none" strike="noStrike">
                <a:solidFill>
                  <a:schemeClr val="dk1"/>
                </a:solidFill>
                <a:latin typeface="Calibri"/>
                <a:ea typeface="Calibri"/>
                <a:cs typeface="Calibri"/>
                <a:sym typeface="Calibri"/>
              </a:rPr>
              <a:t> channels</a:t>
            </a:r>
            <a:endParaRPr/>
          </a:p>
          <a:p>
            <a:pPr indent="-280988" lvl="0" marL="342900" marR="0" rtl="0" algn="l">
              <a:lnSpc>
                <a:spcPct val="85000"/>
              </a:lnSpc>
              <a:spcBef>
                <a:spcPts val="560"/>
              </a:spcBef>
              <a:spcAft>
                <a:spcPts val="0"/>
              </a:spcAft>
              <a:buClr>
                <a:srgbClr val="000099"/>
              </a:buClr>
              <a:buSzPts val="2800"/>
              <a:buFont typeface="Noto Sans Symbols"/>
              <a:buChar char="▪"/>
            </a:pPr>
            <a:r>
              <a:rPr lang="en-US" sz="2800">
                <a:solidFill>
                  <a:srgbClr val="000099"/>
                </a:solidFill>
                <a:latin typeface="Calibri"/>
                <a:ea typeface="Calibri"/>
                <a:cs typeface="Calibri"/>
                <a:sym typeface="Calibri"/>
              </a:rPr>
              <a:t>Wireless LAN</a:t>
            </a:r>
            <a:r>
              <a:rPr lang="en-US" sz="2800">
                <a:solidFill>
                  <a:schemeClr val="dk1"/>
                </a:solidFill>
                <a:latin typeface="Calibri"/>
                <a:ea typeface="Calibri"/>
                <a:cs typeface="Calibri"/>
                <a:sym typeface="Calibri"/>
              </a:rPr>
              <a:t> (WiFi)</a:t>
            </a:r>
            <a:endParaRPr/>
          </a:p>
          <a:p>
            <a:pPr indent="-230187" lvl="1" marL="635000"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Up to 100’s Mbps</a:t>
            </a:r>
            <a:endParaRPr/>
          </a:p>
          <a:p>
            <a:pPr indent="-280988" lvl="0" marL="342900" marR="0" rtl="0" algn="l">
              <a:lnSpc>
                <a:spcPct val="85000"/>
              </a:lnSpc>
              <a:spcBef>
                <a:spcPts val="560"/>
              </a:spcBef>
              <a:spcAft>
                <a:spcPts val="0"/>
              </a:spcAft>
              <a:buClr>
                <a:srgbClr val="000099"/>
              </a:buClr>
              <a:buSzPts val="2800"/>
              <a:buFont typeface="Noto Sans Symbols"/>
              <a:buChar char="▪"/>
            </a:pPr>
            <a:r>
              <a:rPr lang="en-US" sz="2800">
                <a:solidFill>
                  <a:srgbClr val="000099"/>
                </a:solidFill>
                <a:latin typeface="Calibri"/>
                <a:ea typeface="Calibri"/>
                <a:cs typeface="Calibri"/>
                <a:sym typeface="Calibri"/>
              </a:rPr>
              <a:t>wide-area</a:t>
            </a:r>
            <a:r>
              <a:rPr lang="en-US" sz="2800">
                <a:solidFill>
                  <a:schemeClr val="dk1"/>
                </a:solidFill>
                <a:latin typeface="Calibri"/>
                <a:ea typeface="Calibri"/>
                <a:cs typeface="Calibri"/>
                <a:sym typeface="Calibri"/>
              </a:rPr>
              <a:t> (e.g., cellular)</a:t>
            </a:r>
            <a:endParaRPr/>
          </a:p>
          <a:p>
            <a:pPr indent="-230187" lvl="1" marL="635000"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4G cellular: ~ 10’s Mbps</a:t>
            </a:r>
            <a:endParaRPr/>
          </a:p>
          <a:p>
            <a:pPr indent="-280988" lvl="0" marL="342900" marR="0" rtl="0" algn="l">
              <a:lnSpc>
                <a:spcPct val="85000"/>
              </a:lnSpc>
              <a:spcBef>
                <a:spcPts val="560"/>
              </a:spcBef>
              <a:spcAft>
                <a:spcPts val="0"/>
              </a:spcAft>
              <a:buClr>
                <a:srgbClr val="000099"/>
              </a:buClr>
              <a:buSzPts val="2800"/>
              <a:buFont typeface="Noto Sans Symbols"/>
              <a:buChar char="▪"/>
            </a:pPr>
            <a:r>
              <a:rPr lang="en-US" sz="2800">
                <a:solidFill>
                  <a:srgbClr val="000099"/>
                </a:solidFill>
                <a:latin typeface="Calibri"/>
                <a:ea typeface="Calibri"/>
                <a:cs typeface="Calibri"/>
                <a:sym typeface="Calibri"/>
              </a:rPr>
              <a:t>satellite</a:t>
            </a:r>
            <a:endParaRPr/>
          </a:p>
          <a:p>
            <a:pPr indent="-228600" lvl="1" marL="685800"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up to 45 Mbps per channel</a:t>
            </a:r>
            <a:endParaRPr/>
          </a:p>
          <a:p>
            <a:pPr indent="-228600" lvl="1" marL="685800"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270 msec end-end delay</a:t>
            </a:r>
            <a:endParaRPr/>
          </a:p>
          <a:p>
            <a:pPr indent="-228600" lvl="1" marL="685800" marR="0" rtl="0" algn="l">
              <a:lnSpc>
                <a:spcPct val="85000"/>
              </a:lnSpc>
              <a:spcBef>
                <a:spcPts val="480"/>
              </a:spcBef>
              <a:spcAft>
                <a:spcPts val="0"/>
              </a:spcAft>
              <a:buClr>
                <a:srgbClr val="000099"/>
              </a:buClr>
              <a:buSzPts val="2400"/>
              <a:buFont typeface="Arial"/>
              <a:buChar char="•"/>
            </a:pPr>
            <a:r>
              <a:rPr b="0" i="0" lang="en-US" sz="2400" u="none" cap="none" strike="noStrike">
                <a:solidFill>
                  <a:schemeClr val="dk1"/>
                </a:solidFill>
                <a:latin typeface="Calibri"/>
                <a:ea typeface="Calibri"/>
                <a:cs typeface="Calibri"/>
                <a:sym typeface="Calibri"/>
              </a:rPr>
              <a:t>geosynchronous versus low-earth-orbit </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2" name="Shape 5152"/>
        <p:cNvGrpSpPr/>
        <p:nvPr/>
      </p:nvGrpSpPr>
      <p:grpSpPr>
        <a:xfrm>
          <a:off x="0" y="0"/>
          <a:ext cx="0" cy="0"/>
          <a:chOff x="0" y="0"/>
          <a:chExt cx="0" cy="0"/>
        </a:xfrm>
      </p:grpSpPr>
      <p:sp>
        <p:nvSpPr>
          <p:cNvPr id="5153" name="Google Shape;5153;p35"/>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1: roadmap</a:t>
            </a:r>
            <a:endParaRPr/>
          </a:p>
        </p:txBody>
      </p:sp>
      <p:sp>
        <p:nvSpPr>
          <p:cNvPr id="5154" name="Google Shape;5154;p3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5155" name="Google Shape;5155;p35"/>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fontScale="92500"/>
          </a:bodyPr>
          <a:lstStyle/>
          <a:p>
            <a:pPr indent="-285750" lvl="0" marL="403225" rtl="0" algn="l">
              <a:lnSpc>
                <a:spcPct val="90000"/>
              </a:lnSpc>
              <a:spcBef>
                <a:spcPts val="0"/>
              </a:spcBef>
              <a:spcAft>
                <a:spcPts val="0"/>
              </a:spcAft>
              <a:buClr>
                <a:srgbClr val="BFBFBF"/>
              </a:buClr>
              <a:buSzPct val="100000"/>
              <a:buChar char="▪"/>
            </a:pPr>
            <a:r>
              <a:rPr lang="en-US" sz="3200">
                <a:solidFill>
                  <a:srgbClr val="A5A5A5"/>
                </a:solidFill>
                <a:latin typeface="Calibri"/>
                <a:ea typeface="Calibri"/>
                <a:cs typeface="Calibri"/>
                <a:sym typeface="Calibri"/>
              </a:rPr>
              <a:t>What </a:t>
            </a:r>
            <a:r>
              <a:rPr i="1" lang="en-US" sz="3200">
                <a:solidFill>
                  <a:srgbClr val="A5A5A5"/>
                </a:solidFill>
                <a:latin typeface="Calibri"/>
                <a:ea typeface="Calibri"/>
                <a:cs typeface="Calibri"/>
                <a:sym typeface="Calibri"/>
              </a:rPr>
              <a:t>is</a:t>
            </a:r>
            <a:r>
              <a:rPr lang="en-US" sz="3200">
                <a:solidFill>
                  <a:srgbClr val="A5A5A5"/>
                </a:solidFill>
                <a:latin typeface="Calibri"/>
                <a:ea typeface="Calibri"/>
                <a:cs typeface="Calibri"/>
                <a:sym typeface="Calibri"/>
              </a:rPr>
              <a:t> the Internet?</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What</a:t>
            </a:r>
            <a:r>
              <a:rPr i="1" lang="en-US" sz="3200">
                <a:solidFill>
                  <a:srgbClr val="A5A5A5"/>
                </a:solidFill>
                <a:latin typeface="Calibri"/>
                <a:ea typeface="Calibri"/>
                <a:cs typeface="Calibri"/>
                <a:sym typeface="Calibri"/>
              </a:rPr>
              <a:t> is </a:t>
            </a:r>
            <a:r>
              <a:rPr lang="en-US" sz="3200">
                <a:solidFill>
                  <a:srgbClr val="A5A5A5"/>
                </a:solidFill>
                <a:latin typeface="Calibri"/>
                <a:ea typeface="Calibri"/>
                <a:cs typeface="Calibri"/>
                <a:sym typeface="Calibri"/>
              </a:rPr>
              <a:t>a protocol?</a:t>
            </a:r>
            <a:endParaRPr/>
          </a:p>
          <a:p>
            <a:pPr indent="-285750" lvl="0" marL="403225" rtl="0" algn="l">
              <a:lnSpc>
                <a:spcPct val="90000"/>
              </a:lnSpc>
              <a:spcBef>
                <a:spcPts val="800"/>
              </a:spcBef>
              <a:spcAft>
                <a:spcPts val="0"/>
              </a:spcAft>
              <a:buClr>
                <a:srgbClr val="BFBFBF"/>
              </a:buClr>
              <a:buSzPct val="100000"/>
              <a:buChar char="▪"/>
            </a:pPr>
            <a:r>
              <a:rPr lang="en-US" sz="3200">
                <a:solidFill>
                  <a:srgbClr val="BFBFBF"/>
                </a:solidFill>
                <a:latin typeface="Calibri"/>
                <a:ea typeface="Calibri"/>
                <a:cs typeface="Calibri"/>
                <a:sym typeface="Calibri"/>
              </a:rPr>
              <a:t>Network edge: hosts, access network, physical media</a:t>
            </a:r>
            <a:endParaRPr/>
          </a:p>
          <a:p>
            <a:pPr indent="-285750" lvl="0" marL="403225" rtl="0" algn="l">
              <a:lnSpc>
                <a:spcPct val="90000"/>
              </a:lnSpc>
              <a:spcBef>
                <a:spcPts val="800"/>
              </a:spcBef>
              <a:spcAft>
                <a:spcPts val="0"/>
              </a:spcAft>
              <a:buClr>
                <a:srgbClr val="0000A8"/>
              </a:buClr>
              <a:buSzPct val="100000"/>
              <a:buChar char="▪"/>
            </a:pPr>
            <a:r>
              <a:rPr lang="en-US" sz="3200">
                <a:solidFill>
                  <a:srgbClr val="0000A8"/>
                </a:solidFill>
                <a:latin typeface="Calibri"/>
                <a:ea typeface="Calibri"/>
                <a:cs typeface="Calibri"/>
                <a:sym typeface="Calibri"/>
              </a:rPr>
              <a:t>Network core: </a:t>
            </a:r>
            <a:r>
              <a:rPr lang="en-US" sz="3200">
                <a:latin typeface="Calibri"/>
                <a:ea typeface="Calibri"/>
                <a:cs typeface="Calibri"/>
                <a:sym typeface="Calibri"/>
              </a:rPr>
              <a:t>packet/circuit switching, internet structure</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Performance: loss, delay, throughput</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Security</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Protocol layers, service models</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History</a:t>
            </a:r>
            <a:endParaRPr/>
          </a:p>
          <a:p>
            <a:pPr indent="-222250" lvl="0" marL="352425" rtl="0" algn="l">
              <a:lnSpc>
                <a:spcPct val="90000"/>
              </a:lnSpc>
              <a:spcBef>
                <a:spcPts val="1000"/>
              </a:spcBef>
              <a:spcAft>
                <a:spcPts val="0"/>
              </a:spcAft>
              <a:buSzPct val="100000"/>
              <a:buFont typeface="Noto Sans Symbols"/>
              <a:buNone/>
            </a:pPr>
            <a:r>
              <a:t/>
            </a:r>
            <a:endParaRPr sz="2400"/>
          </a:p>
        </p:txBody>
      </p:sp>
      <p:pic>
        <p:nvPicPr>
          <p:cNvPr descr="Kurose&amp;Ross 8th ed cover picture" id="5156" name="Google Shape;5156;p35"/>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1" name="Shape 5161"/>
        <p:cNvGrpSpPr/>
        <p:nvPr/>
      </p:nvGrpSpPr>
      <p:grpSpPr>
        <a:xfrm>
          <a:off x="0" y="0"/>
          <a:ext cx="0" cy="0"/>
          <a:chOff x="0" y="0"/>
          <a:chExt cx="0" cy="0"/>
        </a:xfrm>
      </p:grpSpPr>
      <p:sp>
        <p:nvSpPr>
          <p:cNvPr id="5162" name="Google Shape;5162;p36"/>
          <p:cNvSpPr/>
          <p:nvPr/>
        </p:nvSpPr>
        <p:spPr>
          <a:xfrm>
            <a:off x="7439074" y="3553079"/>
            <a:ext cx="986999" cy="669622"/>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163" name="Google Shape;5163;p36"/>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The network core</a:t>
            </a:r>
            <a:endParaRPr/>
          </a:p>
        </p:txBody>
      </p:sp>
      <p:sp>
        <p:nvSpPr>
          <p:cNvPr id="5164" name="Google Shape;5164;p36"/>
          <p:cNvSpPr txBox="1"/>
          <p:nvPr>
            <p:ph idx="1" type="body"/>
          </p:nvPr>
        </p:nvSpPr>
        <p:spPr>
          <a:xfrm>
            <a:off x="815577" y="1547144"/>
            <a:ext cx="5692665" cy="4617464"/>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Char char="▪"/>
            </a:pPr>
            <a:r>
              <a:rPr lang="en-US" sz="3200"/>
              <a:t>mesh of interconnected routers</a:t>
            </a:r>
            <a:endParaRPr/>
          </a:p>
          <a:p>
            <a:pPr indent="-222250" lvl="0" marL="352425" rtl="0" algn="l">
              <a:lnSpc>
                <a:spcPct val="90000"/>
              </a:lnSpc>
              <a:spcBef>
                <a:spcPts val="1000"/>
              </a:spcBef>
              <a:spcAft>
                <a:spcPts val="0"/>
              </a:spcAft>
              <a:buSzPts val="3200"/>
              <a:buChar char="▪"/>
            </a:pPr>
            <a:r>
              <a:rPr lang="en-US" sz="3200">
                <a:solidFill>
                  <a:srgbClr val="CC0000"/>
                </a:solidFill>
              </a:rPr>
              <a:t>packet-switching: </a:t>
            </a:r>
            <a:r>
              <a:rPr lang="en-US" sz="3200"/>
              <a:t>hosts break application-layer messages into </a:t>
            </a:r>
            <a:r>
              <a:rPr i="1" lang="en-US" sz="3200">
                <a:solidFill>
                  <a:srgbClr val="CC0000"/>
                </a:solidFill>
              </a:rPr>
              <a:t>packets</a:t>
            </a:r>
            <a:endParaRPr/>
          </a:p>
          <a:p>
            <a:pPr indent="-231775" lvl="1" marL="695325" rtl="0" algn="l">
              <a:lnSpc>
                <a:spcPct val="90000"/>
              </a:lnSpc>
              <a:spcBef>
                <a:spcPts val="500"/>
              </a:spcBef>
              <a:spcAft>
                <a:spcPts val="0"/>
              </a:spcAft>
              <a:buSzPts val="2800"/>
              <a:buChar char="•"/>
            </a:pPr>
            <a:r>
              <a:rPr lang="en-US" sz="2800"/>
              <a:t>forward packets</a:t>
            </a:r>
            <a:r>
              <a:rPr i="1" lang="en-US" sz="2800"/>
              <a:t> </a:t>
            </a:r>
            <a:r>
              <a:rPr lang="en-US" sz="2800"/>
              <a:t>from one router to the next, across links on path from source to destination</a:t>
            </a:r>
            <a:endParaRPr/>
          </a:p>
          <a:p>
            <a:pPr indent="-231775" lvl="1" marL="695325" rtl="0" algn="l">
              <a:lnSpc>
                <a:spcPct val="90000"/>
              </a:lnSpc>
              <a:spcBef>
                <a:spcPts val="500"/>
              </a:spcBef>
              <a:spcAft>
                <a:spcPts val="0"/>
              </a:spcAft>
              <a:buSzPts val="2800"/>
              <a:buChar char="•"/>
            </a:pPr>
            <a:r>
              <a:rPr lang="en-US" sz="2800"/>
              <a:t>each packet transmitted at full link capacity</a:t>
            </a:r>
            <a:endParaRPr/>
          </a:p>
          <a:p>
            <a:pPr indent="0" lvl="0" marL="174625" rtl="0" algn="l">
              <a:lnSpc>
                <a:spcPct val="90000"/>
              </a:lnSpc>
              <a:spcBef>
                <a:spcPts val="1000"/>
              </a:spcBef>
              <a:spcAft>
                <a:spcPts val="0"/>
              </a:spcAft>
              <a:buSzPts val="2100"/>
              <a:buNone/>
            </a:pPr>
            <a:r>
              <a:t/>
            </a:r>
            <a:endParaRPr/>
          </a:p>
          <a:p>
            <a:pPr indent="-44450" lvl="0" marL="352425" rtl="0" algn="l">
              <a:lnSpc>
                <a:spcPct val="90000"/>
              </a:lnSpc>
              <a:spcBef>
                <a:spcPts val="1000"/>
              </a:spcBef>
              <a:spcAft>
                <a:spcPts val="0"/>
              </a:spcAft>
              <a:buSzPts val="2800"/>
              <a:buNone/>
            </a:pPr>
            <a:r>
              <a:t/>
            </a:r>
            <a:endParaRPr/>
          </a:p>
        </p:txBody>
      </p:sp>
      <p:sp>
        <p:nvSpPr>
          <p:cNvPr id="5165" name="Google Shape;5165;p3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5166" name="Google Shape;5166;p36"/>
          <p:cNvSpPr/>
          <p:nvPr/>
        </p:nvSpPr>
        <p:spPr>
          <a:xfrm>
            <a:off x="8985188" y="3065778"/>
            <a:ext cx="1124807" cy="1337915"/>
          </a:xfrm>
          <a:custGeom>
            <a:rect b="b" l="l" r="r" t="t"/>
            <a:pathLst>
              <a:path extrusionOk="0" h="1800235" w="1549812">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67" name="Google Shape;5167;p36"/>
          <p:cNvSpPr/>
          <p:nvPr/>
        </p:nvSpPr>
        <p:spPr>
          <a:xfrm>
            <a:off x="7274076" y="1826035"/>
            <a:ext cx="1736725" cy="1317704"/>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8" name="Google Shape;5168;p36"/>
          <p:cNvSpPr/>
          <p:nvPr/>
        </p:nvSpPr>
        <p:spPr>
          <a:xfrm>
            <a:off x="7205350" y="3289251"/>
            <a:ext cx="1458912" cy="317850"/>
          </a:xfrm>
          <a:prstGeom prst="triangle">
            <a:avLst>
              <a:gd fmla="val 50000" name="adj"/>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sz="2400">
              <a:solidFill>
                <a:srgbClr val="00CCFF"/>
              </a:solidFill>
              <a:latin typeface="Arial"/>
              <a:ea typeface="Arial"/>
              <a:cs typeface="Arial"/>
              <a:sym typeface="Arial"/>
            </a:endParaRPr>
          </a:p>
        </p:txBody>
      </p:sp>
      <p:sp>
        <p:nvSpPr>
          <p:cNvPr id="5169" name="Google Shape;5169;p36"/>
          <p:cNvSpPr/>
          <p:nvPr/>
        </p:nvSpPr>
        <p:spPr>
          <a:xfrm>
            <a:off x="7712401" y="4683134"/>
            <a:ext cx="3079750" cy="1665288"/>
          </a:xfrm>
          <a:custGeom>
            <a:rect b="b" l="l" r="r" t="t"/>
            <a:pathLst>
              <a:path extrusionOk="0" h="1049" w="1940">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0" name="Google Shape;5170;p36"/>
          <p:cNvSpPr txBox="1"/>
          <p:nvPr/>
        </p:nvSpPr>
        <p:spPr>
          <a:xfrm>
            <a:off x="7679274" y="1488461"/>
            <a:ext cx="133940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mobile network</a:t>
            </a:r>
            <a:endParaRPr/>
          </a:p>
        </p:txBody>
      </p:sp>
      <p:sp>
        <p:nvSpPr>
          <p:cNvPr id="5171" name="Google Shape;5171;p36"/>
          <p:cNvSpPr txBox="1"/>
          <p:nvPr/>
        </p:nvSpPr>
        <p:spPr>
          <a:xfrm>
            <a:off x="7330835" y="4191922"/>
            <a:ext cx="1955646" cy="26892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home network</a:t>
            </a:r>
            <a:endParaRPr/>
          </a:p>
        </p:txBody>
      </p:sp>
      <p:sp>
        <p:nvSpPr>
          <p:cNvPr id="5172" name="Google Shape;5172;p36"/>
          <p:cNvSpPr txBox="1"/>
          <p:nvPr/>
        </p:nvSpPr>
        <p:spPr>
          <a:xfrm>
            <a:off x="7306908" y="5779775"/>
            <a:ext cx="1195135" cy="44127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enterprise</a:t>
            </a:r>
            <a:endParaRPr/>
          </a:p>
          <a:p>
            <a:pPr indent="0" lvl="0" marL="0" marR="0" rtl="0" algn="l">
              <a:lnSpc>
                <a:spcPct val="80000"/>
              </a:lnSpc>
              <a:spcBef>
                <a:spcPts val="0"/>
              </a:spcBef>
              <a:spcAft>
                <a:spcPts val="0"/>
              </a:spcAft>
              <a:buClr>
                <a:schemeClr val="dk1"/>
              </a:buClr>
              <a:buSzPts val="1400"/>
              <a:buFont typeface="Noto Sans Symbols"/>
              <a:buNone/>
            </a:pPr>
            <a:r>
              <a:rPr lang="en-US" sz="1400">
                <a:solidFill>
                  <a:schemeClr val="dk1"/>
                </a:solidFill>
                <a:latin typeface="Calibri"/>
                <a:ea typeface="Calibri"/>
                <a:cs typeface="Calibri"/>
                <a:sym typeface="Calibri"/>
              </a:rPr>
              <a:t>          network</a:t>
            </a:r>
            <a:endParaRPr/>
          </a:p>
        </p:txBody>
      </p:sp>
      <p:sp>
        <p:nvSpPr>
          <p:cNvPr id="5173" name="Google Shape;5173;p36"/>
          <p:cNvSpPr/>
          <p:nvPr/>
        </p:nvSpPr>
        <p:spPr>
          <a:xfrm>
            <a:off x="10222146" y="3179540"/>
            <a:ext cx="1273167" cy="1935748"/>
          </a:xfrm>
          <a:custGeom>
            <a:rect b="b" l="l" r="r" t="t"/>
            <a:pathLst>
              <a:path extrusionOk="0" h="1952840" w="1447873">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a:gsLst>
              <a:gs pos="0">
                <a:srgbClr val="9CDFF9"/>
              </a:gs>
              <a:gs pos="59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174" name="Google Shape;5174;p36"/>
          <p:cNvGrpSpPr/>
          <p:nvPr/>
        </p:nvGrpSpPr>
        <p:grpSpPr>
          <a:xfrm>
            <a:off x="10837700" y="3928050"/>
            <a:ext cx="687393" cy="721548"/>
            <a:chOff x="5203089" y="1751190"/>
            <a:chExt cx="858331" cy="662414"/>
          </a:xfrm>
        </p:grpSpPr>
        <p:sp>
          <p:nvSpPr>
            <p:cNvPr id="5175" name="Google Shape;5175;p36"/>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76" name="Google Shape;5176;p36"/>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177" name="Google Shape;5177;p36"/>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178" name="Google Shape;5178;p36"/>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179" name="Google Shape;5179;p36"/>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180" name="Google Shape;5180;p36"/>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181" name="Google Shape;5181;p36"/>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182" name="Google Shape;5182;p36"/>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5183" name="Google Shape;5183;p36"/>
          <p:cNvGrpSpPr/>
          <p:nvPr/>
        </p:nvGrpSpPr>
        <p:grpSpPr>
          <a:xfrm>
            <a:off x="10771171" y="3194171"/>
            <a:ext cx="594613" cy="648336"/>
            <a:chOff x="5203089" y="1751190"/>
            <a:chExt cx="858331" cy="662414"/>
          </a:xfrm>
        </p:grpSpPr>
        <p:sp>
          <p:nvSpPr>
            <p:cNvPr id="5184" name="Google Shape;5184;p36"/>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85" name="Google Shape;5185;p36"/>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186" name="Google Shape;5186;p36"/>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5187" name="Google Shape;5187;p36"/>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5188" name="Google Shape;5188;p36"/>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5189" name="Google Shape;5189;p36"/>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5190" name="Google Shape;5190;p36"/>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5191" name="Google Shape;5191;p36"/>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sp>
        <p:nvSpPr>
          <p:cNvPr id="5192" name="Google Shape;5192;p36"/>
          <p:cNvSpPr/>
          <p:nvPr/>
        </p:nvSpPr>
        <p:spPr>
          <a:xfrm>
            <a:off x="9540813" y="1782042"/>
            <a:ext cx="1497864" cy="1386455"/>
          </a:xfrm>
          <a:custGeom>
            <a:rect b="b" l="l" r="r" t="t"/>
            <a:pathLst>
              <a:path extrusionOk="0" h="1796376" w="1634267">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a:gsLst>
              <a:gs pos="0">
                <a:srgbClr val="9CDFF9"/>
              </a:gs>
              <a:gs pos="57000">
                <a:srgbClr val="DDEAF6"/>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93" name="Google Shape;5193;p36"/>
          <p:cNvSpPr txBox="1"/>
          <p:nvPr/>
        </p:nvSpPr>
        <p:spPr>
          <a:xfrm>
            <a:off x="9427201" y="1851195"/>
            <a:ext cx="1725088" cy="2862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national or global ISP</a:t>
            </a:r>
            <a:endParaRPr/>
          </a:p>
        </p:txBody>
      </p:sp>
      <p:sp>
        <p:nvSpPr>
          <p:cNvPr id="5194" name="Google Shape;5194;p36"/>
          <p:cNvSpPr/>
          <p:nvPr/>
        </p:nvSpPr>
        <p:spPr>
          <a:xfrm>
            <a:off x="9279068" y="3677908"/>
            <a:ext cx="305749" cy="197847"/>
          </a:xfrm>
          <a:prstGeom prst="rect">
            <a:avLst/>
          </a:prstGeom>
          <a:solidFill>
            <a:srgbClr val="9CDF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95" name="Google Shape;5195;p36"/>
          <p:cNvSpPr txBox="1"/>
          <p:nvPr/>
        </p:nvSpPr>
        <p:spPr>
          <a:xfrm>
            <a:off x="8766162" y="3447919"/>
            <a:ext cx="1040639" cy="4801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local or regional ISP</a:t>
            </a:r>
            <a:endParaRPr/>
          </a:p>
        </p:txBody>
      </p:sp>
      <p:sp>
        <p:nvSpPr>
          <p:cNvPr id="5196" name="Google Shape;5196;p36"/>
          <p:cNvSpPr txBox="1"/>
          <p:nvPr/>
        </p:nvSpPr>
        <p:spPr>
          <a:xfrm>
            <a:off x="10917767" y="4677937"/>
            <a:ext cx="813043" cy="38318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datacenter </a:t>
            </a:r>
            <a:endParaRPr/>
          </a:p>
          <a:p>
            <a:pPr indent="0" lvl="0" marL="0" marR="0" rtl="0" algn="l">
              <a:lnSpc>
                <a:spcPct val="90000"/>
              </a:lnSpc>
              <a:spcBef>
                <a:spcPts val="0"/>
              </a:spcBef>
              <a:spcAft>
                <a:spcPts val="0"/>
              </a:spcAft>
              <a:buNone/>
            </a:pPr>
            <a:r>
              <a:rPr lang="en-US" sz="1050">
                <a:solidFill>
                  <a:schemeClr val="dk1"/>
                </a:solidFill>
                <a:latin typeface="Calibri"/>
                <a:ea typeface="Calibri"/>
                <a:cs typeface="Calibri"/>
                <a:sym typeface="Calibri"/>
              </a:rPr>
              <a:t>network</a:t>
            </a:r>
            <a:endParaRPr/>
          </a:p>
        </p:txBody>
      </p:sp>
      <p:sp>
        <p:nvSpPr>
          <p:cNvPr id="5197" name="Google Shape;5197;p36"/>
          <p:cNvSpPr txBox="1"/>
          <p:nvPr/>
        </p:nvSpPr>
        <p:spPr>
          <a:xfrm>
            <a:off x="10063018" y="4228248"/>
            <a:ext cx="843051" cy="67403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content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provider </a:t>
            </a:r>
            <a:endParaRPr/>
          </a:p>
          <a:p>
            <a:pPr indent="0" lvl="0" marL="0" marR="0" rtl="0" algn="l">
              <a:lnSpc>
                <a:spcPct val="90000"/>
              </a:lnSpc>
              <a:spcBef>
                <a:spcPts val="0"/>
              </a:spcBef>
              <a:spcAft>
                <a:spcPts val="0"/>
              </a:spcAft>
              <a:buNone/>
            </a:pPr>
            <a:r>
              <a:rPr lang="en-US" sz="1400">
                <a:solidFill>
                  <a:schemeClr val="dk1"/>
                </a:solidFill>
                <a:latin typeface="Calibri"/>
                <a:ea typeface="Calibri"/>
                <a:cs typeface="Calibri"/>
                <a:sym typeface="Calibri"/>
              </a:rPr>
              <a:t>network</a:t>
            </a:r>
            <a:endParaRPr sz="1000">
              <a:solidFill>
                <a:schemeClr val="dk1"/>
              </a:solidFill>
              <a:latin typeface="Calibri"/>
              <a:ea typeface="Calibri"/>
              <a:cs typeface="Calibri"/>
              <a:sym typeface="Calibri"/>
            </a:endParaRPr>
          </a:p>
        </p:txBody>
      </p:sp>
      <p:cxnSp>
        <p:nvCxnSpPr>
          <p:cNvPr id="5198" name="Google Shape;5198;p36"/>
          <p:cNvCxnSpPr/>
          <p:nvPr/>
        </p:nvCxnSpPr>
        <p:spPr>
          <a:xfrm rot="10800000">
            <a:off x="10559920" y="3580125"/>
            <a:ext cx="412964" cy="63712"/>
          </a:xfrm>
          <a:prstGeom prst="straightConnector1">
            <a:avLst/>
          </a:prstGeom>
          <a:noFill/>
          <a:ln cap="flat" cmpd="sng" w="9525">
            <a:solidFill>
              <a:schemeClr val="dk1"/>
            </a:solidFill>
            <a:prstDash val="solid"/>
            <a:miter lim="800000"/>
            <a:headEnd len="sm" w="sm" type="none"/>
            <a:tailEnd len="sm" w="sm" type="none"/>
          </a:ln>
        </p:spPr>
      </p:cxnSp>
      <p:cxnSp>
        <p:nvCxnSpPr>
          <p:cNvPr id="5199" name="Google Shape;5199;p36"/>
          <p:cNvCxnSpPr/>
          <p:nvPr/>
        </p:nvCxnSpPr>
        <p:spPr>
          <a:xfrm rot="10800000">
            <a:off x="10660835" y="3640684"/>
            <a:ext cx="345866" cy="738975"/>
          </a:xfrm>
          <a:prstGeom prst="straightConnector1">
            <a:avLst/>
          </a:prstGeom>
          <a:noFill/>
          <a:ln cap="flat" cmpd="sng" w="9525">
            <a:solidFill>
              <a:schemeClr val="dk1"/>
            </a:solidFill>
            <a:prstDash val="solid"/>
            <a:miter lim="800000"/>
            <a:headEnd len="sm" w="sm" type="none"/>
            <a:tailEnd len="sm" w="sm" type="none"/>
          </a:ln>
        </p:spPr>
      </p:cxnSp>
      <p:cxnSp>
        <p:nvCxnSpPr>
          <p:cNvPr id="5200" name="Google Shape;5200;p36"/>
          <p:cNvCxnSpPr/>
          <p:nvPr/>
        </p:nvCxnSpPr>
        <p:spPr>
          <a:xfrm flipH="1" rot="10800000">
            <a:off x="10636897" y="3633421"/>
            <a:ext cx="335987" cy="395340"/>
          </a:xfrm>
          <a:prstGeom prst="straightConnector1">
            <a:avLst/>
          </a:prstGeom>
          <a:noFill/>
          <a:ln cap="flat" cmpd="sng" w="9525">
            <a:solidFill>
              <a:schemeClr val="dk1"/>
            </a:solidFill>
            <a:prstDash val="solid"/>
            <a:miter lim="800000"/>
            <a:headEnd len="sm" w="sm" type="none"/>
            <a:tailEnd len="sm" w="sm" type="none"/>
          </a:ln>
        </p:spPr>
      </p:cxnSp>
      <p:cxnSp>
        <p:nvCxnSpPr>
          <p:cNvPr id="5201" name="Google Shape;5201;p36"/>
          <p:cNvCxnSpPr/>
          <p:nvPr/>
        </p:nvCxnSpPr>
        <p:spPr>
          <a:xfrm rot="10800000">
            <a:off x="10570774" y="3594896"/>
            <a:ext cx="1" cy="485748"/>
          </a:xfrm>
          <a:prstGeom prst="straightConnector1">
            <a:avLst/>
          </a:prstGeom>
          <a:noFill/>
          <a:ln cap="flat" cmpd="sng" w="9525">
            <a:solidFill>
              <a:schemeClr val="dk1"/>
            </a:solidFill>
            <a:prstDash val="solid"/>
            <a:miter lim="800000"/>
            <a:headEnd len="sm" w="sm" type="none"/>
            <a:tailEnd len="sm" w="sm" type="none"/>
          </a:ln>
        </p:spPr>
      </p:cxnSp>
      <p:cxnSp>
        <p:nvCxnSpPr>
          <p:cNvPr id="5202" name="Google Shape;5202;p36"/>
          <p:cNvCxnSpPr/>
          <p:nvPr/>
        </p:nvCxnSpPr>
        <p:spPr>
          <a:xfrm rot="10800000">
            <a:off x="10550620" y="4071642"/>
            <a:ext cx="508543" cy="348647"/>
          </a:xfrm>
          <a:prstGeom prst="straightConnector1">
            <a:avLst/>
          </a:prstGeom>
          <a:noFill/>
          <a:ln cap="flat" cmpd="sng" w="9525">
            <a:solidFill>
              <a:schemeClr val="dk1"/>
            </a:solidFill>
            <a:prstDash val="solid"/>
            <a:miter lim="800000"/>
            <a:headEnd len="sm" w="sm" type="none"/>
            <a:tailEnd len="sm" w="sm" type="none"/>
          </a:ln>
        </p:spPr>
      </p:cxnSp>
      <p:cxnSp>
        <p:nvCxnSpPr>
          <p:cNvPr id="5203" name="Google Shape;5203;p36"/>
          <p:cNvCxnSpPr/>
          <p:nvPr/>
        </p:nvCxnSpPr>
        <p:spPr>
          <a:xfrm rot="10800000">
            <a:off x="9895195"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5204" name="Google Shape;5204;p36"/>
          <p:cNvCxnSpPr/>
          <p:nvPr/>
        </p:nvCxnSpPr>
        <p:spPr>
          <a:xfrm rot="10800000">
            <a:off x="9219616" y="4087742"/>
            <a:ext cx="655425" cy="0"/>
          </a:xfrm>
          <a:prstGeom prst="straightConnector1">
            <a:avLst/>
          </a:prstGeom>
          <a:noFill/>
          <a:ln cap="flat" cmpd="sng" w="9525">
            <a:solidFill>
              <a:schemeClr val="dk1"/>
            </a:solidFill>
            <a:prstDash val="solid"/>
            <a:miter lim="800000"/>
            <a:headEnd len="sm" w="sm" type="none"/>
            <a:tailEnd len="sm" w="sm" type="none"/>
          </a:ln>
        </p:spPr>
      </p:cxnSp>
      <p:cxnSp>
        <p:nvCxnSpPr>
          <p:cNvPr id="5205" name="Google Shape;5205;p36"/>
          <p:cNvCxnSpPr/>
          <p:nvPr/>
        </p:nvCxnSpPr>
        <p:spPr>
          <a:xfrm flipH="1">
            <a:off x="9276868" y="3507672"/>
            <a:ext cx="382424" cy="517050"/>
          </a:xfrm>
          <a:prstGeom prst="straightConnector1">
            <a:avLst/>
          </a:prstGeom>
          <a:noFill/>
          <a:ln cap="flat" cmpd="sng" w="9525">
            <a:solidFill>
              <a:schemeClr val="dk1"/>
            </a:solidFill>
            <a:prstDash val="solid"/>
            <a:miter lim="800000"/>
            <a:headEnd len="sm" w="sm" type="none"/>
            <a:tailEnd len="sm" w="sm" type="none"/>
          </a:ln>
        </p:spPr>
      </p:cxnSp>
      <p:cxnSp>
        <p:nvCxnSpPr>
          <p:cNvPr id="5206" name="Google Shape;5206;p36"/>
          <p:cNvCxnSpPr/>
          <p:nvPr/>
        </p:nvCxnSpPr>
        <p:spPr>
          <a:xfrm>
            <a:off x="9733069" y="3507672"/>
            <a:ext cx="0" cy="540294"/>
          </a:xfrm>
          <a:prstGeom prst="straightConnector1">
            <a:avLst/>
          </a:prstGeom>
          <a:noFill/>
          <a:ln cap="flat" cmpd="sng" w="9525">
            <a:solidFill>
              <a:schemeClr val="dk1"/>
            </a:solidFill>
            <a:prstDash val="solid"/>
            <a:miter lim="800000"/>
            <a:headEnd len="sm" w="sm" type="none"/>
            <a:tailEnd len="sm" w="sm" type="none"/>
          </a:ln>
        </p:spPr>
      </p:cxnSp>
      <p:cxnSp>
        <p:nvCxnSpPr>
          <p:cNvPr id="5207" name="Google Shape;5207;p36"/>
          <p:cNvCxnSpPr/>
          <p:nvPr/>
        </p:nvCxnSpPr>
        <p:spPr>
          <a:xfrm>
            <a:off x="10137668" y="2754692"/>
            <a:ext cx="488174" cy="839333"/>
          </a:xfrm>
          <a:prstGeom prst="straightConnector1">
            <a:avLst/>
          </a:prstGeom>
          <a:noFill/>
          <a:ln cap="flat" cmpd="sng" w="9525">
            <a:solidFill>
              <a:schemeClr val="dk1"/>
            </a:solidFill>
            <a:prstDash val="solid"/>
            <a:miter lim="800000"/>
            <a:headEnd len="sm" w="sm" type="none"/>
            <a:tailEnd len="sm" w="sm" type="none"/>
          </a:ln>
        </p:spPr>
      </p:cxnSp>
      <p:cxnSp>
        <p:nvCxnSpPr>
          <p:cNvPr id="5208" name="Google Shape;5208;p36"/>
          <p:cNvCxnSpPr/>
          <p:nvPr/>
        </p:nvCxnSpPr>
        <p:spPr>
          <a:xfrm flipH="1">
            <a:off x="9798719" y="2695013"/>
            <a:ext cx="380432" cy="694807"/>
          </a:xfrm>
          <a:prstGeom prst="straightConnector1">
            <a:avLst/>
          </a:prstGeom>
          <a:noFill/>
          <a:ln cap="flat" cmpd="sng" w="12700">
            <a:solidFill>
              <a:schemeClr val="dk1"/>
            </a:solidFill>
            <a:prstDash val="solid"/>
            <a:miter lim="800000"/>
            <a:headEnd len="sm" w="sm" type="none"/>
            <a:tailEnd len="sm" w="sm" type="none"/>
          </a:ln>
        </p:spPr>
      </p:cxnSp>
      <p:cxnSp>
        <p:nvCxnSpPr>
          <p:cNvPr id="5209" name="Google Shape;5209;p36"/>
          <p:cNvCxnSpPr/>
          <p:nvPr/>
        </p:nvCxnSpPr>
        <p:spPr>
          <a:xfrm flipH="1">
            <a:off x="10100635" y="2169432"/>
            <a:ext cx="761467" cy="577355"/>
          </a:xfrm>
          <a:prstGeom prst="straightConnector1">
            <a:avLst/>
          </a:prstGeom>
          <a:noFill/>
          <a:ln cap="flat" cmpd="sng" w="12700">
            <a:solidFill>
              <a:schemeClr val="dk1"/>
            </a:solidFill>
            <a:prstDash val="solid"/>
            <a:miter lim="800000"/>
            <a:headEnd len="sm" w="sm" type="none"/>
            <a:tailEnd len="sm" w="sm" type="none"/>
          </a:ln>
        </p:spPr>
      </p:cxnSp>
      <p:cxnSp>
        <p:nvCxnSpPr>
          <p:cNvPr id="5210" name="Google Shape;5210;p36"/>
          <p:cNvCxnSpPr/>
          <p:nvPr/>
        </p:nvCxnSpPr>
        <p:spPr>
          <a:xfrm flipH="1">
            <a:off x="10100635" y="2268313"/>
            <a:ext cx="3970" cy="518461"/>
          </a:xfrm>
          <a:prstGeom prst="straightConnector1">
            <a:avLst/>
          </a:prstGeom>
          <a:noFill/>
          <a:ln cap="flat" cmpd="sng" w="12700">
            <a:solidFill>
              <a:schemeClr val="dk1"/>
            </a:solidFill>
            <a:prstDash val="solid"/>
            <a:miter lim="800000"/>
            <a:headEnd len="sm" w="sm" type="none"/>
            <a:tailEnd len="sm" w="sm" type="none"/>
          </a:ln>
        </p:spPr>
      </p:cxnSp>
      <p:cxnSp>
        <p:nvCxnSpPr>
          <p:cNvPr id="5211" name="Google Shape;5211;p36"/>
          <p:cNvCxnSpPr/>
          <p:nvPr/>
        </p:nvCxnSpPr>
        <p:spPr>
          <a:xfrm flipH="1">
            <a:off x="10672135" y="2200506"/>
            <a:ext cx="149360" cy="518461"/>
          </a:xfrm>
          <a:prstGeom prst="straightConnector1">
            <a:avLst/>
          </a:prstGeom>
          <a:noFill/>
          <a:ln cap="flat" cmpd="sng" w="12700">
            <a:solidFill>
              <a:schemeClr val="dk1"/>
            </a:solidFill>
            <a:prstDash val="solid"/>
            <a:miter lim="800000"/>
            <a:headEnd len="sm" w="sm" type="none"/>
            <a:tailEnd len="sm" w="sm" type="none"/>
          </a:ln>
        </p:spPr>
      </p:cxnSp>
      <p:cxnSp>
        <p:nvCxnSpPr>
          <p:cNvPr id="5212" name="Google Shape;5212;p36"/>
          <p:cNvCxnSpPr/>
          <p:nvPr/>
        </p:nvCxnSpPr>
        <p:spPr>
          <a:xfrm flipH="1">
            <a:off x="10142166" y="2718967"/>
            <a:ext cx="574283" cy="27820"/>
          </a:xfrm>
          <a:prstGeom prst="straightConnector1">
            <a:avLst/>
          </a:prstGeom>
          <a:noFill/>
          <a:ln cap="flat" cmpd="sng" w="12700">
            <a:solidFill>
              <a:schemeClr val="dk1"/>
            </a:solidFill>
            <a:prstDash val="solid"/>
            <a:miter lim="800000"/>
            <a:headEnd len="sm" w="sm" type="none"/>
            <a:tailEnd len="sm" w="sm" type="none"/>
          </a:ln>
        </p:spPr>
      </p:cxnSp>
      <p:cxnSp>
        <p:nvCxnSpPr>
          <p:cNvPr id="5213" name="Google Shape;5213;p36"/>
          <p:cNvCxnSpPr/>
          <p:nvPr/>
        </p:nvCxnSpPr>
        <p:spPr>
          <a:xfrm flipH="1">
            <a:off x="10069542" y="2169432"/>
            <a:ext cx="788589" cy="98881"/>
          </a:xfrm>
          <a:prstGeom prst="straightConnector1">
            <a:avLst/>
          </a:prstGeom>
          <a:noFill/>
          <a:ln cap="flat" cmpd="sng" w="12700">
            <a:solidFill>
              <a:schemeClr val="dk1"/>
            </a:solidFill>
            <a:prstDash val="solid"/>
            <a:miter lim="800000"/>
            <a:headEnd len="sm" w="sm" type="none"/>
            <a:tailEnd len="sm" w="sm" type="none"/>
          </a:ln>
        </p:spPr>
      </p:cxnSp>
      <p:cxnSp>
        <p:nvCxnSpPr>
          <p:cNvPr id="5214" name="Google Shape;5214;p36"/>
          <p:cNvCxnSpPr/>
          <p:nvPr/>
        </p:nvCxnSpPr>
        <p:spPr>
          <a:xfrm flipH="1">
            <a:off x="10862103" y="2127325"/>
            <a:ext cx="279002" cy="42107"/>
          </a:xfrm>
          <a:prstGeom prst="straightConnector1">
            <a:avLst/>
          </a:prstGeom>
          <a:noFill/>
          <a:ln cap="flat" cmpd="sng" w="12700">
            <a:solidFill>
              <a:schemeClr val="dk1"/>
            </a:solidFill>
            <a:prstDash val="solid"/>
            <a:miter lim="800000"/>
            <a:headEnd len="sm" w="sm" type="none"/>
            <a:tailEnd len="sm" w="sm" type="none"/>
          </a:ln>
        </p:spPr>
      </p:cxnSp>
      <p:cxnSp>
        <p:nvCxnSpPr>
          <p:cNvPr id="5215" name="Google Shape;5215;p36"/>
          <p:cNvCxnSpPr/>
          <p:nvPr/>
        </p:nvCxnSpPr>
        <p:spPr>
          <a:xfrm rot="10800000">
            <a:off x="10681994" y="2718967"/>
            <a:ext cx="353541" cy="67807"/>
          </a:xfrm>
          <a:prstGeom prst="straightConnector1">
            <a:avLst/>
          </a:prstGeom>
          <a:noFill/>
          <a:ln cap="flat" cmpd="sng" w="12700">
            <a:solidFill>
              <a:schemeClr val="dk1"/>
            </a:solidFill>
            <a:prstDash val="solid"/>
            <a:miter lim="800000"/>
            <a:headEnd len="sm" w="sm" type="none"/>
            <a:tailEnd len="sm" w="sm" type="none"/>
          </a:ln>
        </p:spPr>
      </p:cxnSp>
      <p:cxnSp>
        <p:nvCxnSpPr>
          <p:cNvPr id="5216" name="Google Shape;5216;p36"/>
          <p:cNvCxnSpPr/>
          <p:nvPr/>
        </p:nvCxnSpPr>
        <p:spPr>
          <a:xfrm flipH="1">
            <a:off x="8769223" y="2268313"/>
            <a:ext cx="1300319" cy="606622"/>
          </a:xfrm>
          <a:prstGeom prst="straightConnector1">
            <a:avLst/>
          </a:prstGeom>
          <a:noFill/>
          <a:ln cap="flat" cmpd="sng" w="12700">
            <a:solidFill>
              <a:schemeClr val="dk1"/>
            </a:solidFill>
            <a:prstDash val="solid"/>
            <a:miter lim="800000"/>
            <a:headEnd len="sm" w="sm" type="none"/>
            <a:tailEnd len="sm" w="sm" type="none"/>
          </a:ln>
        </p:spPr>
      </p:cxnSp>
      <p:cxnSp>
        <p:nvCxnSpPr>
          <p:cNvPr id="5217" name="Google Shape;5217;p36"/>
          <p:cNvCxnSpPr/>
          <p:nvPr/>
        </p:nvCxnSpPr>
        <p:spPr>
          <a:xfrm flipH="1" rot="10800000">
            <a:off x="9378705" y="4113379"/>
            <a:ext cx="429324" cy="705603"/>
          </a:xfrm>
          <a:prstGeom prst="straightConnector1">
            <a:avLst/>
          </a:prstGeom>
          <a:noFill/>
          <a:ln cap="flat" cmpd="sng" w="9525">
            <a:solidFill>
              <a:schemeClr val="dk1"/>
            </a:solidFill>
            <a:prstDash val="solid"/>
            <a:round/>
            <a:headEnd len="med" w="med" type="none"/>
            <a:tailEnd len="med" w="med" type="none"/>
          </a:ln>
        </p:spPr>
      </p:cxnSp>
      <p:cxnSp>
        <p:nvCxnSpPr>
          <p:cNvPr id="5218" name="Google Shape;5218;p36"/>
          <p:cNvCxnSpPr/>
          <p:nvPr/>
        </p:nvCxnSpPr>
        <p:spPr>
          <a:xfrm flipH="1" rot="10800000">
            <a:off x="8244554" y="4047456"/>
            <a:ext cx="969051" cy="3175"/>
          </a:xfrm>
          <a:prstGeom prst="straightConnector1">
            <a:avLst/>
          </a:prstGeom>
          <a:noFill/>
          <a:ln cap="flat" cmpd="sng" w="9525">
            <a:solidFill>
              <a:schemeClr val="dk1"/>
            </a:solidFill>
            <a:prstDash val="solid"/>
            <a:round/>
            <a:headEnd len="med" w="med" type="none"/>
            <a:tailEnd len="med" w="med" type="none"/>
          </a:ln>
        </p:spPr>
      </p:cxnSp>
      <p:sp>
        <p:nvSpPr>
          <p:cNvPr id="5219" name="Google Shape;5219;p36"/>
          <p:cNvSpPr/>
          <p:nvPr/>
        </p:nvSpPr>
        <p:spPr>
          <a:xfrm>
            <a:off x="8174541" y="2292995"/>
            <a:ext cx="52388" cy="49485"/>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5220" name="Google Shape;5220;p36"/>
          <p:cNvGrpSpPr/>
          <p:nvPr/>
        </p:nvGrpSpPr>
        <p:grpSpPr>
          <a:xfrm>
            <a:off x="10410609" y="3496138"/>
            <a:ext cx="353678" cy="198344"/>
            <a:chOff x="7493876" y="2774731"/>
            <a:chExt cx="1481958" cy="894622"/>
          </a:xfrm>
        </p:grpSpPr>
        <p:sp>
          <p:nvSpPr>
            <p:cNvPr id="5221" name="Google Shape;5221;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222" name="Google Shape;5222;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223" name="Google Shape;5223;p36"/>
            <p:cNvGrpSpPr/>
            <p:nvPr/>
          </p:nvGrpSpPr>
          <p:grpSpPr>
            <a:xfrm>
              <a:off x="7713663" y="2848339"/>
              <a:ext cx="1042107" cy="425543"/>
              <a:chOff x="7786941" y="2884917"/>
              <a:chExt cx="897649" cy="353919"/>
            </a:xfrm>
          </p:grpSpPr>
          <p:sp>
            <p:nvSpPr>
              <p:cNvPr id="5224" name="Google Shape;5224;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25" name="Google Shape;5225;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26" name="Google Shape;5226;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27" name="Google Shape;5227;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228" name="Google Shape;5228;p36"/>
          <p:cNvGrpSpPr/>
          <p:nvPr/>
        </p:nvGrpSpPr>
        <p:grpSpPr>
          <a:xfrm>
            <a:off x="9948724" y="2202292"/>
            <a:ext cx="353678" cy="198344"/>
            <a:chOff x="7493876" y="2774731"/>
            <a:chExt cx="1481958" cy="894622"/>
          </a:xfrm>
        </p:grpSpPr>
        <p:sp>
          <p:nvSpPr>
            <p:cNvPr id="5229" name="Google Shape;5229;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230" name="Google Shape;5230;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231" name="Google Shape;5231;p36"/>
            <p:cNvGrpSpPr/>
            <p:nvPr/>
          </p:nvGrpSpPr>
          <p:grpSpPr>
            <a:xfrm>
              <a:off x="7713663" y="2848339"/>
              <a:ext cx="1042107" cy="425543"/>
              <a:chOff x="7786941" y="2884917"/>
              <a:chExt cx="897649" cy="353919"/>
            </a:xfrm>
          </p:grpSpPr>
          <p:sp>
            <p:nvSpPr>
              <p:cNvPr id="5232" name="Google Shape;5232;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33" name="Google Shape;5233;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34" name="Google Shape;5234;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35" name="Google Shape;5235;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236" name="Google Shape;5236;p36"/>
          <p:cNvGrpSpPr/>
          <p:nvPr/>
        </p:nvGrpSpPr>
        <p:grpSpPr>
          <a:xfrm>
            <a:off x="10527214" y="2613367"/>
            <a:ext cx="353678" cy="198344"/>
            <a:chOff x="7493876" y="2774731"/>
            <a:chExt cx="1481958" cy="894622"/>
          </a:xfrm>
        </p:grpSpPr>
        <p:sp>
          <p:nvSpPr>
            <p:cNvPr id="5237" name="Google Shape;5237;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238" name="Google Shape;5238;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239" name="Google Shape;5239;p36"/>
            <p:cNvGrpSpPr/>
            <p:nvPr/>
          </p:nvGrpSpPr>
          <p:grpSpPr>
            <a:xfrm>
              <a:off x="7713663" y="2848339"/>
              <a:ext cx="1042107" cy="425543"/>
              <a:chOff x="7786941" y="2884917"/>
              <a:chExt cx="897649" cy="353919"/>
            </a:xfrm>
          </p:grpSpPr>
          <p:sp>
            <p:nvSpPr>
              <p:cNvPr id="5240" name="Google Shape;5240;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41" name="Google Shape;5241;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42" name="Google Shape;5242;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43" name="Google Shape;5243;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244" name="Google Shape;5244;p36"/>
          <p:cNvGrpSpPr/>
          <p:nvPr/>
        </p:nvGrpSpPr>
        <p:grpSpPr>
          <a:xfrm>
            <a:off x="10643825" y="2107963"/>
            <a:ext cx="353678" cy="198344"/>
            <a:chOff x="7493876" y="2774731"/>
            <a:chExt cx="1481958" cy="894622"/>
          </a:xfrm>
        </p:grpSpPr>
        <p:sp>
          <p:nvSpPr>
            <p:cNvPr id="5245" name="Google Shape;5245;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246" name="Google Shape;5246;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247" name="Google Shape;5247;p36"/>
            <p:cNvGrpSpPr/>
            <p:nvPr/>
          </p:nvGrpSpPr>
          <p:grpSpPr>
            <a:xfrm>
              <a:off x="7713663" y="2848339"/>
              <a:ext cx="1042107" cy="425543"/>
              <a:chOff x="7786941" y="2884917"/>
              <a:chExt cx="897649" cy="353919"/>
            </a:xfrm>
          </p:grpSpPr>
          <p:sp>
            <p:nvSpPr>
              <p:cNvPr id="5248" name="Google Shape;5248;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49" name="Google Shape;5249;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50" name="Google Shape;5250;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51" name="Google Shape;5251;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252" name="Google Shape;5252;p36"/>
          <p:cNvGrpSpPr/>
          <p:nvPr/>
        </p:nvGrpSpPr>
        <p:grpSpPr>
          <a:xfrm>
            <a:off x="9098788" y="3956624"/>
            <a:ext cx="367224" cy="240304"/>
            <a:chOff x="7493876" y="2774731"/>
            <a:chExt cx="1481958" cy="894622"/>
          </a:xfrm>
        </p:grpSpPr>
        <p:sp>
          <p:nvSpPr>
            <p:cNvPr id="5253" name="Google Shape;5253;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254" name="Google Shape;5254;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255" name="Google Shape;5255;p36"/>
            <p:cNvGrpSpPr/>
            <p:nvPr/>
          </p:nvGrpSpPr>
          <p:grpSpPr>
            <a:xfrm>
              <a:off x="7713663" y="2848339"/>
              <a:ext cx="1042107" cy="425543"/>
              <a:chOff x="7786941" y="2884917"/>
              <a:chExt cx="897649" cy="353919"/>
            </a:xfrm>
          </p:grpSpPr>
          <p:sp>
            <p:nvSpPr>
              <p:cNvPr id="5256" name="Google Shape;5256;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57" name="Google Shape;5257;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58" name="Google Shape;5258;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59" name="Google Shape;5259;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260" name="Google Shape;5260;p36"/>
          <p:cNvGrpSpPr/>
          <p:nvPr/>
        </p:nvGrpSpPr>
        <p:grpSpPr>
          <a:xfrm>
            <a:off x="9980126" y="2661565"/>
            <a:ext cx="353678" cy="198344"/>
            <a:chOff x="7493876" y="2774731"/>
            <a:chExt cx="1481958" cy="894622"/>
          </a:xfrm>
        </p:grpSpPr>
        <p:sp>
          <p:nvSpPr>
            <p:cNvPr id="5261" name="Google Shape;5261;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262" name="Google Shape;5262;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263" name="Google Shape;5263;p36"/>
            <p:cNvGrpSpPr/>
            <p:nvPr/>
          </p:nvGrpSpPr>
          <p:grpSpPr>
            <a:xfrm>
              <a:off x="7713663" y="2848339"/>
              <a:ext cx="1042107" cy="425543"/>
              <a:chOff x="7786941" y="2884917"/>
              <a:chExt cx="897649" cy="353919"/>
            </a:xfrm>
          </p:grpSpPr>
          <p:sp>
            <p:nvSpPr>
              <p:cNvPr id="5264" name="Google Shape;5264;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65" name="Google Shape;5265;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66" name="Google Shape;5266;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67" name="Google Shape;5267;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268" name="Google Shape;5268;p36"/>
          <p:cNvGrpSpPr/>
          <p:nvPr/>
        </p:nvGrpSpPr>
        <p:grpSpPr>
          <a:xfrm>
            <a:off x="9497138" y="3394032"/>
            <a:ext cx="367224" cy="240304"/>
            <a:chOff x="7493876" y="2774731"/>
            <a:chExt cx="1481958" cy="894622"/>
          </a:xfrm>
        </p:grpSpPr>
        <p:sp>
          <p:nvSpPr>
            <p:cNvPr id="5269" name="Google Shape;5269;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270" name="Google Shape;5270;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271" name="Google Shape;5271;p36"/>
            <p:cNvGrpSpPr/>
            <p:nvPr/>
          </p:nvGrpSpPr>
          <p:grpSpPr>
            <a:xfrm>
              <a:off x="7713663" y="2848339"/>
              <a:ext cx="1042107" cy="425543"/>
              <a:chOff x="7786941" y="2884917"/>
              <a:chExt cx="897649" cy="353919"/>
            </a:xfrm>
          </p:grpSpPr>
          <p:sp>
            <p:nvSpPr>
              <p:cNvPr id="5272" name="Google Shape;5272;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73" name="Google Shape;5273;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74" name="Google Shape;5274;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75" name="Google Shape;5275;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276" name="Google Shape;5276;p36"/>
          <p:cNvGrpSpPr/>
          <p:nvPr/>
        </p:nvGrpSpPr>
        <p:grpSpPr>
          <a:xfrm>
            <a:off x="9601554" y="3999763"/>
            <a:ext cx="367224" cy="240304"/>
            <a:chOff x="7493876" y="2774731"/>
            <a:chExt cx="1481958" cy="894622"/>
          </a:xfrm>
        </p:grpSpPr>
        <p:sp>
          <p:nvSpPr>
            <p:cNvPr id="5277" name="Google Shape;5277;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278" name="Google Shape;5278;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279" name="Google Shape;5279;p36"/>
            <p:cNvGrpSpPr/>
            <p:nvPr/>
          </p:nvGrpSpPr>
          <p:grpSpPr>
            <a:xfrm>
              <a:off x="7713663" y="2848339"/>
              <a:ext cx="1042107" cy="425543"/>
              <a:chOff x="7786941" y="2884917"/>
              <a:chExt cx="897649" cy="353919"/>
            </a:xfrm>
          </p:grpSpPr>
          <p:sp>
            <p:nvSpPr>
              <p:cNvPr id="5280" name="Google Shape;5280;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81" name="Google Shape;5281;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82" name="Google Shape;5282;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83" name="Google Shape;5283;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284" name="Google Shape;5284;p36"/>
          <p:cNvGrpSpPr/>
          <p:nvPr/>
        </p:nvGrpSpPr>
        <p:grpSpPr>
          <a:xfrm>
            <a:off x="10375259" y="3992325"/>
            <a:ext cx="353678" cy="198344"/>
            <a:chOff x="7493876" y="2774731"/>
            <a:chExt cx="1481958" cy="894622"/>
          </a:xfrm>
        </p:grpSpPr>
        <p:sp>
          <p:nvSpPr>
            <p:cNvPr id="5285" name="Google Shape;5285;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286" name="Google Shape;5286;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287" name="Google Shape;5287;p36"/>
            <p:cNvGrpSpPr/>
            <p:nvPr/>
          </p:nvGrpSpPr>
          <p:grpSpPr>
            <a:xfrm>
              <a:off x="7713663" y="2848339"/>
              <a:ext cx="1042107" cy="425543"/>
              <a:chOff x="7786941" y="2884917"/>
              <a:chExt cx="897649" cy="353919"/>
            </a:xfrm>
          </p:grpSpPr>
          <p:sp>
            <p:nvSpPr>
              <p:cNvPr id="5288" name="Google Shape;5288;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89" name="Google Shape;5289;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90" name="Google Shape;5290;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91" name="Google Shape;5291;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iphone_stylized_small" id="5292" name="Google Shape;5292;p36"/>
          <p:cNvPicPr preferRelativeResize="0"/>
          <p:nvPr/>
        </p:nvPicPr>
        <p:blipFill rotWithShape="1">
          <a:blip r:embed="rId3">
            <a:alphaModFix/>
          </a:blip>
          <a:srcRect b="0" l="0" r="0" t="0"/>
          <a:stretch/>
        </p:blipFill>
        <p:spPr>
          <a:xfrm>
            <a:off x="7909572" y="1917025"/>
            <a:ext cx="136841" cy="328463"/>
          </a:xfrm>
          <a:prstGeom prst="rect">
            <a:avLst/>
          </a:prstGeom>
          <a:noFill/>
          <a:ln>
            <a:noFill/>
          </a:ln>
        </p:spPr>
      </p:pic>
      <p:pic>
        <p:nvPicPr>
          <p:cNvPr descr="laptop_keyboard" id="5293" name="Google Shape;5293;p36"/>
          <p:cNvPicPr preferRelativeResize="0"/>
          <p:nvPr/>
        </p:nvPicPr>
        <p:blipFill rotWithShape="1">
          <a:blip r:embed="rId4">
            <a:alphaModFix/>
          </a:blip>
          <a:srcRect b="0" l="0" r="0" t="0"/>
          <a:stretch/>
        </p:blipFill>
        <p:spPr>
          <a:xfrm flipH="1" rot="109064">
            <a:off x="7464781" y="2605090"/>
            <a:ext cx="437221" cy="159511"/>
          </a:xfrm>
          <a:prstGeom prst="rect">
            <a:avLst/>
          </a:prstGeom>
          <a:noFill/>
          <a:ln>
            <a:noFill/>
          </a:ln>
        </p:spPr>
      </p:pic>
      <p:sp>
        <p:nvSpPr>
          <p:cNvPr id="5294" name="Google Shape;5294;p36"/>
          <p:cNvSpPr/>
          <p:nvPr/>
        </p:nvSpPr>
        <p:spPr>
          <a:xfrm>
            <a:off x="7609678" y="2450304"/>
            <a:ext cx="351919" cy="208167"/>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5295" name="Google Shape;5295;p36"/>
          <p:cNvPicPr preferRelativeResize="0"/>
          <p:nvPr/>
        </p:nvPicPr>
        <p:blipFill rotWithShape="1">
          <a:blip r:embed="rId5">
            <a:alphaModFix/>
          </a:blip>
          <a:srcRect b="0" l="0" r="0" t="0"/>
          <a:stretch/>
        </p:blipFill>
        <p:spPr>
          <a:xfrm>
            <a:off x="7627011" y="2455658"/>
            <a:ext cx="319785" cy="189429"/>
          </a:xfrm>
          <a:prstGeom prst="rect">
            <a:avLst/>
          </a:prstGeom>
          <a:noFill/>
          <a:ln>
            <a:noFill/>
          </a:ln>
        </p:spPr>
      </p:pic>
      <p:sp>
        <p:nvSpPr>
          <p:cNvPr id="5296" name="Google Shape;5296;p36"/>
          <p:cNvSpPr/>
          <p:nvPr/>
        </p:nvSpPr>
        <p:spPr>
          <a:xfrm>
            <a:off x="7673752" y="2444163"/>
            <a:ext cx="298167" cy="38736"/>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7" name="Google Shape;5297;p36"/>
          <p:cNvSpPr/>
          <p:nvPr/>
        </p:nvSpPr>
        <p:spPr>
          <a:xfrm>
            <a:off x="7606562" y="2443848"/>
            <a:ext cx="82770" cy="161243"/>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8" name="Google Shape;5298;p36"/>
          <p:cNvSpPr/>
          <p:nvPr/>
        </p:nvSpPr>
        <p:spPr>
          <a:xfrm>
            <a:off x="7880579" y="2472664"/>
            <a:ext cx="89197" cy="186122"/>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9" name="Google Shape;5299;p36"/>
          <p:cNvSpPr/>
          <p:nvPr/>
        </p:nvSpPr>
        <p:spPr>
          <a:xfrm>
            <a:off x="7605588" y="2596902"/>
            <a:ext cx="327185" cy="6282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0" name="Google Shape;5300;p36"/>
          <p:cNvSpPr/>
          <p:nvPr/>
        </p:nvSpPr>
        <p:spPr>
          <a:xfrm>
            <a:off x="7890512" y="2474238"/>
            <a:ext cx="83549" cy="18690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1" name="Google Shape;5301;p36"/>
          <p:cNvSpPr/>
          <p:nvPr/>
        </p:nvSpPr>
        <p:spPr>
          <a:xfrm>
            <a:off x="7605977" y="2605248"/>
            <a:ext cx="290961" cy="62041"/>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302" name="Google Shape;5302;p36"/>
          <p:cNvGrpSpPr/>
          <p:nvPr/>
        </p:nvGrpSpPr>
        <p:grpSpPr>
          <a:xfrm>
            <a:off x="7601109" y="2671540"/>
            <a:ext cx="98740" cy="36846"/>
            <a:chOff x="1740" y="2642"/>
            <a:chExt cx="752" cy="327"/>
          </a:xfrm>
        </p:grpSpPr>
        <p:sp>
          <p:nvSpPr>
            <p:cNvPr id="5303" name="Google Shape;5303;p3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4" name="Google Shape;5304;p3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5" name="Google Shape;5305;p3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6" name="Google Shape;5306;p3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7" name="Google Shape;5307;p3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8" name="Google Shape;5308;p3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09" name="Google Shape;5309;p36"/>
          <p:cNvSpPr/>
          <p:nvPr/>
        </p:nvSpPr>
        <p:spPr>
          <a:xfrm>
            <a:off x="7770154" y="2677051"/>
            <a:ext cx="119578" cy="80936"/>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0" name="Google Shape;5310;p36"/>
          <p:cNvSpPr/>
          <p:nvPr/>
        </p:nvSpPr>
        <p:spPr>
          <a:xfrm>
            <a:off x="7464976" y="2683507"/>
            <a:ext cx="305957" cy="7385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1" name="Google Shape;5311;p36"/>
          <p:cNvSpPr/>
          <p:nvPr/>
        </p:nvSpPr>
        <p:spPr>
          <a:xfrm>
            <a:off x="7465171" y="2669965"/>
            <a:ext cx="3311" cy="14959"/>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2" name="Google Shape;5312;p36"/>
          <p:cNvSpPr/>
          <p:nvPr/>
        </p:nvSpPr>
        <p:spPr>
          <a:xfrm>
            <a:off x="7465366" y="2609027"/>
            <a:ext cx="142170" cy="61883"/>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3" name="Google Shape;5313;p36"/>
          <p:cNvSpPr/>
          <p:nvPr/>
        </p:nvSpPr>
        <p:spPr>
          <a:xfrm>
            <a:off x="7474909" y="2673115"/>
            <a:ext cx="290182" cy="7101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4" name="Google Shape;5314;p36"/>
          <p:cNvSpPr/>
          <p:nvPr/>
        </p:nvSpPr>
        <p:spPr>
          <a:xfrm flipH="1" rot="10800000">
            <a:off x="7764701" y="2668076"/>
            <a:ext cx="118410" cy="73535"/>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ight2.png" id="5315" name="Google Shape;5315;p36"/>
          <p:cNvPicPr preferRelativeResize="0"/>
          <p:nvPr/>
        </p:nvPicPr>
        <p:blipFill rotWithShape="1">
          <a:blip r:embed="rId6">
            <a:alphaModFix/>
          </a:blip>
          <a:srcRect b="0" l="0" r="0" t="0"/>
          <a:stretch/>
        </p:blipFill>
        <p:spPr>
          <a:xfrm flipH="1">
            <a:off x="8831667" y="2392289"/>
            <a:ext cx="92772" cy="405447"/>
          </a:xfrm>
          <a:prstGeom prst="rect">
            <a:avLst/>
          </a:prstGeom>
          <a:noFill/>
          <a:ln>
            <a:noFill/>
          </a:ln>
        </p:spPr>
      </p:pic>
      <p:pic>
        <p:nvPicPr>
          <p:cNvPr descr="car_icon_small" id="5316" name="Google Shape;5316;p36"/>
          <p:cNvPicPr preferRelativeResize="0"/>
          <p:nvPr/>
        </p:nvPicPr>
        <p:blipFill rotWithShape="1">
          <a:blip r:embed="rId7">
            <a:alphaModFix/>
          </a:blip>
          <a:srcRect b="0" l="0" r="0" t="0"/>
          <a:stretch/>
        </p:blipFill>
        <p:spPr>
          <a:xfrm>
            <a:off x="8499539" y="2116958"/>
            <a:ext cx="849312" cy="168275"/>
          </a:xfrm>
          <a:prstGeom prst="rect">
            <a:avLst/>
          </a:prstGeom>
          <a:noFill/>
          <a:ln>
            <a:noFill/>
          </a:ln>
        </p:spPr>
      </p:pic>
      <p:pic>
        <p:nvPicPr>
          <p:cNvPr descr="laptop_keyboard" id="5317" name="Google Shape;5317;p36"/>
          <p:cNvPicPr preferRelativeResize="0"/>
          <p:nvPr/>
        </p:nvPicPr>
        <p:blipFill rotWithShape="1">
          <a:blip r:embed="rId8">
            <a:alphaModFix/>
          </a:blip>
          <a:srcRect b="0" l="0" r="0" t="0"/>
          <a:stretch/>
        </p:blipFill>
        <p:spPr>
          <a:xfrm flipH="1" rot="109064">
            <a:off x="7510375" y="3605209"/>
            <a:ext cx="286699" cy="119448"/>
          </a:xfrm>
          <a:prstGeom prst="rect">
            <a:avLst/>
          </a:prstGeom>
          <a:noFill/>
          <a:ln>
            <a:noFill/>
          </a:ln>
        </p:spPr>
      </p:pic>
      <p:sp>
        <p:nvSpPr>
          <p:cNvPr id="5318" name="Google Shape;5318;p36"/>
          <p:cNvSpPr/>
          <p:nvPr/>
        </p:nvSpPr>
        <p:spPr>
          <a:xfrm>
            <a:off x="7605388" y="3489299"/>
            <a:ext cx="230764" cy="155883"/>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5319" name="Google Shape;5319;p36"/>
          <p:cNvPicPr preferRelativeResize="0"/>
          <p:nvPr/>
        </p:nvPicPr>
        <p:blipFill rotWithShape="1">
          <a:blip r:embed="rId9">
            <a:alphaModFix/>
          </a:blip>
          <a:srcRect b="0" l="0" r="0" t="0"/>
          <a:stretch/>
        </p:blipFill>
        <p:spPr>
          <a:xfrm>
            <a:off x="7616754" y="3493308"/>
            <a:ext cx="209692" cy="141851"/>
          </a:xfrm>
          <a:prstGeom prst="rect">
            <a:avLst/>
          </a:prstGeom>
          <a:noFill/>
          <a:ln>
            <a:noFill/>
          </a:ln>
        </p:spPr>
      </p:pic>
      <p:sp>
        <p:nvSpPr>
          <p:cNvPr id="5320" name="Google Shape;5320;p36"/>
          <p:cNvSpPr/>
          <p:nvPr/>
        </p:nvSpPr>
        <p:spPr>
          <a:xfrm>
            <a:off x="7647403" y="3484701"/>
            <a:ext cx="195517" cy="2900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1" name="Google Shape;5321;p36"/>
          <p:cNvSpPr/>
          <p:nvPr/>
        </p:nvSpPr>
        <p:spPr>
          <a:xfrm>
            <a:off x="7603345" y="3484465"/>
            <a:ext cx="54275" cy="120745"/>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2" name="Google Shape;5322;p36"/>
          <p:cNvSpPr/>
          <p:nvPr/>
        </p:nvSpPr>
        <p:spPr>
          <a:xfrm>
            <a:off x="7783026" y="3506043"/>
            <a:ext cx="58489" cy="139375"/>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3" name="Google Shape;5323;p36"/>
          <p:cNvSpPr/>
          <p:nvPr/>
        </p:nvSpPr>
        <p:spPr>
          <a:xfrm>
            <a:off x="7602706" y="3599078"/>
            <a:ext cx="214545" cy="47048"/>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4" name="Google Shape;5324;p36"/>
          <p:cNvSpPr/>
          <p:nvPr/>
        </p:nvSpPr>
        <p:spPr>
          <a:xfrm>
            <a:off x="7789539" y="3507222"/>
            <a:ext cx="54786" cy="139965"/>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5" name="Google Shape;5325;p36"/>
          <p:cNvSpPr/>
          <p:nvPr/>
        </p:nvSpPr>
        <p:spPr>
          <a:xfrm>
            <a:off x="7602962" y="3605327"/>
            <a:ext cx="190792" cy="46458"/>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326" name="Google Shape;5326;p36"/>
          <p:cNvGrpSpPr/>
          <p:nvPr/>
        </p:nvGrpSpPr>
        <p:grpSpPr>
          <a:xfrm>
            <a:off x="7599769" y="3654969"/>
            <a:ext cx="64747" cy="27592"/>
            <a:chOff x="1740" y="2642"/>
            <a:chExt cx="752" cy="327"/>
          </a:xfrm>
        </p:grpSpPr>
        <p:sp>
          <p:nvSpPr>
            <p:cNvPr id="5327" name="Google Shape;5327;p3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8" name="Google Shape;5328;p3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9" name="Google Shape;5329;p3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0" name="Google Shape;5330;p3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1" name="Google Shape;5331;p3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2" name="Google Shape;5332;p3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33" name="Google Shape;5333;p36"/>
          <p:cNvSpPr/>
          <p:nvPr/>
        </p:nvSpPr>
        <p:spPr>
          <a:xfrm>
            <a:off x="7710617" y="3659096"/>
            <a:ext cx="78411" cy="60608"/>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4" name="Google Shape;5334;p36"/>
          <p:cNvSpPr/>
          <p:nvPr/>
        </p:nvSpPr>
        <p:spPr>
          <a:xfrm>
            <a:off x="7510503" y="3663931"/>
            <a:ext cx="200625" cy="55302"/>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5" name="Google Shape;5335;p36"/>
          <p:cNvSpPr/>
          <p:nvPr/>
        </p:nvSpPr>
        <p:spPr>
          <a:xfrm>
            <a:off x="7510631" y="3653790"/>
            <a:ext cx="2171" cy="11202"/>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6" name="Google Shape;5336;p36"/>
          <p:cNvSpPr/>
          <p:nvPr/>
        </p:nvSpPr>
        <p:spPr>
          <a:xfrm>
            <a:off x="7510758" y="3608157"/>
            <a:ext cx="93225" cy="46340"/>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7" name="Google Shape;5337;p36"/>
          <p:cNvSpPr/>
          <p:nvPr/>
        </p:nvSpPr>
        <p:spPr>
          <a:xfrm>
            <a:off x="7517016" y="3656149"/>
            <a:ext cx="190281" cy="53180"/>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8" name="Google Shape;5338;p36"/>
          <p:cNvSpPr/>
          <p:nvPr/>
        </p:nvSpPr>
        <p:spPr>
          <a:xfrm flipH="1" rot="10800000">
            <a:off x="7707042" y="3652375"/>
            <a:ext cx="77645" cy="55066"/>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desktop_computer_stylized_medium" id="5339" name="Google Shape;5339;p36"/>
          <p:cNvPicPr preferRelativeResize="0"/>
          <p:nvPr/>
        </p:nvPicPr>
        <p:blipFill rotWithShape="1">
          <a:blip r:embed="rId10">
            <a:alphaModFix/>
          </a:blip>
          <a:srcRect b="0" l="0" r="0" t="0"/>
          <a:stretch/>
        </p:blipFill>
        <p:spPr>
          <a:xfrm flipH="1">
            <a:off x="7991996" y="3567143"/>
            <a:ext cx="359261" cy="342045"/>
          </a:xfrm>
          <a:prstGeom prst="rect">
            <a:avLst/>
          </a:prstGeom>
          <a:noFill/>
          <a:ln>
            <a:noFill/>
          </a:ln>
        </p:spPr>
      </p:pic>
      <p:sp>
        <p:nvSpPr>
          <p:cNvPr id="5340" name="Google Shape;5340;p36"/>
          <p:cNvSpPr/>
          <p:nvPr/>
        </p:nvSpPr>
        <p:spPr>
          <a:xfrm flipH="1">
            <a:off x="8145217" y="3599942"/>
            <a:ext cx="169400" cy="156753"/>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fridge2.png" id="5341" name="Google Shape;5341;p36"/>
          <p:cNvPicPr preferRelativeResize="0"/>
          <p:nvPr/>
        </p:nvPicPr>
        <p:blipFill rotWithShape="1">
          <a:blip r:embed="rId11">
            <a:alphaModFix/>
          </a:blip>
          <a:srcRect b="0" l="0" r="0" t="0"/>
          <a:stretch/>
        </p:blipFill>
        <p:spPr>
          <a:xfrm>
            <a:off x="7903199" y="3385017"/>
            <a:ext cx="189578" cy="337027"/>
          </a:xfrm>
          <a:prstGeom prst="rect">
            <a:avLst/>
          </a:prstGeom>
          <a:noFill/>
          <a:ln>
            <a:noFill/>
          </a:ln>
        </p:spPr>
      </p:pic>
      <p:grpSp>
        <p:nvGrpSpPr>
          <p:cNvPr id="5342" name="Google Shape;5342;p36"/>
          <p:cNvGrpSpPr/>
          <p:nvPr/>
        </p:nvGrpSpPr>
        <p:grpSpPr>
          <a:xfrm>
            <a:off x="10288915" y="5273951"/>
            <a:ext cx="177192" cy="330833"/>
            <a:chOff x="4140" y="429"/>
            <a:chExt cx="1425" cy="2396"/>
          </a:xfrm>
        </p:grpSpPr>
        <p:sp>
          <p:nvSpPr>
            <p:cNvPr id="5343" name="Google Shape;5343;p3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4" name="Google Shape;5344;p36"/>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345" name="Google Shape;5345;p3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6" name="Google Shape;5346;p3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7" name="Google Shape;5347;p36"/>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5348" name="Google Shape;5348;p36"/>
            <p:cNvGrpSpPr/>
            <p:nvPr/>
          </p:nvGrpSpPr>
          <p:grpSpPr>
            <a:xfrm>
              <a:off x="4748" y="666"/>
              <a:ext cx="578" cy="150"/>
              <a:chOff x="613" y="2566"/>
              <a:chExt cx="721" cy="144"/>
            </a:xfrm>
          </p:grpSpPr>
          <p:sp>
            <p:nvSpPr>
              <p:cNvPr id="5349" name="Google Shape;5349;p36"/>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350" name="Google Shape;5350;p36"/>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5351" name="Google Shape;5351;p36"/>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5352" name="Google Shape;5352;p36"/>
            <p:cNvGrpSpPr/>
            <p:nvPr/>
          </p:nvGrpSpPr>
          <p:grpSpPr>
            <a:xfrm>
              <a:off x="4748" y="990"/>
              <a:ext cx="578" cy="134"/>
              <a:chOff x="615" y="2564"/>
              <a:chExt cx="721" cy="139"/>
            </a:xfrm>
          </p:grpSpPr>
          <p:sp>
            <p:nvSpPr>
              <p:cNvPr id="5353" name="Google Shape;5353;p36"/>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354" name="Google Shape;5354;p36"/>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5355" name="Google Shape;5355;p36"/>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356" name="Google Shape;5356;p36"/>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5357" name="Google Shape;5357;p36"/>
            <p:cNvGrpSpPr/>
            <p:nvPr/>
          </p:nvGrpSpPr>
          <p:grpSpPr>
            <a:xfrm>
              <a:off x="4738" y="1647"/>
              <a:ext cx="578" cy="135"/>
              <a:chOff x="618" y="2586"/>
              <a:chExt cx="720" cy="124"/>
            </a:xfrm>
          </p:grpSpPr>
          <p:sp>
            <p:nvSpPr>
              <p:cNvPr id="5358" name="Google Shape;5358;p36"/>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359" name="Google Shape;5359;p36"/>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5360" name="Google Shape;5360;p3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361" name="Google Shape;5361;p36"/>
            <p:cNvGrpSpPr/>
            <p:nvPr/>
          </p:nvGrpSpPr>
          <p:grpSpPr>
            <a:xfrm>
              <a:off x="4738" y="1330"/>
              <a:ext cx="588" cy="134"/>
              <a:chOff x="613" y="2571"/>
              <a:chExt cx="732" cy="134"/>
            </a:xfrm>
          </p:grpSpPr>
          <p:sp>
            <p:nvSpPr>
              <p:cNvPr id="5362" name="Google Shape;5362;p36"/>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363" name="Google Shape;5363;p36"/>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5364" name="Google Shape;5364;p36"/>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365" name="Google Shape;5365;p3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6" name="Google Shape;5366;p3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7" name="Google Shape;5367;p36"/>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368" name="Google Shape;5368;p3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9" name="Google Shape;5369;p36"/>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370" name="Google Shape;5370;p36"/>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371" name="Google Shape;5371;p36"/>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372" name="Google Shape;5372;p36"/>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5373" name="Google Shape;5373;p36"/>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374" name="Google Shape;5374;p36"/>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5375" name="Google Shape;5375;p36"/>
          <p:cNvGrpSpPr/>
          <p:nvPr/>
        </p:nvGrpSpPr>
        <p:grpSpPr>
          <a:xfrm flipH="1">
            <a:off x="7980855" y="4900161"/>
            <a:ext cx="345630" cy="320302"/>
            <a:chOff x="2839" y="3501"/>
            <a:chExt cx="755" cy="803"/>
          </a:xfrm>
        </p:grpSpPr>
        <p:pic>
          <p:nvPicPr>
            <p:cNvPr descr="desktop_computer_stylized_medium" id="5376" name="Google Shape;5376;p36"/>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5377" name="Google Shape;5377;p3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laptop_keyboard" id="5378" name="Google Shape;5378;p36"/>
          <p:cNvPicPr preferRelativeResize="0"/>
          <p:nvPr/>
        </p:nvPicPr>
        <p:blipFill rotWithShape="1">
          <a:blip r:embed="rId13">
            <a:alphaModFix/>
          </a:blip>
          <a:srcRect b="0" l="0" r="0" t="0"/>
          <a:stretch/>
        </p:blipFill>
        <p:spPr>
          <a:xfrm flipH="1" rot="109064">
            <a:off x="9216586" y="6040274"/>
            <a:ext cx="253501" cy="120343"/>
          </a:xfrm>
          <a:prstGeom prst="rect">
            <a:avLst/>
          </a:prstGeom>
          <a:noFill/>
          <a:ln>
            <a:noFill/>
          </a:ln>
        </p:spPr>
      </p:pic>
      <p:sp>
        <p:nvSpPr>
          <p:cNvPr id="5379" name="Google Shape;5379;p36"/>
          <p:cNvSpPr/>
          <p:nvPr/>
        </p:nvSpPr>
        <p:spPr>
          <a:xfrm>
            <a:off x="9300597" y="5923494"/>
            <a:ext cx="204043" cy="157052"/>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5380" name="Google Shape;5380;p36"/>
          <p:cNvPicPr preferRelativeResize="0"/>
          <p:nvPr/>
        </p:nvPicPr>
        <p:blipFill rotWithShape="1">
          <a:blip r:embed="rId14">
            <a:alphaModFix/>
          </a:blip>
          <a:srcRect b="0" l="0" r="0" t="0"/>
          <a:stretch/>
        </p:blipFill>
        <p:spPr>
          <a:xfrm>
            <a:off x="9310647" y="5927534"/>
            <a:ext cx="185412" cy="142915"/>
          </a:xfrm>
          <a:prstGeom prst="rect">
            <a:avLst/>
          </a:prstGeom>
          <a:noFill/>
          <a:ln>
            <a:noFill/>
          </a:ln>
        </p:spPr>
      </p:pic>
      <p:sp>
        <p:nvSpPr>
          <p:cNvPr id="5381" name="Google Shape;5381;p36"/>
          <p:cNvSpPr/>
          <p:nvPr/>
        </p:nvSpPr>
        <p:spPr>
          <a:xfrm>
            <a:off x="9337747" y="5918861"/>
            <a:ext cx="172878" cy="29225"/>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2" name="Google Shape;5382;p36"/>
          <p:cNvSpPr/>
          <p:nvPr/>
        </p:nvSpPr>
        <p:spPr>
          <a:xfrm>
            <a:off x="9298791" y="5918624"/>
            <a:ext cx="47990" cy="121650"/>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3" name="Google Shape;5383;p36"/>
          <p:cNvSpPr/>
          <p:nvPr/>
        </p:nvSpPr>
        <p:spPr>
          <a:xfrm>
            <a:off x="9457666" y="5940364"/>
            <a:ext cx="51716" cy="14042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4" name="Google Shape;5384;p36"/>
          <p:cNvSpPr/>
          <p:nvPr/>
        </p:nvSpPr>
        <p:spPr>
          <a:xfrm>
            <a:off x="9298226" y="6034096"/>
            <a:ext cx="189702" cy="47401"/>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5" name="Google Shape;5385;p36"/>
          <p:cNvSpPr/>
          <p:nvPr/>
        </p:nvSpPr>
        <p:spPr>
          <a:xfrm>
            <a:off x="9463425" y="5941552"/>
            <a:ext cx="48442" cy="141014"/>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6" name="Google Shape;5386;p36"/>
          <p:cNvSpPr/>
          <p:nvPr/>
        </p:nvSpPr>
        <p:spPr>
          <a:xfrm>
            <a:off x="9298452" y="6040392"/>
            <a:ext cx="168700" cy="46807"/>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387" name="Google Shape;5387;p36"/>
          <p:cNvGrpSpPr/>
          <p:nvPr/>
        </p:nvGrpSpPr>
        <p:grpSpPr>
          <a:xfrm>
            <a:off x="9295629" y="6090407"/>
            <a:ext cx="57249" cy="27799"/>
            <a:chOff x="1740" y="2642"/>
            <a:chExt cx="752" cy="327"/>
          </a:xfrm>
        </p:grpSpPr>
        <p:sp>
          <p:nvSpPr>
            <p:cNvPr id="5388" name="Google Shape;5388;p3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9" name="Google Shape;5389;p3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0" name="Google Shape;5390;p3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1" name="Google Shape;5391;p3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2" name="Google Shape;5392;p3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3" name="Google Shape;5393;p3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94" name="Google Shape;5394;p36"/>
          <p:cNvSpPr/>
          <p:nvPr/>
        </p:nvSpPr>
        <p:spPr>
          <a:xfrm>
            <a:off x="9393642" y="6094565"/>
            <a:ext cx="69332" cy="61063"/>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5" name="Google Shape;5395;p36"/>
          <p:cNvSpPr/>
          <p:nvPr/>
        </p:nvSpPr>
        <p:spPr>
          <a:xfrm>
            <a:off x="9216699" y="6099436"/>
            <a:ext cx="177394" cy="55717"/>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6" name="Google Shape;5396;p36"/>
          <p:cNvSpPr/>
          <p:nvPr/>
        </p:nvSpPr>
        <p:spPr>
          <a:xfrm>
            <a:off x="9216812" y="6089219"/>
            <a:ext cx="1920" cy="11286"/>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7" name="Google Shape;5397;p36"/>
          <p:cNvSpPr/>
          <p:nvPr/>
        </p:nvSpPr>
        <p:spPr>
          <a:xfrm>
            <a:off x="9216925" y="6043244"/>
            <a:ext cx="82430" cy="46688"/>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8" name="Google Shape;5398;p36"/>
          <p:cNvSpPr/>
          <p:nvPr/>
        </p:nvSpPr>
        <p:spPr>
          <a:xfrm>
            <a:off x="9222458" y="6091595"/>
            <a:ext cx="168248" cy="53578"/>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9" name="Google Shape;5399;p36"/>
          <p:cNvSpPr/>
          <p:nvPr/>
        </p:nvSpPr>
        <p:spPr>
          <a:xfrm flipH="1" rot="10800000">
            <a:off x="9390480" y="6087793"/>
            <a:ext cx="68654" cy="5547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400" name="Google Shape;5400;p36"/>
          <p:cNvGrpSpPr/>
          <p:nvPr/>
        </p:nvGrpSpPr>
        <p:grpSpPr>
          <a:xfrm flipH="1">
            <a:off x="8153909" y="5504657"/>
            <a:ext cx="345630" cy="320302"/>
            <a:chOff x="2839" y="3501"/>
            <a:chExt cx="755" cy="803"/>
          </a:xfrm>
        </p:grpSpPr>
        <p:pic>
          <p:nvPicPr>
            <p:cNvPr descr="desktop_computer_stylized_medium" id="5401" name="Google Shape;5401;p36"/>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5402" name="Google Shape;5402;p3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403" name="Google Shape;5403;p36"/>
          <p:cNvGrpSpPr/>
          <p:nvPr/>
        </p:nvGrpSpPr>
        <p:grpSpPr>
          <a:xfrm flipH="1">
            <a:off x="8552134" y="5526130"/>
            <a:ext cx="345630" cy="320302"/>
            <a:chOff x="2839" y="3501"/>
            <a:chExt cx="755" cy="803"/>
          </a:xfrm>
        </p:grpSpPr>
        <p:pic>
          <p:nvPicPr>
            <p:cNvPr descr="desktop_computer_stylized_medium" id="5404" name="Google Shape;5404;p36"/>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5405" name="Google Shape;5405;p3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laptop_keyboard" id="5406" name="Google Shape;5406;p36"/>
          <p:cNvPicPr preferRelativeResize="0"/>
          <p:nvPr/>
        </p:nvPicPr>
        <p:blipFill rotWithShape="1">
          <a:blip r:embed="rId13">
            <a:alphaModFix/>
          </a:blip>
          <a:srcRect b="0" l="0" r="0" t="0"/>
          <a:stretch/>
        </p:blipFill>
        <p:spPr>
          <a:xfrm flipH="1" rot="109064">
            <a:off x="9550087" y="5949454"/>
            <a:ext cx="260920" cy="99063"/>
          </a:xfrm>
          <a:prstGeom prst="rect">
            <a:avLst/>
          </a:prstGeom>
          <a:noFill/>
          <a:ln>
            <a:noFill/>
          </a:ln>
        </p:spPr>
      </p:pic>
      <p:sp>
        <p:nvSpPr>
          <p:cNvPr id="5407" name="Google Shape;5407;p36"/>
          <p:cNvSpPr/>
          <p:nvPr/>
        </p:nvSpPr>
        <p:spPr>
          <a:xfrm>
            <a:off x="9636557" y="5853324"/>
            <a:ext cx="210015" cy="129281"/>
          </a:xfrm>
          <a:custGeom>
            <a:rect b="b" l="l" r="r" t="t"/>
            <a:pathLst>
              <a:path extrusionOk="0" h="2442" w="2982">
                <a:moveTo>
                  <a:pt x="540" y="0"/>
                </a:moveTo>
                <a:lnTo>
                  <a:pt x="0" y="1734"/>
                </a:lnTo>
                <a:lnTo>
                  <a:pt x="2394" y="2442"/>
                </a:lnTo>
                <a:lnTo>
                  <a:pt x="2982" y="318"/>
                </a:lnTo>
                <a:lnTo>
                  <a:pt x="540" y="0"/>
                </a:ln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screen" id="5408" name="Google Shape;5408;p36"/>
          <p:cNvPicPr preferRelativeResize="0"/>
          <p:nvPr/>
        </p:nvPicPr>
        <p:blipFill rotWithShape="1">
          <a:blip r:embed="rId14">
            <a:alphaModFix/>
          </a:blip>
          <a:srcRect b="0" l="0" r="0" t="0"/>
          <a:stretch/>
        </p:blipFill>
        <p:spPr>
          <a:xfrm>
            <a:off x="9646901" y="5856649"/>
            <a:ext cx="190838" cy="117644"/>
          </a:xfrm>
          <a:prstGeom prst="rect">
            <a:avLst/>
          </a:prstGeom>
          <a:noFill/>
          <a:ln>
            <a:noFill/>
          </a:ln>
        </p:spPr>
      </p:pic>
      <p:sp>
        <p:nvSpPr>
          <p:cNvPr id="5409" name="Google Shape;5409;p36"/>
          <p:cNvSpPr/>
          <p:nvPr/>
        </p:nvSpPr>
        <p:spPr>
          <a:xfrm>
            <a:off x="9674794" y="5849510"/>
            <a:ext cx="177937" cy="24057"/>
          </a:xfrm>
          <a:custGeom>
            <a:rect b="b" l="l" r="r" t="t"/>
            <a:pathLst>
              <a:path extrusionOk="0" h="455" w="2528">
                <a:moveTo>
                  <a:pt x="14" y="0"/>
                </a:moveTo>
                <a:lnTo>
                  <a:pt x="2528" y="341"/>
                </a:lnTo>
                <a:lnTo>
                  <a:pt x="2480" y="455"/>
                </a:lnTo>
                <a:lnTo>
                  <a:pt x="0" y="86"/>
                </a:lnTo>
                <a:lnTo>
                  <a:pt x="14" y="0"/>
                </a:lnTo>
                <a:close/>
              </a:path>
            </a:pathLst>
          </a:custGeom>
          <a:gradFill>
            <a:gsLst>
              <a:gs pos="0">
                <a:srgbClr val="000099"/>
              </a:gs>
              <a:gs pos="100000">
                <a:srgbClr val="EAEAEA"/>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0" name="Google Shape;5410;p36"/>
          <p:cNvSpPr/>
          <p:nvPr/>
        </p:nvSpPr>
        <p:spPr>
          <a:xfrm>
            <a:off x="9634698" y="5849315"/>
            <a:ext cx="49395" cy="100139"/>
          </a:xfrm>
          <a:custGeom>
            <a:rect b="b" l="l" r="r" t="t"/>
            <a:pathLst>
              <a:path extrusionOk="0" h="1893" w="702">
                <a:moveTo>
                  <a:pt x="579" y="0"/>
                </a:moveTo>
                <a:lnTo>
                  <a:pt x="0" y="1869"/>
                </a:lnTo>
                <a:lnTo>
                  <a:pt x="114" y="1893"/>
                </a:lnTo>
                <a:lnTo>
                  <a:pt x="702" y="51"/>
                </a:lnTo>
                <a:lnTo>
                  <a:pt x="579"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1" name="Google Shape;5411;p36"/>
          <p:cNvSpPr/>
          <p:nvPr/>
        </p:nvSpPr>
        <p:spPr>
          <a:xfrm>
            <a:off x="9798223" y="5867211"/>
            <a:ext cx="53230" cy="115590"/>
          </a:xfrm>
          <a:custGeom>
            <a:rect b="b" l="l" r="r" t="t"/>
            <a:pathLst>
              <a:path extrusionOk="0" h="2184" w="756">
                <a:moveTo>
                  <a:pt x="756" y="0"/>
                </a:moveTo>
                <a:lnTo>
                  <a:pt x="138" y="2184"/>
                </a:lnTo>
                <a:lnTo>
                  <a:pt x="0" y="2148"/>
                </a:lnTo>
                <a:lnTo>
                  <a:pt x="606" y="78"/>
                </a:lnTo>
                <a:lnTo>
                  <a:pt x="756" y="0"/>
                </a:lnTo>
                <a:close/>
              </a:path>
            </a:pathLst>
          </a:custGeom>
          <a:gradFill>
            <a:gsLst>
              <a:gs pos="0">
                <a:srgbClr val="DDDDDD"/>
              </a:gs>
              <a:gs pos="100000">
                <a:schemeClr val="lt1"/>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2" name="Google Shape;5412;p36"/>
          <p:cNvSpPr/>
          <p:nvPr/>
        </p:nvSpPr>
        <p:spPr>
          <a:xfrm>
            <a:off x="9634116" y="5944369"/>
            <a:ext cx="195254" cy="39019"/>
          </a:xfrm>
          <a:custGeom>
            <a:rect b="b" l="l" r="r" t="t"/>
            <a:pathLst>
              <a:path extrusionOk="0" h="738" w="2773">
                <a:moveTo>
                  <a:pt x="33" y="0"/>
                </a:moveTo>
                <a:lnTo>
                  <a:pt x="0" y="99"/>
                </a:lnTo>
                <a:lnTo>
                  <a:pt x="2436" y="738"/>
                </a:lnTo>
                <a:cubicBezTo>
                  <a:pt x="2499" y="501"/>
                  <a:pt x="2773" y="727"/>
                  <a:pt x="2373" y="603"/>
                </a:cubicBezTo>
                <a:lnTo>
                  <a:pt x="33" y="0"/>
                </a:lnTo>
                <a:close/>
              </a:path>
            </a:pathLst>
          </a:custGeom>
          <a:gradFill>
            <a:gsLst>
              <a:gs pos="0">
                <a:srgbClr val="0000CC"/>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3" name="Google Shape;5413;p36"/>
          <p:cNvSpPr/>
          <p:nvPr/>
        </p:nvSpPr>
        <p:spPr>
          <a:xfrm>
            <a:off x="9804150" y="5868189"/>
            <a:ext cx="49860" cy="116079"/>
          </a:xfrm>
          <a:custGeom>
            <a:rect b="b" l="l" r="r" t="t"/>
            <a:pathLst>
              <a:path extrusionOk="0" h="1659" w="637">
                <a:moveTo>
                  <a:pt x="615" y="0"/>
                </a:moveTo>
                <a:lnTo>
                  <a:pt x="637" y="0"/>
                </a:lnTo>
                <a:lnTo>
                  <a:pt x="68" y="1659"/>
                </a:lnTo>
                <a:lnTo>
                  <a:pt x="0" y="1647"/>
                </a:lnTo>
                <a:lnTo>
                  <a:pt x="615" y="0"/>
                </a:lnTo>
                <a:close/>
              </a:path>
            </a:pathLst>
          </a:custGeom>
          <a:solidFill>
            <a:srgbClr val="4D4D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4" name="Google Shape;5414;p36"/>
          <p:cNvSpPr/>
          <p:nvPr/>
        </p:nvSpPr>
        <p:spPr>
          <a:xfrm>
            <a:off x="9634349" y="5949552"/>
            <a:ext cx="173637" cy="38530"/>
          </a:xfrm>
          <a:custGeom>
            <a:rect b="b" l="l" r="r" t="t"/>
            <a:pathLst>
              <a:path extrusionOk="0" h="550" w="2216">
                <a:moveTo>
                  <a:pt x="0" y="0"/>
                </a:moveTo>
                <a:lnTo>
                  <a:pt x="9" y="57"/>
                </a:lnTo>
                <a:lnTo>
                  <a:pt x="2164" y="550"/>
                </a:lnTo>
                <a:lnTo>
                  <a:pt x="2216" y="496"/>
                </a:lnTo>
                <a:lnTo>
                  <a:pt x="0" y="0"/>
                </a:lnTo>
                <a:close/>
              </a:path>
            </a:pathLst>
          </a:custGeom>
          <a:gradFill>
            <a:gsLst>
              <a:gs pos="0">
                <a:srgbClr val="00009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415" name="Google Shape;5415;p36"/>
          <p:cNvGrpSpPr/>
          <p:nvPr/>
        </p:nvGrpSpPr>
        <p:grpSpPr>
          <a:xfrm>
            <a:off x="9631443" y="5990722"/>
            <a:ext cx="58925" cy="22883"/>
            <a:chOff x="1740" y="2642"/>
            <a:chExt cx="752" cy="327"/>
          </a:xfrm>
        </p:grpSpPr>
        <p:sp>
          <p:nvSpPr>
            <p:cNvPr id="5416" name="Google Shape;5416;p36"/>
            <p:cNvSpPr/>
            <p:nvPr/>
          </p:nvSpPr>
          <p:spPr>
            <a:xfrm>
              <a:off x="1740" y="2642"/>
              <a:ext cx="752" cy="327"/>
            </a:xfrm>
            <a:custGeom>
              <a:rect b="b" l="l" r="r" t="t"/>
              <a:pathLst>
                <a:path extrusionOk="0" h="327" w="752">
                  <a:moveTo>
                    <a:pt x="293" y="0"/>
                  </a:moveTo>
                  <a:lnTo>
                    <a:pt x="752" y="124"/>
                  </a:lnTo>
                  <a:lnTo>
                    <a:pt x="470" y="327"/>
                  </a:lnTo>
                  <a:lnTo>
                    <a:pt x="0" y="183"/>
                  </a:lnTo>
                  <a:lnTo>
                    <a:pt x="293"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7" name="Google Shape;5417;p36"/>
            <p:cNvSpPr/>
            <p:nvPr/>
          </p:nvSpPr>
          <p:spPr>
            <a:xfrm>
              <a:off x="1754" y="2649"/>
              <a:ext cx="726" cy="311"/>
            </a:xfrm>
            <a:custGeom>
              <a:rect b="b" l="l" r="r" t="t"/>
              <a:pathLst>
                <a:path extrusionOk="0" h="311" w="726">
                  <a:moveTo>
                    <a:pt x="282" y="0"/>
                  </a:moveTo>
                  <a:lnTo>
                    <a:pt x="726" y="119"/>
                  </a:lnTo>
                  <a:lnTo>
                    <a:pt x="457" y="311"/>
                  </a:lnTo>
                  <a:lnTo>
                    <a:pt x="0" y="173"/>
                  </a:lnTo>
                  <a:lnTo>
                    <a:pt x="282" y="0"/>
                  </a:lnTo>
                  <a:close/>
                </a:path>
              </a:pathLst>
            </a:custGeom>
            <a:gradFill>
              <a:gsLst>
                <a:gs pos="0">
                  <a:srgbClr val="4D4D4D"/>
                </a:gs>
                <a:gs pos="100000">
                  <a:srgbClr val="DDDDDD"/>
                </a:gs>
              </a:gsLst>
              <a:lin ang="189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8" name="Google Shape;5418;p36"/>
            <p:cNvSpPr/>
            <p:nvPr/>
          </p:nvSpPr>
          <p:spPr>
            <a:xfrm>
              <a:off x="1808" y="2770"/>
              <a:ext cx="258" cy="100"/>
            </a:xfrm>
            <a:custGeom>
              <a:rect b="b" l="l" r="r" t="t"/>
              <a:pathLst>
                <a:path extrusionOk="0" h="100" w="258">
                  <a:moveTo>
                    <a:pt x="0" y="44"/>
                  </a:moveTo>
                  <a:lnTo>
                    <a:pt x="75" y="0"/>
                  </a:lnTo>
                  <a:lnTo>
                    <a:pt x="258" y="50"/>
                  </a:lnTo>
                  <a:lnTo>
                    <a:pt x="183" y="100"/>
                  </a:lnTo>
                  <a:lnTo>
                    <a:pt x="0" y="44"/>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9" name="Google Shape;5419;p36"/>
            <p:cNvSpPr/>
            <p:nvPr/>
          </p:nvSpPr>
          <p:spPr>
            <a:xfrm>
              <a:off x="1799" y="2816"/>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0" name="Google Shape;5420;p36"/>
            <p:cNvSpPr/>
            <p:nvPr/>
          </p:nvSpPr>
          <p:spPr>
            <a:xfrm>
              <a:off x="2020" y="2834"/>
              <a:ext cx="258" cy="102"/>
            </a:xfrm>
            <a:custGeom>
              <a:rect b="b" l="l" r="r" t="t"/>
              <a:pathLst>
                <a:path extrusionOk="0" h="102" w="258">
                  <a:moveTo>
                    <a:pt x="0" y="46"/>
                  </a:moveTo>
                  <a:lnTo>
                    <a:pt x="71" y="0"/>
                  </a:lnTo>
                  <a:lnTo>
                    <a:pt x="258" y="52"/>
                  </a:lnTo>
                  <a:lnTo>
                    <a:pt x="183" y="102"/>
                  </a:lnTo>
                  <a:lnTo>
                    <a:pt x="0" y="4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1" name="Google Shape;5421;p36"/>
            <p:cNvSpPr/>
            <p:nvPr/>
          </p:nvSpPr>
          <p:spPr>
            <a:xfrm>
              <a:off x="2011" y="2882"/>
              <a:ext cx="194" cy="63"/>
            </a:xfrm>
            <a:custGeom>
              <a:rect b="b" l="l" r="r" t="t"/>
              <a:pathLst>
                <a:path extrusionOk="0" h="63" w="194">
                  <a:moveTo>
                    <a:pt x="12" y="0"/>
                  </a:moveTo>
                  <a:lnTo>
                    <a:pt x="194" y="53"/>
                  </a:lnTo>
                  <a:lnTo>
                    <a:pt x="180" y="63"/>
                  </a:lnTo>
                  <a:lnTo>
                    <a:pt x="0" y="9"/>
                  </a:lnTo>
                  <a:lnTo>
                    <a:pt x="12"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22" name="Google Shape;5422;p36"/>
          <p:cNvSpPr/>
          <p:nvPr/>
        </p:nvSpPr>
        <p:spPr>
          <a:xfrm>
            <a:off x="9732325" y="5994145"/>
            <a:ext cx="71361" cy="50265"/>
          </a:xfrm>
          <a:custGeom>
            <a:rect b="b" l="l" r="r" t="t"/>
            <a:pathLst>
              <a:path extrusionOk="0" h="792" w="990">
                <a:moveTo>
                  <a:pt x="3" y="738"/>
                </a:moveTo>
                <a:lnTo>
                  <a:pt x="990" y="0"/>
                </a:lnTo>
                <a:lnTo>
                  <a:pt x="987" y="60"/>
                </a:lnTo>
                <a:lnTo>
                  <a:pt x="0" y="792"/>
                </a:lnTo>
                <a:lnTo>
                  <a:pt x="3" y="738"/>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3" name="Google Shape;5423;p36"/>
          <p:cNvSpPr/>
          <p:nvPr/>
        </p:nvSpPr>
        <p:spPr>
          <a:xfrm>
            <a:off x="9550204" y="5998154"/>
            <a:ext cx="182586" cy="4586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4" name="Google Shape;5424;p36"/>
          <p:cNvSpPr/>
          <p:nvPr/>
        </p:nvSpPr>
        <p:spPr>
          <a:xfrm>
            <a:off x="9550320" y="5989744"/>
            <a:ext cx="1976" cy="9290"/>
          </a:xfrm>
          <a:custGeom>
            <a:rect b="b" l="l" r="r" t="t"/>
            <a:pathLst>
              <a:path extrusionOk="0" h="147" w="26">
                <a:moveTo>
                  <a:pt x="26" y="10"/>
                </a:moveTo>
                <a:lnTo>
                  <a:pt x="23" y="147"/>
                </a:lnTo>
                <a:lnTo>
                  <a:pt x="0" y="144"/>
                </a:lnTo>
                <a:lnTo>
                  <a:pt x="3" y="0"/>
                </a:lnTo>
                <a:lnTo>
                  <a:pt x="26" y="1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5" name="Google Shape;5425;p36"/>
          <p:cNvSpPr/>
          <p:nvPr/>
        </p:nvSpPr>
        <p:spPr>
          <a:xfrm>
            <a:off x="9550436" y="5951899"/>
            <a:ext cx="84843" cy="38432"/>
          </a:xfrm>
          <a:custGeom>
            <a:rect b="b" l="l" r="r" t="t"/>
            <a:pathLst>
              <a:path extrusionOk="0" h="606" w="1176">
                <a:moveTo>
                  <a:pt x="1170" y="0"/>
                </a:moveTo>
                <a:lnTo>
                  <a:pt x="0" y="597"/>
                </a:lnTo>
                <a:lnTo>
                  <a:pt x="30" y="606"/>
                </a:lnTo>
                <a:lnTo>
                  <a:pt x="1176" y="18"/>
                </a:lnTo>
                <a:lnTo>
                  <a:pt x="1170"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6" name="Google Shape;5426;p36"/>
          <p:cNvSpPr/>
          <p:nvPr/>
        </p:nvSpPr>
        <p:spPr>
          <a:xfrm>
            <a:off x="9556131" y="5991700"/>
            <a:ext cx="173172" cy="44104"/>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7" name="Google Shape;5427;p36"/>
          <p:cNvSpPr/>
          <p:nvPr/>
        </p:nvSpPr>
        <p:spPr>
          <a:xfrm flipH="1" rot="10800000">
            <a:off x="9729071" y="5988571"/>
            <a:ext cx="70663" cy="45669"/>
          </a:xfrm>
          <a:custGeom>
            <a:rect b="b" l="l" r="r" t="t"/>
            <a:pathLst>
              <a:path extrusionOk="0" h="723" w="2532">
                <a:moveTo>
                  <a:pt x="6" y="0"/>
                </a:moveTo>
                <a:cubicBezTo>
                  <a:pt x="16" y="0"/>
                  <a:pt x="26" y="0"/>
                  <a:pt x="36" y="0"/>
                </a:cubicBezTo>
                <a:lnTo>
                  <a:pt x="2532" y="678"/>
                </a:lnTo>
                <a:lnTo>
                  <a:pt x="2529" y="723"/>
                </a:lnTo>
                <a:lnTo>
                  <a:pt x="0" y="24"/>
                </a:lnTo>
                <a:lnTo>
                  <a:pt x="6" y="0"/>
                </a:lnTo>
                <a:close/>
              </a:path>
            </a:pathLst>
          </a:custGeom>
          <a:solidFill>
            <a:srgbClr val="0000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428" name="Google Shape;5428;p36"/>
          <p:cNvGrpSpPr/>
          <p:nvPr/>
        </p:nvGrpSpPr>
        <p:grpSpPr>
          <a:xfrm>
            <a:off x="10017877" y="5636388"/>
            <a:ext cx="171450" cy="348944"/>
            <a:chOff x="4140" y="429"/>
            <a:chExt cx="1425" cy="2396"/>
          </a:xfrm>
        </p:grpSpPr>
        <p:sp>
          <p:nvSpPr>
            <p:cNvPr id="5429" name="Google Shape;5429;p3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0" name="Google Shape;5430;p36"/>
            <p:cNvSpPr/>
            <p:nvPr/>
          </p:nvSpPr>
          <p:spPr>
            <a:xfrm>
              <a:off x="4210" y="429"/>
              <a:ext cx="1046" cy="2285"/>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31" name="Google Shape;5431;p3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2" name="Google Shape;5432;p3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3" name="Google Shape;5433;p36"/>
            <p:cNvSpPr/>
            <p:nvPr/>
          </p:nvSpPr>
          <p:spPr>
            <a:xfrm>
              <a:off x="4210" y="690"/>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5434" name="Google Shape;5434;p36"/>
            <p:cNvGrpSpPr/>
            <p:nvPr/>
          </p:nvGrpSpPr>
          <p:grpSpPr>
            <a:xfrm>
              <a:off x="4748" y="666"/>
              <a:ext cx="578" cy="150"/>
              <a:chOff x="613" y="2566"/>
              <a:chExt cx="721" cy="144"/>
            </a:xfrm>
          </p:grpSpPr>
          <p:sp>
            <p:nvSpPr>
              <p:cNvPr id="5435" name="Google Shape;5435;p36"/>
              <p:cNvSpPr/>
              <p:nvPr/>
            </p:nvSpPr>
            <p:spPr>
              <a:xfrm>
                <a:off x="613" y="2566"/>
                <a:ext cx="721"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36" name="Google Shape;5436;p36"/>
              <p:cNvSpPr/>
              <p:nvPr/>
            </p:nvSpPr>
            <p:spPr>
              <a:xfrm>
                <a:off x="625" y="2581"/>
                <a:ext cx="696"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5437" name="Google Shape;5437;p36"/>
            <p:cNvSpPr/>
            <p:nvPr/>
          </p:nvSpPr>
          <p:spPr>
            <a:xfrm>
              <a:off x="4220" y="1022"/>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5438" name="Google Shape;5438;p36"/>
            <p:cNvGrpSpPr/>
            <p:nvPr/>
          </p:nvGrpSpPr>
          <p:grpSpPr>
            <a:xfrm>
              <a:off x="4748" y="990"/>
              <a:ext cx="578" cy="134"/>
              <a:chOff x="615" y="2564"/>
              <a:chExt cx="721" cy="139"/>
            </a:xfrm>
          </p:grpSpPr>
          <p:sp>
            <p:nvSpPr>
              <p:cNvPr id="5439" name="Google Shape;5439;p36"/>
              <p:cNvSpPr/>
              <p:nvPr/>
            </p:nvSpPr>
            <p:spPr>
              <a:xfrm>
                <a:off x="615" y="2564"/>
                <a:ext cx="721"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40" name="Google Shape;5440;p36"/>
              <p:cNvSpPr/>
              <p:nvPr/>
            </p:nvSpPr>
            <p:spPr>
              <a:xfrm>
                <a:off x="628" y="2581"/>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5441" name="Google Shape;5441;p36"/>
            <p:cNvSpPr/>
            <p:nvPr/>
          </p:nvSpPr>
          <p:spPr>
            <a:xfrm>
              <a:off x="4220" y="1354"/>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42" name="Google Shape;5442;p36"/>
            <p:cNvSpPr/>
            <p:nvPr/>
          </p:nvSpPr>
          <p:spPr>
            <a:xfrm>
              <a:off x="4230" y="1655"/>
              <a:ext cx="598" cy="47"/>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nvGrpSpPr>
            <p:cNvPr id="5443" name="Google Shape;5443;p36"/>
            <p:cNvGrpSpPr/>
            <p:nvPr/>
          </p:nvGrpSpPr>
          <p:grpSpPr>
            <a:xfrm>
              <a:off x="4738" y="1647"/>
              <a:ext cx="578" cy="135"/>
              <a:chOff x="618" y="2586"/>
              <a:chExt cx="720" cy="124"/>
            </a:xfrm>
          </p:grpSpPr>
          <p:sp>
            <p:nvSpPr>
              <p:cNvPr id="5444" name="Google Shape;5444;p36"/>
              <p:cNvSpPr/>
              <p:nvPr/>
            </p:nvSpPr>
            <p:spPr>
              <a:xfrm>
                <a:off x="618" y="2586"/>
                <a:ext cx="720" cy="12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45" name="Google Shape;5445;p36"/>
              <p:cNvSpPr/>
              <p:nvPr/>
            </p:nvSpPr>
            <p:spPr>
              <a:xfrm>
                <a:off x="630" y="2586"/>
                <a:ext cx="695"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5446" name="Google Shape;5446;p3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447" name="Google Shape;5447;p36"/>
            <p:cNvGrpSpPr/>
            <p:nvPr/>
          </p:nvGrpSpPr>
          <p:grpSpPr>
            <a:xfrm>
              <a:off x="4738" y="1330"/>
              <a:ext cx="588" cy="134"/>
              <a:chOff x="613" y="2571"/>
              <a:chExt cx="732" cy="134"/>
            </a:xfrm>
          </p:grpSpPr>
          <p:sp>
            <p:nvSpPr>
              <p:cNvPr id="5448" name="Google Shape;5448;p36"/>
              <p:cNvSpPr/>
              <p:nvPr/>
            </p:nvSpPr>
            <p:spPr>
              <a:xfrm>
                <a:off x="613" y="2571"/>
                <a:ext cx="732"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49" name="Google Shape;5449;p36"/>
              <p:cNvSpPr/>
              <p:nvPr/>
            </p:nvSpPr>
            <p:spPr>
              <a:xfrm>
                <a:off x="625" y="2587"/>
                <a:ext cx="720" cy="103"/>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sp>
          <p:nvSpPr>
            <p:cNvPr id="5450" name="Google Shape;5450;p36"/>
            <p:cNvSpPr/>
            <p:nvPr/>
          </p:nvSpPr>
          <p:spPr>
            <a:xfrm>
              <a:off x="5246" y="429"/>
              <a:ext cx="70" cy="2285"/>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51" name="Google Shape;5451;p3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2" name="Google Shape;5452;p3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3" name="Google Shape;5453;p36"/>
            <p:cNvSpPr/>
            <p:nvPr/>
          </p:nvSpPr>
          <p:spPr>
            <a:xfrm>
              <a:off x="5515" y="2611"/>
              <a:ext cx="50"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54" name="Google Shape;5454;p3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5" name="Google Shape;5455;p36"/>
            <p:cNvSpPr/>
            <p:nvPr/>
          </p:nvSpPr>
          <p:spPr>
            <a:xfrm>
              <a:off x="4140" y="2675"/>
              <a:ext cx="1196" cy="150"/>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56" name="Google Shape;5456;p36"/>
            <p:cNvSpPr/>
            <p:nvPr/>
          </p:nvSpPr>
          <p:spPr>
            <a:xfrm>
              <a:off x="4210" y="2714"/>
              <a:ext cx="1066"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57" name="Google Shape;5457;p36"/>
            <p:cNvSpPr/>
            <p:nvPr/>
          </p:nvSpPr>
          <p:spPr>
            <a:xfrm>
              <a:off x="4309"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58" name="Google Shape;5458;p36"/>
            <p:cNvSpPr/>
            <p:nvPr/>
          </p:nvSpPr>
          <p:spPr>
            <a:xfrm>
              <a:off x="4489" y="2382"/>
              <a:ext cx="159" cy="142"/>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Noto Sans Symbols"/>
                <a:buNone/>
              </a:pPr>
              <a:r>
                <a:t/>
              </a:r>
              <a:endParaRPr sz="1800">
                <a:solidFill>
                  <a:srgbClr val="FF0000"/>
                </a:solidFill>
                <a:latin typeface="Arial"/>
                <a:ea typeface="Arial"/>
                <a:cs typeface="Arial"/>
                <a:sym typeface="Arial"/>
              </a:endParaRPr>
            </a:p>
          </p:txBody>
        </p:sp>
        <p:sp>
          <p:nvSpPr>
            <p:cNvPr id="5459" name="Google Shape;5459;p36"/>
            <p:cNvSpPr/>
            <p:nvPr/>
          </p:nvSpPr>
          <p:spPr>
            <a:xfrm>
              <a:off x="4658" y="2382"/>
              <a:ext cx="159"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5460" name="Google Shape;5460;p36"/>
            <p:cNvSpPr/>
            <p:nvPr/>
          </p:nvSpPr>
          <p:spPr>
            <a:xfrm>
              <a:off x="5067" y="1837"/>
              <a:ext cx="80" cy="759"/>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grpSp>
      <p:grpSp>
        <p:nvGrpSpPr>
          <p:cNvPr id="5461" name="Google Shape;5461;p36"/>
          <p:cNvGrpSpPr/>
          <p:nvPr/>
        </p:nvGrpSpPr>
        <p:grpSpPr>
          <a:xfrm flipH="1">
            <a:off x="7773981" y="5281060"/>
            <a:ext cx="345630" cy="320302"/>
            <a:chOff x="2839" y="3501"/>
            <a:chExt cx="755" cy="803"/>
          </a:xfrm>
        </p:grpSpPr>
        <p:pic>
          <p:nvPicPr>
            <p:cNvPr descr="desktop_computer_stylized_medium" id="5462" name="Google Shape;5462;p36"/>
            <p:cNvPicPr preferRelativeResize="0"/>
            <p:nvPr/>
          </p:nvPicPr>
          <p:blipFill rotWithShape="1">
            <a:blip r:embed="rId12">
              <a:alphaModFix/>
            </a:blip>
            <a:srcRect b="0" l="0" r="0" t="0"/>
            <a:stretch/>
          </p:blipFill>
          <p:spPr>
            <a:xfrm>
              <a:off x="2839" y="3501"/>
              <a:ext cx="755" cy="803"/>
            </a:xfrm>
            <a:prstGeom prst="rect">
              <a:avLst/>
            </a:prstGeom>
            <a:noFill/>
            <a:ln>
              <a:noFill/>
            </a:ln>
          </p:spPr>
        </p:pic>
        <p:sp>
          <p:nvSpPr>
            <p:cNvPr id="5463" name="Google Shape;5463;p36"/>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464" name="Google Shape;5464;p36"/>
          <p:cNvGrpSpPr/>
          <p:nvPr/>
        </p:nvGrpSpPr>
        <p:grpSpPr>
          <a:xfrm>
            <a:off x="7439074" y="1859725"/>
            <a:ext cx="4144321" cy="4127477"/>
            <a:chOff x="7439074" y="1859725"/>
            <a:chExt cx="4144321" cy="4127477"/>
          </a:xfrm>
        </p:grpSpPr>
        <p:grpSp>
          <p:nvGrpSpPr>
            <p:cNvPr id="5465" name="Google Shape;5465;p36"/>
            <p:cNvGrpSpPr/>
            <p:nvPr/>
          </p:nvGrpSpPr>
          <p:grpSpPr>
            <a:xfrm>
              <a:off x="7439074" y="1859725"/>
              <a:ext cx="1802647" cy="1120859"/>
              <a:chOff x="7439074" y="1859725"/>
              <a:chExt cx="1802647" cy="1120859"/>
            </a:xfrm>
          </p:grpSpPr>
          <p:pic>
            <p:nvPicPr>
              <p:cNvPr descr="cell_tower_radiation copy" id="5466" name="Google Shape;5466;p36"/>
              <p:cNvPicPr preferRelativeResize="0"/>
              <p:nvPr/>
            </p:nvPicPr>
            <p:blipFill rotWithShape="1">
              <a:blip r:embed="rId15">
                <a:alphaModFix/>
              </a:blip>
              <a:srcRect b="0" l="0" r="0" t="0"/>
              <a:stretch/>
            </p:blipFill>
            <p:spPr>
              <a:xfrm>
                <a:off x="7980866" y="2158167"/>
                <a:ext cx="457200" cy="332766"/>
              </a:xfrm>
              <a:prstGeom prst="rect">
                <a:avLst/>
              </a:prstGeom>
              <a:noFill/>
              <a:ln>
                <a:noFill/>
              </a:ln>
            </p:spPr>
          </p:pic>
          <p:cxnSp>
            <p:nvCxnSpPr>
              <p:cNvPr id="5467" name="Google Shape;5467;p36"/>
              <p:cNvCxnSpPr/>
              <p:nvPr/>
            </p:nvCxnSpPr>
            <p:spPr>
              <a:xfrm>
                <a:off x="8207860" y="2700359"/>
                <a:ext cx="227964" cy="174352"/>
              </a:xfrm>
              <a:prstGeom prst="straightConnector1">
                <a:avLst/>
              </a:prstGeom>
              <a:noFill/>
              <a:ln cap="flat" cmpd="sng" w="9525">
                <a:solidFill>
                  <a:schemeClr val="dk1"/>
                </a:solidFill>
                <a:prstDash val="solid"/>
                <a:round/>
                <a:headEnd len="med" w="med" type="none"/>
                <a:tailEnd len="med" w="med" type="none"/>
              </a:ln>
            </p:spPr>
          </p:cxnSp>
          <p:grpSp>
            <p:nvGrpSpPr>
              <p:cNvPr id="5468" name="Google Shape;5468;p36"/>
              <p:cNvGrpSpPr/>
              <p:nvPr/>
            </p:nvGrpSpPr>
            <p:grpSpPr>
              <a:xfrm>
                <a:off x="8050698" y="2309376"/>
                <a:ext cx="298450" cy="464008"/>
                <a:chOff x="3130" y="3288"/>
                <a:chExt cx="410" cy="742"/>
              </a:xfrm>
            </p:grpSpPr>
            <p:cxnSp>
              <p:nvCxnSpPr>
                <p:cNvPr id="5469" name="Google Shape;5469;p36"/>
                <p:cNvCxnSpPr/>
                <p:nvPr/>
              </p:nvCxnSpPr>
              <p:spPr>
                <a:xfrm flipH="1">
                  <a:off x="3130" y="3288"/>
                  <a:ext cx="205" cy="672"/>
                </a:xfrm>
                <a:prstGeom prst="straightConnector1">
                  <a:avLst/>
                </a:prstGeom>
                <a:noFill/>
                <a:ln cap="flat" cmpd="sng" w="19050">
                  <a:solidFill>
                    <a:schemeClr val="dk1"/>
                  </a:solidFill>
                  <a:prstDash val="solid"/>
                  <a:round/>
                  <a:headEnd len="med" w="med" type="none"/>
                  <a:tailEnd len="med" w="med" type="none"/>
                </a:ln>
              </p:spPr>
            </p:cxnSp>
            <p:cxnSp>
              <p:nvCxnSpPr>
                <p:cNvPr id="5470" name="Google Shape;5470;p36"/>
                <p:cNvCxnSpPr/>
                <p:nvPr/>
              </p:nvCxnSpPr>
              <p:spPr>
                <a:xfrm>
                  <a:off x="3335" y="3288"/>
                  <a:ext cx="205" cy="669"/>
                </a:xfrm>
                <a:prstGeom prst="straightConnector1">
                  <a:avLst/>
                </a:prstGeom>
                <a:noFill/>
                <a:ln cap="flat" cmpd="sng" w="19050">
                  <a:solidFill>
                    <a:schemeClr val="dk1"/>
                  </a:solidFill>
                  <a:prstDash val="solid"/>
                  <a:round/>
                  <a:headEnd len="med" w="med" type="none"/>
                  <a:tailEnd len="med" w="med" type="none"/>
                </a:ln>
              </p:spPr>
            </p:cxnSp>
            <p:cxnSp>
              <p:nvCxnSpPr>
                <p:cNvPr id="5471" name="Google Shape;5471;p36"/>
                <p:cNvCxnSpPr/>
                <p:nvPr/>
              </p:nvCxnSpPr>
              <p:spPr>
                <a:xfrm>
                  <a:off x="3130"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5472" name="Google Shape;5472;p36"/>
                <p:cNvCxnSpPr/>
                <p:nvPr/>
              </p:nvCxnSpPr>
              <p:spPr>
                <a:xfrm flipH="1">
                  <a:off x="3335" y="3957"/>
                  <a:ext cx="205" cy="73"/>
                </a:xfrm>
                <a:prstGeom prst="straightConnector1">
                  <a:avLst/>
                </a:prstGeom>
                <a:noFill/>
                <a:ln cap="flat" cmpd="sng" w="19050">
                  <a:solidFill>
                    <a:schemeClr val="dk1"/>
                  </a:solidFill>
                  <a:prstDash val="solid"/>
                  <a:round/>
                  <a:headEnd len="med" w="med" type="none"/>
                  <a:tailEnd len="med" w="med" type="none"/>
                </a:ln>
              </p:spPr>
            </p:cxnSp>
            <p:cxnSp>
              <p:nvCxnSpPr>
                <p:cNvPr id="5473" name="Google Shape;5473;p36"/>
                <p:cNvCxnSpPr/>
                <p:nvPr/>
              </p:nvCxnSpPr>
              <p:spPr>
                <a:xfrm>
                  <a:off x="3335" y="3303"/>
                  <a:ext cx="0" cy="727"/>
                </a:xfrm>
                <a:prstGeom prst="straightConnector1">
                  <a:avLst/>
                </a:prstGeom>
                <a:noFill/>
                <a:ln cap="flat" cmpd="sng" w="19050">
                  <a:solidFill>
                    <a:schemeClr val="dk1"/>
                  </a:solidFill>
                  <a:prstDash val="solid"/>
                  <a:round/>
                  <a:headEnd len="med" w="med" type="none"/>
                  <a:tailEnd len="med" w="med" type="none"/>
                </a:ln>
              </p:spPr>
            </p:cxnSp>
            <p:cxnSp>
              <p:nvCxnSpPr>
                <p:cNvPr id="5474" name="Google Shape;5474;p36"/>
                <p:cNvCxnSpPr/>
                <p:nvPr/>
              </p:nvCxnSpPr>
              <p:spPr>
                <a:xfrm flipH="1" rot="10800000">
                  <a:off x="3130" y="3888"/>
                  <a:ext cx="205" cy="72"/>
                </a:xfrm>
                <a:prstGeom prst="straightConnector1">
                  <a:avLst/>
                </a:prstGeom>
                <a:noFill/>
                <a:ln cap="flat" cmpd="sng" w="19050">
                  <a:solidFill>
                    <a:schemeClr val="dk1"/>
                  </a:solidFill>
                  <a:prstDash val="solid"/>
                  <a:round/>
                  <a:headEnd len="med" w="med" type="none"/>
                  <a:tailEnd len="med" w="med" type="none"/>
                </a:ln>
              </p:spPr>
            </p:cxnSp>
            <p:cxnSp>
              <p:nvCxnSpPr>
                <p:cNvPr id="5475" name="Google Shape;5475;p36"/>
                <p:cNvCxnSpPr/>
                <p:nvPr/>
              </p:nvCxnSpPr>
              <p:spPr>
                <a:xfrm rot="10800000">
                  <a:off x="3335" y="3888"/>
                  <a:ext cx="205" cy="69"/>
                </a:xfrm>
                <a:prstGeom prst="straightConnector1">
                  <a:avLst/>
                </a:prstGeom>
                <a:noFill/>
                <a:ln cap="flat" cmpd="sng" w="19050">
                  <a:solidFill>
                    <a:schemeClr val="dk1"/>
                  </a:solidFill>
                  <a:prstDash val="solid"/>
                  <a:round/>
                  <a:headEnd len="med" w="med" type="none"/>
                  <a:tailEnd len="med" w="med" type="none"/>
                </a:ln>
              </p:spPr>
            </p:cxnSp>
            <p:cxnSp>
              <p:nvCxnSpPr>
                <p:cNvPr id="5476" name="Google Shape;5476;p36"/>
                <p:cNvCxnSpPr/>
                <p:nvPr/>
              </p:nvCxnSpPr>
              <p:spPr>
                <a:xfrm>
                  <a:off x="3217" y="3668"/>
                  <a:ext cx="118" cy="55"/>
                </a:xfrm>
                <a:prstGeom prst="straightConnector1">
                  <a:avLst/>
                </a:prstGeom>
                <a:noFill/>
                <a:ln cap="flat" cmpd="sng" w="19050">
                  <a:solidFill>
                    <a:schemeClr val="dk1"/>
                  </a:solidFill>
                  <a:prstDash val="solid"/>
                  <a:round/>
                  <a:headEnd len="med" w="med" type="none"/>
                  <a:tailEnd len="med" w="med" type="none"/>
                </a:ln>
              </p:spPr>
            </p:cxnSp>
            <p:cxnSp>
              <p:nvCxnSpPr>
                <p:cNvPr id="5477" name="Google Shape;5477;p36"/>
                <p:cNvCxnSpPr/>
                <p:nvPr/>
              </p:nvCxnSpPr>
              <p:spPr>
                <a:xfrm flipH="1" rot="10800000">
                  <a:off x="3335" y="3668"/>
                  <a:ext cx="124" cy="55"/>
                </a:xfrm>
                <a:prstGeom prst="straightConnector1">
                  <a:avLst/>
                </a:prstGeom>
                <a:noFill/>
                <a:ln cap="flat" cmpd="sng" w="19050">
                  <a:solidFill>
                    <a:schemeClr val="dk1"/>
                  </a:solidFill>
                  <a:prstDash val="solid"/>
                  <a:round/>
                  <a:headEnd len="med" w="med" type="none"/>
                  <a:tailEnd len="med" w="med" type="none"/>
                </a:ln>
              </p:spPr>
            </p:cxnSp>
            <p:cxnSp>
              <p:nvCxnSpPr>
                <p:cNvPr id="5478" name="Google Shape;5478;p36"/>
                <p:cNvCxnSpPr/>
                <p:nvPr/>
              </p:nvCxnSpPr>
              <p:spPr>
                <a:xfrm>
                  <a:off x="3178" y="3766"/>
                  <a:ext cx="152" cy="75"/>
                </a:xfrm>
                <a:prstGeom prst="straightConnector1">
                  <a:avLst/>
                </a:prstGeom>
                <a:noFill/>
                <a:ln cap="flat" cmpd="sng" w="19050">
                  <a:solidFill>
                    <a:schemeClr val="dk1"/>
                  </a:solidFill>
                  <a:prstDash val="solid"/>
                  <a:round/>
                  <a:headEnd len="med" w="med" type="none"/>
                  <a:tailEnd len="med" w="med" type="none"/>
                </a:ln>
              </p:spPr>
            </p:cxnSp>
            <p:cxnSp>
              <p:nvCxnSpPr>
                <p:cNvPr id="5479" name="Google Shape;5479;p36"/>
                <p:cNvCxnSpPr/>
                <p:nvPr/>
              </p:nvCxnSpPr>
              <p:spPr>
                <a:xfrm flipH="1" rot="10800000">
                  <a:off x="3335" y="3781"/>
                  <a:ext cx="153" cy="66"/>
                </a:xfrm>
                <a:prstGeom prst="straightConnector1">
                  <a:avLst/>
                </a:prstGeom>
                <a:noFill/>
                <a:ln cap="flat" cmpd="sng" w="19050">
                  <a:solidFill>
                    <a:schemeClr val="dk1"/>
                  </a:solidFill>
                  <a:prstDash val="solid"/>
                  <a:round/>
                  <a:headEnd len="med" w="med" type="none"/>
                  <a:tailEnd len="med" w="med" type="none"/>
                </a:ln>
              </p:spPr>
            </p:cxnSp>
            <p:cxnSp>
              <p:nvCxnSpPr>
                <p:cNvPr id="5480" name="Google Shape;5480;p36"/>
                <p:cNvCxnSpPr/>
                <p:nvPr/>
              </p:nvCxnSpPr>
              <p:spPr>
                <a:xfrm flipH="1" rot="10800000">
                  <a:off x="3335" y="3567"/>
                  <a:ext cx="78" cy="27"/>
                </a:xfrm>
                <a:prstGeom prst="straightConnector1">
                  <a:avLst/>
                </a:prstGeom>
                <a:noFill/>
                <a:ln cap="flat" cmpd="sng" w="19050">
                  <a:solidFill>
                    <a:schemeClr val="dk1"/>
                  </a:solidFill>
                  <a:prstDash val="solid"/>
                  <a:round/>
                  <a:headEnd len="med" w="med" type="none"/>
                  <a:tailEnd len="med" w="med" type="none"/>
                </a:ln>
              </p:spPr>
            </p:cxnSp>
            <p:cxnSp>
              <p:nvCxnSpPr>
                <p:cNvPr id="5481" name="Google Shape;5481;p36"/>
                <p:cNvCxnSpPr/>
                <p:nvPr/>
              </p:nvCxnSpPr>
              <p:spPr>
                <a:xfrm flipH="1" rot="10800000">
                  <a:off x="3335" y="3428"/>
                  <a:ext cx="49" cy="21"/>
                </a:xfrm>
                <a:prstGeom prst="straightConnector1">
                  <a:avLst/>
                </a:prstGeom>
                <a:noFill/>
                <a:ln cap="flat" cmpd="sng" w="19050">
                  <a:solidFill>
                    <a:schemeClr val="dk1"/>
                  </a:solidFill>
                  <a:prstDash val="solid"/>
                  <a:round/>
                  <a:headEnd len="med" w="med" type="none"/>
                  <a:tailEnd len="med" w="med" type="none"/>
                </a:ln>
              </p:spPr>
            </p:cxnSp>
            <p:cxnSp>
              <p:nvCxnSpPr>
                <p:cNvPr id="5482" name="Google Shape;5482;p36"/>
                <p:cNvCxnSpPr/>
                <p:nvPr/>
              </p:nvCxnSpPr>
              <p:spPr>
                <a:xfrm>
                  <a:off x="3247" y="3558"/>
                  <a:ext cx="95" cy="36"/>
                </a:xfrm>
                <a:prstGeom prst="straightConnector1">
                  <a:avLst/>
                </a:prstGeom>
                <a:noFill/>
                <a:ln cap="flat" cmpd="sng" w="19050">
                  <a:solidFill>
                    <a:schemeClr val="dk1"/>
                  </a:solidFill>
                  <a:prstDash val="solid"/>
                  <a:round/>
                  <a:headEnd len="med" w="med" type="none"/>
                  <a:tailEnd len="med" w="med" type="none"/>
                </a:ln>
              </p:spPr>
            </p:cxnSp>
            <p:cxnSp>
              <p:nvCxnSpPr>
                <p:cNvPr id="5483" name="Google Shape;5483;p36"/>
                <p:cNvCxnSpPr/>
                <p:nvPr/>
              </p:nvCxnSpPr>
              <p:spPr>
                <a:xfrm>
                  <a:off x="3289" y="3422"/>
                  <a:ext cx="55" cy="36"/>
                </a:xfrm>
                <a:prstGeom prst="straightConnector1">
                  <a:avLst/>
                </a:prstGeom>
                <a:noFill/>
                <a:ln cap="flat" cmpd="sng" w="19050">
                  <a:solidFill>
                    <a:schemeClr val="dk1"/>
                  </a:solidFill>
                  <a:prstDash val="solid"/>
                  <a:round/>
                  <a:headEnd len="med" w="med" type="none"/>
                  <a:tailEnd len="med" w="med" type="none"/>
                </a:ln>
              </p:spPr>
            </p:cxnSp>
          </p:grpSp>
          <p:grpSp>
            <p:nvGrpSpPr>
              <p:cNvPr id="5484" name="Google Shape;5484;p36"/>
              <p:cNvGrpSpPr/>
              <p:nvPr/>
            </p:nvGrpSpPr>
            <p:grpSpPr>
              <a:xfrm>
                <a:off x="8439827" y="2812309"/>
                <a:ext cx="353678" cy="168275"/>
                <a:chOff x="7493876" y="2774731"/>
                <a:chExt cx="1481958" cy="894622"/>
              </a:xfrm>
            </p:grpSpPr>
            <p:sp>
              <p:nvSpPr>
                <p:cNvPr id="5485" name="Google Shape;5485;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486" name="Google Shape;5486;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487" name="Google Shape;5487;p36"/>
                <p:cNvGrpSpPr/>
                <p:nvPr/>
              </p:nvGrpSpPr>
              <p:grpSpPr>
                <a:xfrm>
                  <a:off x="7713663" y="2848339"/>
                  <a:ext cx="1042107" cy="425543"/>
                  <a:chOff x="7786941" y="2884917"/>
                  <a:chExt cx="897649" cy="353919"/>
                </a:xfrm>
              </p:grpSpPr>
              <p:sp>
                <p:nvSpPr>
                  <p:cNvPr id="5488" name="Google Shape;5488;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89" name="Google Shape;5489;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90" name="Google Shape;5490;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91" name="Google Shape;5491;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antenna_radiation_stylized" id="5492" name="Google Shape;5492;p36"/>
              <p:cNvPicPr preferRelativeResize="0"/>
              <p:nvPr/>
            </p:nvPicPr>
            <p:blipFill rotWithShape="1">
              <a:blip r:embed="rId16">
                <a:alphaModFix/>
              </a:blip>
              <a:srcRect b="0" l="0" r="0" t="0"/>
              <a:stretch/>
            </p:blipFill>
            <p:spPr>
              <a:xfrm>
                <a:off x="7750224" y="1859725"/>
                <a:ext cx="415925" cy="88774"/>
              </a:xfrm>
              <a:prstGeom prst="rect">
                <a:avLst/>
              </a:prstGeom>
              <a:noFill/>
              <a:ln>
                <a:noFill/>
              </a:ln>
            </p:spPr>
          </p:pic>
          <p:pic>
            <p:nvPicPr>
              <p:cNvPr descr="antenna_stylized" id="5493" name="Google Shape;5493;p36"/>
              <p:cNvPicPr preferRelativeResize="0"/>
              <p:nvPr/>
            </p:nvPicPr>
            <p:blipFill rotWithShape="1">
              <a:blip r:embed="rId17">
                <a:alphaModFix/>
              </a:blip>
              <a:srcRect b="0" l="0" r="0" t="0"/>
              <a:stretch/>
            </p:blipFill>
            <p:spPr>
              <a:xfrm>
                <a:off x="7439074" y="2356613"/>
                <a:ext cx="530702" cy="223756"/>
              </a:xfrm>
              <a:prstGeom prst="rect">
                <a:avLst/>
              </a:prstGeom>
              <a:noFill/>
              <a:ln>
                <a:noFill/>
              </a:ln>
            </p:spPr>
          </p:pic>
          <p:pic>
            <p:nvPicPr>
              <p:cNvPr descr="antenna_stylized" id="5494" name="Google Shape;5494;p36"/>
              <p:cNvPicPr preferRelativeResize="0"/>
              <p:nvPr/>
            </p:nvPicPr>
            <p:blipFill rotWithShape="1">
              <a:blip r:embed="rId17">
                <a:alphaModFix/>
              </a:blip>
              <a:srcRect b="0" l="0" r="0" t="0"/>
              <a:stretch/>
            </p:blipFill>
            <p:spPr>
              <a:xfrm>
                <a:off x="8637781" y="2319727"/>
                <a:ext cx="530702" cy="223756"/>
              </a:xfrm>
              <a:prstGeom prst="rect">
                <a:avLst/>
              </a:prstGeom>
              <a:noFill/>
              <a:ln>
                <a:noFill/>
              </a:ln>
            </p:spPr>
          </p:pic>
          <p:pic>
            <p:nvPicPr>
              <p:cNvPr descr="antenna_stylized" id="5495" name="Google Shape;5495;p36"/>
              <p:cNvPicPr preferRelativeResize="0"/>
              <p:nvPr/>
            </p:nvPicPr>
            <p:blipFill rotWithShape="1">
              <a:blip r:embed="rId17">
                <a:alphaModFix/>
              </a:blip>
              <a:srcRect b="0" l="0" r="0" t="0"/>
              <a:stretch/>
            </p:blipFill>
            <p:spPr>
              <a:xfrm>
                <a:off x="8711019" y="2059124"/>
                <a:ext cx="530702" cy="223756"/>
              </a:xfrm>
              <a:prstGeom prst="rect">
                <a:avLst/>
              </a:prstGeom>
              <a:noFill/>
              <a:ln>
                <a:noFill/>
              </a:ln>
            </p:spPr>
          </p:pic>
        </p:grpSp>
        <p:grpSp>
          <p:nvGrpSpPr>
            <p:cNvPr id="5496" name="Google Shape;5496;p36"/>
            <p:cNvGrpSpPr/>
            <p:nvPr/>
          </p:nvGrpSpPr>
          <p:grpSpPr>
            <a:xfrm>
              <a:off x="7493518" y="3325424"/>
              <a:ext cx="911538" cy="843226"/>
              <a:chOff x="7493518" y="3325424"/>
              <a:chExt cx="911538" cy="843226"/>
            </a:xfrm>
          </p:grpSpPr>
          <p:pic>
            <p:nvPicPr>
              <p:cNvPr descr="access_point_stylized_small" id="5497" name="Google Shape;5497;p36"/>
              <p:cNvPicPr preferRelativeResize="0"/>
              <p:nvPr/>
            </p:nvPicPr>
            <p:blipFill rotWithShape="1">
              <a:blip r:embed="rId18">
                <a:alphaModFix/>
              </a:blip>
              <a:srcRect b="0" l="0" r="0" t="0"/>
              <a:stretch/>
            </p:blipFill>
            <p:spPr>
              <a:xfrm>
                <a:off x="7613882" y="3861899"/>
                <a:ext cx="370169" cy="306751"/>
              </a:xfrm>
              <a:prstGeom prst="rect">
                <a:avLst/>
              </a:prstGeom>
              <a:noFill/>
              <a:ln>
                <a:noFill/>
              </a:ln>
            </p:spPr>
          </p:pic>
          <p:grpSp>
            <p:nvGrpSpPr>
              <p:cNvPr id="5498" name="Google Shape;5498;p36"/>
              <p:cNvGrpSpPr/>
              <p:nvPr/>
            </p:nvGrpSpPr>
            <p:grpSpPr>
              <a:xfrm>
                <a:off x="7493518" y="3325424"/>
                <a:ext cx="911538" cy="816238"/>
                <a:chOff x="7493518" y="3325424"/>
                <a:chExt cx="911538" cy="816238"/>
              </a:xfrm>
            </p:grpSpPr>
            <p:cxnSp>
              <p:nvCxnSpPr>
                <p:cNvPr id="5499" name="Google Shape;5499;p36"/>
                <p:cNvCxnSpPr/>
                <p:nvPr/>
              </p:nvCxnSpPr>
              <p:spPr>
                <a:xfrm>
                  <a:off x="8247778" y="3829970"/>
                  <a:ext cx="0" cy="131762"/>
                </a:xfrm>
                <a:prstGeom prst="straightConnector1">
                  <a:avLst/>
                </a:prstGeom>
                <a:noFill/>
                <a:ln cap="flat" cmpd="sng" w="9525">
                  <a:solidFill>
                    <a:schemeClr val="dk1"/>
                  </a:solidFill>
                  <a:prstDash val="solid"/>
                  <a:round/>
                  <a:headEnd len="med" w="med" type="none"/>
                  <a:tailEnd len="med" w="med" type="none"/>
                </a:ln>
              </p:spPr>
            </p:cxnSp>
            <p:cxnSp>
              <p:nvCxnSpPr>
                <p:cNvPr id="5500" name="Google Shape;5500;p36"/>
                <p:cNvCxnSpPr/>
                <p:nvPr/>
              </p:nvCxnSpPr>
              <p:spPr>
                <a:xfrm flipH="1" rot="10800000">
                  <a:off x="7857253" y="4041107"/>
                  <a:ext cx="168275" cy="3175"/>
                </a:xfrm>
                <a:prstGeom prst="straightConnector1">
                  <a:avLst/>
                </a:prstGeom>
                <a:noFill/>
                <a:ln cap="flat" cmpd="sng" w="9525">
                  <a:solidFill>
                    <a:schemeClr val="dk1"/>
                  </a:solidFill>
                  <a:prstDash val="solid"/>
                  <a:round/>
                  <a:headEnd len="med" w="med" type="none"/>
                  <a:tailEnd len="med" w="med" type="none"/>
                </a:ln>
              </p:spPr>
            </p:cxnSp>
            <p:pic>
              <p:nvPicPr>
                <p:cNvPr descr="antenna_radiation_stylized" id="5501" name="Google Shape;5501;p36"/>
                <p:cNvPicPr preferRelativeResize="0"/>
                <p:nvPr/>
              </p:nvPicPr>
              <p:blipFill rotWithShape="1">
                <a:blip r:embed="rId19">
                  <a:alphaModFix/>
                </a:blip>
                <a:srcRect b="0" l="0" r="0" t="0"/>
                <a:stretch/>
              </p:blipFill>
              <p:spPr>
                <a:xfrm>
                  <a:off x="7562238" y="3813930"/>
                  <a:ext cx="506412" cy="106009"/>
                </a:xfrm>
                <a:prstGeom prst="rect">
                  <a:avLst/>
                </a:prstGeom>
                <a:noFill/>
                <a:ln>
                  <a:noFill/>
                </a:ln>
              </p:spPr>
            </p:pic>
            <p:grpSp>
              <p:nvGrpSpPr>
                <p:cNvPr id="5502" name="Google Shape;5502;p36"/>
                <p:cNvGrpSpPr/>
                <p:nvPr/>
              </p:nvGrpSpPr>
              <p:grpSpPr>
                <a:xfrm>
                  <a:off x="8050070" y="3965994"/>
                  <a:ext cx="354986" cy="175668"/>
                  <a:chOff x="7493876" y="2774731"/>
                  <a:chExt cx="1481958" cy="894622"/>
                </a:xfrm>
              </p:grpSpPr>
              <p:sp>
                <p:nvSpPr>
                  <p:cNvPr id="5503" name="Google Shape;5503;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504" name="Google Shape;5504;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505" name="Google Shape;5505;p36"/>
                  <p:cNvGrpSpPr/>
                  <p:nvPr/>
                </p:nvGrpSpPr>
                <p:grpSpPr>
                  <a:xfrm>
                    <a:off x="7713663" y="2848339"/>
                    <a:ext cx="1042107" cy="425543"/>
                    <a:chOff x="7786941" y="2884917"/>
                    <a:chExt cx="897649" cy="353919"/>
                  </a:xfrm>
                </p:grpSpPr>
                <p:sp>
                  <p:nvSpPr>
                    <p:cNvPr id="5506" name="Google Shape;5506;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07" name="Google Shape;5507;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08" name="Google Shape;5508;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09" name="Google Shape;5509;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antenna_stylized" id="5510" name="Google Shape;5510;p36"/>
                <p:cNvPicPr preferRelativeResize="0"/>
                <p:nvPr/>
              </p:nvPicPr>
              <p:blipFill rotWithShape="1">
                <a:blip r:embed="rId20">
                  <a:alphaModFix/>
                </a:blip>
                <a:srcRect b="0" l="0" r="0" t="0"/>
                <a:stretch/>
              </p:blipFill>
              <p:spPr>
                <a:xfrm>
                  <a:off x="7493518" y="3419140"/>
                  <a:ext cx="347997" cy="167557"/>
                </a:xfrm>
                <a:prstGeom prst="rect">
                  <a:avLst/>
                </a:prstGeom>
                <a:noFill/>
                <a:ln>
                  <a:noFill/>
                </a:ln>
              </p:spPr>
            </p:pic>
            <p:pic>
              <p:nvPicPr>
                <p:cNvPr descr="antenna_stylized" id="5511" name="Google Shape;5511;p36"/>
                <p:cNvPicPr preferRelativeResize="0"/>
                <p:nvPr/>
              </p:nvPicPr>
              <p:blipFill rotWithShape="1">
                <a:blip r:embed="rId20">
                  <a:alphaModFix/>
                </a:blip>
                <a:srcRect b="0" l="0" r="0" t="0"/>
                <a:stretch/>
              </p:blipFill>
              <p:spPr>
                <a:xfrm>
                  <a:off x="7803435" y="3325424"/>
                  <a:ext cx="347997" cy="167557"/>
                </a:xfrm>
                <a:prstGeom prst="rect">
                  <a:avLst/>
                </a:prstGeom>
                <a:noFill/>
                <a:ln>
                  <a:noFill/>
                </a:ln>
              </p:spPr>
            </p:pic>
          </p:grpSp>
        </p:grpSp>
        <p:grpSp>
          <p:nvGrpSpPr>
            <p:cNvPr id="5512" name="Google Shape;5512;p36"/>
            <p:cNvGrpSpPr/>
            <p:nvPr/>
          </p:nvGrpSpPr>
          <p:grpSpPr>
            <a:xfrm>
              <a:off x="10884085" y="3428485"/>
              <a:ext cx="604586" cy="405973"/>
              <a:chOff x="10884085" y="3428485"/>
              <a:chExt cx="604586" cy="405973"/>
            </a:xfrm>
          </p:grpSpPr>
          <p:grpSp>
            <p:nvGrpSpPr>
              <p:cNvPr id="5513" name="Google Shape;5513;p36"/>
              <p:cNvGrpSpPr/>
              <p:nvPr/>
            </p:nvGrpSpPr>
            <p:grpSpPr>
              <a:xfrm>
                <a:off x="10884085" y="3601365"/>
                <a:ext cx="170989" cy="97052"/>
                <a:chOff x="7493876" y="2774731"/>
                <a:chExt cx="1481958" cy="894622"/>
              </a:xfrm>
            </p:grpSpPr>
            <p:sp>
              <p:nvSpPr>
                <p:cNvPr id="5514" name="Google Shape;5514;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515" name="Google Shape;5515;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516" name="Google Shape;5516;p36"/>
                <p:cNvGrpSpPr/>
                <p:nvPr/>
              </p:nvGrpSpPr>
              <p:grpSpPr>
                <a:xfrm>
                  <a:off x="7713663" y="2848339"/>
                  <a:ext cx="1042107" cy="425543"/>
                  <a:chOff x="7786941" y="2884917"/>
                  <a:chExt cx="897649" cy="353919"/>
                </a:xfrm>
              </p:grpSpPr>
              <p:sp>
                <p:nvSpPr>
                  <p:cNvPr id="5517" name="Google Shape;5517;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18" name="Google Shape;5518;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19" name="Google Shape;5519;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20" name="Google Shape;5520;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521" name="Google Shape;5521;p36"/>
              <p:cNvGrpSpPr/>
              <p:nvPr/>
            </p:nvGrpSpPr>
            <p:grpSpPr>
              <a:xfrm>
                <a:off x="11064947" y="3428485"/>
                <a:ext cx="423724" cy="405973"/>
                <a:chOff x="5103720" y="2693365"/>
                <a:chExt cx="611650" cy="414788"/>
              </a:xfrm>
            </p:grpSpPr>
            <p:cxnSp>
              <p:nvCxnSpPr>
                <p:cNvPr id="5522" name="Google Shape;5522;p36"/>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5523" name="Google Shape;5523;p36"/>
                <p:cNvGrpSpPr/>
                <p:nvPr/>
              </p:nvGrpSpPr>
              <p:grpSpPr>
                <a:xfrm>
                  <a:off x="5275406" y="2693365"/>
                  <a:ext cx="439964" cy="414788"/>
                  <a:chOff x="5275406" y="2711455"/>
                  <a:chExt cx="452949" cy="405518"/>
                </a:xfrm>
              </p:grpSpPr>
              <p:pic>
                <p:nvPicPr>
                  <p:cNvPr descr="server_rack.png" id="5524" name="Google Shape;5524;p36"/>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5525" name="Google Shape;5525;p36"/>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5526" name="Google Shape;5526;p36"/>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grpSp>
          <p:nvGrpSpPr>
            <p:cNvPr id="5527" name="Google Shape;5527;p36"/>
            <p:cNvGrpSpPr/>
            <p:nvPr/>
          </p:nvGrpSpPr>
          <p:grpSpPr>
            <a:xfrm>
              <a:off x="7975881" y="4741266"/>
              <a:ext cx="2318709" cy="1245936"/>
              <a:chOff x="7948367" y="4775686"/>
              <a:chExt cx="2318709" cy="1245936"/>
            </a:xfrm>
          </p:grpSpPr>
          <p:cxnSp>
            <p:nvCxnSpPr>
              <p:cNvPr id="5528" name="Google Shape;5528;p36"/>
              <p:cNvCxnSpPr/>
              <p:nvPr/>
            </p:nvCxnSpPr>
            <p:spPr>
              <a:xfrm flipH="1" rot="5400000">
                <a:off x="9789609" y="5251739"/>
                <a:ext cx="388062" cy="7560"/>
              </a:xfrm>
              <a:prstGeom prst="straightConnector1">
                <a:avLst/>
              </a:prstGeom>
              <a:noFill/>
              <a:ln cap="flat" cmpd="sng" w="12700">
                <a:solidFill>
                  <a:schemeClr val="dk1"/>
                </a:solidFill>
                <a:prstDash val="solid"/>
                <a:round/>
                <a:headEnd len="med" w="med" type="none"/>
                <a:tailEnd len="med" w="med" type="none"/>
              </a:ln>
            </p:spPr>
          </p:cxnSp>
          <p:cxnSp>
            <p:nvCxnSpPr>
              <p:cNvPr id="5529" name="Google Shape;5529;p36"/>
              <p:cNvCxnSpPr/>
              <p:nvPr/>
            </p:nvCxnSpPr>
            <p:spPr>
              <a:xfrm>
                <a:off x="8210207" y="5117334"/>
                <a:ext cx="226800" cy="127000"/>
              </a:xfrm>
              <a:prstGeom prst="straightConnector1">
                <a:avLst/>
              </a:prstGeom>
              <a:noFill/>
              <a:ln cap="flat" cmpd="sng" w="9525">
                <a:solidFill>
                  <a:schemeClr val="dk1"/>
                </a:solidFill>
                <a:prstDash val="solid"/>
                <a:round/>
                <a:headEnd len="med" w="med" type="none"/>
                <a:tailEnd len="med" w="med" type="none"/>
              </a:ln>
            </p:spPr>
          </p:cxnSp>
          <p:cxnSp>
            <p:nvCxnSpPr>
              <p:cNvPr id="5530" name="Google Shape;5530;p36"/>
              <p:cNvCxnSpPr/>
              <p:nvPr/>
            </p:nvCxnSpPr>
            <p:spPr>
              <a:xfrm flipH="1" rot="10800000">
                <a:off x="8459425" y="5036562"/>
                <a:ext cx="404236" cy="207771"/>
              </a:xfrm>
              <a:prstGeom prst="straightConnector1">
                <a:avLst/>
              </a:prstGeom>
              <a:noFill/>
              <a:ln cap="flat" cmpd="sng" w="9525">
                <a:solidFill>
                  <a:schemeClr val="dk1"/>
                </a:solidFill>
                <a:prstDash val="solid"/>
                <a:round/>
                <a:headEnd len="med" w="med" type="none"/>
                <a:tailEnd len="med" w="med" type="none"/>
              </a:ln>
            </p:spPr>
          </p:cxnSp>
          <p:grpSp>
            <p:nvGrpSpPr>
              <p:cNvPr id="5531" name="Google Shape;5531;p36"/>
              <p:cNvGrpSpPr/>
              <p:nvPr/>
            </p:nvGrpSpPr>
            <p:grpSpPr>
              <a:xfrm>
                <a:off x="7948367" y="4775686"/>
                <a:ext cx="2318709" cy="1245936"/>
                <a:chOff x="7948367" y="4775686"/>
                <a:chExt cx="2318709" cy="1245936"/>
              </a:xfrm>
            </p:grpSpPr>
            <p:cxnSp>
              <p:nvCxnSpPr>
                <p:cNvPr id="5532" name="Google Shape;5532;p36"/>
                <p:cNvCxnSpPr/>
                <p:nvPr/>
              </p:nvCxnSpPr>
              <p:spPr>
                <a:xfrm rot="10800000">
                  <a:off x="10209926" y="5405286"/>
                  <a:ext cx="0" cy="114300"/>
                </a:xfrm>
                <a:prstGeom prst="straightConnector1">
                  <a:avLst/>
                </a:prstGeom>
                <a:noFill/>
                <a:ln cap="flat" cmpd="sng" w="12700">
                  <a:solidFill>
                    <a:schemeClr val="dk1"/>
                  </a:solidFill>
                  <a:prstDash val="solid"/>
                  <a:round/>
                  <a:headEnd len="med" w="med" type="none"/>
                  <a:tailEnd len="med" w="med" type="none"/>
                </a:ln>
              </p:spPr>
            </p:cxnSp>
            <p:cxnSp>
              <p:nvCxnSpPr>
                <p:cNvPr id="5533" name="Google Shape;5533;p36"/>
                <p:cNvCxnSpPr/>
                <p:nvPr/>
              </p:nvCxnSpPr>
              <p:spPr>
                <a:xfrm>
                  <a:off x="9432959" y="4838517"/>
                  <a:ext cx="524483" cy="261537"/>
                </a:xfrm>
                <a:prstGeom prst="straightConnector1">
                  <a:avLst/>
                </a:prstGeom>
                <a:noFill/>
                <a:ln cap="flat" cmpd="sng" w="9525">
                  <a:solidFill>
                    <a:schemeClr val="dk1"/>
                  </a:solidFill>
                  <a:prstDash val="solid"/>
                  <a:round/>
                  <a:headEnd len="med" w="med" type="none"/>
                  <a:tailEnd len="med" w="med" type="none"/>
                </a:ln>
              </p:spPr>
            </p:cxnSp>
            <p:cxnSp>
              <p:nvCxnSpPr>
                <p:cNvPr id="5534" name="Google Shape;5534;p36"/>
                <p:cNvCxnSpPr/>
                <p:nvPr/>
              </p:nvCxnSpPr>
              <p:spPr>
                <a:xfrm flipH="1" rot="10800000">
                  <a:off x="8850066" y="4838517"/>
                  <a:ext cx="569255" cy="246266"/>
                </a:xfrm>
                <a:prstGeom prst="straightConnector1">
                  <a:avLst/>
                </a:prstGeom>
                <a:noFill/>
                <a:ln cap="flat" cmpd="sng" w="9525">
                  <a:solidFill>
                    <a:schemeClr val="dk1"/>
                  </a:solidFill>
                  <a:prstDash val="solid"/>
                  <a:round/>
                  <a:headEnd len="med" w="med" type="none"/>
                  <a:tailEnd len="med" w="med" type="none"/>
                </a:ln>
              </p:spPr>
            </p:cxnSp>
            <p:cxnSp>
              <p:nvCxnSpPr>
                <p:cNvPr id="5535" name="Google Shape;5535;p36"/>
                <p:cNvCxnSpPr/>
                <p:nvPr/>
              </p:nvCxnSpPr>
              <p:spPr>
                <a:xfrm>
                  <a:off x="8821744" y="5108876"/>
                  <a:ext cx="1030502" cy="0"/>
                </a:xfrm>
                <a:prstGeom prst="straightConnector1">
                  <a:avLst/>
                </a:prstGeom>
                <a:noFill/>
                <a:ln cap="flat" cmpd="sng" w="9525">
                  <a:solidFill>
                    <a:schemeClr val="dk1"/>
                  </a:solidFill>
                  <a:prstDash val="solid"/>
                  <a:round/>
                  <a:headEnd len="med" w="med" type="none"/>
                  <a:tailEnd len="med" w="med" type="none"/>
                </a:ln>
              </p:spPr>
            </p:cxnSp>
            <p:cxnSp>
              <p:nvCxnSpPr>
                <p:cNvPr id="5536" name="Google Shape;5536;p36"/>
                <p:cNvCxnSpPr/>
                <p:nvPr/>
              </p:nvCxnSpPr>
              <p:spPr>
                <a:xfrm flipH="1" rot="10800000">
                  <a:off x="7948367" y="5290470"/>
                  <a:ext cx="412750" cy="127000"/>
                </a:xfrm>
                <a:prstGeom prst="straightConnector1">
                  <a:avLst/>
                </a:prstGeom>
                <a:noFill/>
                <a:ln cap="flat" cmpd="sng" w="9525">
                  <a:solidFill>
                    <a:schemeClr val="dk1"/>
                  </a:solidFill>
                  <a:prstDash val="solid"/>
                  <a:round/>
                  <a:headEnd len="med" w="med" type="none"/>
                  <a:tailEnd len="med" w="med" type="none"/>
                </a:ln>
              </p:spPr>
            </p:cxnSp>
            <p:cxnSp>
              <p:nvCxnSpPr>
                <p:cNvPr id="5537" name="Google Shape;5537;p36"/>
                <p:cNvCxnSpPr/>
                <p:nvPr/>
              </p:nvCxnSpPr>
              <p:spPr>
                <a:xfrm flipH="1">
                  <a:off x="8373817" y="5282252"/>
                  <a:ext cx="68080" cy="293968"/>
                </a:xfrm>
                <a:prstGeom prst="straightConnector1">
                  <a:avLst/>
                </a:prstGeom>
                <a:noFill/>
                <a:ln cap="flat" cmpd="sng" w="9525">
                  <a:solidFill>
                    <a:schemeClr val="dk1"/>
                  </a:solidFill>
                  <a:prstDash val="solid"/>
                  <a:round/>
                  <a:headEnd len="med" w="med" type="none"/>
                  <a:tailEnd len="med" w="med" type="none"/>
                </a:ln>
              </p:spPr>
            </p:cxnSp>
            <p:cxnSp>
              <p:nvCxnSpPr>
                <p:cNvPr id="5538" name="Google Shape;5538;p36"/>
                <p:cNvCxnSpPr/>
                <p:nvPr/>
              </p:nvCxnSpPr>
              <p:spPr>
                <a:xfrm rot="10800000">
                  <a:off x="8488731" y="5307931"/>
                  <a:ext cx="280374" cy="269876"/>
                </a:xfrm>
                <a:prstGeom prst="straightConnector1">
                  <a:avLst/>
                </a:prstGeom>
                <a:noFill/>
                <a:ln cap="flat" cmpd="sng" w="9525">
                  <a:solidFill>
                    <a:schemeClr val="dk1"/>
                  </a:solidFill>
                  <a:prstDash val="solid"/>
                  <a:round/>
                  <a:headEnd len="med" w="med" type="none"/>
                  <a:tailEnd len="med" w="med" type="none"/>
                </a:ln>
              </p:spPr>
            </p:cxnSp>
            <p:cxnSp>
              <p:nvCxnSpPr>
                <p:cNvPr id="5539" name="Google Shape;5539;p36"/>
                <p:cNvCxnSpPr/>
                <p:nvPr/>
              </p:nvCxnSpPr>
              <p:spPr>
                <a:xfrm>
                  <a:off x="8488731" y="5258048"/>
                  <a:ext cx="914184" cy="468622"/>
                </a:xfrm>
                <a:prstGeom prst="straightConnector1">
                  <a:avLst/>
                </a:prstGeom>
                <a:noFill/>
                <a:ln cap="flat" cmpd="sng" w="9525">
                  <a:solidFill>
                    <a:schemeClr val="dk1"/>
                  </a:solidFill>
                  <a:prstDash val="solid"/>
                  <a:round/>
                  <a:headEnd len="med" w="med" type="none"/>
                  <a:tailEnd len="med" w="med" type="none"/>
                </a:ln>
              </p:spPr>
            </p:cxnSp>
            <p:cxnSp>
              <p:nvCxnSpPr>
                <p:cNvPr id="5540" name="Google Shape;5540;p36"/>
                <p:cNvCxnSpPr/>
                <p:nvPr/>
              </p:nvCxnSpPr>
              <p:spPr>
                <a:xfrm flipH="1" rot="5400000">
                  <a:off x="9885545" y="5583471"/>
                  <a:ext cx="366793" cy="1482"/>
                </a:xfrm>
                <a:prstGeom prst="straightConnector1">
                  <a:avLst/>
                </a:prstGeom>
                <a:noFill/>
                <a:ln cap="flat" cmpd="sng" w="12700">
                  <a:solidFill>
                    <a:schemeClr val="dk1"/>
                  </a:solidFill>
                  <a:prstDash val="solid"/>
                  <a:round/>
                  <a:headEnd len="med" w="med" type="none"/>
                  <a:tailEnd len="med" w="med" type="none"/>
                </a:ln>
              </p:spPr>
            </p:cxnSp>
            <p:pic>
              <p:nvPicPr>
                <p:cNvPr descr="antenna_radiation_stylized" id="5541" name="Google Shape;5541;p36"/>
                <p:cNvPicPr preferRelativeResize="0"/>
                <p:nvPr/>
              </p:nvPicPr>
              <p:blipFill rotWithShape="1">
                <a:blip r:embed="rId22">
                  <a:alphaModFix/>
                </a:blip>
                <a:srcRect b="0" l="0" r="0" t="0"/>
                <a:stretch/>
              </p:blipFill>
              <p:spPr>
                <a:xfrm>
                  <a:off x="9242073" y="5480938"/>
                  <a:ext cx="452014" cy="95159"/>
                </a:xfrm>
                <a:prstGeom prst="rect">
                  <a:avLst/>
                </a:prstGeom>
                <a:noFill/>
                <a:ln>
                  <a:noFill/>
                </a:ln>
              </p:spPr>
            </p:pic>
            <p:pic>
              <p:nvPicPr>
                <p:cNvPr descr="access_point_stylized_small" id="5542" name="Google Shape;5542;p36"/>
                <p:cNvPicPr preferRelativeResize="0"/>
                <p:nvPr/>
              </p:nvPicPr>
              <p:blipFill rotWithShape="1">
                <a:blip r:embed="rId18">
                  <a:alphaModFix/>
                </a:blip>
                <a:srcRect b="0" l="0" r="0" t="0"/>
                <a:stretch/>
              </p:blipFill>
              <p:spPr>
                <a:xfrm>
                  <a:off x="9290610" y="5524232"/>
                  <a:ext cx="380935" cy="317464"/>
                </a:xfrm>
                <a:prstGeom prst="rect">
                  <a:avLst/>
                </a:prstGeom>
                <a:noFill/>
                <a:ln>
                  <a:noFill/>
                </a:ln>
              </p:spPr>
            </p:pic>
            <p:grpSp>
              <p:nvGrpSpPr>
                <p:cNvPr id="5543" name="Google Shape;5543;p36"/>
                <p:cNvGrpSpPr/>
                <p:nvPr/>
              </p:nvGrpSpPr>
              <p:grpSpPr>
                <a:xfrm>
                  <a:off x="9783558" y="4989983"/>
                  <a:ext cx="393760" cy="218578"/>
                  <a:chOff x="7493876" y="2774731"/>
                  <a:chExt cx="1481958" cy="894622"/>
                </a:xfrm>
              </p:grpSpPr>
              <p:sp>
                <p:nvSpPr>
                  <p:cNvPr id="5544" name="Google Shape;5544;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545" name="Google Shape;5545;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546" name="Google Shape;5546;p36"/>
                  <p:cNvGrpSpPr/>
                  <p:nvPr/>
                </p:nvGrpSpPr>
                <p:grpSpPr>
                  <a:xfrm>
                    <a:off x="7713663" y="2848339"/>
                    <a:ext cx="1042107" cy="425543"/>
                    <a:chOff x="7786941" y="2884917"/>
                    <a:chExt cx="897649" cy="353919"/>
                  </a:xfrm>
                </p:grpSpPr>
                <p:sp>
                  <p:nvSpPr>
                    <p:cNvPr id="5547" name="Google Shape;5547;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48" name="Google Shape;5548;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49" name="Google Shape;5549;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50" name="Google Shape;5550;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551" name="Google Shape;5551;p36"/>
                <p:cNvGrpSpPr/>
                <p:nvPr/>
              </p:nvGrpSpPr>
              <p:grpSpPr>
                <a:xfrm>
                  <a:off x="9849365" y="5339037"/>
                  <a:ext cx="309740" cy="190838"/>
                  <a:chOff x="3668110" y="2448910"/>
                  <a:chExt cx="3794234" cy="2165130"/>
                </a:xfrm>
              </p:grpSpPr>
              <p:sp>
                <p:nvSpPr>
                  <p:cNvPr id="5552" name="Google Shape;5552;p3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53" name="Google Shape;5553;p3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554" name="Google Shape;5554;p36"/>
                  <p:cNvGrpSpPr/>
                  <p:nvPr/>
                </p:nvGrpSpPr>
                <p:grpSpPr>
                  <a:xfrm>
                    <a:off x="3941378" y="2603243"/>
                    <a:ext cx="3202061" cy="1066110"/>
                    <a:chOff x="7939341" y="3037317"/>
                    <a:chExt cx="897649" cy="353919"/>
                  </a:xfrm>
                </p:grpSpPr>
                <p:sp>
                  <p:nvSpPr>
                    <p:cNvPr id="5555" name="Google Shape;5555;p3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56" name="Google Shape;5556;p3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57" name="Google Shape;5557;p3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58" name="Google Shape;5558;p3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559" name="Google Shape;5559;p36"/>
                <p:cNvGrpSpPr/>
                <p:nvPr/>
              </p:nvGrpSpPr>
              <p:grpSpPr>
                <a:xfrm>
                  <a:off x="8676619" y="4967420"/>
                  <a:ext cx="393760" cy="218578"/>
                  <a:chOff x="7493876" y="2774731"/>
                  <a:chExt cx="1481958" cy="894622"/>
                </a:xfrm>
              </p:grpSpPr>
              <p:sp>
                <p:nvSpPr>
                  <p:cNvPr id="5560" name="Google Shape;5560;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561" name="Google Shape;5561;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562" name="Google Shape;5562;p36"/>
                  <p:cNvGrpSpPr/>
                  <p:nvPr/>
                </p:nvGrpSpPr>
                <p:grpSpPr>
                  <a:xfrm>
                    <a:off x="7713663" y="2848339"/>
                    <a:ext cx="1042107" cy="425543"/>
                    <a:chOff x="7786941" y="2884917"/>
                    <a:chExt cx="897649" cy="353919"/>
                  </a:xfrm>
                </p:grpSpPr>
                <p:sp>
                  <p:nvSpPr>
                    <p:cNvPr id="5563" name="Google Shape;5563;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64" name="Google Shape;5564;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65" name="Google Shape;5565;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66" name="Google Shape;5566;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567" name="Google Shape;5567;p36"/>
                <p:cNvGrpSpPr/>
                <p:nvPr/>
              </p:nvGrpSpPr>
              <p:grpSpPr>
                <a:xfrm>
                  <a:off x="8311520" y="5194433"/>
                  <a:ext cx="309740" cy="190838"/>
                  <a:chOff x="3668110" y="2448910"/>
                  <a:chExt cx="3794234" cy="2165130"/>
                </a:xfrm>
              </p:grpSpPr>
              <p:sp>
                <p:nvSpPr>
                  <p:cNvPr id="5568" name="Google Shape;5568;p36"/>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69" name="Google Shape;5569;p36"/>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570" name="Google Shape;5570;p36"/>
                  <p:cNvGrpSpPr/>
                  <p:nvPr/>
                </p:nvGrpSpPr>
                <p:grpSpPr>
                  <a:xfrm>
                    <a:off x="3941378" y="2603243"/>
                    <a:ext cx="3202061" cy="1066110"/>
                    <a:chOff x="7939341" y="3037317"/>
                    <a:chExt cx="897649" cy="353919"/>
                  </a:xfrm>
                </p:grpSpPr>
                <p:sp>
                  <p:nvSpPr>
                    <p:cNvPr id="5571" name="Google Shape;5571;p36"/>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72" name="Google Shape;5572;p36"/>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73" name="Google Shape;5573;p36"/>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74" name="Google Shape;5574;p36"/>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575" name="Google Shape;5575;p36"/>
                <p:cNvGrpSpPr/>
                <p:nvPr/>
              </p:nvGrpSpPr>
              <p:grpSpPr>
                <a:xfrm>
                  <a:off x="9247893" y="4775686"/>
                  <a:ext cx="393760" cy="218578"/>
                  <a:chOff x="7493876" y="2774731"/>
                  <a:chExt cx="1481958" cy="894622"/>
                </a:xfrm>
              </p:grpSpPr>
              <p:sp>
                <p:nvSpPr>
                  <p:cNvPr id="5576" name="Google Shape;5576;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577" name="Google Shape;5577;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578" name="Google Shape;5578;p36"/>
                  <p:cNvGrpSpPr/>
                  <p:nvPr/>
                </p:nvGrpSpPr>
                <p:grpSpPr>
                  <a:xfrm>
                    <a:off x="7713663" y="2848339"/>
                    <a:ext cx="1042107" cy="425543"/>
                    <a:chOff x="7786941" y="2884917"/>
                    <a:chExt cx="897649" cy="353919"/>
                  </a:xfrm>
                </p:grpSpPr>
                <p:sp>
                  <p:nvSpPr>
                    <p:cNvPr id="5579" name="Google Shape;5579;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80" name="Google Shape;5580;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81" name="Google Shape;5581;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82" name="Google Shape;5582;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pic>
              <p:nvPicPr>
                <p:cNvPr descr="antenna_stylized" id="5583" name="Google Shape;5583;p36"/>
                <p:cNvPicPr preferRelativeResize="0"/>
                <p:nvPr/>
              </p:nvPicPr>
              <p:blipFill rotWithShape="1">
                <a:blip r:embed="rId23">
                  <a:alphaModFix/>
                </a:blip>
                <a:srcRect b="0" l="0" r="0" t="0"/>
                <a:stretch/>
              </p:blipFill>
              <p:spPr>
                <a:xfrm>
                  <a:off x="9201681" y="5852809"/>
                  <a:ext cx="307702" cy="168813"/>
                </a:xfrm>
                <a:prstGeom prst="rect">
                  <a:avLst/>
                </a:prstGeom>
                <a:noFill/>
                <a:ln>
                  <a:noFill/>
                </a:ln>
              </p:spPr>
            </p:pic>
            <p:pic>
              <p:nvPicPr>
                <p:cNvPr descr="antenna_stylized" id="5584" name="Google Shape;5584;p36"/>
                <p:cNvPicPr preferRelativeResize="0"/>
                <p:nvPr/>
              </p:nvPicPr>
              <p:blipFill rotWithShape="1">
                <a:blip r:embed="rId23">
                  <a:alphaModFix/>
                </a:blip>
                <a:srcRect b="0" l="0" r="0" t="0"/>
                <a:stretch/>
              </p:blipFill>
              <p:spPr>
                <a:xfrm>
                  <a:off x="9534746" y="5795138"/>
                  <a:ext cx="316707" cy="138962"/>
                </a:xfrm>
                <a:prstGeom prst="rect">
                  <a:avLst/>
                </a:prstGeom>
                <a:noFill/>
                <a:ln>
                  <a:noFill/>
                </a:ln>
              </p:spPr>
            </p:pic>
          </p:grpSp>
        </p:grpSp>
        <p:grpSp>
          <p:nvGrpSpPr>
            <p:cNvPr id="5585" name="Google Shape;5585;p36"/>
            <p:cNvGrpSpPr/>
            <p:nvPr/>
          </p:nvGrpSpPr>
          <p:grpSpPr>
            <a:xfrm>
              <a:off x="10925982" y="4188911"/>
              <a:ext cx="657413" cy="451816"/>
              <a:chOff x="10925982" y="4188911"/>
              <a:chExt cx="657413" cy="451816"/>
            </a:xfrm>
          </p:grpSpPr>
          <p:grpSp>
            <p:nvGrpSpPr>
              <p:cNvPr id="5586" name="Google Shape;5586;p36"/>
              <p:cNvGrpSpPr/>
              <p:nvPr/>
            </p:nvGrpSpPr>
            <p:grpSpPr>
              <a:xfrm>
                <a:off x="11093556" y="4188911"/>
                <a:ext cx="489839" cy="451816"/>
                <a:chOff x="5103720" y="2693365"/>
                <a:chExt cx="611650" cy="414788"/>
              </a:xfrm>
            </p:grpSpPr>
            <p:cxnSp>
              <p:nvCxnSpPr>
                <p:cNvPr id="5587" name="Google Shape;5587;p36"/>
                <p:cNvCxnSpPr/>
                <p:nvPr/>
              </p:nvCxnSpPr>
              <p:spPr>
                <a:xfrm>
                  <a:off x="5103720" y="2914214"/>
                  <a:ext cx="232559" cy="0"/>
                </a:xfrm>
                <a:prstGeom prst="straightConnector1">
                  <a:avLst/>
                </a:prstGeom>
                <a:noFill/>
                <a:ln cap="flat" cmpd="sng" w="12700">
                  <a:solidFill>
                    <a:schemeClr val="dk1"/>
                  </a:solidFill>
                  <a:prstDash val="solid"/>
                  <a:miter lim="800000"/>
                  <a:headEnd len="sm" w="sm" type="none"/>
                  <a:tailEnd len="sm" w="sm" type="none"/>
                </a:ln>
              </p:spPr>
            </p:cxnSp>
            <p:grpSp>
              <p:nvGrpSpPr>
                <p:cNvPr id="5588" name="Google Shape;5588;p36"/>
                <p:cNvGrpSpPr/>
                <p:nvPr/>
              </p:nvGrpSpPr>
              <p:grpSpPr>
                <a:xfrm>
                  <a:off x="5275406" y="2693365"/>
                  <a:ext cx="439964" cy="414788"/>
                  <a:chOff x="5275406" y="2711455"/>
                  <a:chExt cx="452949" cy="405518"/>
                </a:xfrm>
              </p:grpSpPr>
              <p:pic>
                <p:nvPicPr>
                  <p:cNvPr descr="server_rack.png" id="5589" name="Google Shape;5589;p36"/>
                  <p:cNvPicPr preferRelativeResize="0"/>
                  <p:nvPr/>
                </p:nvPicPr>
                <p:blipFill rotWithShape="1">
                  <a:blip r:embed="rId21">
                    <a:alphaModFix/>
                  </a:blip>
                  <a:srcRect b="0" l="0" r="0" t="0"/>
                  <a:stretch/>
                </p:blipFill>
                <p:spPr>
                  <a:xfrm>
                    <a:off x="5537367" y="2770786"/>
                    <a:ext cx="190988" cy="313366"/>
                  </a:xfrm>
                  <a:prstGeom prst="rect">
                    <a:avLst/>
                  </a:prstGeom>
                  <a:noFill/>
                  <a:ln>
                    <a:noFill/>
                  </a:ln>
                </p:spPr>
              </p:pic>
              <p:pic>
                <p:nvPicPr>
                  <p:cNvPr descr="server_rack.png" id="5590" name="Google Shape;5590;p36"/>
                  <p:cNvPicPr preferRelativeResize="0"/>
                  <p:nvPr/>
                </p:nvPicPr>
                <p:blipFill rotWithShape="1">
                  <a:blip r:embed="rId21">
                    <a:alphaModFix/>
                  </a:blip>
                  <a:srcRect b="0" l="0" r="0" t="0"/>
                  <a:stretch/>
                </p:blipFill>
                <p:spPr>
                  <a:xfrm>
                    <a:off x="5275406" y="2764002"/>
                    <a:ext cx="190988" cy="313366"/>
                  </a:xfrm>
                  <a:prstGeom prst="rect">
                    <a:avLst/>
                  </a:prstGeom>
                  <a:noFill/>
                  <a:ln>
                    <a:noFill/>
                  </a:ln>
                </p:spPr>
              </p:pic>
              <p:pic>
                <p:nvPicPr>
                  <p:cNvPr descr="server_rack.png" id="5591" name="Google Shape;5591;p36"/>
                  <p:cNvPicPr preferRelativeResize="0"/>
                  <p:nvPr/>
                </p:nvPicPr>
                <p:blipFill rotWithShape="1">
                  <a:blip r:embed="rId21">
                    <a:alphaModFix/>
                  </a:blip>
                  <a:srcRect b="0" l="0" r="0" t="0"/>
                  <a:stretch/>
                </p:blipFill>
                <p:spPr>
                  <a:xfrm>
                    <a:off x="5385676" y="2711455"/>
                    <a:ext cx="247152" cy="405518"/>
                  </a:xfrm>
                  <a:prstGeom prst="rect">
                    <a:avLst/>
                  </a:prstGeom>
                  <a:noFill/>
                  <a:ln>
                    <a:noFill/>
                  </a:ln>
                </p:spPr>
              </p:pic>
            </p:grpSp>
          </p:grpSp>
          <p:grpSp>
            <p:nvGrpSpPr>
              <p:cNvPr id="5592" name="Google Shape;5592;p36"/>
              <p:cNvGrpSpPr/>
              <p:nvPr/>
            </p:nvGrpSpPr>
            <p:grpSpPr>
              <a:xfrm>
                <a:off x="10925982" y="4369125"/>
                <a:ext cx="228295" cy="120400"/>
                <a:chOff x="7493876" y="2774731"/>
                <a:chExt cx="1481958" cy="894622"/>
              </a:xfrm>
            </p:grpSpPr>
            <p:sp>
              <p:nvSpPr>
                <p:cNvPr id="5593" name="Google Shape;5593;p3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594" name="Google Shape;5594;p3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595" name="Google Shape;5595;p36"/>
                <p:cNvGrpSpPr/>
                <p:nvPr/>
              </p:nvGrpSpPr>
              <p:grpSpPr>
                <a:xfrm>
                  <a:off x="7713663" y="2848339"/>
                  <a:ext cx="1042107" cy="425543"/>
                  <a:chOff x="7786941" y="2884917"/>
                  <a:chExt cx="897649" cy="353919"/>
                </a:xfrm>
              </p:grpSpPr>
              <p:sp>
                <p:nvSpPr>
                  <p:cNvPr id="5596" name="Google Shape;5596;p3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97" name="Google Shape;5597;p3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98" name="Google Shape;5598;p3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99" name="Google Shape;5599;p3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grpSp>
        <p:nvGrpSpPr>
          <p:cNvPr id="5600" name="Google Shape;5600;p36"/>
          <p:cNvGrpSpPr/>
          <p:nvPr/>
        </p:nvGrpSpPr>
        <p:grpSpPr>
          <a:xfrm>
            <a:off x="8694912" y="1702617"/>
            <a:ext cx="2658888" cy="2831440"/>
            <a:chOff x="17449127" y="2067553"/>
            <a:chExt cx="2658888" cy="2831440"/>
          </a:xfrm>
        </p:grpSpPr>
        <p:sp>
          <p:nvSpPr>
            <p:cNvPr id="5601" name="Google Shape;5601;p36"/>
            <p:cNvSpPr/>
            <p:nvPr/>
          </p:nvSpPr>
          <p:spPr>
            <a:xfrm>
              <a:off x="18054808" y="2067553"/>
              <a:ext cx="2053207" cy="1399514"/>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02" name="Google Shape;5602;p36"/>
            <p:cNvSpPr/>
            <p:nvPr/>
          </p:nvSpPr>
          <p:spPr>
            <a:xfrm>
              <a:off x="17449127" y="3391110"/>
              <a:ext cx="2173774" cy="1507883"/>
            </a:xfrm>
            <a:prstGeom prst="ellipse">
              <a:avLst/>
            </a:prstGeom>
            <a:noFill/>
            <a:ln cap="flat" cmpd="sng" w="285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5603" name="Google Shape;5603;p36"/>
          <p:cNvSpPr/>
          <p:nvPr/>
        </p:nvSpPr>
        <p:spPr>
          <a:xfrm>
            <a:off x="7157545" y="1523999"/>
            <a:ext cx="4550979" cy="4897821"/>
          </a:xfrm>
          <a:custGeom>
            <a:rect b="b" l="l" r="r" t="t"/>
            <a:pathLst>
              <a:path extrusionOk="0" h="4897821" w="4550979">
                <a:moveTo>
                  <a:pt x="21020" y="178677"/>
                </a:moveTo>
                <a:cubicBezTo>
                  <a:pt x="1030013" y="42043"/>
                  <a:pt x="1453930" y="54304"/>
                  <a:pt x="2270234" y="0"/>
                </a:cubicBezTo>
                <a:cubicBezTo>
                  <a:pt x="2291255" y="476469"/>
                  <a:pt x="1902372" y="963447"/>
                  <a:pt x="2333296" y="1429406"/>
                </a:cubicBezTo>
                <a:lnTo>
                  <a:pt x="1587062" y="1881352"/>
                </a:lnTo>
                <a:lnTo>
                  <a:pt x="1450427" y="2427889"/>
                </a:lnTo>
                <a:cubicBezTo>
                  <a:pt x="1681655" y="2998951"/>
                  <a:pt x="2312276" y="3139089"/>
                  <a:pt x="3026979" y="3048000"/>
                </a:cubicBezTo>
                <a:lnTo>
                  <a:pt x="3499945" y="2827283"/>
                </a:lnTo>
                <a:lnTo>
                  <a:pt x="3699641" y="2554013"/>
                </a:lnTo>
                <a:lnTo>
                  <a:pt x="3720662" y="2217683"/>
                </a:lnTo>
                <a:lnTo>
                  <a:pt x="3678621" y="2017986"/>
                </a:lnTo>
                <a:lnTo>
                  <a:pt x="3584027" y="1839310"/>
                </a:lnTo>
                <a:lnTo>
                  <a:pt x="3342289" y="1681655"/>
                </a:lnTo>
                <a:lnTo>
                  <a:pt x="4393324" y="1545021"/>
                </a:lnTo>
                <a:lnTo>
                  <a:pt x="4550979" y="2879834"/>
                </a:lnTo>
                <a:lnTo>
                  <a:pt x="4403834" y="4519448"/>
                </a:lnTo>
                <a:lnTo>
                  <a:pt x="3394841" y="4897821"/>
                </a:lnTo>
                <a:lnTo>
                  <a:pt x="0" y="4855779"/>
                </a:lnTo>
                <a:cubicBezTo>
                  <a:pt x="7007" y="3296745"/>
                  <a:pt x="14013" y="1737711"/>
                  <a:pt x="21020" y="178677"/>
                </a:cubicBezTo>
                <a:close/>
              </a:path>
            </a:pathLst>
          </a:custGeom>
          <a:solidFill>
            <a:schemeClr val="lt1">
              <a:alpha val="7098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8" name="Shape 5608"/>
        <p:cNvGrpSpPr/>
        <p:nvPr/>
      </p:nvGrpSpPr>
      <p:grpSpPr>
        <a:xfrm>
          <a:off x="0" y="0"/>
          <a:ext cx="0" cy="0"/>
          <a:chOff x="0" y="0"/>
          <a:chExt cx="0" cy="0"/>
        </a:xfrm>
      </p:grpSpPr>
      <p:sp>
        <p:nvSpPr>
          <p:cNvPr id="5609" name="Google Shape;5609;p37"/>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Packet-switching: store-and-forward</a:t>
            </a:r>
            <a:endParaRPr/>
          </a:p>
        </p:txBody>
      </p:sp>
      <p:sp>
        <p:nvSpPr>
          <p:cNvPr id="5610" name="Google Shape;5610;p37"/>
          <p:cNvSpPr txBox="1"/>
          <p:nvPr>
            <p:ph idx="1" type="body"/>
          </p:nvPr>
        </p:nvSpPr>
        <p:spPr>
          <a:xfrm>
            <a:off x="623738" y="3557127"/>
            <a:ext cx="6984416" cy="3419406"/>
          </a:xfrm>
          <a:prstGeom prst="rect">
            <a:avLst/>
          </a:prstGeom>
          <a:noFill/>
          <a:ln>
            <a:noFill/>
          </a:ln>
        </p:spPr>
        <p:txBody>
          <a:bodyPr anchorCtr="0" anchor="t" bIns="45700" lIns="91425" spcFirstLastPara="1" rIns="91425" wrap="square" tIns="45700">
            <a:noAutofit/>
          </a:bodyPr>
          <a:lstStyle/>
          <a:p>
            <a:pPr indent="-287338" lvl="0" marL="287338" rtl="0" algn="l">
              <a:lnSpc>
                <a:spcPct val="90000"/>
              </a:lnSpc>
              <a:spcBef>
                <a:spcPts val="0"/>
              </a:spcBef>
              <a:spcAft>
                <a:spcPts val="0"/>
              </a:spcAft>
              <a:buSzPts val="2600"/>
              <a:buChar char="▪"/>
            </a:pPr>
            <a:r>
              <a:rPr lang="en-US" sz="2600">
                <a:solidFill>
                  <a:srgbClr val="C00000"/>
                </a:solidFill>
              </a:rPr>
              <a:t>Transmission delay: </a:t>
            </a:r>
            <a:r>
              <a:rPr lang="en-US" sz="2600"/>
              <a:t>takes </a:t>
            </a:r>
            <a:r>
              <a:rPr i="1" lang="en-US" sz="2600"/>
              <a:t>L</a:t>
            </a:r>
            <a:r>
              <a:rPr lang="en-US" sz="2600"/>
              <a:t>/</a:t>
            </a:r>
            <a:r>
              <a:rPr i="1" lang="en-US" sz="2600"/>
              <a:t>R</a:t>
            </a:r>
            <a:r>
              <a:rPr lang="en-US" sz="2600"/>
              <a:t> seconds to transmit (push out) </a:t>
            </a:r>
            <a:r>
              <a:rPr i="1" lang="en-US" sz="2600"/>
              <a:t>L</a:t>
            </a:r>
            <a:r>
              <a:rPr lang="en-US" sz="2600"/>
              <a:t>-bit packet into link at </a:t>
            </a:r>
            <a:r>
              <a:rPr i="1" lang="en-US" sz="2600"/>
              <a:t>R</a:t>
            </a:r>
            <a:r>
              <a:rPr lang="en-US" sz="2600"/>
              <a:t> bps</a:t>
            </a:r>
            <a:endParaRPr/>
          </a:p>
          <a:p>
            <a:pPr indent="-287338" lvl="0" marL="287338" rtl="0" algn="l">
              <a:lnSpc>
                <a:spcPct val="90000"/>
              </a:lnSpc>
              <a:spcBef>
                <a:spcPts val="1000"/>
              </a:spcBef>
              <a:spcAft>
                <a:spcPts val="0"/>
              </a:spcAft>
              <a:buSzPts val="2600"/>
              <a:buChar char="▪"/>
            </a:pPr>
            <a:r>
              <a:rPr i="1" lang="en-US" sz="2600">
                <a:solidFill>
                  <a:srgbClr val="CC0000"/>
                </a:solidFill>
              </a:rPr>
              <a:t>Store and forward:</a:t>
            </a:r>
            <a:r>
              <a:rPr i="1" lang="en-US" sz="2600">
                <a:solidFill>
                  <a:srgbClr val="FF0000"/>
                </a:solidFill>
              </a:rPr>
              <a:t> </a:t>
            </a:r>
            <a:r>
              <a:rPr i="1" lang="en-US" sz="2600"/>
              <a:t>entire</a:t>
            </a:r>
            <a:r>
              <a:rPr lang="en-US" sz="2600"/>
              <a:t> packet must  arrive at router before it can be transmitted on next link</a:t>
            </a:r>
            <a:endParaRPr/>
          </a:p>
          <a:p>
            <a:pPr indent="-287338" lvl="0" marL="287338" rtl="0" algn="l">
              <a:lnSpc>
                <a:spcPct val="90000"/>
              </a:lnSpc>
              <a:spcBef>
                <a:spcPts val="1000"/>
              </a:spcBef>
              <a:spcAft>
                <a:spcPts val="0"/>
              </a:spcAft>
              <a:buSzPts val="2600"/>
              <a:buChar char="▪"/>
            </a:pPr>
            <a:r>
              <a:rPr i="1" lang="en-US" sz="2600">
                <a:solidFill>
                  <a:srgbClr val="C00000"/>
                </a:solidFill>
              </a:rPr>
              <a:t>End-end delay: </a:t>
            </a:r>
            <a:r>
              <a:rPr lang="en-US" sz="2600"/>
              <a:t>2</a:t>
            </a:r>
            <a:r>
              <a:rPr i="1" lang="en-US" sz="2600"/>
              <a:t>L/R </a:t>
            </a:r>
            <a:r>
              <a:rPr lang="en-US" sz="2600"/>
              <a:t>(above), assuming zero propagation delay (more on delay shortly)</a:t>
            </a:r>
            <a:endParaRPr/>
          </a:p>
          <a:p>
            <a:pPr indent="-109538" lvl="0" marL="287338" rtl="0" algn="l">
              <a:lnSpc>
                <a:spcPct val="90000"/>
              </a:lnSpc>
              <a:spcBef>
                <a:spcPts val="400"/>
              </a:spcBef>
              <a:spcAft>
                <a:spcPts val="0"/>
              </a:spcAft>
              <a:buSzPts val="2800"/>
              <a:buNone/>
            </a:pPr>
            <a:r>
              <a:t/>
            </a:r>
            <a:endParaRPr/>
          </a:p>
          <a:p>
            <a:pPr indent="-109538" lvl="0" marL="287338" rtl="0" algn="l">
              <a:lnSpc>
                <a:spcPct val="90000"/>
              </a:lnSpc>
              <a:spcBef>
                <a:spcPts val="400"/>
              </a:spcBef>
              <a:spcAft>
                <a:spcPts val="0"/>
              </a:spcAft>
              <a:buSzPts val="2800"/>
              <a:buNone/>
            </a:pPr>
            <a:r>
              <a:t/>
            </a:r>
            <a:endParaRPr/>
          </a:p>
          <a:p>
            <a:pPr indent="0" lvl="0" marL="174625" rtl="0" algn="l">
              <a:lnSpc>
                <a:spcPct val="90000"/>
              </a:lnSpc>
              <a:spcBef>
                <a:spcPts val="400"/>
              </a:spcBef>
              <a:spcAft>
                <a:spcPts val="0"/>
              </a:spcAft>
              <a:buSzPts val="2100"/>
              <a:buNone/>
            </a:pPr>
            <a:r>
              <a:t/>
            </a:r>
            <a:endParaRPr/>
          </a:p>
          <a:p>
            <a:pPr indent="-44450" lvl="0" marL="352425" rtl="0" algn="l">
              <a:lnSpc>
                <a:spcPct val="90000"/>
              </a:lnSpc>
              <a:spcBef>
                <a:spcPts val="400"/>
              </a:spcBef>
              <a:spcAft>
                <a:spcPts val="0"/>
              </a:spcAft>
              <a:buSzPts val="2800"/>
              <a:buNone/>
            </a:pPr>
            <a:r>
              <a:t/>
            </a:r>
            <a:endParaRPr/>
          </a:p>
        </p:txBody>
      </p:sp>
      <p:sp>
        <p:nvSpPr>
          <p:cNvPr id="5611" name="Google Shape;5611;p3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5612" name="Google Shape;5612;p37"/>
          <p:cNvSpPr txBox="1"/>
          <p:nvPr/>
        </p:nvSpPr>
        <p:spPr>
          <a:xfrm>
            <a:off x="2329483" y="2650664"/>
            <a:ext cx="88197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Calibri"/>
                <a:ea typeface="Calibri"/>
                <a:cs typeface="Calibri"/>
                <a:sym typeface="Calibri"/>
              </a:rPr>
              <a:t>source</a:t>
            </a:r>
            <a:endParaRPr/>
          </a:p>
        </p:txBody>
      </p:sp>
      <p:grpSp>
        <p:nvGrpSpPr>
          <p:cNvPr id="5613" name="Google Shape;5613;p37"/>
          <p:cNvGrpSpPr/>
          <p:nvPr/>
        </p:nvGrpSpPr>
        <p:grpSpPr>
          <a:xfrm>
            <a:off x="3152334" y="2565134"/>
            <a:ext cx="1074738" cy="595118"/>
            <a:chOff x="1816230" y="5881653"/>
            <a:chExt cx="1843339" cy="976347"/>
          </a:xfrm>
        </p:grpSpPr>
        <p:pic>
          <p:nvPicPr>
            <p:cNvPr id="5614" name="Google Shape;5614;p37"/>
            <p:cNvPicPr preferRelativeResize="0"/>
            <p:nvPr/>
          </p:nvPicPr>
          <p:blipFill rotWithShape="1">
            <a:blip r:embed="rId3">
              <a:alphaModFix/>
            </a:blip>
            <a:srcRect b="0" l="0" r="0" t="0"/>
            <a:stretch/>
          </p:blipFill>
          <p:spPr>
            <a:xfrm>
              <a:off x="1816230" y="6144002"/>
              <a:ext cx="1843339" cy="713998"/>
            </a:xfrm>
            <a:prstGeom prst="rect">
              <a:avLst/>
            </a:prstGeom>
            <a:noFill/>
            <a:ln>
              <a:noFill/>
            </a:ln>
          </p:spPr>
        </p:pic>
        <p:sp>
          <p:nvSpPr>
            <p:cNvPr id="5615" name="Google Shape;5615;p37"/>
            <p:cNvSpPr/>
            <p:nvPr/>
          </p:nvSpPr>
          <p:spPr>
            <a:xfrm rot="1049095">
              <a:off x="1947488" y="6118900"/>
              <a:ext cx="1650399" cy="462656"/>
            </a:xfrm>
            <a:prstGeom prst="rect">
              <a:avLst/>
            </a:prstGeom>
            <a:gradFill>
              <a:gsLst>
                <a:gs pos="0">
                  <a:srgbClr val="FFFFFF"/>
                </a:gs>
                <a:gs pos="50000">
                  <a:srgbClr val="FFFFFF"/>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cxnSp>
        <p:nvCxnSpPr>
          <p:cNvPr id="5616" name="Google Shape;5616;p37"/>
          <p:cNvCxnSpPr/>
          <p:nvPr/>
        </p:nvCxnSpPr>
        <p:spPr>
          <a:xfrm>
            <a:off x="4115946" y="2845927"/>
            <a:ext cx="1738312" cy="0"/>
          </a:xfrm>
          <a:prstGeom prst="straightConnector1">
            <a:avLst/>
          </a:prstGeom>
          <a:noFill/>
          <a:ln cap="flat" cmpd="sng" w="19050">
            <a:solidFill>
              <a:srgbClr val="000000"/>
            </a:solidFill>
            <a:prstDash val="solid"/>
            <a:round/>
            <a:headEnd len="med" w="med" type="none"/>
            <a:tailEnd len="med" w="med" type="none"/>
          </a:ln>
        </p:spPr>
      </p:cxnSp>
      <p:grpSp>
        <p:nvGrpSpPr>
          <p:cNvPr id="5617" name="Google Shape;5617;p37"/>
          <p:cNvGrpSpPr/>
          <p:nvPr/>
        </p:nvGrpSpPr>
        <p:grpSpPr>
          <a:xfrm>
            <a:off x="5462146" y="2658602"/>
            <a:ext cx="1058862" cy="384175"/>
            <a:chOff x="5142253" y="5649029"/>
            <a:chExt cx="1304545" cy="695633"/>
          </a:xfrm>
        </p:grpSpPr>
        <p:grpSp>
          <p:nvGrpSpPr>
            <p:cNvPr id="5618" name="Google Shape;5618;p37"/>
            <p:cNvGrpSpPr/>
            <p:nvPr/>
          </p:nvGrpSpPr>
          <p:grpSpPr>
            <a:xfrm>
              <a:off x="5147271" y="5649029"/>
              <a:ext cx="1276350" cy="695633"/>
              <a:chOff x="4981575" y="5851547"/>
              <a:chExt cx="1276350" cy="695633"/>
            </a:xfrm>
          </p:grpSpPr>
          <p:pic>
            <p:nvPicPr>
              <p:cNvPr id="5619" name="Google Shape;5619;p37"/>
              <p:cNvPicPr preferRelativeResize="0"/>
              <p:nvPr/>
            </p:nvPicPr>
            <p:blipFill rotWithShape="1">
              <a:blip r:embed="rId4">
                <a:alphaModFix/>
              </a:blip>
              <a:srcRect b="0" l="0" r="0" t="0"/>
              <a:stretch/>
            </p:blipFill>
            <p:spPr>
              <a:xfrm>
                <a:off x="4981575" y="5944151"/>
                <a:ext cx="1276350" cy="603029"/>
              </a:xfrm>
              <a:prstGeom prst="rect">
                <a:avLst/>
              </a:prstGeom>
              <a:noFill/>
              <a:ln>
                <a:noFill/>
              </a:ln>
            </p:spPr>
          </p:pic>
          <p:sp>
            <p:nvSpPr>
              <p:cNvPr id="5620" name="Google Shape;5620;p37"/>
              <p:cNvSpPr/>
              <p:nvPr/>
            </p:nvSpPr>
            <p:spPr>
              <a:xfrm>
                <a:off x="6065959" y="6205112"/>
                <a:ext cx="44985" cy="224212"/>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21" name="Google Shape;5621;p37"/>
              <p:cNvSpPr/>
              <p:nvPr/>
            </p:nvSpPr>
            <p:spPr>
              <a:xfrm>
                <a:off x="5178008" y="6228108"/>
                <a:ext cx="62587" cy="224212"/>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22" name="Google Shape;5622;p37"/>
              <p:cNvSpPr/>
              <p:nvPr/>
            </p:nvSpPr>
            <p:spPr>
              <a:xfrm>
                <a:off x="5023497" y="5851547"/>
                <a:ext cx="1196974" cy="494417"/>
              </a:xfrm>
              <a:prstGeom prst="ellipse">
                <a:avLst/>
              </a:prstGeom>
              <a:solidFill>
                <a:srgbClr val="EAEAE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5623" name="Google Shape;5623;p37"/>
            <p:cNvSpPr/>
            <p:nvPr/>
          </p:nvSpPr>
          <p:spPr>
            <a:xfrm>
              <a:off x="6360741" y="5695021"/>
              <a:ext cx="86057" cy="126479"/>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24" name="Google Shape;5624;p37"/>
            <p:cNvSpPr/>
            <p:nvPr/>
          </p:nvSpPr>
          <p:spPr>
            <a:xfrm>
              <a:off x="5142253" y="5700770"/>
              <a:ext cx="86057" cy="126479"/>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nvGrpSpPr>
          <p:cNvPr id="5625" name="Google Shape;5625;p37"/>
          <p:cNvGrpSpPr/>
          <p:nvPr/>
        </p:nvGrpSpPr>
        <p:grpSpPr>
          <a:xfrm>
            <a:off x="5416108" y="1579102"/>
            <a:ext cx="1092200" cy="303212"/>
            <a:chOff x="5128542" y="4838701"/>
            <a:chExt cx="1300833" cy="530211"/>
          </a:xfrm>
        </p:grpSpPr>
        <p:pic>
          <p:nvPicPr>
            <p:cNvPr id="5626" name="Google Shape;5626;p37"/>
            <p:cNvPicPr preferRelativeResize="0"/>
            <p:nvPr/>
          </p:nvPicPr>
          <p:blipFill rotWithShape="1">
            <a:blip r:embed="rId5">
              <a:alphaModFix/>
            </a:blip>
            <a:srcRect b="0" l="0" r="0" t="0"/>
            <a:stretch/>
          </p:blipFill>
          <p:spPr>
            <a:xfrm>
              <a:off x="5128542" y="4838701"/>
              <a:ext cx="1300833" cy="491347"/>
            </a:xfrm>
            <a:prstGeom prst="rect">
              <a:avLst/>
            </a:prstGeom>
            <a:noFill/>
            <a:ln>
              <a:noFill/>
            </a:ln>
          </p:spPr>
        </p:pic>
        <p:sp>
          <p:nvSpPr>
            <p:cNvPr id="5627" name="Google Shape;5627;p37"/>
            <p:cNvSpPr/>
            <p:nvPr/>
          </p:nvSpPr>
          <p:spPr>
            <a:xfrm>
              <a:off x="6327275" y="5219009"/>
              <a:ext cx="86974" cy="12769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28" name="Google Shape;5628;p37"/>
            <p:cNvSpPr/>
            <p:nvPr/>
          </p:nvSpPr>
          <p:spPr>
            <a:xfrm>
              <a:off x="5158794" y="5241217"/>
              <a:ext cx="86974" cy="12769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nvGrpSpPr>
          <p:cNvPr id="5629" name="Google Shape;5629;p37"/>
          <p:cNvGrpSpPr/>
          <p:nvPr/>
        </p:nvGrpSpPr>
        <p:grpSpPr>
          <a:xfrm>
            <a:off x="3317982" y="1241761"/>
            <a:ext cx="1122852" cy="737772"/>
            <a:chOff x="2363111" y="4309243"/>
            <a:chExt cx="1821512" cy="1441161"/>
          </a:xfrm>
        </p:grpSpPr>
        <p:pic>
          <p:nvPicPr>
            <p:cNvPr id="5630" name="Google Shape;5630;p37"/>
            <p:cNvPicPr preferRelativeResize="0"/>
            <p:nvPr/>
          </p:nvPicPr>
          <p:blipFill rotWithShape="1">
            <a:blip r:embed="rId6">
              <a:alphaModFix/>
            </a:blip>
            <a:srcRect b="0" l="0" r="0" t="0"/>
            <a:stretch/>
          </p:blipFill>
          <p:spPr>
            <a:xfrm>
              <a:off x="2583481" y="4309243"/>
              <a:ext cx="1285463" cy="1282262"/>
            </a:xfrm>
            <a:prstGeom prst="rect">
              <a:avLst/>
            </a:prstGeom>
            <a:noFill/>
            <a:ln>
              <a:noFill/>
            </a:ln>
          </p:spPr>
        </p:pic>
        <p:sp>
          <p:nvSpPr>
            <p:cNvPr id="5631" name="Google Shape;5631;p37"/>
            <p:cNvSpPr/>
            <p:nvPr/>
          </p:nvSpPr>
          <p:spPr>
            <a:xfrm rot="-9998178">
              <a:off x="2387973" y="5128665"/>
              <a:ext cx="1771787" cy="422704"/>
            </a:xfrm>
            <a:prstGeom prst="rect">
              <a:avLst/>
            </a:prstGeom>
            <a:gradFill>
              <a:gsLst>
                <a:gs pos="0">
                  <a:srgbClr val="FFFFFF"/>
                </a:gs>
                <a:gs pos="50000">
                  <a:srgbClr val="FFFFFF"/>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5632" name="Google Shape;5632;p37"/>
          <p:cNvSpPr txBox="1"/>
          <p:nvPr/>
        </p:nvSpPr>
        <p:spPr>
          <a:xfrm>
            <a:off x="4474721" y="2879264"/>
            <a:ext cx="75212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000000"/>
                </a:solidFill>
                <a:latin typeface="Calibri"/>
                <a:ea typeface="Calibri"/>
                <a:cs typeface="Calibri"/>
                <a:sym typeface="Calibri"/>
              </a:rPr>
              <a:t>R</a:t>
            </a:r>
            <a:r>
              <a:rPr lang="en-US" sz="2000">
                <a:solidFill>
                  <a:srgbClr val="000000"/>
                </a:solidFill>
                <a:latin typeface="Calibri"/>
                <a:ea typeface="Calibri"/>
                <a:cs typeface="Calibri"/>
                <a:sym typeface="Calibri"/>
              </a:rPr>
              <a:t> bps</a:t>
            </a:r>
            <a:endParaRPr/>
          </a:p>
        </p:txBody>
      </p:sp>
      <p:cxnSp>
        <p:nvCxnSpPr>
          <p:cNvPr id="5633" name="Google Shape;5633;p37"/>
          <p:cNvCxnSpPr/>
          <p:nvPr/>
        </p:nvCxnSpPr>
        <p:spPr>
          <a:xfrm>
            <a:off x="6506721" y="2850689"/>
            <a:ext cx="1738312" cy="0"/>
          </a:xfrm>
          <a:prstGeom prst="straightConnector1">
            <a:avLst/>
          </a:prstGeom>
          <a:noFill/>
          <a:ln cap="flat" cmpd="sng" w="19050">
            <a:solidFill>
              <a:srgbClr val="000000"/>
            </a:solidFill>
            <a:prstDash val="solid"/>
            <a:round/>
            <a:headEnd len="med" w="med" type="none"/>
            <a:tailEnd len="med" w="med" type="none"/>
          </a:ln>
        </p:spPr>
      </p:cxnSp>
      <p:grpSp>
        <p:nvGrpSpPr>
          <p:cNvPr id="5634" name="Google Shape;5634;p37"/>
          <p:cNvGrpSpPr/>
          <p:nvPr/>
        </p:nvGrpSpPr>
        <p:grpSpPr>
          <a:xfrm>
            <a:off x="7484621" y="2042652"/>
            <a:ext cx="1477962" cy="1284287"/>
            <a:chOff x="-44" y="1473"/>
            <a:chExt cx="981" cy="1105"/>
          </a:xfrm>
        </p:grpSpPr>
        <p:pic>
          <p:nvPicPr>
            <p:cNvPr descr="desktop_computer_stylized_medium" id="5635" name="Google Shape;5635;p37"/>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5636" name="Google Shape;5636;p37"/>
            <p:cNvSpPr/>
            <p:nvPr/>
          </p:nvSpPr>
          <p:spPr>
            <a:xfrm flipH="1">
              <a:off x="374" y="1580"/>
              <a:ext cx="474" cy="505"/>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637" name="Google Shape;5637;p37"/>
          <p:cNvSpPr txBox="1"/>
          <p:nvPr/>
        </p:nvSpPr>
        <p:spPr>
          <a:xfrm>
            <a:off x="8967346" y="2656489"/>
            <a:ext cx="136768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Calibri"/>
                <a:ea typeface="Calibri"/>
                <a:cs typeface="Calibri"/>
                <a:sym typeface="Calibri"/>
              </a:rPr>
              <a:t>destination</a:t>
            </a:r>
            <a:endParaRPr sz="1800">
              <a:solidFill>
                <a:srgbClr val="000000"/>
              </a:solidFill>
              <a:latin typeface="Calibri"/>
              <a:ea typeface="Calibri"/>
              <a:cs typeface="Calibri"/>
              <a:sym typeface="Calibri"/>
            </a:endParaRPr>
          </a:p>
        </p:txBody>
      </p:sp>
      <p:sp>
        <p:nvSpPr>
          <p:cNvPr id="5638" name="Google Shape;5638;p37"/>
          <p:cNvSpPr txBox="1"/>
          <p:nvPr/>
        </p:nvSpPr>
        <p:spPr>
          <a:xfrm>
            <a:off x="3934971" y="2545889"/>
            <a:ext cx="234950" cy="280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a:p>
        </p:txBody>
      </p:sp>
      <p:sp>
        <p:nvSpPr>
          <p:cNvPr id="5639" name="Google Shape;5639;p37"/>
          <p:cNvSpPr txBox="1"/>
          <p:nvPr/>
        </p:nvSpPr>
        <p:spPr>
          <a:xfrm>
            <a:off x="3738121" y="2552239"/>
            <a:ext cx="234950" cy="280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a:t>
            </a:r>
            <a:endParaRPr/>
          </a:p>
        </p:txBody>
      </p:sp>
      <p:sp>
        <p:nvSpPr>
          <p:cNvPr id="5640" name="Google Shape;5640;p37"/>
          <p:cNvSpPr txBox="1"/>
          <p:nvPr/>
        </p:nvSpPr>
        <p:spPr>
          <a:xfrm>
            <a:off x="3550796" y="2549064"/>
            <a:ext cx="234950" cy="280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3</a:t>
            </a:r>
            <a:endParaRPr/>
          </a:p>
        </p:txBody>
      </p:sp>
      <p:grpSp>
        <p:nvGrpSpPr>
          <p:cNvPr id="5641" name="Google Shape;5641;p37"/>
          <p:cNvGrpSpPr/>
          <p:nvPr/>
        </p:nvGrpSpPr>
        <p:grpSpPr>
          <a:xfrm>
            <a:off x="3284096" y="1844214"/>
            <a:ext cx="2940082" cy="841375"/>
            <a:chOff x="593766" y="5264055"/>
            <a:chExt cx="3603006" cy="1011695"/>
          </a:xfrm>
        </p:grpSpPr>
        <p:grpSp>
          <p:nvGrpSpPr>
            <p:cNvPr id="5642" name="Google Shape;5642;p37"/>
            <p:cNvGrpSpPr/>
            <p:nvPr/>
          </p:nvGrpSpPr>
          <p:grpSpPr>
            <a:xfrm>
              <a:off x="3527499" y="5264055"/>
              <a:ext cx="616705" cy="927705"/>
              <a:chOff x="2106358" y="5387204"/>
              <a:chExt cx="616705" cy="927705"/>
            </a:xfrm>
          </p:grpSpPr>
          <p:sp>
            <p:nvSpPr>
              <p:cNvPr id="5643" name="Google Shape;5643;p37"/>
              <p:cNvSpPr/>
              <p:nvPr/>
            </p:nvSpPr>
            <p:spPr>
              <a:xfrm>
                <a:off x="2577155" y="6049578"/>
                <a:ext cx="140072" cy="265331"/>
              </a:xfrm>
              <a:prstGeom prst="rect">
                <a:avLst/>
              </a:prstGeom>
              <a:solidFill>
                <a:srgbClr val="33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44" name="Google Shape;5644;p37"/>
              <p:cNvSpPr/>
              <p:nvPr/>
            </p:nvSpPr>
            <p:spPr>
              <a:xfrm>
                <a:off x="2110248" y="5705984"/>
                <a:ext cx="466907" cy="608925"/>
              </a:xfrm>
              <a:custGeom>
                <a:rect b="b" l="l" r="r" t="t"/>
                <a:pathLst>
                  <a:path extrusionOk="0" h="1424095" w="967997">
                    <a:moveTo>
                      <a:pt x="0" y="0"/>
                    </a:moveTo>
                    <a:lnTo>
                      <a:pt x="0" y="476358"/>
                    </a:lnTo>
                    <a:lnTo>
                      <a:pt x="966787" y="1424095"/>
                    </a:lnTo>
                    <a:cubicBezTo>
                      <a:pt x="965200" y="958958"/>
                      <a:pt x="969205" y="1246013"/>
                      <a:pt x="967618" y="780876"/>
                    </a:cubicBezTo>
                    <a:lnTo>
                      <a:pt x="0" y="0"/>
                    </a:lnTo>
                    <a:close/>
                  </a:path>
                </a:pathLst>
              </a:custGeom>
              <a:solidFill>
                <a:srgbClr val="4F81B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45" name="Google Shape;5645;p37"/>
              <p:cNvSpPr/>
              <p:nvPr/>
            </p:nvSpPr>
            <p:spPr>
              <a:xfrm>
                <a:off x="2106358" y="5688804"/>
                <a:ext cx="616705" cy="355048"/>
              </a:xfrm>
              <a:custGeom>
                <a:rect b="b" l="l" r="r" t="t"/>
                <a:pathLst>
                  <a:path extrusionOk="0" h="814795" w="1277416">
                    <a:moveTo>
                      <a:pt x="233363" y="0"/>
                    </a:moveTo>
                    <a:lnTo>
                      <a:pt x="0" y="9439"/>
                    </a:lnTo>
                    <a:lnTo>
                      <a:pt x="980474" y="814795"/>
                    </a:lnTo>
                    <a:cubicBezTo>
                      <a:pt x="1088424" y="806858"/>
                      <a:pt x="1074215" y="806999"/>
                      <a:pt x="1277416" y="813350"/>
                    </a:cubicBezTo>
                    <a:lnTo>
                      <a:pt x="233363" y="0"/>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46" name="Google Shape;5646;p37"/>
              <p:cNvSpPr/>
              <p:nvPr/>
            </p:nvSpPr>
            <p:spPr>
              <a:xfrm>
                <a:off x="2114139" y="5396749"/>
                <a:ext cx="595306" cy="647102"/>
              </a:xfrm>
              <a:custGeom>
                <a:rect b="b" l="l" r="r" t="t"/>
                <a:pathLst>
                  <a:path extrusionOk="0" h="646573" w="597877">
                    <a:moveTo>
                      <a:pt x="5411" y="13527"/>
                    </a:moveTo>
                    <a:lnTo>
                      <a:pt x="0" y="305702"/>
                    </a:lnTo>
                    <a:lnTo>
                      <a:pt x="457200" y="646573"/>
                    </a:lnTo>
                    <a:lnTo>
                      <a:pt x="597877" y="646573"/>
                    </a:lnTo>
                    <a:cubicBezTo>
                      <a:pt x="596975" y="538360"/>
                      <a:pt x="596074" y="430147"/>
                      <a:pt x="595172" y="321934"/>
                    </a:cubicBezTo>
                    <a:lnTo>
                      <a:pt x="110919" y="0"/>
                    </a:lnTo>
                    <a:lnTo>
                      <a:pt x="5411" y="13527"/>
                    </a:lnTo>
                    <a:close/>
                  </a:path>
                </a:pathLst>
              </a:custGeom>
              <a:noFill/>
              <a:ln cap="flat" cmpd="sng" w="12700">
                <a:solidFill>
                  <a:srgbClr val="0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5647" name="Google Shape;5647;p37"/>
              <p:cNvCxnSpPr>
                <a:stCxn id="5646" idx="0"/>
              </p:cNvCxnSpPr>
              <p:nvPr/>
            </p:nvCxnSpPr>
            <p:spPr>
              <a:xfrm>
                <a:off x="2118270" y="5410651"/>
                <a:ext cx="446400" cy="311100"/>
              </a:xfrm>
              <a:prstGeom prst="straightConnector1">
                <a:avLst/>
              </a:prstGeom>
              <a:noFill/>
              <a:ln cap="flat" cmpd="sng" w="12700">
                <a:solidFill>
                  <a:srgbClr val="000000"/>
                </a:solidFill>
                <a:prstDash val="dash"/>
                <a:round/>
                <a:headEnd len="med" w="med" type="none"/>
                <a:tailEnd len="med" w="med" type="none"/>
              </a:ln>
            </p:spPr>
          </p:cxnSp>
          <p:cxnSp>
            <p:nvCxnSpPr>
              <p:cNvPr id="5648" name="Google Shape;5648;p37"/>
              <p:cNvCxnSpPr>
                <a:endCxn id="5646" idx="4"/>
              </p:cNvCxnSpPr>
              <p:nvPr/>
            </p:nvCxnSpPr>
            <p:spPr>
              <a:xfrm flipH="1" rot="10800000">
                <a:off x="2567354" y="5719063"/>
                <a:ext cx="140700" cy="2700"/>
              </a:xfrm>
              <a:prstGeom prst="straightConnector1">
                <a:avLst/>
              </a:prstGeom>
              <a:noFill/>
              <a:ln cap="flat" cmpd="sng" w="12700">
                <a:solidFill>
                  <a:srgbClr val="000000"/>
                </a:solidFill>
                <a:prstDash val="dash"/>
                <a:round/>
                <a:headEnd len="med" w="med" type="none"/>
                <a:tailEnd len="med" w="med" type="none"/>
              </a:ln>
            </p:spPr>
          </p:cxnSp>
          <p:cxnSp>
            <p:nvCxnSpPr>
              <p:cNvPr id="5649" name="Google Shape;5649;p37"/>
              <p:cNvCxnSpPr>
                <a:endCxn id="5646" idx="2"/>
              </p:cNvCxnSpPr>
              <p:nvPr/>
            </p:nvCxnSpPr>
            <p:spPr>
              <a:xfrm flipH="1">
                <a:off x="2570064" y="5721763"/>
                <a:ext cx="2700" cy="321900"/>
              </a:xfrm>
              <a:prstGeom prst="straightConnector1">
                <a:avLst/>
              </a:prstGeom>
              <a:noFill/>
              <a:ln cap="flat" cmpd="sng" w="12700">
                <a:solidFill>
                  <a:srgbClr val="000000"/>
                </a:solidFill>
                <a:prstDash val="dash"/>
                <a:round/>
                <a:headEnd len="med" w="med" type="none"/>
                <a:tailEnd len="med" w="med" type="none"/>
              </a:ln>
            </p:spPr>
          </p:cxnSp>
          <p:cxnSp>
            <p:nvCxnSpPr>
              <p:cNvPr id="5650" name="Google Shape;5650;p37"/>
              <p:cNvCxnSpPr/>
              <p:nvPr/>
            </p:nvCxnSpPr>
            <p:spPr>
              <a:xfrm flipH="1">
                <a:off x="2221974" y="5387204"/>
                <a:ext cx="2705" cy="321934"/>
              </a:xfrm>
              <a:prstGeom prst="straightConnector1">
                <a:avLst/>
              </a:prstGeom>
              <a:noFill/>
              <a:ln cap="flat" cmpd="sng" w="12700">
                <a:solidFill>
                  <a:srgbClr val="000000"/>
                </a:solidFill>
                <a:prstDash val="dash"/>
                <a:round/>
                <a:headEnd len="med" w="med" type="none"/>
                <a:tailEnd len="med" w="med" type="none"/>
              </a:ln>
            </p:spPr>
          </p:cxnSp>
        </p:grpSp>
        <p:grpSp>
          <p:nvGrpSpPr>
            <p:cNvPr id="5651" name="Google Shape;5651;p37"/>
            <p:cNvGrpSpPr/>
            <p:nvPr/>
          </p:nvGrpSpPr>
          <p:grpSpPr>
            <a:xfrm>
              <a:off x="1327199" y="5273580"/>
              <a:ext cx="616707" cy="927726"/>
              <a:chOff x="2106333" y="5387204"/>
              <a:chExt cx="616707" cy="927726"/>
            </a:xfrm>
          </p:grpSpPr>
          <p:sp>
            <p:nvSpPr>
              <p:cNvPr id="5652" name="Google Shape;5652;p37"/>
              <p:cNvSpPr/>
              <p:nvPr/>
            </p:nvSpPr>
            <p:spPr>
              <a:xfrm>
                <a:off x="2110224" y="5706003"/>
                <a:ext cx="466907" cy="608926"/>
              </a:xfrm>
              <a:custGeom>
                <a:rect b="b" l="l" r="r" t="t"/>
                <a:pathLst>
                  <a:path extrusionOk="0" h="1424095" w="967997">
                    <a:moveTo>
                      <a:pt x="0" y="0"/>
                    </a:moveTo>
                    <a:lnTo>
                      <a:pt x="0" y="476358"/>
                    </a:lnTo>
                    <a:lnTo>
                      <a:pt x="966787" y="1424095"/>
                    </a:lnTo>
                    <a:cubicBezTo>
                      <a:pt x="965200" y="958958"/>
                      <a:pt x="969205" y="1246013"/>
                      <a:pt x="967618" y="780876"/>
                    </a:cubicBezTo>
                    <a:lnTo>
                      <a:pt x="0" y="0"/>
                    </a:lnTo>
                    <a:close/>
                  </a:path>
                </a:pathLst>
              </a:custGeom>
              <a:solidFill>
                <a:srgbClr val="4F81B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53" name="Google Shape;5653;p37"/>
              <p:cNvSpPr/>
              <p:nvPr/>
            </p:nvSpPr>
            <p:spPr>
              <a:xfrm>
                <a:off x="2106333" y="5688824"/>
                <a:ext cx="616707" cy="355048"/>
              </a:xfrm>
              <a:custGeom>
                <a:rect b="b" l="l" r="r" t="t"/>
                <a:pathLst>
                  <a:path extrusionOk="0" h="814795" w="1277416">
                    <a:moveTo>
                      <a:pt x="233363" y="0"/>
                    </a:moveTo>
                    <a:lnTo>
                      <a:pt x="0" y="9439"/>
                    </a:lnTo>
                    <a:lnTo>
                      <a:pt x="980474" y="814795"/>
                    </a:lnTo>
                    <a:cubicBezTo>
                      <a:pt x="1088424" y="806858"/>
                      <a:pt x="1074215" y="806999"/>
                      <a:pt x="1277416" y="813350"/>
                    </a:cubicBezTo>
                    <a:lnTo>
                      <a:pt x="233363" y="0"/>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54" name="Google Shape;5654;p37"/>
              <p:cNvSpPr/>
              <p:nvPr/>
            </p:nvSpPr>
            <p:spPr>
              <a:xfrm>
                <a:off x="2577131" y="6049598"/>
                <a:ext cx="140072" cy="265332"/>
              </a:xfrm>
              <a:prstGeom prst="rect">
                <a:avLst/>
              </a:prstGeom>
              <a:solidFill>
                <a:srgbClr val="33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55" name="Google Shape;5655;p37"/>
              <p:cNvSpPr/>
              <p:nvPr/>
            </p:nvSpPr>
            <p:spPr>
              <a:xfrm>
                <a:off x="2114115" y="5396768"/>
                <a:ext cx="595306" cy="647103"/>
              </a:xfrm>
              <a:custGeom>
                <a:rect b="b" l="l" r="r" t="t"/>
                <a:pathLst>
                  <a:path extrusionOk="0" h="646573" w="597877">
                    <a:moveTo>
                      <a:pt x="5411" y="13527"/>
                    </a:moveTo>
                    <a:lnTo>
                      <a:pt x="0" y="305702"/>
                    </a:lnTo>
                    <a:lnTo>
                      <a:pt x="457200" y="646573"/>
                    </a:lnTo>
                    <a:lnTo>
                      <a:pt x="597877" y="646573"/>
                    </a:lnTo>
                    <a:cubicBezTo>
                      <a:pt x="596975" y="538360"/>
                      <a:pt x="596074" y="430147"/>
                      <a:pt x="595172" y="321934"/>
                    </a:cubicBezTo>
                    <a:lnTo>
                      <a:pt x="110919" y="0"/>
                    </a:lnTo>
                    <a:lnTo>
                      <a:pt x="5411" y="13527"/>
                    </a:lnTo>
                    <a:close/>
                  </a:path>
                </a:pathLst>
              </a:custGeom>
              <a:noFill/>
              <a:ln cap="flat" cmpd="sng" w="12700">
                <a:solidFill>
                  <a:srgbClr val="00000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5656" name="Google Shape;5656;p37"/>
              <p:cNvCxnSpPr>
                <a:stCxn id="5655" idx="0"/>
              </p:cNvCxnSpPr>
              <p:nvPr/>
            </p:nvCxnSpPr>
            <p:spPr>
              <a:xfrm>
                <a:off x="2118270" y="5410651"/>
                <a:ext cx="446400" cy="311100"/>
              </a:xfrm>
              <a:prstGeom prst="straightConnector1">
                <a:avLst/>
              </a:prstGeom>
              <a:noFill/>
              <a:ln cap="flat" cmpd="sng" w="12700">
                <a:solidFill>
                  <a:srgbClr val="000000"/>
                </a:solidFill>
                <a:prstDash val="dash"/>
                <a:round/>
                <a:headEnd len="med" w="med" type="none"/>
                <a:tailEnd len="med" w="med" type="none"/>
              </a:ln>
            </p:spPr>
          </p:cxnSp>
          <p:cxnSp>
            <p:nvCxnSpPr>
              <p:cNvPr id="5657" name="Google Shape;5657;p37"/>
              <p:cNvCxnSpPr>
                <a:endCxn id="5655" idx="4"/>
              </p:cNvCxnSpPr>
              <p:nvPr/>
            </p:nvCxnSpPr>
            <p:spPr>
              <a:xfrm flipH="1" rot="10800000">
                <a:off x="2567354" y="5719063"/>
                <a:ext cx="140700" cy="2700"/>
              </a:xfrm>
              <a:prstGeom prst="straightConnector1">
                <a:avLst/>
              </a:prstGeom>
              <a:noFill/>
              <a:ln cap="flat" cmpd="sng" w="12700">
                <a:solidFill>
                  <a:srgbClr val="000000"/>
                </a:solidFill>
                <a:prstDash val="dash"/>
                <a:round/>
                <a:headEnd len="med" w="med" type="none"/>
                <a:tailEnd len="med" w="med" type="none"/>
              </a:ln>
            </p:spPr>
          </p:cxnSp>
          <p:cxnSp>
            <p:nvCxnSpPr>
              <p:cNvPr id="5658" name="Google Shape;5658;p37"/>
              <p:cNvCxnSpPr>
                <a:endCxn id="5655" idx="2"/>
              </p:cNvCxnSpPr>
              <p:nvPr/>
            </p:nvCxnSpPr>
            <p:spPr>
              <a:xfrm flipH="1">
                <a:off x="2570064" y="5721763"/>
                <a:ext cx="2700" cy="321900"/>
              </a:xfrm>
              <a:prstGeom prst="straightConnector1">
                <a:avLst/>
              </a:prstGeom>
              <a:noFill/>
              <a:ln cap="flat" cmpd="sng" w="12700">
                <a:solidFill>
                  <a:srgbClr val="000000"/>
                </a:solidFill>
                <a:prstDash val="dash"/>
                <a:round/>
                <a:headEnd len="med" w="med" type="none"/>
                <a:tailEnd len="med" w="med" type="none"/>
              </a:ln>
            </p:spPr>
          </p:cxnSp>
          <p:cxnSp>
            <p:nvCxnSpPr>
              <p:cNvPr id="5659" name="Google Shape;5659;p37"/>
              <p:cNvCxnSpPr/>
              <p:nvPr/>
            </p:nvCxnSpPr>
            <p:spPr>
              <a:xfrm flipH="1">
                <a:off x="2221974" y="5387204"/>
                <a:ext cx="2705" cy="321934"/>
              </a:xfrm>
              <a:prstGeom prst="straightConnector1">
                <a:avLst/>
              </a:prstGeom>
              <a:noFill/>
              <a:ln cap="flat" cmpd="sng" w="12700">
                <a:solidFill>
                  <a:srgbClr val="000000"/>
                </a:solidFill>
                <a:prstDash val="dash"/>
                <a:round/>
                <a:headEnd len="med" w="med" type="none"/>
                <a:tailEnd len="med" w="med" type="none"/>
              </a:ln>
            </p:spPr>
          </p:cxnSp>
        </p:grpSp>
        <p:grpSp>
          <p:nvGrpSpPr>
            <p:cNvPr id="5660" name="Google Shape;5660;p37"/>
            <p:cNvGrpSpPr/>
            <p:nvPr/>
          </p:nvGrpSpPr>
          <p:grpSpPr>
            <a:xfrm>
              <a:off x="971183" y="5294596"/>
              <a:ext cx="606979" cy="914343"/>
              <a:chOff x="333961" y="4406169"/>
              <a:chExt cx="1255305" cy="2136353"/>
            </a:xfrm>
          </p:grpSpPr>
          <p:sp>
            <p:nvSpPr>
              <p:cNvPr id="5661" name="Google Shape;5661;p37"/>
              <p:cNvSpPr/>
              <p:nvPr/>
            </p:nvSpPr>
            <p:spPr>
              <a:xfrm>
                <a:off x="333961" y="4406169"/>
                <a:ext cx="969641" cy="2136353"/>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4F81B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62" name="Google Shape;5662;p37"/>
              <p:cNvSpPr/>
              <p:nvPr/>
            </p:nvSpPr>
            <p:spPr>
              <a:xfrm>
                <a:off x="350055" y="4410631"/>
                <a:ext cx="1239211" cy="771583"/>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63" name="Google Shape;5663;p37"/>
              <p:cNvSpPr/>
              <p:nvPr/>
            </p:nvSpPr>
            <p:spPr>
              <a:xfrm>
                <a:off x="1299580" y="5177755"/>
                <a:ext cx="289686" cy="1351386"/>
              </a:xfrm>
              <a:prstGeom prst="rect">
                <a:avLst/>
              </a:prstGeom>
              <a:solidFill>
                <a:srgbClr val="33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5664" name="Google Shape;5664;p37"/>
            <p:cNvSpPr/>
            <p:nvPr/>
          </p:nvSpPr>
          <p:spPr>
            <a:xfrm>
              <a:off x="1838851" y="6126859"/>
              <a:ext cx="2180844" cy="64901"/>
            </a:xfrm>
            <a:prstGeom prst="rect">
              <a:avLst/>
            </a:prstGeom>
            <a:solidFill>
              <a:srgbClr val="33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65" name="Google Shape;5665;p37"/>
            <p:cNvSpPr/>
            <p:nvPr/>
          </p:nvSpPr>
          <p:spPr>
            <a:xfrm>
              <a:off x="2556720" y="6056232"/>
              <a:ext cx="266527" cy="219518"/>
            </a:xfrm>
            <a:prstGeom prst="rightArrow">
              <a:avLst>
                <a:gd fmla="val 13889" name="adj1"/>
                <a:gd fmla="val 53703" name="adj2"/>
              </a:avLst>
            </a:prstGeom>
            <a:solidFill>
              <a:srgbClr val="33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5666" name="Google Shape;5666;p37"/>
            <p:cNvGrpSpPr/>
            <p:nvPr/>
          </p:nvGrpSpPr>
          <p:grpSpPr>
            <a:xfrm>
              <a:off x="593766" y="5285053"/>
              <a:ext cx="605033" cy="914342"/>
              <a:chOff x="335231" y="4406992"/>
              <a:chExt cx="1251280" cy="2136350"/>
            </a:xfrm>
          </p:grpSpPr>
          <p:sp>
            <p:nvSpPr>
              <p:cNvPr id="5667" name="Google Shape;5667;p37"/>
              <p:cNvSpPr/>
              <p:nvPr/>
            </p:nvSpPr>
            <p:spPr>
              <a:xfrm>
                <a:off x="335231" y="4406992"/>
                <a:ext cx="965619" cy="2136350"/>
              </a:xfrm>
              <a:custGeom>
                <a:rect b="b" l="l" r="r" t="t"/>
                <a:pathLst>
                  <a:path extrusionOk="0" h="2138362" w="966787">
                    <a:moveTo>
                      <a:pt x="0" y="0"/>
                    </a:moveTo>
                    <a:lnTo>
                      <a:pt x="0" y="1190625"/>
                    </a:lnTo>
                    <a:lnTo>
                      <a:pt x="966787" y="2138362"/>
                    </a:lnTo>
                    <a:cubicBezTo>
                      <a:pt x="965200" y="1673225"/>
                      <a:pt x="963612" y="1208087"/>
                      <a:pt x="962025" y="742950"/>
                    </a:cubicBezTo>
                    <a:lnTo>
                      <a:pt x="0" y="0"/>
                    </a:lnTo>
                    <a:close/>
                  </a:path>
                </a:pathLst>
              </a:custGeom>
              <a:solidFill>
                <a:srgbClr val="4F81B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68" name="Google Shape;5668;p37"/>
              <p:cNvSpPr/>
              <p:nvPr/>
            </p:nvSpPr>
            <p:spPr>
              <a:xfrm>
                <a:off x="351325" y="4411451"/>
                <a:ext cx="1235186" cy="771586"/>
              </a:xfrm>
              <a:custGeom>
                <a:rect b="b" l="l" r="r" t="t"/>
                <a:pathLst>
                  <a:path extrusionOk="0" h="757496" w="1238250">
                    <a:moveTo>
                      <a:pt x="233363" y="0"/>
                    </a:moveTo>
                    <a:lnTo>
                      <a:pt x="0" y="9439"/>
                    </a:lnTo>
                    <a:lnTo>
                      <a:pt x="952500" y="752735"/>
                    </a:lnTo>
                    <a:cubicBezTo>
                      <a:pt x="1060450" y="744798"/>
                      <a:pt x="1035049" y="751145"/>
                      <a:pt x="1238250" y="757496"/>
                    </a:cubicBezTo>
                    <a:lnTo>
                      <a:pt x="233363" y="0"/>
                    </a:lnTo>
                    <a:close/>
                  </a:path>
                </a:pathLst>
              </a:custGeom>
              <a:solidFill>
                <a:srgbClr val="0099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69" name="Google Shape;5669;p37"/>
              <p:cNvSpPr/>
              <p:nvPr/>
            </p:nvSpPr>
            <p:spPr>
              <a:xfrm>
                <a:off x="1296825" y="5178575"/>
                <a:ext cx="289686" cy="1351389"/>
              </a:xfrm>
              <a:prstGeom prst="rect">
                <a:avLst/>
              </a:prstGeom>
              <a:solidFill>
                <a:srgbClr val="33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5670" name="Google Shape;5670;p37"/>
            <p:cNvSpPr/>
            <p:nvPr/>
          </p:nvSpPr>
          <p:spPr>
            <a:xfrm rot="-5245926">
              <a:off x="3947358" y="5684800"/>
              <a:ext cx="267240" cy="219835"/>
            </a:xfrm>
            <a:prstGeom prst="rightArrow">
              <a:avLst>
                <a:gd fmla="val 13889" name="adj1"/>
                <a:gd fmla="val 53702" name="adj2"/>
              </a:avLst>
            </a:prstGeom>
            <a:solidFill>
              <a:srgbClr val="33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5671" name="Google Shape;5671;p37"/>
          <p:cNvSpPr txBox="1"/>
          <p:nvPr/>
        </p:nvSpPr>
        <p:spPr>
          <a:xfrm>
            <a:off x="1931315" y="1919106"/>
            <a:ext cx="1293944" cy="541559"/>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i="1" lang="en-US" sz="2000">
                <a:solidFill>
                  <a:srgbClr val="000000"/>
                </a:solidFill>
                <a:latin typeface="Calibri"/>
                <a:ea typeface="Calibri"/>
                <a:cs typeface="Calibri"/>
                <a:sym typeface="Calibri"/>
              </a:rPr>
              <a:t>L</a:t>
            </a:r>
            <a:r>
              <a:rPr lang="en-US" sz="2000">
                <a:solidFill>
                  <a:srgbClr val="000000"/>
                </a:solidFill>
                <a:latin typeface="Calibri"/>
                <a:ea typeface="Calibri"/>
                <a:cs typeface="Calibri"/>
                <a:sym typeface="Calibri"/>
              </a:rPr>
              <a:t> bits</a:t>
            </a:r>
            <a:endParaRPr/>
          </a:p>
          <a:p>
            <a:pPr indent="0" lvl="0" marL="0" marR="0" rtl="0" algn="l">
              <a:lnSpc>
                <a:spcPct val="85000"/>
              </a:lnSpc>
              <a:spcBef>
                <a:spcPts val="0"/>
              </a:spcBef>
              <a:spcAft>
                <a:spcPts val="0"/>
              </a:spcAft>
              <a:buNone/>
            </a:pPr>
            <a:r>
              <a:rPr lang="en-US" sz="2000">
                <a:solidFill>
                  <a:srgbClr val="000000"/>
                </a:solidFill>
                <a:latin typeface="Calibri"/>
                <a:ea typeface="Calibri"/>
                <a:cs typeface="Calibri"/>
                <a:sym typeface="Calibri"/>
              </a:rPr>
              <a:t>per packet</a:t>
            </a:r>
            <a:endParaRPr/>
          </a:p>
        </p:txBody>
      </p:sp>
      <p:sp>
        <p:nvSpPr>
          <p:cNvPr id="5672" name="Google Shape;5672;p37"/>
          <p:cNvSpPr txBox="1"/>
          <p:nvPr/>
        </p:nvSpPr>
        <p:spPr>
          <a:xfrm>
            <a:off x="6873433" y="2869739"/>
            <a:ext cx="75212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000000"/>
                </a:solidFill>
                <a:latin typeface="Calibri"/>
                <a:ea typeface="Calibri"/>
                <a:cs typeface="Calibri"/>
                <a:sym typeface="Calibri"/>
              </a:rPr>
              <a:t>R</a:t>
            </a:r>
            <a:r>
              <a:rPr lang="en-US" sz="2000">
                <a:solidFill>
                  <a:srgbClr val="000000"/>
                </a:solidFill>
                <a:latin typeface="Calibri"/>
                <a:ea typeface="Calibri"/>
                <a:cs typeface="Calibri"/>
                <a:sym typeface="Calibri"/>
              </a:rPr>
              <a:t> bps</a:t>
            </a:r>
            <a:endParaRPr/>
          </a:p>
        </p:txBody>
      </p:sp>
      <p:grpSp>
        <p:nvGrpSpPr>
          <p:cNvPr id="5673" name="Google Shape;5673;p37"/>
          <p:cNvGrpSpPr/>
          <p:nvPr/>
        </p:nvGrpSpPr>
        <p:grpSpPr>
          <a:xfrm>
            <a:off x="7801336" y="3980381"/>
            <a:ext cx="3855279" cy="2295280"/>
            <a:chOff x="7836061" y="3795186"/>
            <a:chExt cx="3855279" cy="2295280"/>
          </a:xfrm>
        </p:grpSpPr>
        <p:sp>
          <p:nvSpPr>
            <p:cNvPr id="5674" name="Google Shape;5674;p37"/>
            <p:cNvSpPr/>
            <p:nvPr/>
          </p:nvSpPr>
          <p:spPr>
            <a:xfrm>
              <a:off x="7836061" y="3795186"/>
              <a:ext cx="3831220" cy="1969006"/>
            </a:xfrm>
            <a:prstGeom prst="rect">
              <a:avLst/>
            </a:prstGeom>
            <a:solidFill>
              <a:srgbClr val="D8E2F3">
                <a:alpha val="4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75" name="Google Shape;5675;p37"/>
            <p:cNvSpPr txBox="1"/>
            <p:nvPr/>
          </p:nvSpPr>
          <p:spPr>
            <a:xfrm>
              <a:off x="7836061" y="3858441"/>
              <a:ext cx="3855279" cy="2232025"/>
            </a:xfrm>
            <a:prstGeom prst="rect">
              <a:avLst/>
            </a:prstGeom>
            <a:noFill/>
            <a:ln>
              <a:noFill/>
            </a:ln>
          </p:spPr>
          <p:txBody>
            <a:bodyPr anchorCtr="0" anchor="t" bIns="45700" lIns="91425" spcFirstLastPara="1" rIns="91425" wrap="square" tIns="45700">
              <a:normAutofit/>
            </a:bodyPr>
            <a:lstStyle/>
            <a:p>
              <a:pPr indent="-341313" lvl="0" marL="352425" marR="0" rtl="0" algn="l">
                <a:lnSpc>
                  <a:spcPct val="90000"/>
                </a:lnSpc>
                <a:spcBef>
                  <a:spcPts val="0"/>
                </a:spcBef>
                <a:spcAft>
                  <a:spcPts val="0"/>
                </a:spcAft>
                <a:buClr>
                  <a:srgbClr val="0000A3"/>
                </a:buClr>
                <a:buSzPts val="2400"/>
                <a:buFont typeface="Noto Sans Symbols"/>
                <a:buNone/>
              </a:pPr>
              <a:r>
                <a:rPr i="1" lang="en-US" sz="2400">
                  <a:solidFill>
                    <a:srgbClr val="000099"/>
                  </a:solidFill>
                  <a:latin typeface="Calibri"/>
                  <a:ea typeface="Calibri"/>
                  <a:cs typeface="Calibri"/>
                  <a:sym typeface="Calibri"/>
                </a:rPr>
                <a:t>One-hop numerical example:</a:t>
              </a:r>
              <a:endParaRPr/>
            </a:p>
            <a:p>
              <a:pPr indent="-231775" lvl="0" marL="231775" marR="0" rtl="0" algn="l">
                <a:lnSpc>
                  <a:spcPct val="90000"/>
                </a:lnSpc>
                <a:spcBef>
                  <a:spcPts val="400"/>
                </a:spcBef>
                <a:spcAft>
                  <a:spcPts val="0"/>
                </a:spcAft>
                <a:buClr>
                  <a:srgbClr val="0000A3"/>
                </a:buClr>
                <a:buSzPts val="2400"/>
                <a:buFont typeface="Noto Sans Symbols"/>
                <a:buChar char="▪"/>
              </a:pPr>
              <a:r>
                <a:rPr i="1" lang="en-US" sz="2400">
                  <a:solidFill>
                    <a:schemeClr val="dk1"/>
                  </a:solidFill>
                  <a:latin typeface="Calibri"/>
                  <a:ea typeface="Calibri"/>
                  <a:cs typeface="Calibri"/>
                  <a:sym typeface="Calibri"/>
                </a:rPr>
                <a:t>L</a:t>
              </a:r>
              <a:r>
                <a:rPr lang="en-US" sz="2400">
                  <a:solidFill>
                    <a:schemeClr val="dk1"/>
                  </a:solidFill>
                  <a:latin typeface="Calibri"/>
                  <a:ea typeface="Calibri"/>
                  <a:cs typeface="Calibri"/>
                  <a:sym typeface="Calibri"/>
                </a:rPr>
                <a:t> = 10 Kbits</a:t>
              </a:r>
              <a:endParaRPr/>
            </a:p>
            <a:p>
              <a:pPr indent="-231775" lvl="0" marL="231775" marR="0" rtl="0" algn="l">
                <a:lnSpc>
                  <a:spcPct val="90000"/>
                </a:lnSpc>
                <a:spcBef>
                  <a:spcPts val="400"/>
                </a:spcBef>
                <a:spcAft>
                  <a:spcPts val="0"/>
                </a:spcAft>
                <a:buClr>
                  <a:srgbClr val="0000A3"/>
                </a:buClr>
                <a:buSzPts val="2400"/>
                <a:buFont typeface="Noto Sans Symbols"/>
                <a:buChar char="▪"/>
              </a:pPr>
              <a:r>
                <a:rPr i="1" lang="en-US" sz="2400">
                  <a:solidFill>
                    <a:schemeClr val="dk1"/>
                  </a:solidFill>
                  <a:latin typeface="Calibri"/>
                  <a:ea typeface="Calibri"/>
                  <a:cs typeface="Calibri"/>
                  <a:sym typeface="Calibri"/>
                </a:rPr>
                <a:t>R</a:t>
              </a:r>
              <a:r>
                <a:rPr lang="en-US" sz="2400">
                  <a:solidFill>
                    <a:schemeClr val="dk1"/>
                  </a:solidFill>
                  <a:latin typeface="Calibri"/>
                  <a:ea typeface="Calibri"/>
                  <a:cs typeface="Calibri"/>
                  <a:sym typeface="Calibri"/>
                </a:rPr>
                <a:t> = 100 Mbps</a:t>
              </a:r>
              <a:endParaRPr/>
            </a:p>
            <a:p>
              <a:pPr indent="-231775" lvl="0" marL="231775" marR="0" rtl="0" algn="l">
                <a:lnSpc>
                  <a:spcPct val="90000"/>
                </a:lnSpc>
                <a:spcBef>
                  <a:spcPts val="4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one-hop transmission delay = 0.1 msec</a:t>
              </a:r>
              <a:endParaRPr sz="2400">
                <a:solidFill>
                  <a:schemeClr val="dk1"/>
                </a:solidFill>
                <a:latin typeface="Calibri"/>
                <a:ea typeface="Calibri"/>
                <a:cs typeface="Calibri"/>
                <a:sym typeface="Calibri"/>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9" name="Shape 5679"/>
        <p:cNvGrpSpPr/>
        <p:nvPr/>
      </p:nvGrpSpPr>
      <p:grpSpPr>
        <a:xfrm>
          <a:off x="0" y="0"/>
          <a:ext cx="0" cy="0"/>
          <a:chOff x="0" y="0"/>
          <a:chExt cx="0" cy="0"/>
        </a:xfrm>
      </p:grpSpPr>
      <p:sp>
        <p:nvSpPr>
          <p:cNvPr id="5680" name="Google Shape;5680;p38"/>
          <p:cNvSpPr/>
          <p:nvPr/>
        </p:nvSpPr>
        <p:spPr>
          <a:xfrm>
            <a:off x="6096000" y="857251"/>
            <a:ext cx="3830638" cy="2735263"/>
          </a:xfrm>
          <a:prstGeom prst="rect">
            <a:avLst/>
          </a:prstGeom>
          <a:solidFill>
            <a:srgbClr val="FFFF00">
              <a:alpha val="4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5681" name="Google Shape;5681;p38"/>
          <p:cNvSpPr txBox="1"/>
          <p:nvPr/>
        </p:nvSpPr>
        <p:spPr>
          <a:xfrm>
            <a:off x="6297614" y="857251"/>
            <a:ext cx="3856037" cy="2500313"/>
          </a:xfrm>
          <a:prstGeom prst="rect">
            <a:avLst/>
          </a:prstGeom>
          <a:noFill/>
          <a:ln>
            <a:noFill/>
          </a:ln>
        </p:spPr>
        <p:txBody>
          <a:bodyPr anchorCtr="0" anchor="t" bIns="45700" lIns="91425" spcFirstLastPara="1" rIns="91425" wrap="square" tIns="45700">
            <a:normAutofit/>
          </a:bodyPr>
          <a:lstStyle/>
          <a:p>
            <a:pPr indent="-341313" lvl="0" marL="352425" marR="0" rtl="0" algn="l">
              <a:lnSpc>
                <a:spcPct val="90000"/>
              </a:lnSpc>
              <a:spcBef>
                <a:spcPts val="0"/>
              </a:spcBef>
              <a:spcAft>
                <a:spcPts val="0"/>
              </a:spcAft>
              <a:buClr>
                <a:srgbClr val="0000A3"/>
              </a:buClr>
              <a:buSzPts val="2400"/>
              <a:buFont typeface="Noto Sans Symbols"/>
              <a:buNone/>
            </a:pPr>
            <a:r>
              <a:rPr i="1" lang="en-US" sz="2400">
                <a:solidFill>
                  <a:srgbClr val="000099"/>
                </a:solidFill>
                <a:latin typeface="Calibri"/>
                <a:ea typeface="Calibri"/>
                <a:cs typeface="Calibri"/>
                <a:sym typeface="Calibri"/>
              </a:rPr>
              <a:t>One-hop numerical example:</a:t>
            </a:r>
            <a:endParaRPr/>
          </a:p>
          <a:p>
            <a:pPr indent="-231775" lvl="0" marL="231775" marR="0" rtl="0" algn="l">
              <a:lnSpc>
                <a:spcPct val="90000"/>
              </a:lnSpc>
              <a:spcBef>
                <a:spcPts val="400"/>
              </a:spcBef>
              <a:spcAft>
                <a:spcPts val="0"/>
              </a:spcAft>
              <a:buClr>
                <a:srgbClr val="0000A3"/>
              </a:buClr>
              <a:buSzPts val="2400"/>
              <a:buFont typeface="Noto Sans Symbols"/>
              <a:buChar char="▪"/>
            </a:pPr>
            <a:r>
              <a:rPr i="1" lang="en-US" sz="2400">
                <a:solidFill>
                  <a:srgbClr val="000000"/>
                </a:solidFill>
                <a:latin typeface="Calibri"/>
                <a:ea typeface="Calibri"/>
                <a:cs typeface="Calibri"/>
                <a:sym typeface="Calibri"/>
              </a:rPr>
              <a:t>L</a:t>
            </a:r>
            <a:r>
              <a:rPr lang="en-US" sz="2400">
                <a:solidFill>
                  <a:srgbClr val="000000"/>
                </a:solidFill>
                <a:latin typeface="Calibri"/>
                <a:ea typeface="Calibri"/>
                <a:cs typeface="Calibri"/>
                <a:sym typeface="Calibri"/>
              </a:rPr>
              <a:t> = 10 Kbits</a:t>
            </a:r>
            <a:endParaRPr/>
          </a:p>
          <a:p>
            <a:pPr indent="-231775" lvl="0" marL="231775" marR="0" rtl="0" algn="l">
              <a:lnSpc>
                <a:spcPct val="90000"/>
              </a:lnSpc>
              <a:spcBef>
                <a:spcPts val="400"/>
              </a:spcBef>
              <a:spcAft>
                <a:spcPts val="0"/>
              </a:spcAft>
              <a:buClr>
                <a:srgbClr val="0000A3"/>
              </a:buClr>
              <a:buSzPts val="2400"/>
              <a:buFont typeface="Noto Sans Symbols"/>
              <a:buChar char="▪"/>
            </a:pPr>
            <a:r>
              <a:rPr i="1" lang="en-US" sz="2400">
                <a:solidFill>
                  <a:srgbClr val="000000"/>
                </a:solidFill>
                <a:latin typeface="Calibri"/>
                <a:ea typeface="Calibri"/>
                <a:cs typeface="Calibri"/>
                <a:sym typeface="Calibri"/>
              </a:rPr>
              <a:t>R</a:t>
            </a:r>
            <a:r>
              <a:rPr lang="en-US" sz="2400">
                <a:solidFill>
                  <a:srgbClr val="000000"/>
                </a:solidFill>
                <a:latin typeface="Calibri"/>
                <a:ea typeface="Calibri"/>
                <a:cs typeface="Calibri"/>
                <a:sym typeface="Calibri"/>
              </a:rPr>
              <a:t> = 100 Mbps</a:t>
            </a:r>
            <a:endParaRPr/>
          </a:p>
          <a:p>
            <a:pPr indent="-231775" lvl="0" marL="231775" marR="0" rtl="0" algn="l">
              <a:lnSpc>
                <a:spcPct val="90000"/>
              </a:lnSpc>
              <a:spcBef>
                <a:spcPts val="400"/>
              </a:spcBef>
              <a:spcAft>
                <a:spcPts val="0"/>
              </a:spcAft>
              <a:buClr>
                <a:srgbClr val="0000A3"/>
              </a:buClr>
              <a:buSzPts val="2400"/>
              <a:buFont typeface="Noto Sans Symbols"/>
              <a:buChar char="▪"/>
            </a:pPr>
            <a:r>
              <a:rPr lang="en-US" sz="2400">
                <a:solidFill>
                  <a:srgbClr val="000000"/>
                </a:solidFill>
                <a:latin typeface="Calibri"/>
                <a:ea typeface="Calibri"/>
                <a:cs typeface="Calibri"/>
                <a:sym typeface="Calibri"/>
              </a:rPr>
              <a:t>one-hop transmission delay = 0.1 msec</a:t>
            </a:r>
            <a:endParaRPr/>
          </a:p>
        </p:txBody>
      </p:sp>
      <p:sp>
        <p:nvSpPr>
          <p:cNvPr id="5682" name="Google Shape;5682;p38"/>
          <p:cNvSpPr txBox="1"/>
          <p:nvPr/>
        </p:nvSpPr>
        <p:spPr>
          <a:xfrm>
            <a:off x="2351089" y="857251"/>
            <a:ext cx="3514725" cy="2716213"/>
          </a:xfrm>
          <a:prstGeom prst="rect">
            <a:avLst/>
          </a:prstGeom>
          <a:solidFill>
            <a:srgbClr val="FFFF00"/>
          </a:solidFill>
          <a:ln>
            <a:noFill/>
          </a:ln>
        </p:spPr>
        <p:txBody>
          <a:bodyPr anchorCtr="0" anchor="t" bIns="45700" lIns="91425" spcFirstLastPara="1" rIns="91425" wrap="square" tIns="45700">
            <a:noAutofit/>
          </a:bodyPr>
          <a:lstStyle/>
          <a:p>
            <a:pPr indent="-274320" lvl="0" marL="274320" marR="0" rtl="0" algn="l">
              <a:lnSpc>
                <a:spcPct val="90000"/>
              </a:lnSpc>
              <a:spcBef>
                <a:spcPts val="0"/>
              </a:spcBef>
              <a:spcAft>
                <a:spcPts val="0"/>
              </a:spcAft>
              <a:buNone/>
            </a:pPr>
            <a:r>
              <a:rPr i="1" lang="en-US" sz="1800">
                <a:solidFill>
                  <a:srgbClr val="000099"/>
                </a:solidFill>
                <a:latin typeface="Calibri"/>
                <a:ea typeface="Calibri"/>
                <a:cs typeface="Calibri"/>
                <a:sym typeface="Calibri"/>
              </a:rPr>
              <a:t>one-hop numerical example:</a:t>
            </a:r>
            <a:endParaRPr/>
          </a:p>
          <a:p>
            <a:pPr indent="-274320" lvl="0" marL="274320" marR="0" rtl="0" algn="l">
              <a:lnSpc>
                <a:spcPct val="90000"/>
              </a:lnSpc>
              <a:spcBef>
                <a:spcPts val="360"/>
              </a:spcBef>
              <a:spcAft>
                <a:spcPts val="0"/>
              </a:spcAft>
              <a:buClr>
                <a:srgbClr val="C00000"/>
              </a:buClr>
              <a:buSzPts val="1800"/>
              <a:buFont typeface="Noto Sans Symbols"/>
              <a:buChar char="▪"/>
            </a:pPr>
            <a:r>
              <a:rPr i="1" lang="en-US" sz="1800">
                <a:solidFill>
                  <a:schemeClr val="dk1"/>
                </a:solidFill>
                <a:latin typeface="Calibri"/>
                <a:ea typeface="Calibri"/>
                <a:cs typeface="Calibri"/>
                <a:sym typeface="Calibri"/>
              </a:rPr>
              <a:t>L</a:t>
            </a:r>
            <a:r>
              <a:rPr lang="en-US" sz="1800">
                <a:solidFill>
                  <a:schemeClr val="dk1"/>
                </a:solidFill>
                <a:latin typeface="Calibri"/>
                <a:ea typeface="Calibri"/>
                <a:cs typeface="Calibri"/>
                <a:sym typeface="Calibri"/>
              </a:rPr>
              <a:t> = 7.5 Mbits</a:t>
            </a:r>
            <a:endParaRPr sz="1800">
              <a:solidFill>
                <a:schemeClr val="dk1"/>
              </a:solidFill>
              <a:latin typeface="Calibri"/>
              <a:ea typeface="Calibri"/>
              <a:cs typeface="Calibri"/>
              <a:sym typeface="Calibri"/>
            </a:endParaRPr>
          </a:p>
          <a:p>
            <a:pPr indent="-274320" lvl="0" marL="274320" marR="0" rtl="0" algn="l">
              <a:lnSpc>
                <a:spcPct val="90000"/>
              </a:lnSpc>
              <a:spcBef>
                <a:spcPts val="360"/>
              </a:spcBef>
              <a:spcAft>
                <a:spcPts val="0"/>
              </a:spcAft>
              <a:buClr>
                <a:srgbClr val="C00000"/>
              </a:buClr>
              <a:buSzPts val="1800"/>
              <a:buFont typeface="Noto Sans Symbols"/>
              <a:buChar char="▪"/>
            </a:pPr>
            <a:r>
              <a:rPr i="1" lang="en-US" sz="1800">
                <a:solidFill>
                  <a:schemeClr val="dk1"/>
                </a:solidFill>
                <a:latin typeface="Calibri"/>
                <a:ea typeface="Calibri"/>
                <a:cs typeface="Calibri"/>
                <a:sym typeface="Calibri"/>
              </a:rPr>
              <a:t>R</a:t>
            </a:r>
            <a:r>
              <a:rPr lang="en-US" sz="1800">
                <a:solidFill>
                  <a:schemeClr val="dk1"/>
                </a:solidFill>
                <a:latin typeface="Calibri"/>
                <a:ea typeface="Calibri"/>
                <a:cs typeface="Calibri"/>
                <a:sym typeface="Calibri"/>
              </a:rPr>
              <a:t> = 1.5 Mbps</a:t>
            </a:r>
            <a:endParaRPr/>
          </a:p>
          <a:p>
            <a:pPr indent="-274320" lvl="0" marL="274320" marR="0" rtl="0" algn="l">
              <a:lnSpc>
                <a:spcPct val="90000"/>
              </a:lnSpc>
              <a:spcBef>
                <a:spcPts val="360"/>
              </a:spcBef>
              <a:spcAft>
                <a:spcPts val="0"/>
              </a:spcAft>
              <a:buClr>
                <a:srgbClr val="C00000"/>
              </a:buClr>
              <a:buSzPts val="1800"/>
              <a:buFont typeface="Noto Sans Symbols"/>
              <a:buChar char="▪"/>
            </a:pPr>
            <a:r>
              <a:rPr lang="en-US" sz="1800">
                <a:solidFill>
                  <a:schemeClr val="dk1"/>
                </a:solidFill>
                <a:latin typeface="Calibri"/>
                <a:ea typeface="Calibri"/>
                <a:cs typeface="Calibri"/>
                <a:sym typeface="Calibri"/>
              </a:rPr>
              <a:t>one-hop transmission delay =  L/R = 5 sec</a:t>
            </a:r>
            <a:endParaRPr/>
          </a:p>
        </p:txBody>
      </p:sp>
      <p:pic>
        <p:nvPicPr>
          <p:cNvPr descr="Puzzle" id="5683" name="Google Shape;5683;p38"/>
          <p:cNvPicPr preferRelativeResize="0"/>
          <p:nvPr/>
        </p:nvPicPr>
        <p:blipFill rotWithShape="1">
          <a:blip r:embed="rId3">
            <a:alphaModFix/>
          </a:blip>
          <a:srcRect b="0" l="0" r="0" t="0"/>
          <a:stretch/>
        </p:blipFill>
        <p:spPr>
          <a:xfrm rot="2653558">
            <a:off x="9939338" y="125413"/>
            <a:ext cx="603250" cy="603250"/>
          </a:xfrm>
          <a:prstGeom prst="rect">
            <a:avLst/>
          </a:prstGeom>
          <a:noFill/>
          <a:ln>
            <a:noFill/>
          </a:ln>
        </p:spPr>
      </p:pic>
      <p:sp>
        <p:nvSpPr>
          <p:cNvPr id="5684" name="Google Shape;5684;p38"/>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9" name="Shape 5689"/>
        <p:cNvGrpSpPr/>
        <p:nvPr/>
      </p:nvGrpSpPr>
      <p:grpSpPr>
        <a:xfrm>
          <a:off x="0" y="0"/>
          <a:ext cx="0" cy="0"/>
          <a:chOff x="0" y="0"/>
          <a:chExt cx="0" cy="0"/>
        </a:xfrm>
      </p:grpSpPr>
      <p:pic>
        <p:nvPicPr>
          <p:cNvPr id="5690" name="Google Shape;5690;p39"/>
          <p:cNvPicPr preferRelativeResize="0"/>
          <p:nvPr/>
        </p:nvPicPr>
        <p:blipFill rotWithShape="1">
          <a:blip r:embed="rId3">
            <a:alphaModFix/>
          </a:blip>
          <a:srcRect b="0" l="0" r="0" t="0"/>
          <a:stretch/>
        </p:blipFill>
        <p:spPr>
          <a:xfrm>
            <a:off x="3216276" y="2565401"/>
            <a:ext cx="5724525" cy="2047875"/>
          </a:xfrm>
          <a:prstGeom prst="rect">
            <a:avLst/>
          </a:prstGeom>
          <a:noFill/>
          <a:ln>
            <a:noFill/>
          </a:ln>
        </p:spPr>
      </p:pic>
      <p:sp>
        <p:nvSpPr>
          <p:cNvPr id="5691" name="Google Shape;5691;p39"/>
          <p:cNvSpPr/>
          <p:nvPr/>
        </p:nvSpPr>
        <p:spPr>
          <a:xfrm>
            <a:off x="1847851" y="1196976"/>
            <a:ext cx="2936875" cy="1323975"/>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the source has three packets, each consisting of </a:t>
            </a:r>
            <a:r>
              <a:rPr i="1" lang="en-US" sz="2000">
                <a:solidFill>
                  <a:schemeClr val="dk1"/>
                </a:solidFill>
                <a:latin typeface="Arial"/>
                <a:ea typeface="Arial"/>
                <a:cs typeface="Arial"/>
                <a:sym typeface="Arial"/>
              </a:rPr>
              <a:t>L bits, to send to the destination.</a:t>
            </a:r>
            <a:endParaRPr sz="2000">
              <a:solidFill>
                <a:schemeClr val="dk1"/>
              </a:solidFill>
              <a:latin typeface="Arial"/>
              <a:ea typeface="Arial"/>
              <a:cs typeface="Arial"/>
              <a:sym typeface="Arial"/>
            </a:endParaRPr>
          </a:p>
        </p:txBody>
      </p:sp>
      <p:sp>
        <p:nvSpPr>
          <p:cNvPr id="5692" name="Google Shape;5692;p39"/>
          <p:cNvSpPr/>
          <p:nvPr/>
        </p:nvSpPr>
        <p:spPr>
          <a:xfrm>
            <a:off x="4800600" y="476251"/>
            <a:ext cx="2260600" cy="708025"/>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transmitting some of packet 1</a:t>
            </a:r>
            <a:endParaRPr sz="2000">
              <a:solidFill>
                <a:schemeClr val="dk1"/>
              </a:solidFill>
              <a:latin typeface="Arial"/>
              <a:ea typeface="Arial"/>
              <a:cs typeface="Arial"/>
              <a:sym typeface="Arial"/>
            </a:endParaRPr>
          </a:p>
        </p:txBody>
      </p:sp>
      <p:sp>
        <p:nvSpPr>
          <p:cNvPr id="5693" name="Google Shape;5693;p39"/>
          <p:cNvSpPr/>
          <p:nvPr/>
        </p:nvSpPr>
        <p:spPr>
          <a:xfrm>
            <a:off x="3935413" y="4797425"/>
            <a:ext cx="4019550" cy="1016000"/>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The router employs store-and-forwarding 🡺 so must first buffer (“store”) the packet’s bits</a:t>
            </a:r>
            <a:endParaRPr sz="2000">
              <a:solidFill>
                <a:schemeClr val="dk1"/>
              </a:solidFill>
              <a:latin typeface="Arial"/>
              <a:ea typeface="Arial"/>
              <a:cs typeface="Arial"/>
              <a:sym typeface="Arial"/>
            </a:endParaRPr>
          </a:p>
        </p:txBody>
      </p:sp>
      <p:sp>
        <p:nvSpPr>
          <p:cNvPr id="5694" name="Google Shape;5694;p39"/>
          <p:cNvSpPr/>
          <p:nvPr/>
        </p:nvSpPr>
        <p:spPr>
          <a:xfrm>
            <a:off x="6383338" y="1412876"/>
            <a:ext cx="3897312" cy="1323975"/>
          </a:xfrm>
          <a:prstGeom prst="rect">
            <a:avLst/>
          </a:prstGeom>
          <a:solidFill>
            <a:srgbClr val="00206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Noto Sans Symbols"/>
              <a:buNone/>
            </a:pPr>
            <a:r>
              <a:rPr lang="en-US" sz="2000">
                <a:solidFill>
                  <a:schemeClr val="lt1"/>
                </a:solidFill>
                <a:latin typeface="Arial"/>
                <a:ea typeface="Arial"/>
                <a:cs typeface="Arial"/>
                <a:sym typeface="Arial"/>
              </a:rPr>
              <a:t>When the router has received</a:t>
            </a:r>
            <a:endParaRPr/>
          </a:p>
          <a:p>
            <a:pPr indent="0" lvl="0" marL="0" marR="0" rtl="0" algn="l">
              <a:lnSpc>
                <a:spcPct val="100000"/>
              </a:lnSpc>
              <a:spcBef>
                <a:spcPts val="0"/>
              </a:spcBef>
              <a:spcAft>
                <a:spcPts val="0"/>
              </a:spcAft>
              <a:buClr>
                <a:schemeClr val="lt1"/>
              </a:buClr>
              <a:buSzPts val="2000"/>
              <a:buFont typeface="Noto Sans Symbols"/>
              <a:buNone/>
            </a:pPr>
            <a:r>
              <a:rPr b="1" i="1" lang="en-US" sz="2000" u="sng">
                <a:solidFill>
                  <a:schemeClr val="lt1"/>
                </a:solidFill>
                <a:latin typeface="Arial"/>
                <a:ea typeface="Arial"/>
                <a:cs typeface="Arial"/>
                <a:sym typeface="Arial"/>
              </a:rPr>
              <a:t>all</a:t>
            </a:r>
            <a:r>
              <a:rPr i="1" lang="en-US" sz="2000">
                <a:solidFill>
                  <a:schemeClr val="lt1"/>
                </a:solidFill>
                <a:latin typeface="Arial"/>
                <a:ea typeface="Arial"/>
                <a:cs typeface="Arial"/>
                <a:sym typeface="Arial"/>
              </a:rPr>
              <a:t> of the packet’s bits can it begin to transmit the packet onto the </a:t>
            </a:r>
            <a:r>
              <a:rPr lang="en-US" sz="2000">
                <a:solidFill>
                  <a:schemeClr val="lt1"/>
                </a:solidFill>
                <a:latin typeface="Arial"/>
                <a:ea typeface="Arial"/>
                <a:cs typeface="Arial"/>
                <a:sym typeface="Arial"/>
              </a:rPr>
              <a:t>outbound link.</a:t>
            </a:r>
            <a:endParaRPr/>
          </a:p>
        </p:txBody>
      </p:sp>
      <p:pic>
        <p:nvPicPr>
          <p:cNvPr descr="Puzzle" id="5695" name="Google Shape;5695;p39"/>
          <p:cNvPicPr preferRelativeResize="0"/>
          <p:nvPr/>
        </p:nvPicPr>
        <p:blipFill rotWithShape="1">
          <a:blip r:embed="rId4">
            <a:alphaModFix/>
          </a:blip>
          <a:srcRect b="0" l="0" r="0" t="0"/>
          <a:stretch/>
        </p:blipFill>
        <p:spPr>
          <a:xfrm rot="2653558">
            <a:off x="9939338" y="125413"/>
            <a:ext cx="603250" cy="603250"/>
          </a:xfrm>
          <a:prstGeom prst="rect">
            <a:avLst/>
          </a:prstGeom>
          <a:noFill/>
          <a:ln>
            <a:noFill/>
          </a:ln>
        </p:spPr>
      </p:pic>
      <p:sp>
        <p:nvSpPr>
          <p:cNvPr id="5696" name="Google Shape;5696;p39"/>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9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569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569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00" name="Shape 5700"/>
        <p:cNvGrpSpPr/>
        <p:nvPr/>
      </p:nvGrpSpPr>
      <p:grpSpPr>
        <a:xfrm>
          <a:off x="0" y="0"/>
          <a:ext cx="0" cy="0"/>
          <a:chOff x="0" y="0"/>
          <a:chExt cx="0" cy="0"/>
        </a:xfrm>
      </p:grpSpPr>
      <p:pic>
        <p:nvPicPr>
          <p:cNvPr id="5701" name="Google Shape;5701;p40"/>
          <p:cNvPicPr preferRelativeResize="0"/>
          <p:nvPr/>
        </p:nvPicPr>
        <p:blipFill rotWithShape="1">
          <a:blip r:embed="rId3">
            <a:alphaModFix/>
          </a:blip>
          <a:srcRect b="0" l="0" r="0" t="0"/>
          <a:stretch/>
        </p:blipFill>
        <p:spPr>
          <a:xfrm>
            <a:off x="1743076" y="214314"/>
            <a:ext cx="4067175" cy="942975"/>
          </a:xfrm>
          <a:prstGeom prst="rect">
            <a:avLst/>
          </a:prstGeom>
          <a:noFill/>
          <a:ln>
            <a:noFill/>
          </a:ln>
        </p:spPr>
      </p:pic>
      <p:sp>
        <p:nvSpPr>
          <p:cNvPr id="5702" name="Google Shape;5702;p40"/>
          <p:cNvSpPr txBox="1"/>
          <p:nvPr/>
        </p:nvSpPr>
        <p:spPr>
          <a:xfrm>
            <a:off x="3230564" y="968376"/>
            <a:ext cx="1119187" cy="3397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Router</a:t>
            </a:r>
            <a:endParaRPr sz="1600">
              <a:solidFill>
                <a:schemeClr val="dk1"/>
              </a:solidFill>
              <a:latin typeface="Arial"/>
              <a:ea typeface="Arial"/>
              <a:cs typeface="Arial"/>
              <a:sym typeface="Arial"/>
            </a:endParaRPr>
          </a:p>
        </p:txBody>
      </p:sp>
      <p:pic>
        <p:nvPicPr>
          <p:cNvPr id="5703" name="Google Shape;5703;p40"/>
          <p:cNvPicPr preferRelativeResize="0"/>
          <p:nvPr/>
        </p:nvPicPr>
        <p:blipFill rotWithShape="1">
          <a:blip r:embed="rId4">
            <a:alphaModFix/>
          </a:blip>
          <a:srcRect b="0" l="0" r="0" t="0"/>
          <a:stretch/>
        </p:blipFill>
        <p:spPr>
          <a:xfrm>
            <a:off x="2041525" y="1528764"/>
            <a:ext cx="8339138" cy="3335337"/>
          </a:xfrm>
          <a:prstGeom prst="rect">
            <a:avLst/>
          </a:prstGeom>
          <a:noFill/>
          <a:ln>
            <a:noFill/>
          </a:ln>
        </p:spPr>
      </p:pic>
      <p:sp>
        <p:nvSpPr>
          <p:cNvPr id="5704" name="Google Shape;5704;p40"/>
          <p:cNvSpPr txBox="1"/>
          <p:nvPr/>
        </p:nvSpPr>
        <p:spPr>
          <a:xfrm>
            <a:off x="1851025" y="1365251"/>
            <a:ext cx="655638" cy="276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Noto Sans Symbols"/>
              <a:buNone/>
            </a:pPr>
            <a:r>
              <a:rPr lang="en-US" sz="1200">
                <a:solidFill>
                  <a:schemeClr val="dk1"/>
                </a:solidFill>
                <a:latin typeface="Arial"/>
                <a:ea typeface="Arial"/>
                <a:cs typeface="Arial"/>
                <a:sym typeface="Arial"/>
              </a:rPr>
              <a:t>Time</a:t>
            </a:r>
            <a:endParaRPr sz="1200">
              <a:solidFill>
                <a:schemeClr val="dk1"/>
              </a:solidFill>
              <a:latin typeface="Arial"/>
              <a:ea typeface="Arial"/>
              <a:cs typeface="Arial"/>
              <a:sym typeface="Arial"/>
            </a:endParaRPr>
          </a:p>
        </p:txBody>
      </p:sp>
      <p:sp>
        <p:nvSpPr>
          <p:cNvPr id="5705" name="Google Shape;5705;p40"/>
          <p:cNvSpPr/>
          <p:nvPr/>
        </p:nvSpPr>
        <p:spPr>
          <a:xfrm>
            <a:off x="5748338" y="2236788"/>
            <a:ext cx="3581400" cy="563562"/>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99"/>
              </a:buClr>
              <a:buSzPts val="1350"/>
              <a:buFont typeface="Noto Sans Symbols"/>
              <a:buNone/>
            </a:pPr>
            <a:r>
              <a:rPr lang="en-US" sz="1800">
                <a:solidFill>
                  <a:schemeClr val="dk1"/>
                </a:solidFill>
                <a:latin typeface="Gill Sans"/>
                <a:ea typeface="Gill Sans"/>
                <a:cs typeface="Gill Sans"/>
                <a:sym typeface="Gill Sans"/>
              </a:rPr>
              <a:t>end-end delay = 2</a:t>
            </a:r>
            <a:r>
              <a:rPr i="1" lang="en-US" sz="1800">
                <a:solidFill>
                  <a:schemeClr val="dk1"/>
                </a:solidFill>
                <a:latin typeface="Gill Sans"/>
                <a:ea typeface="Gill Sans"/>
                <a:cs typeface="Gill Sans"/>
                <a:sym typeface="Gill Sans"/>
              </a:rPr>
              <a:t>L</a:t>
            </a:r>
            <a:r>
              <a:rPr lang="en-US" sz="1800">
                <a:solidFill>
                  <a:schemeClr val="dk1"/>
                </a:solidFill>
                <a:latin typeface="Gill Sans"/>
                <a:ea typeface="Gill Sans"/>
                <a:cs typeface="Gill Sans"/>
                <a:sym typeface="Gill Sans"/>
              </a:rPr>
              <a:t>/</a:t>
            </a:r>
            <a:r>
              <a:rPr i="1" lang="en-US" sz="1800">
                <a:solidFill>
                  <a:schemeClr val="dk1"/>
                </a:solidFill>
                <a:latin typeface="Gill Sans"/>
                <a:ea typeface="Gill Sans"/>
                <a:cs typeface="Gill Sans"/>
                <a:sym typeface="Gill Sans"/>
              </a:rPr>
              <a:t>R</a:t>
            </a:r>
            <a:r>
              <a:rPr lang="en-US" sz="1800">
                <a:solidFill>
                  <a:schemeClr val="dk1"/>
                </a:solidFill>
                <a:latin typeface="Gill Sans"/>
                <a:ea typeface="Gill Sans"/>
                <a:cs typeface="Gill Sans"/>
                <a:sym typeface="Gill Sans"/>
              </a:rPr>
              <a:t> (assuming no propagation delay)</a:t>
            </a:r>
            <a:endParaRPr/>
          </a:p>
        </p:txBody>
      </p:sp>
      <p:sp>
        <p:nvSpPr>
          <p:cNvPr id="5706" name="Google Shape;5706;p40"/>
          <p:cNvSpPr/>
          <p:nvPr/>
        </p:nvSpPr>
        <p:spPr>
          <a:xfrm>
            <a:off x="6254750" y="504826"/>
            <a:ext cx="3321050" cy="854075"/>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99"/>
              </a:buClr>
              <a:buSzPts val="1350"/>
              <a:buFont typeface="Noto Sans Symbols"/>
              <a:buNone/>
            </a:pPr>
            <a:r>
              <a:rPr lang="en-US" sz="1800">
                <a:solidFill>
                  <a:schemeClr val="dk1"/>
                </a:solidFill>
                <a:latin typeface="Gill Sans"/>
                <a:ea typeface="Gill Sans"/>
                <a:cs typeface="Gill Sans"/>
                <a:sym typeface="Gill Sans"/>
              </a:rPr>
              <a:t>If not store-n-forward:</a:t>
            </a:r>
            <a:endParaRPr/>
          </a:p>
          <a:p>
            <a:pPr indent="0" lvl="0" marL="0" marR="0" rtl="0" algn="l">
              <a:lnSpc>
                <a:spcPct val="85000"/>
              </a:lnSpc>
              <a:spcBef>
                <a:spcPts val="360"/>
              </a:spcBef>
              <a:spcAft>
                <a:spcPts val="0"/>
              </a:spcAft>
              <a:buClr>
                <a:srgbClr val="000099"/>
              </a:buClr>
              <a:buSzPts val="1350"/>
              <a:buFont typeface="Noto Sans Symbols"/>
              <a:buNone/>
            </a:pPr>
            <a:r>
              <a:rPr lang="en-US" sz="1800">
                <a:solidFill>
                  <a:schemeClr val="dk1"/>
                </a:solidFill>
                <a:latin typeface="Gill Sans"/>
                <a:ea typeface="Gill Sans"/>
                <a:cs typeface="Gill Sans"/>
                <a:sym typeface="Gill Sans"/>
              </a:rPr>
              <a:t>end-end delay = </a:t>
            </a:r>
            <a:r>
              <a:rPr i="1" lang="en-US" sz="1800">
                <a:solidFill>
                  <a:schemeClr val="dk1"/>
                </a:solidFill>
                <a:latin typeface="Gill Sans"/>
                <a:ea typeface="Gill Sans"/>
                <a:cs typeface="Gill Sans"/>
                <a:sym typeface="Gill Sans"/>
              </a:rPr>
              <a:t>L</a:t>
            </a:r>
            <a:r>
              <a:rPr lang="en-US" sz="1800">
                <a:solidFill>
                  <a:schemeClr val="dk1"/>
                </a:solidFill>
                <a:latin typeface="Gill Sans"/>
                <a:ea typeface="Gill Sans"/>
                <a:cs typeface="Gill Sans"/>
                <a:sym typeface="Gill Sans"/>
              </a:rPr>
              <a:t>/</a:t>
            </a:r>
            <a:r>
              <a:rPr i="1" lang="en-US" sz="1800">
                <a:solidFill>
                  <a:schemeClr val="dk1"/>
                </a:solidFill>
                <a:latin typeface="Gill Sans"/>
                <a:ea typeface="Gill Sans"/>
                <a:cs typeface="Gill Sans"/>
                <a:sym typeface="Gill Sans"/>
              </a:rPr>
              <a:t>R</a:t>
            </a:r>
            <a:r>
              <a:rPr lang="en-US" sz="1800">
                <a:solidFill>
                  <a:schemeClr val="dk1"/>
                </a:solidFill>
                <a:latin typeface="Gill Sans"/>
                <a:ea typeface="Gill Sans"/>
                <a:cs typeface="Gill Sans"/>
                <a:sym typeface="Gill Sans"/>
              </a:rPr>
              <a:t> (assuming no propagation delay)</a:t>
            </a:r>
            <a:endParaRPr/>
          </a:p>
        </p:txBody>
      </p:sp>
      <p:sp>
        <p:nvSpPr>
          <p:cNvPr id="5707" name="Google Shape;5707;p40"/>
          <p:cNvSpPr/>
          <p:nvPr/>
        </p:nvSpPr>
        <p:spPr>
          <a:xfrm>
            <a:off x="4295775" y="4941888"/>
            <a:ext cx="5308600" cy="1200150"/>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99"/>
              </a:buClr>
              <a:buSzPts val="1350"/>
              <a:buFont typeface="Noto Sans Symbols"/>
              <a:buNone/>
            </a:pPr>
            <a:r>
              <a:rPr lang="en-US" sz="1800">
                <a:solidFill>
                  <a:schemeClr val="dk1"/>
                </a:solidFill>
                <a:latin typeface="Gill Sans"/>
                <a:ea typeface="Gill Sans"/>
                <a:cs typeface="Gill Sans"/>
                <a:sym typeface="Gill Sans"/>
              </a:rPr>
              <a:t>end-end delay  = N(</a:t>
            </a:r>
            <a:r>
              <a:rPr i="1" lang="en-US" sz="1800">
                <a:solidFill>
                  <a:schemeClr val="dk1"/>
                </a:solidFill>
                <a:latin typeface="Gill Sans"/>
                <a:ea typeface="Gill Sans"/>
                <a:cs typeface="Gill Sans"/>
                <a:sym typeface="Gill Sans"/>
              </a:rPr>
              <a:t>L</a:t>
            </a:r>
            <a:r>
              <a:rPr lang="en-US" sz="1800">
                <a:solidFill>
                  <a:schemeClr val="dk1"/>
                </a:solidFill>
                <a:latin typeface="Gill Sans"/>
                <a:ea typeface="Gill Sans"/>
                <a:cs typeface="Gill Sans"/>
                <a:sym typeface="Gill Sans"/>
              </a:rPr>
              <a:t>/</a:t>
            </a:r>
            <a:r>
              <a:rPr i="1" lang="en-US" sz="1800">
                <a:solidFill>
                  <a:schemeClr val="dk1"/>
                </a:solidFill>
                <a:latin typeface="Gill Sans"/>
                <a:ea typeface="Gill Sans"/>
                <a:cs typeface="Gill Sans"/>
                <a:sym typeface="Gill Sans"/>
              </a:rPr>
              <a:t>R)</a:t>
            </a:r>
            <a:endParaRPr/>
          </a:p>
          <a:p>
            <a:pPr indent="0" lvl="0" marL="0" marR="0" rtl="0" algn="l">
              <a:lnSpc>
                <a:spcPct val="85000"/>
              </a:lnSpc>
              <a:spcBef>
                <a:spcPts val="360"/>
              </a:spcBef>
              <a:spcAft>
                <a:spcPts val="0"/>
              </a:spcAft>
              <a:buClr>
                <a:srgbClr val="000099"/>
              </a:buClr>
              <a:buSzPts val="1350"/>
              <a:buFont typeface="Noto Sans Symbols"/>
              <a:buNone/>
            </a:pPr>
            <a:r>
              <a:rPr i="1" lang="en-US" sz="1800">
                <a:solidFill>
                  <a:schemeClr val="dk1"/>
                </a:solidFill>
                <a:latin typeface="Gill Sans"/>
                <a:ea typeface="Gill Sans"/>
                <a:cs typeface="Gill Sans"/>
                <a:sym typeface="Gill Sans"/>
              </a:rPr>
              <a:t>    where </a:t>
            </a:r>
            <a:endParaRPr/>
          </a:p>
          <a:p>
            <a:pPr indent="0" lvl="0" marL="0" marR="0" rtl="0" algn="l">
              <a:lnSpc>
                <a:spcPct val="85000"/>
              </a:lnSpc>
              <a:spcBef>
                <a:spcPts val="360"/>
              </a:spcBef>
              <a:spcAft>
                <a:spcPts val="0"/>
              </a:spcAft>
              <a:buClr>
                <a:srgbClr val="000099"/>
              </a:buClr>
              <a:buSzPts val="1350"/>
              <a:buFont typeface="Noto Sans Symbols"/>
              <a:buNone/>
            </a:pPr>
            <a:r>
              <a:rPr i="1" lang="en-US" sz="1800">
                <a:solidFill>
                  <a:schemeClr val="dk1"/>
                </a:solidFill>
                <a:latin typeface="Gill Sans"/>
                <a:ea typeface="Gill Sans"/>
                <a:cs typeface="Gill Sans"/>
                <a:sym typeface="Gill Sans"/>
              </a:rPr>
              <a:t>N = the number of links between source and destination</a:t>
            </a:r>
            <a:endParaRPr/>
          </a:p>
          <a:p>
            <a:pPr indent="0" lvl="0" marL="0" marR="0" rtl="0" algn="l">
              <a:lnSpc>
                <a:spcPct val="85000"/>
              </a:lnSpc>
              <a:spcBef>
                <a:spcPts val="360"/>
              </a:spcBef>
              <a:spcAft>
                <a:spcPts val="0"/>
              </a:spcAft>
              <a:buClr>
                <a:srgbClr val="000099"/>
              </a:buClr>
              <a:buSzPts val="1350"/>
              <a:buFont typeface="Noto Sans Symbols"/>
              <a:buNone/>
            </a:pPr>
            <a:r>
              <a:t/>
            </a:r>
            <a:endParaRPr sz="1800">
              <a:solidFill>
                <a:schemeClr val="dk1"/>
              </a:solidFill>
              <a:latin typeface="Gill Sans"/>
              <a:ea typeface="Gill Sans"/>
              <a:cs typeface="Gill Sans"/>
              <a:sym typeface="Gill Sans"/>
            </a:endParaRPr>
          </a:p>
        </p:txBody>
      </p:sp>
      <p:pic>
        <p:nvPicPr>
          <p:cNvPr descr="Puzzle" id="5708" name="Google Shape;5708;p40"/>
          <p:cNvPicPr preferRelativeResize="0"/>
          <p:nvPr/>
        </p:nvPicPr>
        <p:blipFill rotWithShape="1">
          <a:blip r:embed="rId5">
            <a:alphaModFix/>
          </a:blip>
          <a:srcRect b="0" l="0" r="0" t="0"/>
          <a:stretch/>
        </p:blipFill>
        <p:spPr>
          <a:xfrm rot="2653558">
            <a:off x="9729788" y="204788"/>
            <a:ext cx="603250" cy="603250"/>
          </a:xfrm>
          <a:prstGeom prst="rect">
            <a:avLst/>
          </a:prstGeom>
          <a:noFill/>
          <a:ln>
            <a:noFill/>
          </a:ln>
        </p:spPr>
      </p:pic>
      <p:sp>
        <p:nvSpPr>
          <p:cNvPr id="5709" name="Google Shape;5709;p40"/>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4" name="Shape 5714"/>
        <p:cNvGrpSpPr/>
        <p:nvPr/>
      </p:nvGrpSpPr>
      <p:grpSpPr>
        <a:xfrm>
          <a:off x="0" y="0"/>
          <a:ext cx="0" cy="0"/>
          <a:chOff x="0" y="0"/>
          <a:chExt cx="0" cy="0"/>
        </a:xfrm>
      </p:grpSpPr>
      <p:sp>
        <p:nvSpPr>
          <p:cNvPr id="5715" name="Google Shape;5715;p41"/>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Packet-switching: queueing delay, loss</a:t>
            </a:r>
            <a:endParaRPr/>
          </a:p>
        </p:txBody>
      </p:sp>
      <p:sp>
        <p:nvSpPr>
          <p:cNvPr id="5716" name="Google Shape;5716;p41"/>
          <p:cNvSpPr txBox="1"/>
          <p:nvPr>
            <p:ph idx="1" type="body"/>
          </p:nvPr>
        </p:nvSpPr>
        <p:spPr>
          <a:xfrm>
            <a:off x="1353612" y="3965256"/>
            <a:ext cx="9669287" cy="27717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3200"/>
              <a:buNone/>
            </a:pPr>
            <a:r>
              <a:rPr i="1" lang="en-US" sz="3200">
                <a:solidFill>
                  <a:srgbClr val="C00000"/>
                </a:solidFill>
              </a:rPr>
              <a:t>Packet queuing and loss: </a:t>
            </a:r>
            <a:r>
              <a:rPr lang="en-US" sz="3200"/>
              <a:t>i</a:t>
            </a:r>
            <a:r>
              <a:rPr lang="en-US"/>
              <a:t>f arrival rate (in bps) to link exceeds transmission rate (bps) of link for a period of time:</a:t>
            </a:r>
            <a:endParaRPr/>
          </a:p>
          <a:p>
            <a:pPr indent="-230188" lvl="0" marL="287338" rtl="0" algn="l">
              <a:lnSpc>
                <a:spcPct val="90000"/>
              </a:lnSpc>
              <a:spcBef>
                <a:spcPts val="1000"/>
              </a:spcBef>
              <a:spcAft>
                <a:spcPts val="0"/>
              </a:spcAft>
              <a:buSzPts val="2800"/>
              <a:buChar char="▪"/>
            </a:pPr>
            <a:r>
              <a:rPr lang="en-US"/>
              <a:t>packets will queue, waiting to be transmitted on output link </a:t>
            </a:r>
            <a:endParaRPr/>
          </a:p>
          <a:p>
            <a:pPr indent="-230188" lvl="0" marL="287338" rtl="0" algn="l">
              <a:lnSpc>
                <a:spcPct val="90000"/>
              </a:lnSpc>
              <a:spcBef>
                <a:spcPts val="1000"/>
              </a:spcBef>
              <a:spcAft>
                <a:spcPts val="0"/>
              </a:spcAft>
              <a:buSzPts val="2800"/>
              <a:buChar char="▪"/>
            </a:pPr>
            <a:r>
              <a:rPr lang="en-US"/>
              <a:t>packets can be dropped (lost) if memory (buffer) in router fills up</a:t>
            </a:r>
            <a:endParaRPr sz="3200"/>
          </a:p>
          <a:p>
            <a:pPr indent="-109538" lvl="0" marL="287338" rtl="0" algn="l">
              <a:lnSpc>
                <a:spcPct val="90000"/>
              </a:lnSpc>
              <a:spcBef>
                <a:spcPts val="1000"/>
              </a:spcBef>
              <a:spcAft>
                <a:spcPts val="0"/>
              </a:spcAft>
              <a:buSzPts val="2800"/>
              <a:buNone/>
            </a:pPr>
            <a:r>
              <a:t/>
            </a:r>
            <a:endParaRPr/>
          </a:p>
          <a:p>
            <a:pPr indent="0" lvl="0" marL="174625" rtl="0" algn="l">
              <a:lnSpc>
                <a:spcPct val="90000"/>
              </a:lnSpc>
              <a:spcBef>
                <a:spcPts val="1000"/>
              </a:spcBef>
              <a:spcAft>
                <a:spcPts val="0"/>
              </a:spcAft>
              <a:buSzPts val="2100"/>
              <a:buNone/>
            </a:pPr>
            <a:r>
              <a:t/>
            </a:r>
            <a:endParaRPr/>
          </a:p>
          <a:p>
            <a:pPr indent="-44450" lvl="0" marL="352425" rtl="0" algn="l">
              <a:lnSpc>
                <a:spcPct val="90000"/>
              </a:lnSpc>
              <a:spcBef>
                <a:spcPts val="1000"/>
              </a:spcBef>
              <a:spcAft>
                <a:spcPts val="0"/>
              </a:spcAft>
              <a:buSzPts val="2800"/>
              <a:buNone/>
            </a:pPr>
            <a:r>
              <a:t/>
            </a:r>
            <a:endParaRPr/>
          </a:p>
        </p:txBody>
      </p:sp>
      <p:sp>
        <p:nvSpPr>
          <p:cNvPr id="5717" name="Google Shape;5717;p4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grpSp>
        <p:nvGrpSpPr>
          <p:cNvPr id="5718" name="Google Shape;5718;p41"/>
          <p:cNvGrpSpPr/>
          <p:nvPr/>
        </p:nvGrpSpPr>
        <p:grpSpPr>
          <a:xfrm>
            <a:off x="8836206" y="2325216"/>
            <a:ext cx="779462" cy="679450"/>
            <a:chOff x="-44" y="1473"/>
            <a:chExt cx="981" cy="1105"/>
          </a:xfrm>
        </p:grpSpPr>
        <p:pic>
          <p:nvPicPr>
            <p:cNvPr descr="desktop_computer_stylized_medium" id="5719" name="Google Shape;5719;p4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20" name="Google Shape;5720;p4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cxnSp>
        <p:nvCxnSpPr>
          <p:cNvPr id="5721" name="Google Shape;5721;p41"/>
          <p:cNvCxnSpPr/>
          <p:nvPr/>
        </p:nvCxnSpPr>
        <p:spPr>
          <a:xfrm>
            <a:off x="3422622" y="1937016"/>
            <a:ext cx="984459" cy="431063"/>
          </a:xfrm>
          <a:prstGeom prst="straightConnector1">
            <a:avLst/>
          </a:prstGeom>
          <a:noFill/>
          <a:ln cap="flat" cmpd="sng" w="19050">
            <a:solidFill>
              <a:srgbClr val="000000"/>
            </a:solidFill>
            <a:prstDash val="solid"/>
            <a:round/>
            <a:headEnd len="med" w="med" type="none"/>
            <a:tailEnd len="med" w="med" type="none"/>
          </a:ln>
        </p:spPr>
      </p:cxnSp>
      <p:cxnSp>
        <p:nvCxnSpPr>
          <p:cNvPr id="5722" name="Google Shape;5722;p41"/>
          <p:cNvCxnSpPr/>
          <p:nvPr/>
        </p:nvCxnSpPr>
        <p:spPr>
          <a:xfrm flipH="1" rot="10800000">
            <a:off x="3807005" y="2495917"/>
            <a:ext cx="722173" cy="476998"/>
          </a:xfrm>
          <a:prstGeom prst="straightConnector1">
            <a:avLst/>
          </a:prstGeom>
          <a:noFill/>
          <a:ln cap="flat" cmpd="sng" w="19050">
            <a:solidFill>
              <a:srgbClr val="000000"/>
            </a:solidFill>
            <a:prstDash val="solid"/>
            <a:round/>
            <a:headEnd len="med" w="med" type="none"/>
            <a:tailEnd len="med" w="med" type="none"/>
          </a:ln>
        </p:spPr>
      </p:cxnSp>
      <p:cxnSp>
        <p:nvCxnSpPr>
          <p:cNvPr id="5723" name="Google Shape;5723;p41"/>
          <p:cNvCxnSpPr/>
          <p:nvPr/>
        </p:nvCxnSpPr>
        <p:spPr>
          <a:xfrm>
            <a:off x="5504043" y="2409354"/>
            <a:ext cx="2287168" cy="1"/>
          </a:xfrm>
          <a:prstGeom prst="straightConnector1">
            <a:avLst/>
          </a:prstGeom>
          <a:noFill/>
          <a:ln cap="flat" cmpd="sng" w="19050">
            <a:solidFill>
              <a:srgbClr val="000000"/>
            </a:solidFill>
            <a:prstDash val="solid"/>
            <a:round/>
            <a:headEnd len="med" w="med" type="none"/>
            <a:tailEnd len="med" w="med" type="none"/>
          </a:ln>
        </p:spPr>
      </p:cxnSp>
      <p:cxnSp>
        <p:nvCxnSpPr>
          <p:cNvPr id="5724" name="Google Shape;5724;p41"/>
          <p:cNvCxnSpPr/>
          <p:nvPr/>
        </p:nvCxnSpPr>
        <p:spPr>
          <a:xfrm rot="10800000">
            <a:off x="8165418" y="2591916"/>
            <a:ext cx="9525" cy="363538"/>
          </a:xfrm>
          <a:prstGeom prst="straightConnector1">
            <a:avLst/>
          </a:prstGeom>
          <a:noFill/>
          <a:ln cap="flat" cmpd="sng" w="19050">
            <a:solidFill>
              <a:srgbClr val="000000"/>
            </a:solidFill>
            <a:prstDash val="solid"/>
            <a:round/>
            <a:headEnd len="med" w="med" type="none"/>
            <a:tailEnd len="med" w="med" type="none"/>
          </a:ln>
        </p:spPr>
      </p:cxnSp>
      <p:cxnSp>
        <p:nvCxnSpPr>
          <p:cNvPr id="5725" name="Google Shape;5725;p41"/>
          <p:cNvCxnSpPr/>
          <p:nvPr/>
        </p:nvCxnSpPr>
        <p:spPr>
          <a:xfrm flipH="1" rot="10800000">
            <a:off x="8684793" y="2041054"/>
            <a:ext cx="604838" cy="307975"/>
          </a:xfrm>
          <a:prstGeom prst="straightConnector1">
            <a:avLst/>
          </a:prstGeom>
          <a:noFill/>
          <a:ln cap="flat" cmpd="sng" w="19050">
            <a:solidFill>
              <a:srgbClr val="000000"/>
            </a:solidFill>
            <a:prstDash val="solid"/>
            <a:round/>
            <a:headEnd len="med" w="med" type="none"/>
            <a:tailEnd len="med" w="med" type="none"/>
          </a:ln>
        </p:spPr>
      </p:cxnSp>
      <p:sp>
        <p:nvSpPr>
          <p:cNvPr id="5726" name="Google Shape;5726;p41"/>
          <p:cNvSpPr/>
          <p:nvPr/>
        </p:nvSpPr>
        <p:spPr>
          <a:xfrm>
            <a:off x="5702481" y="2196629"/>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27" name="Google Shape;5727;p41"/>
          <p:cNvSpPr/>
          <p:nvPr/>
        </p:nvSpPr>
        <p:spPr>
          <a:xfrm>
            <a:off x="5864406" y="2196629"/>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28" name="Google Shape;5728;p41"/>
          <p:cNvSpPr/>
          <p:nvPr/>
        </p:nvSpPr>
        <p:spPr>
          <a:xfrm>
            <a:off x="6026331" y="2196629"/>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29" name="Google Shape;5729;p41"/>
          <p:cNvSpPr/>
          <p:nvPr/>
        </p:nvSpPr>
        <p:spPr>
          <a:xfrm>
            <a:off x="6188256" y="2196629"/>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30" name="Google Shape;5730;p41"/>
          <p:cNvSpPr/>
          <p:nvPr/>
        </p:nvSpPr>
        <p:spPr>
          <a:xfrm>
            <a:off x="6350181" y="2196629"/>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31" name="Google Shape;5731;p41"/>
          <p:cNvSpPr/>
          <p:nvPr/>
        </p:nvSpPr>
        <p:spPr>
          <a:xfrm>
            <a:off x="6721656" y="2196629"/>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32" name="Google Shape;5732;p41"/>
          <p:cNvSpPr/>
          <p:nvPr/>
        </p:nvSpPr>
        <p:spPr>
          <a:xfrm>
            <a:off x="7263981" y="2191866"/>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33" name="Google Shape;5733;p41"/>
          <p:cNvSpPr/>
          <p:nvPr/>
        </p:nvSpPr>
        <p:spPr>
          <a:xfrm>
            <a:off x="4062595" y="2653802"/>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cxnSp>
        <p:nvCxnSpPr>
          <p:cNvPr id="5734" name="Google Shape;5734;p41"/>
          <p:cNvCxnSpPr/>
          <p:nvPr/>
        </p:nvCxnSpPr>
        <p:spPr>
          <a:xfrm>
            <a:off x="6083481" y="2087091"/>
            <a:ext cx="1062037" cy="0"/>
          </a:xfrm>
          <a:prstGeom prst="straightConnector1">
            <a:avLst/>
          </a:prstGeom>
          <a:noFill/>
          <a:ln cap="flat" cmpd="sng" w="9525">
            <a:solidFill>
              <a:srgbClr val="000000"/>
            </a:solidFill>
            <a:prstDash val="solid"/>
            <a:round/>
            <a:headEnd len="med" w="med" type="none"/>
            <a:tailEnd len="med" w="med" type="triangle"/>
          </a:ln>
        </p:spPr>
      </p:cxnSp>
      <p:sp>
        <p:nvSpPr>
          <p:cNvPr id="5735" name="Google Shape;5735;p41"/>
          <p:cNvSpPr txBox="1"/>
          <p:nvPr/>
        </p:nvSpPr>
        <p:spPr>
          <a:xfrm>
            <a:off x="2827410" y="1669526"/>
            <a:ext cx="33374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B050"/>
                </a:solidFill>
                <a:latin typeface="Calibri"/>
                <a:ea typeface="Calibri"/>
                <a:cs typeface="Calibri"/>
                <a:sym typeface="Calibri"/>
              </a:rPr>
              <a:t>A</a:t>
            </a:r>
            <a:endParaRPr sz="2400">
              <a:solidFill>
                <a:srgbClr val="00B050"/>
              </a:solidFill>
              <a:latin typeface="Calibri"/>
              <a:ea typeface="Calibri"/>
              <a:cs typeface="Calibri"/>
              <a:sym typeface="Calibri"/>
            </a:endParaRPr>
          </a:p>
        </p:txBody>
      </p:sp>
      <p:sp>
        <p:nvSpPr>
          <p:cNvPr id="5736" name="Google Shape;5736;p41"/>
          <p:cNvSpPr txBox="1"/>
          <p:nvPr/>
        </p:nvSpPr>
        <p:spPr>
          <a:xfrm>
            <a:off x="3133638" y="2618748"/>
            <a:ext cx="32412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99"/>
                </a:solidFill>
                <a:latin typeface="Calibri"/>
                <a:ea typeface="Calibri"/>
                <a:cs typeface="Calibri"/>
                <a:sym typeface="Calibri"/>
              </a:rPr>
              <a:t>B</a:t>
            </a:r>
            <a:endParaRPr sz="2400">
              <a:solidFill>
                <a:srgbClr val="000099"/>
              </a:solidFill>
              <a:latin typeface="Calibri"/>
              <a:ea typeface="Calibri"/>
              <a:cs typeface="Calibri"/>
              <a:sym typeface="Calibri"/>
            </a:endParaRPr>
          </a:p>
        </p:txBody>
      </p:sp>
      <p:sp>
        <p:nvSpPr>
          <p:cNvPr id="5737" name="Google Shape;5737;p41"/>
          <p:cNvSpPr txBox="1"/>
          <p:nvPr/>
        </p:nvSpPr>
        <p:spPr>
          <a:xfrm>
            <a:off x="9575296" y="1603138"/>
            <a:ext cx="32092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B050"/>
                </a:solidFill>
                <a:latin typeface="Calibri"/>
                <a:ea typeface="Calibri"/>
                <a:cs typeface="Calibri"/>
                <a:sym typeface="Calibri"/>
              </a:rPr>
              <a:t>C</a:t>
            </a:r>
            <a:endParaRPr sz="2400">
              <a:solidFill>
                <a:srgbClr val="00B050"/>
              </a:solidFill>
              <a:latin typeface="Calibri"/>
              <a:ea typeface="Calibri"/>
              <a:cs typeface="Calibri"/>
              <a:sym typeface="Calibri"/>
            </a:endParaRPr>
          </a:p>
        </p:txBody>
      </p:sp>
      <p:sp>
        <p:nvSpPr>
          <p:cNvPr id="5738" name="Google Shape;5738;p41"/>
          <p:cNvSpPr txBox="1"/>
          <p:nvPr/>
        </p:nvSpPr>
        <p:spPr>
          <a:xfrm>
            <a:off x="3622531" y="1469708"/>
            <a:ext cx="156478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000000"/>
                </a:solidFill>
                <a:latin typeface="Calibri"/>
                <a:ea typeface="Calibri"/>
                <a:cs typeface="Calibri"/>
                <a:sym typeface="Calibri"/>
              </a:rPr>
              <a:t>R</a:t>
            </a:r>
            <a:r>
              <a:rPr lang="en-US" sz="2000">
                <a:solidFill>
                  <a:srgbClr val="000000"/>
                </a:solidFill>
                <a:latin typeface="Calibri"/>
                <a:ea typeface="Calibri"/>
                <a:cs typeface="Calibri"/>
                <a:sym typeface="Calibri"/>
              </a:rPr>
              <a:t> = 100 Mb/s</a:t>
            </a:r>
            <a:endParaRPr/>
          </a:p>
        </p:txBody>
      </p:sp>
      <p:sp>
        <p:nvSpPr>
          <p:cNvPr id="5739" name="Google Shape;5739;p41"/>
          <p:cNvSpPr txBox="1"/>
          <p:nvPr/>
        </p:nvSpPr>
        <p:spPr>
          <a:xfrm>
            <a:off x="5697718" y="2506916"/>
            <a:ext cx="1499065"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000000"/>
                </a:solidFill>
                <a:latin typeface="Calibri"/>
                <a:ea typeface="Calibri"/>
                <a:cs typeface="Calibri"/>
                <a:sym typeface="Calibri"/>
              </a:rPr>
              <a:t>R</a:t>
            </a:r>
            <a:r>
              <a:rPr lang="en-US" sz="2000">
                <a:solidFill>
                  <a:srgbClr val="000000"/>
                </a:solidFill>
                <a:latin typeface="Calibri"/>
                <a:ea typeface="Calibri"/>
                <a:cs typeface="Calibri"/>
                <a:sym typeface="Calibri"/>
              </a:rPr>
              <a:t> = 1.5 Mb/s</a:t>
            </a:r>
            <a:endParaRPr sz="2400">
              <a:solidFill>
                <a:srgbClr val="00CC99"/>
              </a:solidFill>
              <a:latin typeface="Calibri"/>
              <a:ea typeface="Calibri"/>
              <a:cs typeface="Calibri"/>
              <a:sym typeface="Calibri"/>
            </a:endParaRPr>
          </a:p>
        </p:txBody>
      </p:sp>
      <p:sp>
        <p:nvSpPr>
          <p:cNvPr id="5740" name="Google Shape;5740;p41"/>
          <p:cNvSpPr txBox="1"/>
          <p:nvPr/>
        </p:nvSpPr>
        <p:spPr>
          <a:xfrm>
            <a:off x="8199018" y="3004666"/>
            <a:ext cx="18415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rgbClr val="00CC99"/>
              </a:solidFill>
              <a:latin typeface="Calibri"/>
              <a:ea typeface="Calibri"/>
              <a:cs typeface="Calibri"/>
              <a:sym typeface="Calibri"/>
            </a:endParaRPr>
          </a:p>
        </p:txBody>
      </p:sp>
      <p:cxnSp>
        <p:nvCxnSpPr>
          <p:cNvPr id="5741" name="Google Shape;5741;p41"/>
          <p:cNvCxnSpPr/>
          <p:nvPr/>
        </p:nvCxnSpPr>
        <p:spPr>
          <a:xfrm>
            <a:off x="8734606" y="3157066"/>
            <a:ext cx="984250" cy="0"/>
          </a:xfrm>
          <a:prstGeom prst="straightConnector1">
            <a:avLst/>
          </a:prstGeom>
          <a:noFill/>
          <a:ln cap="flat" cmpd="sng" w="19050">
            <a:solidFill>
              <a:srgbClr val="000000"/>
            </a:solidFill>
            <a:prstDash val="solid"/>
            <a:round/>
            <a:headEnd len="med" w="med" type="none"/>
            <a:tailEnd len="med" w="med" type="none"/>
          </a:ln>
        </p:spPr>
      </p:cxnSp>
      <p:cxnSp>
        <p:nvCxnSpPr>
          <p:cNvPr id="5742" name="Google Shape;5742;p41"/>
          <p:cNvCxnSpPr/>
          <p:nvPr/>
        </p:nvCxnSpPr>
        <p:spPr>
          <a:xfrm flipH="1">
            <a:off x="8244205" y="2860205"/>
            <a:ext cx="950175" cy="168376"/>
          </a:xfrm>
          <a:prstGeom prst="straightConnector1">
            <a:avLst/>
          </a:prstGeom>
          <a:noFill/>
          <a:ln cap="flat" cmpd="sng" w="19050">
            <a:solidFill>
              <a:srgbClr val="000000"/>
            </a:solidFill>
            <a:prstDash val="solid"/>
            <a:round/>
            <a:headEnd len="med" w="med" type="none"/>
            <a:tailEnd len="med" w="med" type="none"/>
          </a:ln>
        </p:spPr>
      </p:cxnSp>
      <p:sp>
        <p:nvSpPr>
          <p:cNvPr id="5743" name="Google Shape;5743;p41"/>
          <p:cNvSpPr txBox="1"/>
          <p:nvPr/>
        </p:nvSpPr>
        <p:spPr>
          <a:xfrm>
            <a:off x="9499682" y="2374178"/>
            <a:ext cx="40481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00"/>
                </a:solidFill>
                <a:latin typeface="Calibri"/>
                <a:ea typeface="Calibri"/>
                <a:cs typeface="Calibri"/>
                <a:sym typeface="Calibri"/>
              </a:rPr>
              <a:t>D</a:t>
            </a:r>
            <a:endParaRPr sz="2000">
              <a:solidFill>
                <a:srgbClr val="00CC99"/>
              </a:solidFill>
              <a:latin typeface="Calibri"/>
              <a:ea typeface="Calibri"/>
              <a:cs typeface="Calibri"/>
              <a:sym typeface="Calibri"/>
            </a:endParaRPr>
          </a:p>
        </p:txBody>
      </p:sp>
      <p:sp>
        <p:nvSpPr>
          <p:cNvPr id="5744" name="Google Shape;5744;p41"/>
          <p:cNvSpPr txBox="1"/>
          <p:nvPr/>
        </p:nvSpPr>
        <p:spPr>
          <a:xfrm>
            <a:off x="10325847" y="2756956"/>
            <a:ext cx="3097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00A8"/>
                </a:solidFill>
                <a:latin typeface="Calibri"/>
                <a:ea typeface="Calibri"/>
                <a:cs typeface="Calibri"/>
                <a:sym typeface="Calibri"/>
              </a:rPr>
              <a:t>E</a:t>
            </a:r>
            <a:endParaRPr sz="2400">
              <a:solidFill>
                <a:srgbClr val="0000A8"/>
              </a:solidFill>
              <a:latin typeface="Calibri"/>
              <a:ea typeface="Calibri"/>
              <a:cs typeface="Calibri"/>
              <a:sym typeface="Calibri"/>
            </a:endParaRPr>
          </a:p>
        </p:txBody>
      </p:sp>
      <p:sp>
        <p:nvSpPr>
          <p:cNvPr id="5745" name="Google Shape;5745;p41"/>
          <p:cNvSpPr txBox="1"/>
          <p:nvPr/>
        </p:nvSpPr>
        <p:spPr>
          <a:xfrm>
            <a:off x="4132668" y="3123202"/>
            <a:ext cx="2354263" cy="56356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1800">
                <a:solidFill>
                  <a:srgbClr val="C00000"/>
                </a:solidFill>
                <a:latin typeface="Calibri"/>
                <a:ea typeface="Calibri"/>
                <a:cs typeface="Calibri"/>
                <a:sym typeface="Calibri"/>
              </a:rPr>
              <a:t>queue</a:t>
            </a:r>
            <a:r>
              <a:rPr lang="en-US" sz="1800">
                <a:solidFill>
                  <a:srgbClr val="000000"/>
                </a:solidFill>
                <a:latin typeface="Calibri"/>
                <a:ea typeface="Calibri"/>
                <a:cs typeface="Calibri"/>
                <a:sym typeface="Calibri"/>
              </a:rPr>
              <a:t> of packets</a:t>
            </a:r>
            <a:endParaRPr/>
          </a:p>
          <a:p>
            <a:pPr indent="0" lvl="0" marL="0" marR="0" rtl="0" algn="ctr">
              <a:lnSpc>
                <a:spcPct val="85000"/>
              </a:lnSpc>
              <a:spcBef>
                <a:spcPts val="0"/>
              </a:spcBef>
              <a:spcAft>
                <a:spcPts val="0"/>
              </a:spcAft>
              <a:buNone/>
            </a:pPr>
            <a:r>
              <a:rPr lang="en-US" sz="1800">
                <a:solidFill>
                  <a:srgbClr val="000000"/>
                </a:solidFill>
                <a:latin typeface="Calibri"/>
                <a:ea typeface="Calibri"/>
                <a:cs typeface="Calibri"/>
                <a:sym typeface="Calibri"/>
              </a:rPr>
              <a:t>waiting for output link</a:t>
            </a:r>
            <a:endParaRPr sz="1800">
              <a:solidFill>
                <a:srgbClr val="00CC99"/>
              </a:solidFill>
              <a:latin typeface="Calibri"/>
              <a:ea typeface="Calibri"/>
              <a:cs typeface="Calibri"/>
              <a:sym typeface="Calibri"/>
            </a:endParaRPr>
          </a:p>
        </p:txBody>
      </p:sp>
      <p:pic>
        <p:nvPicPr>
          <p:cNvPr descr="desktop_computer_stylized_medium" id="5746" name="Google Shape;5746;p41"/>
          <p:cNvPicPr preferRelativeResize="0"/>
          <p:nvPr/>
        </p:nvPicPr>
        <p:blipFill rotWithShape="1">
          <a:blip r:embed="rId3">
            <a:alphaModFix/>
          </a:blip>
          <a:srcRect b="0" l="0" r="0" t="0"/>
          <a:stretch/>
        </p:blipFill>
        <p:spPr>
          <a:xfrm flipH="1">
            <a:off x="2866218" y="1661641"/>
            <a:ext cx="779463" cy="679450"/>
          </a:xfrm>
          <a:prstGeom prst="rect">
            <a:avLst/>
          </a:prstGeom>
          <a:noFill/>
          <a:ln>
            <a:noFill/>
          </a:ln>
        </p:spPr>
      </p:pic>
      <p:sp>
        <p:nvSpPr>
          <p:cNvPr id="5747" name="Google Shape;5747;p41"/>
          <p:cNvSpPr/>
          <p:nvPr/>
        </p:nvSpPr>
        <p:spPr>
          <a:xfrm flipH="1">
            <a:off x="3198344" y="1726819"/>
            <a:ext cx="379005" cy="311133"/>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5748" name="Google Shape;5748;p41"/>
          <p:cNvGrpSpPr/>
          <p:nvPr/>
        </p:nvGrpSpPr>
        <p:grpSpPr>
          <a:xfrm>
            <a:off x="3157718" y="2636366"/>
            <a:ext cx="779463" cy="679450"/>
            <a:chOff x="-44" y="1473"/>
            <a:chExt cx="981" cy="1105"/>
          </a:xfrm>
        </p:grpSpPr>
        <p:pic>
          <p:nvPicPr>
            <p:cNvPr descr="desktop_computer_stylized_medium" id="5749" name="Google Shape;5749;p4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50" name="Google Shape;5750;p4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5751" name="Google Shape;5751;p41"/>
          <p:cNvGrpSpPr/>
          <p:nvPr/>
        </p:nvGrpSpPr>
        <p:grpSpPr>
          <a:xfrm>
            <a:off x="9553756" y="2696691"/>
            <a:ext cx="779462" cy="679450"/>
            <a:chOff x="-44" y="1473"/>
            <a:chExt cx="981" cy="1105"/>
          </a:xfrm>
        </p:grpSpPr>
        <p:pic>
          <p:nvPicPr>
            <p:cNvPr descr="desktop_computer_stylized_medium" id="5752" name="Google Shape;5752;p4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53" name="Google Shape;5753;p4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5754" name="Google Shape;5754;p41"/>
          <p:cNvGrpSpPr/>
          <p:nvPr/>
        </p:nvGrpSpPr>
        <p:grpSpPr>
          <a:xfrm>
            <a:off x="8918756" y="1504479"/>
            <a:ext cx="779462" cy="679450"/>
            <a:chOff x="-44" y="1473"/>
            <a:chExt cx="981" cy="1105"/>
          </a:xfrm>
        </p:grpSpPr>
        <p:pic>
          <p:nvPicPr>
            <p:cNvPr descr="desktop_computer_stylized_medium" id="5755" name="Google Shape;5755;p4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756" name="Google Shape;5756;p4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grpSp>
        <p:nvGrpSpPr>
          <p:cNvPr id="5757" name="Google Shape;5757;p41"/>
          <p:cNvGrpSpPr/>
          <p:nvPr/>
        </p:nvGrpSpPr>
        <p:grpSpPr>
          <a:xfrm>
            <a:off x="7595249" y="2169176"/>
            <a:ext cx="1146494" cy="498545"/>
            <a:chOff x="7493876" y="2774731"/>
            <a:chExt cx="1481958" cy="894622"/>
          </a:xfrm>
        </p:grpSpPr>
        <p:sp>
          <p:nvSpPr>
            <p:cNvPr id="5758" name="Google Shape;5758;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759" name="Google Shape;5759;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760" name="Google Shape;5760;p41"/>
            <p:cNvGrpSpPr/>
            <p:nvPr/>
          </p:nvGrpSpPr>
          <p:grpSpPr>
            <a:xfrm>
              <a:off x="7713663" y="2848339"/>
              <a:ext cx="1042107" cy="425543"/>
              <a:chOff x="7786941" y="2884917"/>
              <a:chExt cx="897649" cy="353919"/>
            </a:xfrm>
          </p:grpSpPr>
          <p:sp>
            <p:nvSpPr>
              <p:cNvPr id="5761" name="Google Shape;5761;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62" name="Google Shape;5762;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63" name="Google Shape;5763;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64" name="Google Shape;5764;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765" name="Google Shape;5765;p41"/>
          <p:cNvGrpSpPr/>
          <p:nvPr/>
        </p:nvGrpSpPr>
        <p:grpSpPr>
          <a:xfrm>
            <a:off x="7621178" y="2857110"/>
            <a:ext cx="1146494" cy="498545"/>
            <a:chOff x="7493876" y="2774731"/>
            <a:chExt cx="1481958" cy="894622"/>
          </a:xfrm>
        </p:grpSpPr>
        <p:sp>
          <p:nvSpPr>
            <p:cNvPr id="5766" name="Google Shape;5766;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767" name="Google Shape;5767;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768" name="Google Shape;5768;p41"/>
            <p:cNvGrpSpPr/>
            <p:nvPr/>
          </p:nvGrpSpPr>
          <p:grpSpPr>
            <a:xfrm>
              <a:off x="7713663" y="2848339"/>
              <a:ext cx="1042107" cy="425543"/>
              <a:chOff x="7786941" y="2884917"/>
              <a:chExt cx="897649" cy="353919"/>
            </a:xfrm>
          </p:grpSpPr>
          <p:sp>
            <p:nvSpPr>
              <p:cNvPr id="5769" name="Google Shape;5769;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70" name="Google Shape;5770;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71" name="Google Shape;5771;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72" name="Google Shape;5772;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773" name="Google Shape;5773;p41"/>
          <p:cNvGrpSpPr/>
          <p:nvPr/>
        </p:nvGrpSpPr>
        <p:grpSpPr>
          <a:xfrm>
            <a:off x="4403089" y="2147599"/>
            <a:ext cx="1146494" cy="498545"/>
            <a:chOff x="7493876" y="2774731"/>
            <a:chExt cx="1481958" cy="894622"/>
          </a:xfrm>
        </p:grpSpPr>
        <p:sp>
          <p:nvSpPr>
            <p:cNvPr id="5774" name="Google Shape;5774;p4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775" name="Google Shape;5775;p4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776" name="Google Shape;5776;p41"/>
            <p:cNvGrpSpPr/>
            <p:nvPr/>
          </p:nvGrpSpPr>
          <p:grpSpPr>
            <a:xfrm>
              <a:off x="7713663" y="2848339"/>
              <a:ext cx="1042107" cy="425543"/>
              <a:chOff x="7786941" y="2884917"/>
              <a:chExt cx="897649" cy="353919"/>
            </a:xfrm>
          </p:grpSpPr>
          <p:sp>
            <p:nvSpPr>
              <p:cNvPr id="5777" name="Google Shape;5777;p4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78" name="Google Shape;5778;p4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79" name="Google Shape;5779;p4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80" name="Google Shape;5780;p4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cxnSp>
        <p:nvCxnSpPr>
          <p:cNvPr id="5781" name="Google Shape;5781;p41"/>
          <p:cNvCxnSpPr/>
          <p:nvPr/>
        </p:nvCxnSpPr>
        <p:spPr>
          <a:xfrm>
            <a:off x="5538968" y="2314104"/>
            <a:ext cx="0" cy="228600"/>
          </a:xfrm>
          <a:prstGeom prst="straightConnector1">
            <a:avLst/>
          </a:prstGeom>
          <a:noFill/>
          <a:ln>
            <a:noFill/>
          </a:ln>
        </p:spPr>
      </p:cxnSp>
      <p:grpSp>
        <p:nvGrpSpPr>
          <p:cNvPr id="5782" name="Google Shape;5782;p41"/>
          <p:cNvGrpSpPr/>
          <p:nvPr/>
        </p:nvGrpSpPr>
        <p:grpSpPr>
          <a:xfrm>
            <a:off x="4857931" y="2272829"/>
            <a:ext cx="633412" cy="200025"/>
            <a:chOff x="1800" y="1425"/>
            <a:chExt cx="399" cy="126"/>
          </a:xfrm>
        </p:grpSpPr>
        <p:sp>
          <p:nvSpPr>
            <p:cNvPr id="5783" name="Google Shape;5783;p41"/>
            <p:cNvSpPr/>
            <p:nvPr/>
          </p:nvSpPr>
          <p:spPr>
            <a:xfrm>
              <a:off x="1800" y="1425"/>
              <a:ext cx="93" cy="126"/>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84" name="Google Shape;5784;p41"/>
            <p:cNvSpPr/>
            <p:nvPr/>
          </p:nvSpPr>
          <p:spPr>
            <a:xfrm>
              <a:off x="1902" y="1425"/>
              <a:ext cx="93" cy="126"/>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85" name="Google Shape;5785;p41"/>
            <p:cNvSpPr/>
            <p:nvPr/>
          </p:nvSpPr>
          <p:spPr>
            <a:xfrm>
              <a:off x="2004" y="1425"/>
              <a:ext cx="93" cy="126"/>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5786" name="Google Shape;5786;p41"/>
            <p:cNvSpPr/>
            <p:nvPr/>
          </p:nvSpPr>
          <p:spPr>
            <a:xfrm>
              <a:off x="2106" y="1425"/>
              <a:ext cx="93" cy="126"/>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5787" name="Google Shape;5787;p41"/>
          <p:cNvSpPr/>
          <p:nvPr/>
        </p:nvSpPr>
        <p:spPr>
          <a:xfrm>
            <a:off x="3841032" y="2095142"/>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cxnSp>
        <p:nvCxnSpPr>
          <p:cNvPr id="5788" name="Google Shape;5788;p41"/>
          <p:cNvCxnSpPr/>
          <p:nvPr/>
        </p:nvCxnSpPr>
        <p:spPr>
          <a:xfrm>
            <a:off x="4022858" y="2257010"/>
            <a:ext cx="227109" cy="114187"/>
          </a:xfrm>
          <a:prstGeom prst="straightConnector1">
            <a:avLst/>
          </a:prstGeom>
          <a:noFill/>
          <a:ln cap="flat" cmpd="sng" w="9525">
            <a:solidFill>
              <a:srgbClr val="000000"/>
            </a:solidFill>
            <a:prstDash val="solid"/>
            <a:round/>
            <a:headEnd len="med" w="med" type="none"/>
            <a:tailEnd len="med" w="med" type="triangle"/>
          </a:ln>
        </p:spPr>
      </p:cxnSp>
      <p:cxnSp>
        <p:nvCxnSpPr>
          <p:cNvPr id="5789" name="Google Shape;5789;p41"/>
          <p:cNvCxnSpPr/>
          <p:nvPr/>
        </p:nvCxnSpPr>
        <p:spPr>
          <a:xfrm flipH="1" rot="10800000">
            <a:off x="4236079" y="2610536"/>
            <a:ext cx="248236" cy="155731"/>
          </a:xfrm>
          <a:prstGeom prst="straightConnector1">
            <a:avLst/>
          </a:prstGeom>
          <a:noFill/>
          <a:ln cap="flat" cmpd="sng" w="9525">
            <a:solidFill>
              <a:srgbClr val="000000"/>
            </a:solidFill>
            <a:prstDash val="solid"/>
            <a:round/>
            <a:headEnd len="med" w="med" type="none"/>
            <a:tailEnd len="med" w="med" type="triangle"/>
          </a:ln>
        </p:spPr>
      </p:cxnSp>
      <p:cxnSp>
        <p:nvCxnSpPr>
          <p:cNvPr id="5790" name="Google Shape;5790;p41"/>
          <p:cNvCxnSpPr/>
          <p:nvPr/>
        </p:nvCxnSpPr>
        <p:spPr>
          <a:xfrm flipH="1" rot="10800000">
            <a:off x="5112260" y="2525239"/>
            <a:ext cx="17133" cy="641957"/>
          </a:xfrm>
          <a:prstGeom prst="straightConnector1">
            <a:avLst/>
          </a:prstGeom>
          <a:noFill/>
          <a:ln cap="flat" cmpd="sng" w="9525">
            <a:solidFill>
              <a:srgbClr val="C00000"/>
            </a:solidFill>
            <a:prstDash val="solid"/>
            <a:round/>
            <a:headEnd len="med" w="med" type="none"/>
            <a:tailEnd len="med" w="med" type="none"/>
          </a:ln>
        </p:spPr>
      </p:cxnSp>
      <p:cxnSp>
        <p:nvCxnSpPr>
          <p:cNvPr id="5791" name="Google Shape;5791;p41"/>
          <p:cNvCxnSpPr/>
          <p:nvPr/>
        </p:nvCxnSpPr>
        <p:spPr>
          <a:xfrm rot="10800000">
            <a:off x="3757081" y="1789177"/>
            <a:ext cx="0" cy="221089"/>
          </a:xfrm>
          <a:prstGeom prst="straightConnector1">
            <a:avLst/>
          </a:prstGeom>
          <a:noFill/>
          <a:ln cap="flat" cmpd="sng" w="9525">
            <a:solidFill>
              <a:srgbClr val="000000"/>
            </a:solidFill>
            <a:prstDash val="solid"/>
            <a:round/>
            <a:headEnd len="med" w="med" type="none"/>
            <a:tailEnd len="med" w="med" type="none"/>
          </a:ln>
        </p:spPr>
      </p:cxnSp>
      <p:cxnSp>
        <p:nvCxnSpPr>
          <p:cNvPr id="5792" name="Google Shape;5792;p41"/>
          <p:cNvCxnSpPr/>
          <p:nvPr/>
        </p:nvCxnSpPr>
        <p:spPr>
          <a:xfrm rot="10800000">
            <a:off x="5850118" y="2470336"/>
            <a:ext cx="0" cy="120316"/>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6" name="Shape 5796"/>
        <p:cNvGrpSpPr/>
        <p:nvPr/>
      </p:nvGrpSpPr>
      <p:grpSpPr>
        <a:xfrm>
          <a:off x="0" y="0"/>
          <a:ext cx="0" cy="0"/>
          <a:chOff x="0" y="0"/>
          <a:chExt cx="0" cy="0"/>
        </a:xfrm>
      </p:grpSpPr>
      <p:pic>
        <p:nvPicPr>
          <p:cNvPr id="5797" name="Google Shape;5797;p42"/>
          <p:cNvPicPr preferRelativeResize="0"/>
          <p:nvPr/>
        </p:nvPicPr>
        <p:blipFill rotWithShape="1">
          <a:blip r:embed="rId3">
            <a:alphaModFix/>
          </a:blip>
          <a:srcRect b="0" l="0" r="0" t="0"/>
          <a:stretch/>
        </p:blipFill>
        <p:spPr>
          <a:xfrm>
            <a:off x="2603500" y="1222376"/>
            <a:ext cx="6985000" cy="4367213"/>
          </a:xfrm>
          <a:prstGeom prst="rect">
            <a:avLst/>
          </a:prstGeom>
          <a:noFill/>
          <a:ln>
            <a:noFill/>
          </a:ln>
        </p:spPr>
      </p:pic>
      <p:sp>
        <p:nvSpPr>
          <p:cNvPr id="5798" name="Google Shape;5798;p42"/>
          <p:cNvSpPr txBox="1"/>
          <p:nvPr/>
        </p:nvSpPr>
        <p:spPr>
          <a:xfrm>
            <a:off x="1892301" y="839788"/>
            <a:ext cx="2416175" cy="646112"/>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A and B sends packets to the router</a:t>
            </a:r>
            <a:endParaRPr sz="1800">
              <a:solidFill>
                <a:schemeClr val="dk1"/>
              </a:solidFill>
              <a:latin typeface="Arial"/>
              <a:ea typeface="Arial"/>
              <a:cs typeface="Arial"/>
              <a:sym typeface="Arial"/>
            </a:endParaRPr>
          </a:p>
        </p:txBody>
      </p:sp>
      <p:sp>
        <p:nvSpPr>
          <p:cNvPr id="5799" name="Google Shape;5799;p42"/>
          <p:cNvSpPr txBox="1"/>
          <p:nvPr/>
        </p:nvSpPr>
        <p:spPr>
          <a:xfrm>
            <a:off x="6240463" y="1485900"/>
            <a:ext cx="2303462" cy="647700"/>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The router forwards packet to destination</a:t>
            </a:r>
            <a:endParaRPr sz="1800">
              <a:solidFill>
                <a:schemeClr val="dk1"/>
              </a:solidFill>
              <a:latin typeface="Arial"/>
              <a:ea typeface="Arial"/>
              <a:cs typeface="Arial"/>
              <a:sym typeface="Arial"/>
            </a:endParaRPr>
          </a:p>
        </p:txBody>
      </p:sp>
      <p:sp>
        <p:nvSpPr>
          <p:cNvPr id="5800" name="Google Shape;5800;p42"/>
          <p:cNvSpPr/>
          <p:nvPr/>
        </p:nvSpPr>
        <p:spPr>
          <a:xfrm>
            <a:off x="4029075" y="2978151"/>
            <a:ext cx="3773488" cy="830263"/>
          </a:xfrm>
          <a:prstGeom prst="rect">
            <a:avLst/>
          </a:prstGeom>
          <a:solidFill>
            <a:srgbClr val="00206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Noto Sans Symbols"/>
              <a:buNone/>
            </a:pPr>
            <a:r>
              <a:rPr lang="en-US" sz="1600">
                <a:solidFill>
                  <a:schemeClr val="lt1"/>
                </a:solidFill>
                <a:latin typeface="Arial"/>
                <a:ea typeface="Arial"/>
                <a:cs typeface="Arial"/>
                <a:sym typeface="Arial"/>
              </a:rPr>
              <a:t>When packets arrival at the router </a:t>
            </a:r>
            <a:r>
              <a:rPr b="1" lang="en-US" sz="1600">
                <a:solidFill>
                  <a:srgbClr val="FFFF00"/>
                </a:solidFill>
                <a:latin typeface="Arial"/>
                <a:ea typeface="Arial"/>
                <a:cs typeface="Arial"/>
                <a:sym typeface="Arial"/>
              </a:rPr>
              <a:t>exceeds</a:t>
            </a:r>
            <a:r>
              <a:rPr lang="en-US" sz="1600">
                <a:solidFill>
                  <a:schemeClr val="lt1"/>
                </a:solidFill>
                <a:latin typeface="Arial"/>
                <a:ea typeface="Arial"/>
                <a:cs typeface="Arial"/>
                <a:sym typeface="Arial"/>
              </a:rPr>
              <a:t> 1.5 Mbps, congestion will occur at the router as packets </a:t>
            </a:r>
            <a:r>
              <a:rPr b="1" lang="en-US" sz="1600">
                <a:solidFill>
                  <a:srgbClr val="FFFF00"/>
                </a:solidFill>
                <a:latin typeface="Arial"/>
                <a:ea typeface="Arial"/>
                <a:cs typeface="Arial"/>
                <a:sym typeface="Arial"/>
              </a:rPr>
              <a:t>queue</a:t>
            </a:r>
            <a:endParaRPr b="1" sz="1600">
              <a:solidFill>
                <a:srgbClr val="FFFF00"/>
              </a:solidFill>
              <a:latin typeface="Arial"/>
              <a:ea typeface="Arial"/>
              <a:cs typeface="Arial"/>
              <a:sym typeface="Arial"/>
            </a:endParaRPr>
          </a:p>
        </p:txBody>
      </p:sp>
      <p:sp>
        <p:nvSpPr>
          <p:cNvPr id="5801" name="Google Shape;5801;p42"/>
          <p:cNvSpPr/>
          <p:nvPr/>
        </p:nvSpPr>
        <p:spPr>
          <a:xfrm>
            <a:off x="4003675" y="4003675"/>
            <a:ext cx="3773488" cy="831850"/>
          </a:xfrm>
          <a:prstGeom prst="rect">
            <a:avLst/>
          </a:prstGeom>
          <a:solidFill>
            <a:srgbClr val="00206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Noto Sans Symbols"/>
              <a:buNone/>
            </a:pPr>
            <a:r>
              <a:rPr lang="en-US" sz="1600">
                <a:solidFill>
                  <a:schemeClr val="lt1"/>
                </a:solidFill>
                <a:latin typeface="Arial"/>
                <a:ea typeface="Arial"/>
                <a:cs typeface="Arial"/>
                <a:sym typeface="Arial"/>
              </a:rPr>
              <a:t>When packets arrives and </a:t>
            </a:r>
            <a:r>
              <a:rPr b="1" lang="en-US" sz="1600">
                <a:solidFill>
                  <a:srgbClr val="FFFF00"/>
                </a:solidFill>
                <a:latin typeface="Arial"/>
                <a:ea typeface="Arial"/>
                <a:cs typeface="Arial"/>
                <a:sym typeface="Arial"/>
              </a:rPr>
              <a:t>queue is full</a:t>
            </a:r>
            <a:r>
              <a:rPr lang="en-US" sz="1600">
                <a:solidFill>
                  <a:schemeClr val="lt1"/>
                </a:solidFill>
                <a:latin typeface="Arial"/>
                <a:ea typeface="Arial"/>
                <a:cs typeface="Arial"/>
                <a:sym typeface="Arial"/>
              </a:rPr>
              <a:t>, packet will be </a:t>
            </a:r>
            <a:r>
              <a:rPr b="1" lang="en-US" sz="1600">
                <a:solidFill>
                  <a:srgbClr val="FFFF00"/>
                </a:solidFill>
                <a:latin typeface="Arial"/>
                <a:ea typeface="Arial"/>
                <a:cs typeface="Arial"/>
                <a:sym typeface="Arial"/>
              </a:rPr>
              <a:t>dropped</a:t>
            </a:r>
            <a:r>
              <a:rPr lang="en-US" sz="1600">
                <a:solidFill>
                  <a:schemeClr val="lt1"/>
                </a:solidFill>
                <a:latin typeface="Arial"/>
                <a:ea typeface="Arial"/>
                <a:cs typeface="Arial"/>
                <a:sym typeface="Arial"/>
              </a:rPr>
              <a:t> 🡺 resulting in </a:t>
            </a:r>
            <a:r>
              <a:rPr b="1" lang="en-US" sz="1600">
                <a:solidFill>
                  <a:srgbClr val="FFFF00"/>
                </a:solidFill>
                <a:latin typeface="Arial"/>
                <a:ea typeface="Arial"/>
                <a:cs typeface="Arial"/>
                <a:sym typeface="Arial"/>
              </a:rPr>
              <a:t>packet loss</a:t>
            </a:r>
            <a:r>
              <a:rPr lang="en-US" sz="1600">
                <a:solidFill>
                  <a:schemeClr val="lt1"/>
                </a:solidFill>
                <a:latin typeface="Arial"/>
                <a:ea typeface="Arial"/>
                <a:cs typeface="Arial"/>
                <a:sym typeface="Arial"/>
              </a:rPr>
              <a:t>.</a:t>
            </a:r>
            <a:endParaRPr b="1" sz="1600">
              <a:solidFill>
                <a:srgbClr val="FFFF00"/>
              </a:solidFill>
              <a:latin typeface="Arial"/>
              <a:ea typeface="Arial"/>
              <a:cs typeface="Arial"/>
              <a:sym typeface="Arial"/>
            </a:endParaRPr>
          </a:p>
        </p:txBody>
      </p:sp>
      <p:sp>
        <p:nvSpPr>
          <p:cNvPr id="5802" name="Google Shape;5802;p42"/>
          <p:cNvSpPr/>
          <p:nvPr/>
        </p:nvSpPr>
        <p:spPr>
          <a:xfrm>
            <a:off x="1992314" y="260351"/>
            <a:ext cx="8351837" cy="4619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Noto Sans Symbols"/>
              <a:buNone/>
            </a:pPr>
            <a:r>
              <a:rPr b="1" lang="en-US" sz="2400">
                <a:solidFill>
                  <a:srgbClr val="C00000"/>
                </a:solidFill>
                <a:latin typeface="Arial"/>
                <a:ea typeface="Arial"/>
                <a:cs typeface="Arial"/>
                <a:sym typeface="Arial"/>
              </a:rPr>
              <a:t>Packet Switching: Queuing Delays and Packet Loss</a:t>
            </a:r>
            <a:endParaRPr/>
          </a:p>
        </p:txBody>
      </p:sp>
      <p:sp>
        <p:nvSpPr>
          <p:cNvPr id="5803" name="Google Shape;5803;p42"/>
          <p:cNvSpPr/>
          <p:nvPr/>
        </p:nvSpPr>
        <p:spPr>
          <a:xfrm>
            <a:off x="4872039" y="692150"/>
            <a:ext cx="2016125" cy="649288"/>
          </a:xfrm>
          <a:prstGeom prst="wedgeRoundRectCallout">
            <a:avLst>
              <a:gd fmla="val -3382" name="adj1"/>
              <a:gd fmla="val 195296" name="adj2"/>
              <a:gd fmla="val 16667" name="adj3"/>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output buffer /output queue</a:t>
            </a:r>
            <a:endParaRPr/>
          </a:p>
        </p:txBody>
      </p:sp>
      <p:pic>
        <p:nvPicPr>
          <p:cNvPr descr="Puzzle" id="5804" name="Google Shape;5804;p42"/>
          <p:cNvPicPr preferRelativeResize="0"/>
          <p:nvPr/>
        </p:nvPicPr>
        <p:blipFill rotWithShape="1">
          <a:blip r:embed="rId4">
            <a:alphaModFix/>
          </a:blip>
          <a:srcRect b="0" l="0" r="0" t="0"/>
          <a:stretch/>
        </p:blipFill>
        <p:spPr>
          <a:xfrm rot="2653558">
            <a:off x="9939338" y="125413"/>
            <a:ext cx="603250" cy="603250"/>
          </a:xfrm>
          <a:prstGeom prst="rect">
            <a:avLst/>
          </a:prstGeom>
          <a:noFill/>
          <a:ln>
            <a:noFill/>
          </a:ln>
        </p:spPr>
      </p:pic>
      <p:sp>
        <p:nvSpPr>
          <p:cNvPr id="5805" name="Google Shape;5805;p42"/>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0" name="Shape 5810"/>
        <p:cNvGrpSpPr/>
        <p:nvPr/>
      </p:nvGrpSpPr>
      <p:grpSpPr>
        <a:xfrm>
          <a:off x="0" y="0"/>
          <a:ext cx="0" cy="0"/>
          <a:chOff x="0" y="0"/>
          <a:chExt cx="0" cy="0"/>
        </a:xfrm>
      </p:grpSpPr>
      <p:sp>
        <p:nvSpPr>
          <p:cNvPr id="5811" name="Google Shape;5811;p43"/>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Two key network-core functions</a:t>
            </a:r>
            <a:endParaRPr/>
          </a:p>
        </p:txBody>
      </p:sp>
      <p:sp>
        <p:nvSpPr>
          <p:cNvPr id="5812" name="Google Shape;5812;p4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5813" name="Google Shape;5813;p43"/>
          <p:cNvSpPr txBox="1"/>
          <p:nvPr>
            <p:ph idx="1" type="body"/>
          </p:nvPr>
        </p:nvSpPr>
        <p:spPr>
          <a:xfrm>
            <a:off x="332534" y="2514905"/>
            <a:ext cx="2930611" cy="3063265"/>
          </a:xfrm>
          <a:prstGeom prst="rect">
            <a:avLst/>
          </a:prstGeom>
          <a:noFill/>
          <a:ln>
            <a:noFill/>
          </a:ln>
        </p:spPr>
        <p:txBody>
          <a:bodyPr anchorCtr="0" anchor="t" bIns="45700" lIns="91425" spcFirstLastPara="1" rIns="91425" wrap="square" tIns="45700">
            <a:normAutofit fontScale="92500"/>
          </a:bodyPr>
          <a:lstStyle/>
          <a:p>
            <a:pPr indent="0" lvl="0" marL="130175" rtl="0" algn="l">
              <a:lnSpc>
                <a:spcPct val="90000"/>
              </a:lnSpc>
              <a:spcBef>
                <a:spcPts val="0"/>
              </a:spcBef>
              <a:spcAft>
                <a:spcPts val="0"/>
              </a:spcAft>
              <a:buSzPct val="100000"/>
              <a:buNone/>
            </a:pPr>
            <a:r>
              <a:rPr i="1" lang="en-US" sz="3000">
                <a:solidFill>
                  <a:srgbClr val="C00000"/>
                </a:solidFill>
              </a:rPr>
              <a:t>Forwarding</a:t>
            </a:r>
            <a:r>
              <a:rPr i="1" lang="en-US">
                <a:solidFill>
                  <a:srgbClr val="C00000"/>
                </a:solidFill>
              </a:rPr>
              <a:t>:</a:t>
            </a:r>
            <a:r>
              <a:rPr lang="en-US">
                <a:solidFill>
                  <a:srgbClr val="C00000"/>
                </a:solidFill>
              </a:rPr>
              <a:t> </a:t>
            </a:r>
            <a:endParaRPr/>
          </a:p>
          <a:p>
            <a:pPr indent="-222250" lvl="0" marL="352425" rtl="0" algn="l">
              <a:lnSpc>
                <a:spcPct val="90000"/>
              </a:lnSpc>
              <a:spcBef>
                <a:spcPts val="1000"/>
              </a:spcBef>
              <a:spcAft>
                <a:spcPts val="0"/>
              </a:spcAft>
              <a:buSzPct val="100000"/>
              <a:buChar char="▪"/>
            </a:pPr>
            <a:r>
              <a:rPr i="1" lang="en-US">
                <a:solidFill>
                  <a:srgbClr val="C00000"/>
                </a:solidFill>
              </a:rPr>
              <a:t>local</a:t>
            </a:r>
            <a:r>
              <a:rPr i="1" lang="en-US"/>
              <a:t> </a:t>
            </a:r>
            <a:r>
              <a:rPr lang="en-US"/>
              <a:t>action: move arriving packets from router’s input link to appropriate router output link</a:t>
            </a:r>
            <a:endParaRPr/>
          </a:p>
          <a:p>
            <a:pPr indent="-57784" lvl="0" marL="352425" rtl="0" algn="l">
              <a:lnSpc>
                <a:spcPct val="90000"/>
              </a:lnSpc>
              <a:spcBef>
                <a:spcPts val="1000"/>
              </a:spcBef>
              <a:spcAft>
                <a:spcPts val="0"/>
              </a:spcAft>
              <a:buSzPct val="100000"/>
              <a:buNone/>
            </a:pPr>
            <a:r>
              <a:t/>
            </a:r>
            <a:endParaRPr/>
          </a:p>
        </p:txBody>
      </p:sp>
      <p:sp>
        <p:nvSpPr>
          <p:cNvPr id="5814" name="Google Shape;5814;p43"/>
          <p:cNvSpPr/>
          <p:nvPr/>
        </p:nvSpPr>
        <p:spPr>
          <a:xfrm>
            <a:off x="5006052" y="4251228"/>
            <a:ext cx="2848871" cy="1480906"/>
          </a:xfrm>
          <a:custGeom>
            <a:rect b="b" l="l" r="r" t="t"/>
            <a:pathLst>
              <a:path extrusionOk="0" h="933" w="1794">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5815" name="Google Shape;5815;p43"/>
          <p:cNvSpPr/>
          <p:nvPr/>
        </p:nvSpPr>
        <p:spPr>
          <a:xfrm>
            <a:off x="5644427" y="4554393"/>
            <a:ext cx="543096" cy="295229"/>
          </a:xfrm>
          <a:custGeom>
            <a:rect b="b" l="l" r="r" t="t"/>
            <a:pathLst>
              <a:path extrusionOk="0" h="186" w="342">
                <a:moveTo>
                  <a:pt x="0" y="186"/>
                </a:moveTo>
                <a:lnTo>
                  <a:pt x="342"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5816" name="Google Shape;5816;p43"/>
          <p:cNvSpPr/>
          <p:nvPr/>
        </p:nvSpPr>
        <p:spPr>
          <a:xfrm>
            <a:off x="6686155" y="4548044"/>
            <a:ext cx="504984" cy="307927"/>
          </a:xfrm>
          <a:custGeom>
            <a:rect b="b" l="l" r="r" t="t"/>
            <a:pathLst>
              <a:path extrusionOk="0" h="194" w="318">
                <a:moveTo>
                  <a:pt x="0" y="0"/>
                </a:moveTo>
                <a:lnTo>
                  <a:pt x="318" y="19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5817" name="Google Shape;5817;p43"/>
          <p:cNvSpPr/>
          <p:nvPr/>
        </p:nvSpPr>
        <p:spPr>
          <a:xfrm>
            <a:off x="5620607" y="4940095"/>
            <a:ext cx="481164" cy="238088"/>
          </a:xfrm>
          <a:custGeom>
            <a:rect b="b" l="l" r="r" t="t"/>
            <a:pathLst>
              <a:path extrusionOk="0" h="174" w="294">
                <a:moveTo>
                  <a:pt x="0" y="0"/>
                </a:moveTo>
                <a:lnTo>
                  <a:pt x="294" y="174"/>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5818" name="Google Shape;5818;p43"/>
          <p:cNvSpPr/>
          <p:nvPr/>
        </p:nvSpPr>
        <p:spPr>
          <a:xfrm>
            <a:off x="6568643" y="4916286"/>
            <a:ext cx="628848" cy="247611"/>
          </a:xfrm>
          <a:custGeom>
            <a:rect b="b" l="l" r="r" t="t"/>
            <a:pathLst>
              <a:path extrusionOk="0" h="174" w="378">
                <a:moveTo>
                  <a:pt x="0" y="174"/>
                </a:moveTo>
                <a:lnTo>
                  <a:pt x="37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5819" name="Google Shape;5819;p43"/>
          <p:cNvSpPr/>
          <p:nvPr/>
        </p:nvSpPr>
        <p:spPr>
          <a:xfrm>
            <a:off x="7235603" y="4970253"/>
            <a:ext cx="206440" cy="507920"/>
          </a:xfrm>
          <a:custGeom>
            <a:rect b="b" l="l" r="r" t="t"/>
            <a:pathLst>
              <a:path extrusionOk="0" h="500" w="118">
                <a:moveTo>
                  <a:pt x="0" y="500"/>
                </a:moveTo>
                <a:lnTo>
                  <a:pt x="118"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5820" name="Google Shape;5820;p43"/>
          <p:cNvSpPr/>
          <p:nvPr/>
        </p:nvSpPr>
        <p:spPr>
          <a:xfrm>
            <a:off x="6000139" y="5503569"/>
            <a:ext cx="736832" cy="74601"/>
          </a:xfrm>
          <a:custGeom>
            <a:rect b="b" l="l" r="r" t="t"/>
            <a:pathLst>
              <a:path extrusionOk="0" h="32" w="370">
                <a:moveTo>
                  <a:pt x="370" y="32"/>
                </a:move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5821" name="Google Shape;5821;p43"/>
          <p:cNvSpPr/>
          <p:nvPr/>
        </p:nvSpPr>
        <p:spPr>
          <a:xfrm>
            <a:off x="5463395" y="4963904"/>
            <a:ext cx="193736" cy="425383"/>
          </a:xfrm>
          <a:custGeom>
            <a:rect b="b" l="l" r="r" t="t"/>
            <a:pathLst>
              <a:path extrusionOk="0" h="412" w="176">
                <a:moveTo>
                  <a:pt x="162" y="408"/>
                </a:moveTo>
                <a:lnTo>
                  <a:pt x="176" y="412"/>
                </a:lnTo>
                <a:lnTo>
                  <a:pt x="0" y="0"/>
                </a:lnTo>
              </a:path>
            </a:pathLst>
          </a:custGeom>
          <a:noFill/>
          <a:ln cap="flat" cmpd="sng" w="12700">
            <a:solidFill>
              <a:srgbClr val="000000"/>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5822" name="Google Shape;5822;p43"/>
          <p:cNvSpPr txBox="1"/>
          <p:nvPr/>
        </p:nvSpPr>
        <p:spPr>
          <a:xfrm>
            <a:off x="5552962" y="4473413"/>
            <a:ext cx="311165" cy="3666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p:txBody>
      </p:sp>
      <p:sp>
        <p:nvSpPr>
          <p:cNvPr id="5823" name="Google Shape;5823;p43"/>
          <p:cNvSpPr txBox="1"/>
          <p:nvPr/>
        </p:nvSpPr>
        <p:spPr>
          <a:xfrm>
            <a:off x="5491046" y="4887671"/>
            <a:ext cx="296876" cy="3364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a:p>
        </p:txBody>
      </p:sp>
      <p:sp>
        <p:nvSpPr>
          <p:cNvPr id="5824" name="Google Shape;5824;p43"/>
          <p:cNvSpPr txBox="1"/>
          <p:nvPr/>
        </p:nvSpPr>
        <p:spPr>
          <a:xfrm>
            <a:off x="5240209" y="4960682"/>
            <a:ext cx="296876" cy="3364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a:t>
            </a:r>
            <a:endParaRPr/>
          </a:p>
        </p:txBody>
      </p:sp>
      <p:grpSp>
        <p:nvGrpSpPr>
          <p:cNvPr id="5825" name="Google Shape;5825;p43"/>
          <p:cNvGrpSpPr/>
          <p:nvPr/>
        </p:nvGrpSpPr>
        <p:grpSpPr>
          <a:xfrm rot="-2012368">
            <a:off x="3755686" y="5363530"/>
            <a:ext cx="1447107" cy="317452"/>
            <a:chOff x="2437928" y="4562790"/>
            <a:chExt cx="1446652" cy="317502"/>
          </a:xfrm>
        </p:grpSpPr>
        <p:sp>
          <p:nvSpPr>
            <p:cNvPr id="5826" name="Google Shape;5826;p43"/>
            <p:cNvSpPr/>
            <p:nvPr/>
          </p:nvSpPr>
          <p:spPr>
            <a:xfrm>
              <a:off x="2437928" y="4606491"/>
              <a:ext cx="1147455" cy="238116"/>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827" name="Google Shape;5827;p43"/>
            <p:cNvCxnSpPr/>
            <p:nvPr/>
          </p:nvCxnSpPr>
          <p:spPr>
            <a:xfrm>
              <a:off x="3462418" y="4739659"/>
              <a:ext cx="422162" cy="0"/>
            </a:xfrm>
            <a:prstGeom prst="straightConnector1">
              <a:avLst/>
            </a:prstGeom>
            <a:noFill/>
            <a:ln cap="flat" cmpd="sng" w="9525">
              <a:solidFill>
                <a:srgbClr val="3333CC"/>
              </a:solidFill>
              <a:prstDash val="solid"/>
              <a:round/>
              <a:headEnd len="med" w="med" type="none"/>
              <a:tailEnd len="med" w="med" type="triangle"/>
            </a:ln>
          </p:spPr>
        </p:cxnSp>
        <p:sp>
          <p:nvSpPr>
            <p:cNvPr id="5828" name="Google Shape;5828;p43"/>
            <p:cNvSpPr/>
            <p:nvPr/>
          </p:nvSpPr>
          <p:spPr>
            <a:xfrm>
              <a:off x="3067594" y="4610052"/>
              <a:ext cx="426923" cy="239704"/>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29" name="Google Shape;5829;p43"/>
            <p:cNvSpPr txBox="1"/>
            <p:nvPr/>
          </p:nvSpPr>
          <p:spPr>
            <a:xfrm rot="289934">
              <a:off x="3019653" y="4584228"/>
              <a:ext cx="520561" cy="2746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p:txBody>
        </p:sp>
      </p:grpSp>
      <p:sp>
        <p:nvSpPr>
          <p:cNvPr id="5830" name="Google Shape;5830;p43"/>
          <p:cNvSpPr txBox="1"/>
          <p:nvPr/>
        </p:nvSpPr>
        <p:spPr>
          <a:xfrm>
            <a:off x="2749550" y="6036800"/>
            <a:ext cx="269977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destination address in arriving</a:t>
            </a:r>
            <a:endParaRPr/>
          </a:p>
          <a:p>
            <a:pPr indent="0" lvl="0" marL="0" marR="0" rtl="0" algn="l">
              <a:lnSpc>
                <a:spcPct val="100000"/>
              </a:lnSpc>
              <a:spcBef>
                <a:spcPts val="0"/>
              </a:spcBef>
              <a:spcAft>
                <a:spcPts val="0"/>
              </a:spcAft>
              <a:buClr>
                <a:srgbClr val="000000"/>
              </a:buClr>
              <a:buSzPts val="1600"/>
              <a:buFont typeface="Calibri"/>
              <a:buNone/>
            </a:pPr>
            <a:r>
              <a:rPr lang="en-US" sz="1600">
                <a:solidFill>
                  <a:srgbClr val="000000"/>
                </a:solidFill>
                <a:latin typeface="Calibri"/>
                <a:ea typeface="Calibri"/>
                <a:cs typeface="Calibri"/>
                <a:sym typeface="Calibri"/>
              </a:rPr>
              <a:t>p</a:t>
            </a:r>
            <a:r>
              <a:rPr b="0" i="0" lang="en-US" sz="1600" u="none" cap="none" strike="noStrike">
                <a:solidFill>
                  <a:srgbClr val="000000"/>
                </a:solidFill>
                <a:latin typeface="Calibri"/>
                <a:ea typeface="Calibri"/>
                <a:cs typeface="Calibri"/>
                <a:sym typeface="Calibri"/>
              </a:rPr>
              <a:t>acket</a:t>
            </a:r>
            <a:r>
              <a:rPr lang="en-US" sz="1600">
                <a:solidFill>
                  <a:srgbClr val="000000"/>
                </a:solidFill>
                <a:latin typeface="Calibri"/>
                <a:ea typeface="Calibri"/>
                <a:cs typeface="Calibri"/>
                <a:sym typeface="Calibri"/>
              </a:rPr>
              <a:t>’</a:t>
            </a:r>
            <a:r>
              <a:rPr b="0" i="0" lang="en-US" sz="1600" u="none" cap="none" strike="noStrike">
                <a:solidFill>
                  <a:srgbClr val="000000"/>
                </a:solidFill>
                <a:latin typeface="Calibri"/>
                <a:ea typeface="Calibri"/>
                <a:cs typeface="Calibri"/>
                <a:sym typeface="Calibri"/>
              </a:rPr>
              <a:t>s header</a:t>
            </a:r>
            <a:endParaRPr b="0" i="0" sz="1600" u="none" cap="none" strike="noStrike">
              <a:solidFill>
                <a:srgbClr val="000000"/>
              </a:solidFill>
              <a:latin typeface="Calibri"/>
              <a:ea typeface="Calibri"/>
              <a:cs typeface="Calibri"/>
              <a:sym typeface="Calibri"/>
            </a:endParaRPr>
          </a:p>
        </p:txBody>
      </p:sp>
      <p:cxnSp>
        <p:nvCxnSpPr>
          <p:cNvPr id="5831" name="Google Shape;5831;p43"/>
          <p:cNvCxnSpPr/>
          <p:nvPr/>
        </p:nvCxnSpPr>
        <p:spPr>
          <a:xfrm flipH="1">
            <a:off x="3738363" y="4863862"/>
            <a:ext cx="1408179" cy="914224"/>
          </a:xfrm>
          <a:prstGeom prst="straightConnector1">
            <a:avLst/>
          </a:prstGeom>
          <a:noFill/>
          <a:ln cap="flat" cmpd="sng" w="9525">
            <a:solidFill>
              <a:srgbClr val="000000"/>
            </a:solidFill>
            <a:prstDash val="solid"/>
            <a:round/>
            <a:headEnd len="med" w="med" type="none"/>
            <a:tailEnd len="med" w="med" type="none"/>
          </a:ln>
        </p:spPr>
      </p:cxnSp>
      <p:cxnSp>
        <p:nvCxnSpPr>
          <p:cNvPr id="5832" name="Google Shape;5832;p43"/>
          <p:cNvCxnSpPr/>
          <p:nvPr/>
        </p:nvCxnSpPr>
        <p:spPr>
          <a:xfrm rot="10800000">
            <a:off x="4633924" y="5622613"/>
            <a:ext cx="0" cy="501571"/>
          </a:xfrm>
          <a:prstGeom prst="straightConnector1">
            <a:avLst/>
          </a:prstGeom>
          <a:noFill/>
          <a:ln cap="flat" cmpd="sng" w="9525">
            <a:solidFill>
              <a:srgbClr val="000000"/>
            </a:solidFill>
            <a:prstDash val="solid"/>
            <a:round/>
            <a:headEnd len="med" w="med" type="none"/>
            <a:tailEnd len="med" w="med" type="triangle"/>
          </a:ln>
        </p:spPr>
      </p:cxnSp>
      <p:sp>
        <p:nvSpPr>
          <p:cNvPr id="5833" name="Google Shape;5833;p43"/>
          <p:cNvSpPr/>
          <p:nvPr/>
        </p:nvSpPr>
        <p:spPr>
          <a:xfrm flipH="1">
            <a:off x="7355160" y="4409734"/>
            <a:ext cx="578032" cy="371417"/>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rgbClr val="D8D8D8"/>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5834" name="Google Shape;5834;p43"/>
          <p:cNvSpPr/>
          <p:nvPr/>
        </p:nvSpPr>
        <p:spPr>
          <a:xfrm flipH="1">
            <a:off x="6355851" y="4076630"/>
            <a:ext cx="578032" cy="371417"/>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rgbClr val="D8D8D8"/>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5835" name="Google Shape;5835;p43"/>
          <p:cNvSpPr/>
          <p:nvPr/>
        </p:nvSpPr>
        <p:spPr>
          <a:xfrm rot="10800000">
            <a:off x="7024398" y="5622613"/>
            <a:ext cx="543096" cy="371417"/>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rgbClr val="D8D8D8"/>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5836" name="Google Shape;5836;p43"/>
          <p:cNvSpPr/>
          <p:nvPr/>
        </p:nvSpPr>
        <p:spPr>
          <a:xfrm rot="10800000">
            <a:off x="5674599" y="5606741"/>
            <a:ext cx="543096" cy="371417"/>
          </a:xfrm>
          <a:custGeom>
            <a:rect b="b" l="l" r="r" t="t"/>
            <a:pathLst>
              <a:path extrusionOk="0" h="816" w="1443">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a:gsLst>
              <a:gs pos="0">
                <a:srgbClr val="D8D8D8"/>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5837" name="Google Shape;5837;p43"/>
          <p:cNvSpPr/>
          <p:nvPr/>
        </p:nvSpPr>
        <p:spPr>
          <a:xfrm rot="10800000">
            <a:off x="6312396" y="5299841"/>
            <a:ext cx="552600" cy="477654"/>
          </a:xfrm>
          <a:custGeom>
            <a:rect b="b" l="l" r="r" t="t"/>
            <a:pathLst>
              <a:path extrusionOk="0" h="10559" w="10175">
                <a:moveTo>
                  <a:pt x="0" y="9"/>
                </a:moveTo>
                <a:cubicBezTo>
                  <a:pt x="3957" y="3502"/>
                  <a:pt x="6049" y="5781"/>
                  <a:pt x="7574" y="10364"/>
                </a:cubicBezTo>
                <a:cubicBezTo>
                  <a:pt x="8329" y="10279"/>
                  <a:pt x="8572" y="10781"/>
                  <a:pt x="9265" y="10438"/>
                </a:cubicBezTo>
                <a:cubicBezTo>
                  <a:pt x="8877" y="5033"/>
                  <a:pt x="9018" y="4253"/>
                  <a:pt x="10175" y="0"/>
                </a:cubicBezTo>
                <a:lnTo>
                  <a:pt x="0" y="9"/>
                </a:lnTo>
                <a:close/>
              </a:path>
            </a:pathLst>
          </a:custGeom>
          <a:gradFill>
            <a:gsLst>
              <a:gs pos="0">
                <a:srgbClr val="D8D8D8"/>
              </a:gs>
              <a:gs pos="100000">
                <a:srgbClr val="FFFFF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5838" name="Google Shape;5838;p43"/>
          <p:cNvGrpSpPr/>
          <p:nvPr/>
        </p:nvGrpSpPr>
        <p:grpSpPr>
          <a:xfrm>
            <a:off x="6363791" y="3632200"/>
            <a:ext cx="551036" cy="452367"/>
            <a:chOff x="2886" y="1668"/>
            <a:chExt cx="347" cy="285"/>
          </a:xfrm>
        </p:grpSpPr>
        <p:sp>
          <p:nvSpPr>
            <p:cNvPr id="5839" name="Google Shape;5839;p43"/>
            <p:cNvSpPr/>
            <p:nvPr/>
          </p:nvSpPr>
          <p:spPr>
            <a:xfrm>
              <a:off x="2886" y="1668"/>
              <a:ext cx="347" cy="285"/>
            </a:xfrm>
            <a:prstGeom prst="rect">
              <a:avLst/>
            </a:prstGeom>
            <a:solidFill>
              <a:srgbClr val="D8D8D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40" name="Google Shape;5840;p43"/>
            <p:cNvSpPr/>
            <p:nvPr/>
          </p:nvSpPr>
          <p:spPr>
            <a:xfrm>
              <a:off x="2905" y="1674"/>
              <a:ext cx="314" cy="74"/>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41" name="Google Shape;5841;p43"/>
            <p:cNvSpPr/>
            <p:nvPr/>
          </p:nvSpPr>
          <p:spPr>
            <a:xfrm>
              <a:off x="2913" y="1785"/>
              <a:ext cx="300" cy="1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842" name="Google Shape;5842;p43"/>
            <p:cNvCxnSpPr/>
            <p:nvPr/>
          </p:nvCxnSpPr>
          <p:spPr>
            <a:xfrm>
              <a:off x="3082" y="1811"/>
              <a:ext cx="1" cy="130"/>
            </a:xfrm>
            <a:prstGeom prst="straightConnector1">
              <a:avLst/>
            </a:prstGeom>
            <a:noFill/>
            <a:ln cap="flat" cmpd="sng" w="9525">
              <a:solidFill>
                <a:srgbClr val="000000"/>
              </a:solidFill>
              <a:prstDash val="solid"/>
              <a:round/>
              <a:headEnd len="med" w="med" type="none"/>
              <a:tailEnd len="med" w="med" type="none"/>
            </a:ln>
          </p:spPr>
        </p:cxnSp>
        <p:cxnSp>
          <p:nvCxnSpPr>
            <p:cNvPr id="5843" name="Google Shape;5843;p43"/>
            <p:cNvCxnSpPr/>
            <p:nvPr/>
          </p:nvCxnSpPr>
          <p:spPr>
            <a:xfrm>
              <a:off x="2913" y="1842"/>
              <a:ext cx="300" cy="0"/>
            </a:xfrm>
            <a:prstGeom prst="straightConnector1">
              <a:avLst/>
            </a:prstGeom>
            <a:noFill/>
            <a:ln cap="flat" cmpd="sng" w="9525">
              <a:solidFill>
                <a:srgbClr val="000000"/>
              </a:solidFill>
              <a:prstDash val="solid"/>
              <a:round/>
              <a:headEnd len="med" w="med" type="none"/>
              <a:tailEnd len="med" w="med" type="none"/>
            </a:ln>
          </p:spPr>
        </p:cxnSp>
        <p:cxnSp>
          <p:nvCxnSpPr>
            <p:cNvPr id="5844" name="Google Shape;5844;p43"/>
            <p:cNvCxnSpPr/>
            <p:nvPr/>
          </p:nvCxnSpPr>
          <p:spPr>
            <a:xfrm>
              <a:off x="2912" y="1812"/>
              <a:ext cx="300" cy="0"/>
            </a:xfrm>
            <a:prstGeom prst="straightConnector1">
              <a:avLst/>
            </a:prstGeom>
            <a:noFill/>
            <a:ln cap="flat" cmpd="sng" w="9525">
              <a:solidFill>
                <a:srgbClr val="000000"/>
              </a:solidFill>
              <a:prstDash val="solid"/>
              <a:round/>
              <a:headEnd len="med" w="med" type="none"/>
              <a:tailEnd len="med" w="med" type="none"/>
            </a:ln>
          </p:spPr>
        </p:cxnSp>
        <p:sp>
          <p:nvSpPr>
            <p:cNvPr id="5845" name="Google Shape;5845;p43"/>
            <p:cNvSpPr/>
            <p:nvPr/>
          </p:nvSpPr>
          <p:spPr>
            <a:xfrm rot="5400000">
              <a:off x="3051" y="1745"/>
              <a:ext cx="29" cy="41"/>
            </a:xfrm>
            <a:prstGeom prst="rightArrow">
              <a:avLst>
                <a:gd fmla="val 51167" name="adj1"/>
                <a:gd fmla="val 39736" name="adj2"/>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846" name="Google Shape;5846;p43"/>
          <p:cNvGrpSpPr/>
          <p:nvPr/>
        </p:nvGrpSpPr>
        <p:grpSpPr>
          <a:xfrm>
            <a:off x="7360606" y="3958273"/>
            <a:ext cx="551036" cy="452367"/>
            <a:chOff x="2886" y="1668"/>
            <a:chExt cx="347" cy="285"/>
          </a:xfrm>
        </p:grpSpPr>
        <p:sp>
          <p:nvSpPr>
            <p:cNvPr id="5847" name="Google Shape;5847;p43"/>
            <p:cNvSpPr/>
            <p:nvPr/>
          </p:nvSpPr>
          <p:spPr>
            <a:xfrm>
              <a:off x="2886" y="1668"/>
              <a:ext cx="347" cy="285"/>
            </a:xfrm>
            <a:prstGeom prst="rect">
              <a:avLst/>
            </a:prstGeom>
            <a:solidFill>
              <a:srgbClr val="D8D8D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48" name="Google Shape;5848;p43"/>
            <p:cNvSpPr/>
            <p:nvPr/>
          </p:nvSpPr>
          <p:spPr>
            <a:xfrm>
              <a:off x="2905" y="1674"/>
              <a:ext cx="314" cy="74"/>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49" name="Google Shape;5849;p43"/>
            <p:cNvSpPr/>
            <p:nvPr/>
          </p:nvSpPr>
          <p:spPr>
            <a:xfrm>
              <a:off x="2913" y="1785"/>
              <a:ext cx="300" cy="1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850" name="Google Shape;5850;p43"/>
            <p:cNvCxnSpPr/>
            <p:nvPr/>
          </p:nvCxnSpPr>
          <p:spPr>
            <a:xfrm>
              <a:off x="3082" y="1811"/>
              <a:ext cx="1" cy="130"/>
            </a:xfrm>
            <a:prstGeom prst="straightConnector1">
              <a:avLst/>
            </a:prstGeom>
            <a:noFill/>
            <a:ln cap="flat" cmpd="sng" w="9525">
              <a:solidFill>
                <a:srgbClr val="000000"/>
              </a:solidFill>
              <a:prstDash val="solid"/>
              <a:round/>
              <a:headEnd len="med" w="med" type="none"/>
              <a:tailEnd len="med" w="med" type="none"/>
            </a:ln>
          </p:spPr>
        </p:cxnSp>
        <p:cxnSp>
          <p:nvCxnSpPr>
            <p:cNvPr id="5851" name="Google Shape;5851;p43"/>
            <p:cNvCxnSpPr/>
            <p:nvPr/>
          </p:nvCxnSpPr>
          <p:spPr>
            <a:xfrm>
              <a:off x="2913" y="1842"/>
              <a:ext cx="300" cy="0"/>
            </a:xfrm>
            <a:prstGeom prst="straightConnector1">
              <a:avLst/>
            </a:prstGeom>
            <a:noFill/>
            <a:ln cap="flat" cmpd="sng" w="9525">
              <a:solidFill>
                <a:srgbClr val="000000"/>
              </a:solidFill>
              <a:prstDash val="solid"/>
              <a:round/>
              <a:headEnd len="med" w="med" type="none"/>
              <a:tailEnd len="med" w="med" type="none"/>
            </a:ln>
          </p:spPr>
        </p:cxnSp>
        <p:cxnSp>
          <p:nvCxnSpPr>
            <p:cNvPr id="5852" name="Google Shape;5852;p43"/>
            <p:cNvCxnSpPr/>
            <p:nvPr/>
          </p:nvCxnSpPr>
          <p:spPr>
            <a:xfrm>
              <a:off x="2912" y="1812"/>
              <a:ext cx="300" cy="0"/>
            </a:xfrm>
            <a:prstGeom prst="straightConnector1">
              <a:avLst/>
            </a:prstGeom>
            <a:noFill/>
            <a:ln cap="flat" cmpd="sng" w="9525">
              <a:solidFill>
                <a:srgbClr val="000000"/>
              </a:solidFill>
              <a:prstDash val="solid"/>
              <a:round/>
              <a:headEnd len="med" w="med" type="none"/>
              <a:tailEnd len="med" w="med" type="none"/>
            </a:ln>
          </p:spPr>
        </p:cxnSp>
        <p:sp>
          <p:nvSpPr>
            <p:cNvPr id="5853" name="Google Shape;5853;p43"/>
            <p:cNvSpPr/>
            <p:nvPr/>
          </p:nvSpPr>
          <p:spPr>
            <a:xfrm rot="5400000">
              <a:off x="3051" y="1745"/>
              <a:ext cx="29" cy="41"/>
            </a:xfrm>
            <a:prstGeom prst="rightArrow">
              <a:avLst>
                <a:gd fmla="val 51167" name="adj1"/>
                <a:gd fmla="val 39736" name="adj2"/>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54" name="Google Shape;5854;p43"/>
          <p:cNvSpPr/>
          <p:nvPr/>
        </p:nvSpPr>
        <p:spPr>
          <a:xfrm>
            <a:off x="7006931" y="5981332"/>
            <a:ext cx="551036" cy="452367"/>
          </a:xfrm>
          <a:prstGeom prst="rect">
            <a:avLst/>
          </a:prstGeom>
          <a:solidFill>
            <a:srgbClr val="D8D8D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55" name="Google Shape;5855;p43"/>
          <p:cNvSpPr/>
          <p:nvPr/>
        </p:nvSpPr>
        <p:spPr>
          <a:xfrm>
            <a:off x="7037103" y="5990856"/>
            <a:ext cx="498632" cy="117457"/>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56" name="Google Shape;5856;p43"/>
          <p:cNvSpPr/>
          <p:nvPr/>
        </p:nvSpPr>
        <p:spPr>
          <a:xfrm>
            <a:off x="7049807" y="6167041"/>
            <a:ext cx="476400" cy="247611"/>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857" name="Google Shape;5857;p43"/>
          <p:cNvCxnSpPr/>
          <p:nvPr/>
        </p:nvCxnSpPr>
        <p:spPr>
          <a:xfrm>
            <a:off x="7318179" y="6208309"/>
            <a:ext cx="1588" cy="206343"/>
          </a:xfrm>
          <a:prstGeom prst="straightConnector1">
            <a:avLst/>
          </a:prstGeom>
          <a:noFill/>
          <a:ln cap="flat" cmpd="sng" w="9525">
            <a:solidFill>
              <a:srgbClr val="000000"/>
            </a:solidFill>
            <a:prstDash val="solid"/>
            <a:round/>
            <a:headEnd len="med" w="med" type="none"/>
            <a:tailEnd len="med" w="med" type="none"/>
          </a:ln>
        </p:spPr>
      </p:cxnSp>
      <p:cxnSp>
        <p:nvCxnSpPr>
          <p:cNvPr id="5858" name="Google Shape;5858;p43"/>
          <p:cNvCxnSpPr/>
          <p:nvPr/>
        </p:nvCxnSpPr>
        <p:spPr>
          <a:xfrm>
            <a:off x="7049807" y="6257514"/>
            <a:ext cx="476400" cy="0"/>
          </a:xfrm>
          <a:prstGeom prst="straightConnector1">
            <a:avLst/>
          </a:prstGeom>
          <a:noFill/>
          <a:ln cap="flat" cmpd="sng" w="9525">
            <a:solidFill>
              <a:srgbClr val="000000"/>
            </a:solidFill>
            <a:prstDash val="solid"/>
            <a:round/>
            <a:headEnd len="med" w="med" type="none"/>
            <a:tailEnd len="med" w="med" type="none"/>
          </a:ln>
        </p:spPr>
      </p:cxnSp>
      <p:cxnSp>
        <p:nvCxnSpPr>
          <p:cNvPr id="5859" name="Google Shape;5859;p43"/>
          <p:cNvCxnSpPr/>
          <p:nvPr/>
        </p:nvCxnSpPr>
        <p:spPr>
          <a:xfrm>
            <a:off x="7048219" y="6209896"/>
            <a:ext cx="476400" cy="0"/>
          </a:xfrm>
          <a:prstGeom prst="straightConnector1">
            <a:avLst/>
          </a:prstGeom>
          <a:noFill/>
          <a:ln cap="flat" cmpd="sng" w="9525">
            <a:solidFill>
              <a:srgbClr val="000000"/>
            </a:solidFill>
            <a:prstDash val="solid"/>
            <a:round/>
            <a:headEnd len="med" w="med" type="none"/>
            <a:tailEnd len="med" w="med" type="none"/>
          </a:ln>
        </p:spPr>
      </p:cxnSp>
      <p:sp>
        <p:nvSpPr>
          <p:cNvPr id="5860" name="Google Shape;5860;p43"/>
          <p:cNvSpPr/>
          <p:nvPr/>
        </p:nvSpPr>
        <p:spPr>
          <a:xfrm rot="5400000">
            <a:off x="7268962" y="6103535"/>
            <a:ext cx="46030" cy="65108"/>
          </a:xfrm>
          <a:prstGeom prst="rightArrow">
            <a:avLst>
              <a:gd fmla="val 51167" name="adj1"/>
              <a:gd fmla="val 39736" name="adj2"/>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861" name="Google Shape;5861;p43"/>
          <p:cNvGrpSpPr/>
          <p:nvPr/>
        </p:nvGrpSpPr>
        <p:grpSpPr>
          <a:xfrm>
            <a:off x="6311387" y="5779075"/>
            <a:ext cx="551036" cy="452367"/>
            <a:chOff x="2886" y="1668"/>
            <a:chExt cx="347" cy="285"/>
          </a:xfrm>
        </p:grpSpPr>
        <p:sp>
          <p:nvSpPr>
            <p:cNvPr id="5862" name="Google Shape;5862;p43"/>
            <p:cNvSpPr/>
            <p:nvPr/>
          </p:nvSpPr>
          <p:spPr>
            <a:xfrm>
              <a:off x="2886" y="1668"/>
              <a:ext cx="347" cy="285"/>
            </a:xfrm>
            <a:prstGeom prst="rect">
              <a:avLst/>
            </a:prstGeom>
            <a:solidFill>
              <a:srgbClr val="D8D8D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3" name="Google Shape;5863;p43"/>
            <p:cNvSpPr/>
            <p:nvPr/>
          </p:nvSpPr>
          <p:spPr>
            <a:xfrm>
              <a:off x="2905" y="1674"/>
              <a:ext cx="314" cy="74"/>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4" name="Google Shape;5864;p43"/>
            <p:cNvSpPr/>
            <p:nvPr/>
          </p:nvSpPr>
          <p:spPr>
            <a:xfrm>
              <a:off x="2913" y="1785"/>
              <a:ext cx="300" cy="1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865" name="Google Shape;5865;p43"/>
            <p:cNvCxnSpPr/>
            <p:nvPr/>
          </p:nvCxnSpPr>
          <p:spPr>
            <a:xfrm>
              <a:off x="3082" y="1811"/>
              <a:ext cx="1" cy="130"/>
            </a:xfrm>
            <a:prstGeom prst="straightConnector1">
              <a:avLst/>
            </a:prstGeom>
            <a:noFill/>
            <a:ln cap="flat" cmpd="sng" w="9525">
              <a:solidFill>
                <a:srgbClr val="000000"/>
              </a:solidFill>
              <a:prstDash val="solid"/>
              <a:round/>
              <a:headEnd len="med" w="med" type="none"/>
              <a:tailEnd len="med" w="med" type="none"/>
            </a:ln>
          </p:spPr>
        </p:cxnSp>
        <p:cxnSp>
          <p:nvCxnSpPr>
            <p:cNvPr id="5866" name="Google Shape;5866;p43"/>
            <p:cNvCxnSpPr/>
            <p:nvPr/>
          </p:nvCxnSpPr>
          <p:spPr>
            <a:xfrm>
              <a:off x="2913" y="1842"/>
              <a:ext cx="300" cy="0"/>
            </a:xfrm>
            <a:prstGeom prst="straightConnector1">
              <a:avLst/>
            </a:prstGeom>
            <a:noFill/>
            <a:ln cap="flat" cmpd="sng" w="9525">
              <a:solidFill>
                <a:srgbClr val="000000"/>
              </a:solidFill>
              <a:prstDash val="solid"/>
              <a:round/>
              <a:headEnd len="med" w="med" type="none"/>
              <a:tailEnd len="med" w="med" type="none"/>
            </a:ln>
          </p:spPr>
        </p:cxnSp>
        <p:cxnSp>
          <p:nvCxnSpPr>
            <p:cNvPr id="5867" name="Google Shape;5867;p43"/>
            <p:cNvCxnSpPr/>
            <p:nvPr/>
          </p:nvCxnSpPr>
          <p:spPr>
            <a:xfrm>
              <a:off x="2912" y="1812"/>
              <a:ext cx="300" cy="0"/>
            </a:xfrm>
            <a:prstGeom prst="straightConnector1">
              <a:avLst/>
            </a:prstGeom>
            <a:noFill/>
            <a:ln cap="flat" cmpd="sng" w="9525">
              <a:solidFill>
                <a:srgbClr val="000000"/>
              </a:solidFill>
              <a:prstDash val="solid"/>
              <a:round/>
              <a:headEnd len="med" w="med" type="none"/>
              <a:tailEnd len="med" w="med" type="none"/>
            </a:ln>
          </p:spPr>
        </p:cxnSp>
        <p:sp>
          <p:nvSpPr>
            <p:cNvPr id="5868" name="Google Shape;5868;p43"/>
            <p:cNvSpPr/>
            <p:nvPr/>
          </p:nvSpPr>
          <p:spPr>
            <a:xfrm rot="5400000">
              <a:off x="3051" y="1745"/>
              <a:ext cx="29" cy="41"/>
            </a:xfrm>
            <a:prstGeom prst="rightArrow">
              <a:avLst>
                <a:gd fmla="val 51167" name="adj1"/>
                <a:gd fmla="val 39736" name="adj2"/>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869" name="Google Shape;5869;p43"/>
          <p:cNvGrpSpPr/>
          <p:nvPr/>
        </p:nvGrpSpPr>
        <p:grpSpPr>
          <a:xfrm>
            <a:off x="5655543" y="5954348"/>
            <a:ext cx="551036" cy="452367"/>
            <a:chOff x="2886" y="1668"/>
            <a:chExt cx="347" cy="285"/>
          </a:xfrm>
        </p:grpSpPr>
        <p:sp>
          <p:nvSpPr>
            <p:cNvPr id="5870" name="Google Shape;5870;p43"/>
            <p:cNvSpPr/>
            <p:nvPr/>
          </p:nvSpPr>
          <p:spPr>
            <a:xfrm>
              <a:off x="2886" y="1668"/>
              <a:ext cx="347" cy="285"/>
            </a:xfrm>
            <a:prstGeom prst="rect">
              <a:avLst/>
            </a:prstGeom>
            <a:solidFill>
              <a:srgbClr val="D8D8D8"/>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1" name="Google Shape;5871;p43"/>
            <p:cNvSpPr/>
            <p:nvPr/>
          </p:nvSpPr>
          <p:spPr>
            <a:xfrm>
              <a:off x="2905" y="1674"/>
              <a:ext cx="314" cy="74"/>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2" name="Google Shape;5872;p43"/>
            <p:cNvSpPr/>
            <p:nvPr/>
          </p:nvSpPr>
          <p:spPr>
            <a:xfrm>
              <a:off x="2913" y="1785"/>
              <a:ext cx="300" cy="1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873" name="Google Shape;5873;p43"/>
            <p:cNvCxnSpPr/>
            <p:nvPr/>
          </p:nvCxnSpPr>
          <p:spPr>
            <a:xfrm>
              <a:off x="3082" y="1811"/>
              <a:ext cx="1" cy="130"/>
            </a:xfrm>
            <a:prstGeom prst="straightConnector1">
              <a:avLst/>
            </a:prstGeom>
            <a:noFill/>
            <a:ln cap="flat" cmpd="sng" w="9525">
              <a:solidFill>
                <a:srgbClr val="000000"/>
              </a:solidFill>
              <a:prstDash val="solid"/>
              <a:round/>
              <a:headEnd len="med" w="med" type="none"/>
              <a:tailEnd len="med" w="med" type="none"/>
            </a:ln>
          </p:spPr>
        </p:cxnSp>
        <p:cxnSp>
          <p:nvCxnSpPr>
            <p:cNvPr id="5874" name="Google Shape;5874;p43"/>
            <p:cNvCxnSpPr/>
            <p:nvPr/>
          </p:nvCxnSpPr>
          <p:spPr>
            <a:xfrm>
              <a:off x="2913" y="1842"/>
              <a:ext cx="300" cy="0"/>
            </a:xfrm>
            <a:prstGeom prst="straightConnector1">
              <a:avLst/>
            </a:prstGeom>
            <a:noFill/>
            <a:ln cap="flat" cmpd="sng" w="9525">
              <a:solidFill>
                <a:srgbClr val="000000"/>
              </a:solidFill>
              <a:prstDash val="solid"/>
              <a:round/>
              <a:headEnd len="med" w="med" type="none"/>
              <a:tailEnd len="med" w="med" type="none"/>
            </a:ln>
          </p:spPr>
        </p:cxnSp>
        <p:cxnSp>
          <p:nvCxnSpPr>
            <p:cNvPr id="5875" name="Google Shape;5875;p43"/>
            <p:cNvCxnSpPr/>
            <p:nvPr/>
          </p:nvCxnSpPr>
          <p:spPr>
            <a:xfrm>
              <a:off x="2912" y="1812"/>
              <a:ext cx="300" cy="0"/>
            </a:xfrm>
            <a:prstGeom prst="straightConnector1">
              <a:avLst/>
            </a:prstGeom>
            <a:noFill/>
            <a:ln cap="flat" cmpd="sng" w="9525">
              <a:solidFill>
                <a:srgbClr val="000000"/>
              </a:solidFill>
              <a:prstDash val="solid"/>
              <a:round/>
              <a:headEnd len="med" w="med" type="none"/>
              <a:tailEnd len="med" w="med" type="none"/>
            </a:ln>
          </p:spPr>
        </p:cxnSp>
        <p:sp>
          <p:nvSpPr>
            <p:cNvPr id="5876" name="Google Shape;5876;p43"/>
            <p:cNvSpPr/>
            <p:nvPr/>
          </p:nvSpPr>
          <p:spPr>
            <a:xfrm rot="5400000">
              <a:off x="3051" y="1745"/>
              <a:ext cx="29" cy="41"/>
            </a:xfrm>
            <a:prstGeom prst="rightArrow">
              <a:avLst>
                <a:gd fmla="val 51167" name="adj1"/>
                <a:gd fmla="val 39736" name="adj2"/>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877" name="Google Shape;5877;p43"/>
          <p:cNvSpPr/>
          <p:nvPr/>
        </p:nvSpPr>
        <p:spPr>
          <a:xfrm rot="-5400000">
            <a:off x="4355018" y="3236963"/>
            <a:ext cx="721461" cy="2294761"/>
          </a:xfrm>
          <a:custGeom>
            <a:rect b="b" l="l" r="r" t="t"/>
            <a:pathLst>
              <a:path extrusionOk="0" h="10126" w="9799">
                <a:moveTo>
                  <a:pt x="9563" y="0"/>
                </a:moveTo>
                <a:cubicBezTo>
                  <a:pt x="6380" y="3447"/>
                  <a:pt x="4378" y="4742"/>
                  <a:pt x="0" y="7515"/>
                </a:cubicBezTo>
                <a:cubicBezTo>
                  <a:pt x="19" y="7790"/>
                  <a:pt x="36" y="8067"/>
                  <a:pt x="55" y="8343"/>
                </a:cubicBezTo>
                <a:cubicBezTo>
                  <a:pt x="3592" y="8754"/>
                  <a:pt x="6787" y="8518"/>
                  <a:pt x="9611" y="10126"/>
                </a:cubicBezTo>
                <a:cubicBezTo>
                  <a:pt x="9580" y="4725"/>
                  <a:pt x="10082" y="3581"/>
                  <a:pt x="9563" y="0"/>
                </a:cubicBezTo>
                <a:close/>
              </a:path>
            </a:pathLst>
          </a:custGeom>
          <a:gradFill>
            <a:gsLst>
              <a:gs pos="0">
                <a:srgbClr val="BFBFBF"/>
              </a:gs>
              <a:gs pos="75000">
                <a:srgbClr val="D8D8D8"/>
              </a:gs>
              <a:gs pos="100000">
                <a:srgbClr val="FFFFFF"/>
              </a:gs>
            </a:gsLst>
            <a:lin ang="108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5878" name="Google Shape;5878;p43"/>
          <p:cNvSpPr/>
          <p:nvPr/>
        </p:nvSpPr>
        <p:spPr>
          <a:xfrm>
            <a:off x="3563785" y="1706808"/>
            <a:ext cx="2317750" cy="2333625"/>
          </a:xfrm>
          <a:prstGeom prst="rect">
            <a:avLst/>
          </a:prstGeom>
          <a:solidFill>
            <a:srgbClr val="D8D8D8"/>
          </a:solid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9" name="Google Shape;5879;p43"/>
          <p:cNvSpPr/>
          <p:nvPr/>
        </p:nvSpPr>
        <p:spPr>
          <a:xfrm>
            <a:off x="3689197" y="1759196"/>
            <a:ext cx="2095500" cy="604837"/>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0" name="Google Shape;5880;p43"/>
          <p:cNvSpPr txBox="1"/>
          <p:nvPr/>
        </p:nvSpPr>
        <p:spPr>
          <a:xfrm>
            <a:off x="3812415" y="1866181"/>
            <a:ext cx="1863725"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routing algorithm</a:t>
            </a:r>
            <a:endParaRPr/>
          </a:p>
        </p:txBody>
      </p:sp>
      <p:sp>
        <p:nvSpPr>
          <p:cNvPr id="5881" name="Google Shape;5881;p43"/>
          <p:cNvSpPr/>
          <p:nvPr/>
        </p:nvSpPr>
        <p:spPr>
          <a:xfrm>
            <a:off x="3743172" y="2586219"/>
            <a:ext cx="2005013" cy="1357378"/>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2" name="Google Shape;5882;p43"/>
          <p:cNvSpPr txBox="1"/>
          <p:nvPr/>
        </p:nvSpPr>
        <p:spPr>
          <a:xfrm>
            <a:off x="3706660" y="2864096"/>
            <a:ext cx="12128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header value</a:t>
            </a:r>
            <a:endParaRPr/>
          </a:p>
        </p:txBody>
      </p:sp>
      <p:sp>
        <p:nvSpPr>
          <p:cNvPr id="5883" name="Google Shape;5883;p43"/>
          <p:cNvSpPr txBox="1"/>
          <p:nvPr/>
        </p:nvSpPr>
        <p:spPr>
          <a:xfrm>
            <a:off x="4773460" y="2865683"/>
            <a:ext cx="104140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output link</a:t>
            </a:r>
            <a:endParaRPr/>
          </a:p>
        </p:txBody>
      </p:sp>
      <p:cxnSp>
        <p:nvCxnSpPr>
          <p:cNvPr id="5884" name="Google Shape;5884;p43"/>
          <p:cNvCxnSpPr/>
          <p:nvPr/>
        </p:nvCxnSpPr>
        <p:spPr>
          <a:xfrm>
            <a:off x="4871885" y="2876796"/>
            <a:ext cx="7937" cy="1066800"/>
          </a:xfrm>
          <a:prstGeom prst="straightConnector1">
            <a:avLst/>
          </a:prstGeom>
          <a:noFill/>
          <a:ln cap="flat" cmpd="sng" w="9525">
            <a:solidFill>
              <a:srgbClr val="000000"/>
            </a:solidFill>
            <a:prstDash val="solid"/>
            <a:round/>
            <a:headEnd len="med" w="med" type="none"/>
            <a:tailEnd len="med" w="med" type="none"/>
          </a:ln>
        </p:spPr>
      </p:cxnSp>
      <p:sp>
        <p:nvSpPr>
          <p:cNvPr id="5885" name="Google Shape;5885;p43"/>
          <p:cNvSpPr txBox="1"/>
          <p:nvPr/>
        </p:nvSpPr>
        <p:spPr>
          <a:xfrm>
            <a:off x="4362297" y="3148258"/>
            <a:ext cx="520700" cy="82232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0100</a:t>
            </a:r>
            <a:endParaRPr/>
          </a:p>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0101</a:t>
            </a:r>
            <a:endParaRPr/>
          </a:p>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0111</a:t>
            </a:r>
            <a:endParaRPr/>
          </a:p>
          <a:p>
            <a:pPr indent="0" lvl="0" marL="0" marR="0" rtl="0" algn="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1001</a:t>
            </a:r>
            <a:endParaRPr/>
          </a:p>
        </p:txBody>
      </p:sp>
      <p:sp>
        <p:nvSpPr>
          <p:cNvPr id="5886" name="Google Shape;5886;p43"/>
          <p:cNvSpPr txBox="1"/>
          <p:nvPr/>
        </p:nvSpPr>
        <p:spPr>
          <a:xfrm>
            <a:off x="4887760" y="3148258"/>
            <a:ext cx="268287" cy="8223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3</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2</a:t>
            </a:r>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a:t>
            </a:r>
            <a:endParaRPr/>
          </a:p>
        </p:txBody>
      </p:sp>
      <p:cxnSp>
        <p:nvCxnSpPr>
          <p:cNvPr id="5887" name="Google Shape;5887;p43"/>
          <p:cNvCxnSpPr/>
          <p:nvPr/>
        </p:nvCxnSpPr>
        <p:spPr>
          <a:xfrm>
            <a:off x="3743172" y="3133971"/>
            <a:ext cx="2006600" cy="0"/>
          </a:xfrm>
          <a:prstGeom prst="straightConnector1">
            <a:avLst/>
          </a:prstGeom>
          <a:noFill/>
          <a:ln cap="flat" cmpd="sng" w="9525">
            <a:solidFill>
              <a:srgbClr val="000000"/>
            </a:solidFill>
            <a:prstDash val="solid"/>
            <a:round/>
            <a:headEnd len="med" w="med" type="none"/>
            <a:tailEnd len="med" w="med" type="none"/>
          </a:ln>
        </p:spPr>
      </p:cxnSp>
      <p:cxnSp>
        <p:nvCxnSpPr>
          <p:cNvPr id="5888" name="Google Shape;5888;p43"/>
          <p:cNvCxnSpPr/>
          <p:nvPr/>
        </p:nvCxnSpPr>
        <p:spPr>
          <a:xfrm>
            <a:off x="3735235" y="2886321"/>
            <a:ext cx="2006600" cy="0"/>
          </a:xfrm>
          <a:prstGeom prst="straightConnector1">
            <a:avLst/>
          </a:prstGeom>
          <a:noFill/>
          <a:ln cap="flat" cmpd="sng" w="9525">
            <a:solidFill>
              <a:srgbClr val="000000"/>
            </a:solidFill>
            <a:prstDash val="solid"/>
            <a:round/>
            <a:headEnd len="med" w="med" type="none"/>
            <a:tailEnd len="med" w="med" type="none"/>
          </a:ln>
        </p:spPr>
      </p:cxnSp>
      <p:sp>
        <p:nvSpPr>
          <p:cNvPr id="5889" name="Google Shape;5889;p43"/>
          <p:cNvSpPr txBox="1"/>
          <p:nvPr/>
        </p:nvSpPr>
        <p:spPr>
          <a:xfrm>
            <a:off x="8430283" y="1824271"/>
            <a:ext cx="3555414" cy="3006243"/>
          </a:xfrm>
          <a:prstGeom prst="rect">
            <a:avLst/>
          </a:prstGeom>
          <a:noFill/>
          <a:ln>
            <a:noFill/>
          </a:ln>
        </p:spPr>
        <p:txBody>
          <a:bodyPr anchorCtr="0" anchor="t" bIns="45700" lIns="91425" spcFirstLastPara="1" rIns="91425" wrap="square" tIns="45700">
            <a:normAutofit/>
          </a:bodyPr>
          <a:lstStyle/>
          <a:p>
            <a:pPr indent="0" lvl="0" marL="11113" marR="0" rtl="0" algn="l">
              <a:lnSpc>
                <a:spcPct val="90000"/>
              </a:lnSpc>
              <a:spcBef>
                <a:spcPts val="0"/>
              </a:spcBef>
              <a:spcAft>
                <a:spcPts val="0"/>
              </a:spcAft>
              <a:buClr>
                <a:srgbClr val="0000A3"/>
              </a:buClr>
              <a:buSzPts val="3000"/>
              <a:buFont typeface="Noto Sans Symbols"/>
              <a:buNone/>
            </a:pPr>
            <a:r>
              <a:rPr i="1" lang="en-US" sz="3000">
                <a:solidFill>
                  <a:srgbClr val="C00000"/>
                </a:solidFill>
                <a:latin typeface="Calibri"/>
                <a:ea typeface="Calibri"/>
                <a:cs typeface="Calibri"/>
                <a:sym typeface="Calibri"/>
              </a:rPr>
              <a:t>Routing: </a:t>
            </a:r>
            <a:endParaRPr/>
          </a:p>
          <a:p>
            <a:pPr indent="-285750" lvl="0" marL="400050" marR="0" rtl="0" algn="l">
              <a:lnSpc>
                <a:spcPct val="90000"/>
              </a:lnSpc>
              <a:spcBef>
                <a:spcPts val="1000"/>
              </a:spcBef>
              <a:spcAft>
                <a:spcPts val="0"/>
              </a:spcAft>
              <a:buClr>
                <a:srgbClr val="0000A3"/>
              </a:buClr>
              <a:buSzPts val="2800"/>
              <a:buFont typeface="Noto Sans Symbols"/>
              <a:buChar char="▪"/>
            </a:pPr>
            <a:r>
              <a:rPr i="1" lang="en-US" sz="2800">
                <a:solidFill>
                  <a:srgbClr val="C00000"/>
                </a:solidFill>
                <a:latin typeface="Calibri"/>
                <a:ea typeface="Calibri"/>
                <a:cs typeface="Calibri"/>
                <a:sym typeface="Calibri"/>
              </a:rPr>
              <a:t>global</a:t>
            </a:r>
            <a:r>
              <a:rPr lang="en-US" sz="2800">
                <a:solidFill>
                  <a:schemeClr val="dk1"/>
                </a:solidFill>
                <a:latin typeface="Calibri"/>
                <a:ea typeface="Calibri"/>
                <a:cs typeface="Calibri"/>
                <a:sym typeface="Calibri"/>
              </a:rPr>
              <a:t> action: determine source-destination paths taken by packets</a:t>
            </a:r>
            <a:endParaRPr/>
          </a:p>
          <a:p>
            <a:pPr indent="-285750" lvl="0" marL="400050"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routing algorithms</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grpSp>
        <p:nvGrpSpPr>
          <p:cNvPr id="5890" name="Google Shape;5890;p43"/>
          <p:cNvGrpSpPr/>
          <p:nvPr/>
        </p:nvGrpSpPr>
        <p:grpSpPr>
          <a:xfrm>
            <a:off x="7049868" y="4738514"/>
            <a:ext cx="578032" cy="285706"/>
            <a:chOff x="7493876" y="2774731"/>
            <a:chExt cx="1481958" cy="894622"/>
          </a:xfrm>
        </p:grpSpPr>
        <p:sp>
          <p:nvSpPr>
            <p:cNvPr id="5891" name="Google Shape;5891;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892" name="Google Shape;5892;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893" name="Google Shape;5893;p43"/>
            <p:cNvGrpSpPr/>
            <p:nvPr/>
          </p:nvGrpSpPr>
          <p:grpSpPr>
            <a:xfrm>
              <a:off x="7713663" y="2848339"/>
              <a:ext cx="1042107" cy="425543"/>
              <a:chOff x="7786941" y="2884917"/>
              <a:chExt cx="897649" cy="353919"/>
            </a:xfrm>
          </p:grpSpPr>
          <p:sp>
            <p:nvSpPr>
              <p:cNvPr id="5894" name="Google Shape;5894;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95" name="Google Shape;5895;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96" name="Google Shape;5896;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97" name="Google Shape;5897;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898" name="Google Shape;5898;p43"/>
          <p:cNvGrpSpPr/>
          <p:nvPr/>
        </p:nvGrpSpPr>
        <p:grpSpPr>
          <a:xfrm>
            <a:off x="6681740" y="5392274"/>
            <a:ext cx="578032" cy="285706"/>
            <a:chOff x="7493876" y="2774731"/>
            <a:chExt cx="1481958" cy="894622"/>
          </a:xfrm>
        </p:grpSpPr>
        <p:sp>
          <p:nvSpPr>
            <p:cNvPr id="5899" name="Google Shape;5899;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900" name="Google Shape;5900;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901" name="Google Shape;5901;p43"/>
            <p:cNvGrpSpPr/>
            <p:nvPr/>
          </p:nvGrpSpPr>
          <p:grpSpPr>
            <a:xfrm>
              <a:off x="7713663" y="2848339"/>
              <a:ext cx="1042107" cy="425543"/>
              <a:chOff x="7786941" y="2884917"/>
              <a:chExt cx="897649" cy="353919"/>
            </a:xfrm>
          </p:grpSpPr>
          <p:sp>
            <p:nvSpPr>
              <p:cNvPr id="5902" name="Google Shape;5902;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03" name="Google Shape;5903;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04" name="Google Shape;5904;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05" name="Google Shape;5905;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906" name="Google Shape;5906;p43"/>
          <p:cNvGrpSpPr/>
          <p:nvPr/>
        </p:nvGrpSpPr>
        <p:grpSpPr>
          <a:xfrm>
            <a:off x="5525266" y="5343605"/>
            <a:ext cx="578032" cy="285706"/>
            <a:chOff x="7493876" y="2774731"/>
            <a:chExt cx="1481958" cy="894622"/>
          </a:xfrm>
        </p:grpSpPr>
        <p:sp>
          <p:nvSpPr>
            <p:cNvPr id="5907" name="Google Shape;5907;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908" name="Google Shape;5908;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909" name="Google Shape;5909;p43"/>
            <p:cNvGrpSpPr/>
            <p:nvPr/>
          </p:nvGrpSpPr>
          <p:grpSpPr>
            <a:xfrm>
              <a:off x="7713663" y="2848339"/>
              <a:ext cx="1042107" cy="425543"/>
              <a:chOff x="7786941" y="2884917"/>
              <a:chExt cx="897649" cy="353919"/>
            </a:xfrm>
          </p:grpSpPr>
          <p:sp>
            <p:nvSpPr>
              <p:cNvPr id="5910" name="Google Shape;5910;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11" name="Google Shape;5911;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12" name="Google Shape;5912;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13" name="Google Shape;5913;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914" name="Google Shape;5914;p43"/>
          <p:cNvGrpSpPr/>
          <p:nvPr/>
        </p:nvGrpSpPr>
        <p:grpSpPr>
          <a:xfrm>
            <a:off x="6130766" y="4428206"/>
            <a:ext cx="578032" cy="285706"/>
            <a:chOff x="7493876" y="2774731"/>
            <a:chExt cx="1481958" cy="894622"/>
          </a:xfrm>
        </p:grpSpPr>
        <p:sp>
          <p:nvSpPr>
            <p:cNvPr id="5915" name="Google Shape;5915;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916" name="Google Shape;5916;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917" name="Google Shape;5917;p43"/>
            <p:cNvGrpSpPr/>
            <p:nvPr/>
          </p:nvGrpSpPr>
          <p:grpSpPr>
            <a:xfrm>
              <a:off x="7713663" y="2848339"/>
              <a:ext cx="1042107" cy="425543"/>
              <a:chOff x="7786941" y="2884917"/>
              <a:chExt cx="897649" cy="353919"/>
            </a:xfrm>
          </p:grpSpPr>
          <p:sp>
            <p:nvSpPr>
              <p:cNvPr id="5918" name="Google Shape;5918;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19" name="Google Shape;5919;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20" name="Google Shape;5920;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21" name="Google Shape;5921;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922" name="Google Shape;5922;p43"/>
          <p:cNvGrpSpPr/>
          <p:nvPr/>
        </p:nvGrpSpPr>
        <p:grpSpPr>
          <a:xfrm>
            <a:off x="6041427" y="5026045"/>
            <a:ext cx="578032" cy="285706"/>
            <a:chOff x="7493876" y="2774731"/>
            <a:chExt cx="1481958" cy="894622"/>
          </a:xfrm>
        </p:grpSpPr>
        <p:sp>
          <p:nvSpPr>
            <p:cNvPr id="5923" name="Google Shape;5923;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924" name="Google Shape;5924;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925" name="Google Shape;5925;p43"/>
            <p:cNvGrpSpPr/>
            <p:nvPr/>
          </p:nvGrpSpPr>
          <p:grpSpPr>
            <a:xfrm>
              <a:off x="7713663" y="2848339"/>
              <a:ext cx="1042107" cy="425543"/>
              <a:chOff x="7786941" y="2884917"/>
              <a:chExt cx="897649" cy="353919"/>
            </a:xfrm>
          </p:grpSpPr>
          <p:sp>
            <p:nvSpPr>
              <p:cNvPr id="5926" name="Google Shape;5926;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27" name="Google Shape;5927;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28" name="Google Shape;5928;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29" name="Google Shape;5929;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5930" name="Google Shape;5930;p43"/>
          <p:cNvGrpSpPr/>
          <p:nvPr/>
        </p:nvGrpSpPr>
        <p:grpSpPr>
          <a:xfrm>
            <a:off x="5094748" y="4736342"/>
            <a:ext cx="578032" cy="285706"/>
            <a:chOff x="7493876" y="2774731"/>
            <a:chExt cx="1481958" cy="894622"/>
          </a:xfrm>
        </p:grpSpPr>
        <p:sp>
          <p:nvSpPr>
            <p:cNvPr id="5931" name="Google Shape;5931;p4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5932" name="Google Shape;5932;p4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5933" name="Google Shape;5933;p43"/>
            <p:cNvGrpSpPr/>
            <p:nvPr/>
          </p:nvGrpSpPr>
          <p:grpSpPr>
            <a:xfrm>
              <a:off x="7713663" y="2848339"/>
              <a:ext cx="1042107" cy="425543"/>
              <a:chOff x="7786941" y="2884917"/>
              <a:chExt cx="897649" cy="353919"/>
            </a:xfrm>
          </p:grpSpPr>
          <p:sp>
            <p:nvSpPr>
              <p:cNvPr id="5934" name="Google Shape;5934;p4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35" name="Google Shape;5935;p4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36" name="Google Shape;5936;p4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37" name="Google Shape;5937;p4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5938" name="Google Shape;5938;p43"/>
          <p:cNvSpPr/>
          <p:nvPr/>
        </p:nvSpPr>
        <p:spPr>
          <a:xfrm>
            <a:off x="4869344" y="4824326"/>
            <a:ext cx="1041867" cy="336451"/>
          </a:xfrm>
          <a:custGeom>
            <a:rect b="b" l="l" r="r" t="t"/>
            <a:pathLst>
              <a:path extrusionOk="0" h="14797" w="10844">
                <a:moveTo>
                  <a:pt x="0" y="14797"/>
                </a:moveTo>
                <a:cubicBezTo>
                  <a:pt x="2168" y="9517"/>
                  <a:pt x="5654" y="-1331"/>
                  <a:pt x="7042" y="135"/>
                </a:cubicBezTo>
                <a:cubicBezTo>
                  <a:pt x="8563" y="1950"/>
                  <a:pt x="9984" y="6698"/>
                  <a:pt x="10844" y="9978"/>
                </a:cubicBezTo>
              </a:path>
            </a:pathLst>
          </a:custGeom>
          <a:noFill/>
          <a:ln cap="flat" cmpd="sng" w="5715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5939" name="Google Shape;5939;p43"/>
          <p:cNvSpPr txBox="1"/>
          <p:nvPr/>
        </p:nvSpPr>
        <p:spPr>
          <a:xfrm>
            <a:off x="3671421" y="2588130"/>
            <a:ext cx="2181852"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Calibri"/>
              <a:buNone/>
            </a:pPr>
            <a:r>
              <a:rPr lang="en-US" sz="1600">
                <a:solidFill>
                  <a:srgbClr val="000000"/>
                </a:solidFill>
                <a:latin typeface="Calibri"/>
                <a:ea typeface="Calibri"/>
                <a:cs typeface="Calibri"/>
                <a:sym typeface="Calibri"/>
              </a:rPr>
              <a:t>l</a:t>
            </a:r>
            <a:r>
              <a:rPr b="0" i="0" lang="en-US" sz="1600" u="none" cap="none" strike="noStrike">
                <a:solidFill>
                  <a:srgbClr val="000000"/>
                </a:solidFill>
                <a:latin typeface="Calibri"/>
                <a:ea typeface="Calibri"/>
                <a:cs typeface="Calibri"/>
                <a:sym typeface="Calibri"/>
              </a:rPr>
              <a:t>ocal forwarding table</a:t>
            </a:r>
            <a:endParaRPr/>
          </a:p>
        </p:txBody>
      </p:sp>
      <p:cxnSp>
        <p:nvCxnSpPr>
          <p:cNvPr id="5940" name="Google Shape;5940;p43"/>
          <p:cNvCxnSpPr/>
          <p:nvPr/>
        </p:nvCxnSpPr>
        <p:spPr>
          <a:xfrm>
            <a:off x="2389758" y="2757407"/>
            <a:ext cx="1281663" cy="0"/>
          </a:xfrm>
          <a:prstGeom prst="straightConnector1">
            <a:avLst/>
          </a:prstGeom>
          <a:noFill/>
          <a:ln cap="flat" cmpd="sng" w="19050">
            <a:solidFill>
              <a:srgbClr val="C00000"/>
            </a:solidFill>
            <a:prstDash val="solid"/>
            <a:round/>
            <a:headEnd len="med" w="med" type="none"/>
            <a:tailEnd len="med" w="med" type="none"/>
          </a:ln>
        </p:spPr>
      </p:cxnSp>
      <p:grpSp>
        <p:nvGrpSpPr>
          <p:cNvPr id="5941" name="Google Shape;5941;p43"/>
          <p:cNvGrpSpPr/>
          <p:nvPr/>
        </p:nvGrpSpPr>
        <p:grpSpPr>
          <a:xfrm>
            <a:off x="3744796" y="2580320"/>
            <a:ext cx="2017520" cy="338554"/>
            <a:chOff x="6181202" y="4326532"/>
            <a:chExt cx="2017520" cy="338554"/>
          </a:xfrm>
        </p:grpSpPr>
        <p:sp>
          <p:nvSpPr>
            <p:cNvPr id="5942" name="Google Shape;5942;p43"/>
            <p:cNvSpPr/>
            <p:nvPr/>
          </p:nvSpPr>
          <p:spPr>
            <a:xfrm>
              <a:off x="6192122" y="4338108"/>
              <a:ext cx="2006600" cy="295974"/>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43" name="Google Shape;5943;p43"/>
            <p:cNvSpPr txBox="1"/>
            <p:nvPr/>
          </p:nvSpPr>
          <p:spPr>
            <a:xfrm>
              <a:off x="6181202" y="4326532"/>
              <a:ext cx="200567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local forwarding table</a:t>
              </a:r>
              <a:endParaRPr/>
            </a:p>
          </p:txBody>
        </p:sp>
      </p:grpSp>
      <p:grpSp>
        <p:nvGrpSpPr>
          <p:cNvPr id="5944" name="Google Shape;5944;p43"/>
          <p:cNvGrpSpPr/>
          <p:nvPr/>
        </p:nvGrpSpPr>
        <p:grpSpPr>
          <a:xfrm>
            <a:off x="3689197" y="1759195"/>
            <a:ext cx="2095500" cy="604837"/>
            <a:chOff x="3839579" y="1912090"/>
            <a:chExt cx="2095500" cy="604837"/>
          </a:xfrm>
        </p:grpSpPr>
        <p:sp>
          <p:nvSpPr>
            <p:cNvPr id="5945" name="Google Shape;5945;p43"/>
            <p:cNvSpPr/>
            <p:nvPr/>
          </p:nvSpPr>
          <p:spPr>
            <a:xfrm>
              <a:off x="3839579" y="1912090"/>
              <a:ext cx="2095500" cy="60483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946" name="Google Shape;5946;p43"/>
            <p:cNvSpPr txBox="1"/>
            <p:nvPr/>
          </p:nvSpPr>
          <p:spPr>
            <a:xfrm>
              <a:off x="3964815" y="2018581"/>
              <a:ext cx="1863725"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routing algorithm</a:t>
              </a:r>
              <a:endParaRPr/>
            </a:p>
          </p:txBody>
        </p:sp>
      </p:grpSp>
      <p:sp>
        <p:nvSpPr>
          <p:cNvPr id="5947" name="Google Shape;5947;p43"/>
          <p:cNvSpPr/>
          <p:nvPr/>
        </p:nvSpPr>
        <p:spPr>
          <a:xfrm rot="5400000">
            <a:off x="4641697" y="2356096"/>
            <a:ext cx="241300" cy="273050"/>
          </a:xfrm>
          <a:prstGeom prst="rightArrow">
            <a:avLst>
              <a:gd fmla="val 51167" name="adj1"/>
              <a:gd fmla="val 39736" name="adj2"/>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5948" name="Google Shape;5948;p43"/>
          <p:cNvGrpSpPr/>
          <p:nvPr/>
        </p:nvGrpSpPr>
        <p:grpSpPr>
          <a:xfrm>
            <a:off x="5679271" y="3642935"/>
            <a:ext cx="2210121" cy="2467075"/>
            <a:chOff x="5679271" y="3642935"/>
            <a:chExt cx="2210121" cy="2467075"/>
          </a:xfrm>
        </p:grpSpPr>
        <p:sp>
          <p:nvSpPr>
            <p:cNvPr id="5949" name="Google Shape;5949;p43"/>
            <p:cNvSpPr/>
            <p:nvPr/>
          </p:nvSpPr>
          <p:spPr>
            <a:xfrm>
              <a:off x="7044350" y="5992553"/>
              <a:ext cx="498632" cy="11745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50" name="Google Shape;5950;p43"/>
            <p:cNvSpPr/>
            <p:nvPr/>
          </p:nvSpPr>
          <p:spPr>
            <a:xfrm>
              <a:off x="6344311" y="5792457"/>
              <a:ext cx="498632" cy="11745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51" name="Google Shape;5951;p43"/>
            <p:cNvSpPr/>
            <p:nvPr/>
          </p:nvSpPr>
          <p:spPr>
            <a:xfrm>
              <a:off x="5679271" y="5968768"/>
              <a:ext cx="498632" cy="11745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52" name="Google Shape;5952;p43"/>
            <p:cNvSpPr/>
            <p:nvPr/>
          </p:nvSpPr>
          <p:spPr>
            <a:xfrm>
              <a:off x="7390760" y="3969843"/>
              <a:ext cx="498632" cy="11745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53" name="Google Shape;5953;p43"/>
            <p:cNvSpPr/>
            <p:nvPr/>
          </p:nvSpPr>
          <p:spPr>
            <a:xfrm>
              <a:off x="6395551" y="3642935"/>
              <a:ext cx="498632" cy="117457"/>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5954" name="Google Shape;5954;p43"/>
          <p:cNvSpPr/>
          <p:nvPr/>
        </p:nvSpPr>
        <p:spPr>
          <a:xfrm>
            <a:off x="5748185" y="4775202"/>
            <a:ext cx="2423480" cy="399173"/>
          </a:xfrm>
          <a:custGeom>
            <a:rect b="b" l="l" r="r" t="t"/>
            <a:pathLst>
              <a:path extrusionOk="0" h="399173" w="2423480">
                <a:moveTo>
                  <a:pt x="0" y="142112"/>
                </a:moveTo>
                <a:cubicBezTo>
                  <a:pt x="175313" y="277993"/>
                  <a:pt x="350627" y="413874"/>
                  <a:pt x="613863" y="397888"/>
                </a:cubicBezTo>
                <a:cubicBezTo>
                  <a:pt x="877099" y="381902"/>
                  <a:pt x="1277816" y="112272"/>
                  <a:pt x="1579419" y="46196"/>
                </a:cubicBezTo>
                <a:cubicBezTo>
                  <a:pt x="1881022" y="-19880"/>
                  <a:pt x="2065394" y="5697"/>
                  <a:pt x="2423480" y="1434"/>
                </a:cubicBezTo>
              </a:path>
            </a:pathLst>
          </a:custGeom>
          <a:noFill/>
          <a:ln cap="flat" cmpd="sng" w="444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955" name="Google Shape;5955;p43"/>
          <p:cNvGrpSpPr/>
          <p:nvPr/>
        </p:nvGrpSpPr>
        <p:grpSpPr>
          <a:xfrm>
            <a:off x="5600948" y="2059197"/>
            <a:ext cx="2852523" cy="3990388"/>
            <a:chOff x="5600948" y="2059197"/>
            <a:chExt cx="2852523" cy="3990388"/>
          </a:xfrm>
        </p:grpSpPr>
        <p:cxnSp>
          <p:nvCxnSpPr>
            <p:cNvPr id="5956" name="Google Shape;5956;p43"/>
            <p:cNvCxnSpPr/>
            <p:nvPr/>
          </p:nvCxnSpPr>
          <p:spPr>
            <a:xfrm rot="10800000">
              <a:off x="5600948" y="2062812"/>
              <a:ext cx="2852523" cy="0"/>
            </a:xfrm>
            <a:prstGeom prst="straightConnector1">
              <a:avLst/>
            </a:prstGeom>
            <a:noFill/>
            <a:ln cap="flat" cmpd="sng" w="19050">
              <a:solidFill>
                <a:srgbClr val="C00000"/>
              </a:solidFill>
              <a:prstDash val="solid"/>
              <a:round/>
              <a:headEnd len="med" w="med" type="none"/>
              <a:tailEnd len="med" w="med" type="none"/>
            </a:ln>
          </p:spPr>
        </p:cxnSp>
        <p:cxnSp>
          <p:nvCxnSpPr>
            <p:cNvPr id="5957" name="Google Shape;5957;p43"/>
            <p:cNvCxnSpPr>
              <a:endCxn id="5840" idx="0"/>
            </p:cNvCxnSpPr>
            <p:nvPr/>
          </p:nvCxnSpPr>
          <p:spPr>
            <a:xfrm flipH="1">
              <a:off x="6643279" y="2072424"/>
              <a:ext cx="1782000" cy="1569300"/>
            </a:xfrm>
            <a:prstGeom prst="straightConnector1">
              <a:avLst/>
            </a:prstGeom>
            <a:noFill/>
            <a:ln cap="flat" cmpd="sng" w="19050">
              <a:solidFill>
                <a:srgbClr val="C00000"/>
              </a:solidFill>
              <a:prstDash val="solid"/>
              <a:round/>
              <a:headEnd len="med" w="med" type="none"/>
              <a:tailEnd len="med" w="med" type="none"/>
            </a:ln>
          </p:spPr>
        </p:cxnSp>
        <p:cxnSp>
          <p:nvCxnSpPr>
            <p:cNvPr id="5958" name="Google Shape;5958;p43"/>
            <p:cNvCxnSpPr>
              <a:endCxn id="5848" idx="0"/>
            </p:cNvCxnSpPr>
            <p:nvPr/>
          </p:nvCxnSpPr>
          <p:spPr>
            <a:xfrm flipH="1">
              <a:off x="7640094" y="2059197"/>
              <a:ext cx="802800" cy="1908600"/>
            </a:xfrm>
            <a:prstGeom prst="straightConnector1">
              <a:avLst/>
            </a:prstGeom>
            <a:noFill/>
            <a:ln cap="flat" cmpd="sng" w="19050">
              <a:solidFill>
                <a:srgbClr val="C00000"/>
              </a:solidFill>
              <a:prstDash val="solid"/>
              <a:round/>
              <a:headEnd len="med" w="med" type="none"/>
              <a:tailEnd len="med" w="med" type="none"/>
            </a:ln>
          </p:spPr>
        </p:cxnSp>
        <p:grpSp>
          <p:nvGrpSpPr>
            <p:cNvPr id="5959" name="Google Shape;5959;p43"/>
            <p:cNvGrpSpPr/>
            <p:nvPr/>
          </p:nvGrpSpPr>
          <p:grpSpPr>
            <a:xfrm>
              <a:off x="6178887" y="2060294"/>
              <a:ext cx="2270632" cy="3989291"/>
              <a:chOff x="6178887" y="2060294"/>
              <a:chExt cx="2270632" cy="3989291"/>
            </a:xfrm>
          </p:grpSpPr>
          <p:sp>
            <p:nvSpPr>
              <p:cNvPr id="5960" name="Google Shape;5960;p43"/>
              <p:cNvSpPr/>
              <p:nvPr/>
            </p:nvSpPr>
            <p:spPr>
              <a:xfrm>
                <a:off x="6852213" y="2060294"/>
                <a:ext cx="1597306" cy="3796496"/>
              </a:xfrm>
              <a:custGeom>
                <a:rect b="b" l="l" r="r" t="t"/>
                <a:pathLst>
                  <a:path extrusionOk="0" h="3796496" w="1597306">
                    <a:moveTo>
                      <a:pt x="1597306" y="0"/>
                    </a:moveTo>
                    <a:lnTo>
                      <a:pt x="925974" y="3784921"/>
                    </a:lnTo>
                    <a:lnTo>
                      <a:pt x="0" y="3796496"/>
                    </a:lnTo>
                    <a:lnTo>
                      <a:pt x="0" y="3796496"/>
                    </a:lnTo>
                  </a:path>
                </a:pathLst>
              </a:cu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5961" name="Google Shape;5961;p43"/>
              <p:cNvCxnSpPr>
                <a:stCxn id="5960" idx="1"/>
                <a:endCxn id="5855" idx="6"/>
              </p:cNvCxnSpPr>
              <p:nvPr/>
            </p:nvCxnSpPr>
            <p:spPr>
              <a:xfrm flipH="1">
                <a:off x="7535735" y="5845285"/>
                <a:ext cx="242400" cy="204300"/>
              </a:xfrm>
              <a:prstGeom prst="straightConnector1">
                <a:avLst/>
              </a:prstGeom>
              <a:noFill/>
              <a:ln cap="flat" cmpd="sng" w="19050">
                <a:solidFill>
                  <a:srgbClr val="C00000"/>
                </a:solidFill>
                <a:prstDash val="solid"/>
                <a:round/>
                <a:headEnd len="med" w="med" type="none"/>
                <a:tailEnd len="med" w="med" type="none"/>
              </a:ln>
            </p:spPr>
          </p:cxnSp>
          <p:cxnSp>
            <p:nvCxnSpPr>
              <p:cNvPr id="5962" name="Google Shape;5962;p43"/>
              <p:cNvCxnSpPr>
                <a:stCxn id="5960" idx="1"/>
              </p:cNvCxnSpPr>
              <p:nvPr/>
            </p:nvCxnSpPr>
            <p:spPr>
              <a:xfrm flipH="1">
                <a:off x="6178887" y="5845215"/>
                <a:ext cx="1599300" cy="182400"/>
              </a:xfrm>
              <a:prstGeom prst="straightConnector1">
                <a:avLst/>
              </a:prstGeom>
              <a:noFill/>
              <a:ln cap="flat" cmpd="sng" w="19050">
                <a:solidFill>
                  <a:srgbClr val="C00000"/>
                </a:solidFill>
                <a:prstDash val="solid"/>
                <a:round/>
                <a:headEnd len="med" w="med" type="none"/>
                <a:tailEnd len="med" w="med" type="none"/>
              </a:ln>
            </p:spPr>
          </p:cxnSp>
        </p:grpSp>
      </p:grpSp>
      <p:grpSp>
        <p:nvGrpSpPr>
          <p:cNvPr id="5963" name="Google Shape;5963;p43"/>
          <p:cNvGrpSpPr/>
          <p:nvPr/>
        </p:nvGrpSpPr>
        <p:grpSpPr>
          <a:xfrm>
            <a:off x="5698975" y="3819688"/>
            <a:ext cx="2183401" cy="2394971"/>
            <a:chOff x="5698975" y="3819688"/>
            <a:chExt cx="2183401" cy="2394971"/>
          </a:xfrm>
        </p:grpSpPr>
        <p:sp>
          <p:nvSpPr>
            <p:cNvPr id="5964" name="Google Shape;5964;p43"/>
            <p:cNvSpPr/>
            <p:nvPr/>
          </p:nvSpPr>
          <p:spPr>
            <a:xfrm>
              <a:off x="7050700" y="6168940"/>
              <a:ext cx="47640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65" name="Google Shape;5965;p43"/>
            <p:cNvSpPr/>
            <p:nvPr/>
          </p:nvSpPr>
          <p:spPr>
            <a:xfrm>
              <a:off x="6359921" y="5968768"/>
              <a:ext cx="47640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66" name="Google Shape;5966;p43"/>
            <p:cNvSpPr/>
            <p:nvPr/>
          </p:nvSpPr>
          <p:spPr>
            <a:xfrm>
              <a:off x="5698975" y="6141541"/>
              <a:ext cx="47640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67" name="Google Shape;5967;p43"/>
            <p:cNvSpPr/>
            <p:nvPr/>
          </p:nvSpPr>
          <p:spPr>
            <a:xfrm>
              <a:off x="7405975" y="4146032"/>
              <a:ext cx="47640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68" name="Google Shape;5968;p43"/>
            <p:cNvSpPr/>
            <p:nvPr/>
          </p:nvSpPr>
          <p:spPr>
            <a:xfrm>
              <a:off x="6407517" y="3819688"/>
              <a:ext cx="476401" cy="45719"/>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41"/>
                                        </p:tgtEl>
                                        <p:attrNameLst>
                                          <p:attrName>style.visibility</p:attrName>
                                        </p:attrNameLst>
                                      </p:cBhvr>
                                      <p:to>
                                        <p:strVal val="visible"/>
                                      </p:to>
                                    </p:set>
                                    <p:animEffect filter="fade" transition="in">
                                      <p:cBhvr>
                                        <p:cTn dur="500"/>
                                        <p:tgtEl>
                                          <p:spTgt spid="5941"/>
                                        </p:tgtEl>
                                      </p:cBhvr>
                                    </p:animEffect>
                                  </p:childTnLst>
                                </p:cTn>
                              </p:par>
                              <p:par>
                                <p:cTn fill="hold" nodeType="withEffect" presetClass="entr" presetID="10" presetSubtype="0">
                                  <p:stCondLst>
                                    <p:cond delay="0"/>
                                  </p:stCondLst>
                                  <p:childTnLst>
                                    <p:set>
                                      <p:cBhvr>
                                        <p:cTn dur="1" fill="hold">
                                          <p:stCondLst>
                                            <p:cond delay="0"/>
                                          </p:stCondLst>
                                        </p:cTn>
                                        <p:tgtEl>
                                          <p:spTgt spid="5940"/>
                                        </p:tgtEl>
                                        <p:attrNameLst>
                                          <p:attrName>style.visibility</p:attrName>
                                        </p:attrNameLst>
                                      </p:cBhvr>
                                      <p:to>
                                        <p:strVal val="visible"/>
                                      </p:to>
                                    </p:set>
                                    <p:animEffect filter="fade" transition="in">
                                      <p:cBhvr>
                                        <p:cTn dur="500"/>
                                        <p:tgtEl>
                                          <p:spTgt spid="5940"/>
                                        </p:tgtEl>
                                      </p:cBhvr>
                                    </p:animEffect>
                                  </p:childTnLst>
                                </p:cTn>
                              </p:par>
                              <p:par>
                                <p:cTn fill="hold" nodeType="withEffect" presetClass="entr" presetID="10" presetSubtype="0">
                                  <p:stCondLst>
                                    <p:cond delay="0"/>
                                  </p:stCondLst>
                                  <p:childTnLst>
                                    <p:set>
                                      <p:cBhvr>
                                        <p:cTn dur="1" fill="hold">
                                          <p:stCondLst>
                                            <p:cond delay="0"/>
                                          </p:stCondLst>
                                        </p:cTn>
                                        <p:tgtEl>
                                          <p:spTgt spid="5813">
                                            <p:txEl>
                                              <p:pRg end="0" st="0"/>
                                            </p:txEl>
                                          </p:spTgt>
                                        </p:tgtEl>
                                        <p:attrNameLst>
                                          <p:attrName>style.visibility</p:attrName>
                                        </p:attrNameLst>
                                      </p:cBhvr>
                                      <p:to>
                                        <p:strVal val="visible"/>
                                      </p:to>
                                    </p:set>
                                    <p:animEffect filter="fade" transition="in">
                                      <p:cBhvr>
                                        <p:cTn dur="500"/>
                                        <p:tgtEl>
                                          <p:spTgt spid="581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813">
                                            <p:txEl>
                                              <p:pRg end="1" st="1"/>
                                            </p:txEl>
                                          </p:spTgt>
                                        </p:tgtEl>
                                        <p:attrNameLst>
                                          <p:attrName>style.visibility</p:attrName>
                                        </p:attrNameLst>
                                      </p:cBhvr>
                                      <p:to>
                                        <p:strVal val="visible"/>
                                      </p:to>
                                    </p:set>
                                    <p:animEffect filter="fade" transition="in">
                                      <p:cBhvr>
                                        <p:cTn dur="500"/>
                                        <p:tgtEl>
                                          <p:spTgt spid="581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813">
                                            <p:txEl>
                                              <p:pRg end="2" st="2"/>
                                            </p:txEl>
                                          </p:spTgt>
                                        </p:tgtEl>
                                        <p:attrNameLst>
                                          <p:attrName>style.visibility</p:attrName>
                                        </p:attrNameLst>
                                      </p:cBhvr>
                                      <p:to>
                                        <p:strVal val="visible"/>
                                      </p:to>
                                    </p:set>
                                    <p:animEffect filter="fade" transition="in">
                                      <p:cBhvr>
                                        <p:cTn dur="500"/>
                                        <p:tgtEl>
                                          <p:spTgt spid="581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5938"/>
                                        </p:tgtEl>
                                        <p:attrNameLst>
                                          <p:attrName>style.visibility</p:attrName>
                                        </p:attrNameLst>
                                      </p:cBhvr>
                                      <p:to>
                                        <p:strVal val="visible"/>
                                      </p:to>
                                    </p:set>
                                    <p:animEffect filter="fade" transition="in">
                                      <p:cBhvr>
                                        <p:cTn dur="500"/>
                                        <p:tgtEl>
                                          <p:spTgt spid="5938"/>
                                        </p:tgtEl>
                                      </p:cBhvr>
                                    </p:animEffect>
                                  </p:childTnLst>
                                </p:cTn>
                              </p:par>
                              <p:par>
                                <p:cTn fill="hold" nodeType="withEffect" presetClass="entr" presetID="10" presetSubtype="0">
                                  <p:stCondLst>
                                    <p:cond delay="0"/>
                                  </p:stCondLst>
                                  <p:childTnLst>
                                    <p:set>
                                      <p:cBhvr>
                                        <p:cTn dur="1" fill="hold">
                                          <p:stCondLst>
                                            <p:cond delay="0"/>
                                          </p:stCondLst>
                                        </p:cTn>
                                        <p:tgtEl>
                                          <p:spTgt spid="5963"/>
                                        </p:tgtEl>
                                        <p:attrNameLst>
                                          <p:attrName>style.visibility</p:attrName>
                                        </p:attrNameLst>
                                      </p:cBhvr>
                                      <p:to>
                                        <p:strVal val="visible"/>
                                      </p:to>
                                    </p:set>
                                    <p:animEffect filter="fade" transition="in">
                                      <p:cBhvr>
                                        <p:cTn dur="500"/>
                                        <p:tgtEl>
                                          <p:spTgt spid="59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941"/>
                                        </p:tgtEl>
                                      </p:cBhvr>
                                    </p:animEffect>
                                    <p:set>
                                      <p:cBhvr>
                                        <p:cTn dur="1" fill="hold">
                                          <p:stCondLst>
                                            <p:cond delay="500"/>
                                          </p:stCondLst>
                                        </p:cTn>
                                        <p:tgtEl>
                                          <p:spTgt spid="594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963"/>
                                        </p:tgtEl>
                                      </p:cBhvr>
                                    </p:animEffect>
                                    <p:set>
                                      <p:cBhvr>
                                        <p:cTn dur="1" fill="hold">
                                          <p:stCondLst>
                                            <p:cond delay="500"/>
                                          </p:stCondLst>
                                        </p:cTn>
                                        <p:tgtEl>
                                          <p:spTgt spid="596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944"/>
                                        </p:tgtEl>
                                        <p:attrNameLst>
                                          <p:attrName>style.visibility</p:attrName>
                                        </p:attrNameLst>
                                      </p:cBhvr>
                                      <p:to>
                                        <p:strVal val="visible"/>
                                      </p:to>
                                    </p:set>
                                    <p:animEffect filter="fade" transition="in">
                                      <p:cBhvr>
                                        <p:cTn dur="500"/>
                                        <p:tgtEl>
                                          <p:spTgt spid="5944"/>
                                        </p:tgtEl>
                                      </p:cBhvr>
                                    </p:animEffect>
                                  </p:childTnLst>
                                </p:cTn>
                              </p:par>
                              <p:par>
                                <p:cTn fill="hold" nodeType="withEffect" presetClass="entr" presetID="10" presetSubtype="0">
                                  <p:stCondLst>
                                    <p:cond delay="0"/>
                                  </p:stCondLst>
                                  <p:childTnLst>
                                    <p:set>
                                      <p:cBhvr>
                                        <p:cTn dur="1" fill="hold">
                                          <p:stCondLst>
                                            <p:cond delay="0"/>
                                          </p:stCondLst>
                                        </p:cTn>
                                        <p:tgtEl>
                                          <p:spTgt spid="5955"/>
                                        </p:tgtEl>
                                        <p:attrNameLst>
                                          <p:attrName>style.visibility</p:attrName>
                                        </p:attrNameLst>
                                      </p:cBhvr>
                                      <p:to>
                                        <p:strVal val="visible"/>
                                      </p:to>
                                    </p:set>
                                    <p:animEffect filter="fade" transition="in">
                                      <p:cBhvr>
                                        <p:cTn dur="500"/>
                                        <p:tgtEl>
                                          <p:spTgt spid="5955"/>
                                        </p:tgtEl>
                                      </p:cBhvr>
                                    </p:animEffect>
                                  </p:childTnLst>
                                </p:cTn>
                              </p:par>
                              <p:par>
                                <p:cTn fill="hold" nodeType="withEffect" presetClass="entr" presetID="10" presetSubtype="0">
                                  <p:stCondLst>
                                    <p:cond delay="0"/>
                                  </p:stCondLst>
                                  <p:childTnLst>
                                    <p:set>
                                      <p:cBhvr>
                                        <p:cTn dur="1" fill="hold">
                                          <p:stCondLst>
                                            <p:cond delay="0"/>
                                          </p:stCondLst>
                                        </p:cTn>
                                        <p:tgtEl>
                                          <p:spTgt spid="5889"/>
                                        </p:tgtEl>
                                        <p:attrNameLst>
                                          <p:attrName>style.visibility</p:attrName>
                                        </p:attrNameLst>
                                      </p:cBhvr>
                                      <p:to>
                                        <p:strVal val="visible"/>
                                      </p:to>
                                    </p:set>
                                    <p:animEffect filter="fade" transition="in">
                                      <p:cBhvr>
                                        <p:cTn dur="500"/>
                                        <p:tgtEl>
                                          <p:spTgt spid="5889"/>
                                        </p:tgtEl>
                                      </p:cBhvr>
                                    </p:animEffect>
                                  </p:childTnLst>
                                </p:cTn>
                              </p:par>
                              <p:par>
                                <p:cTn fill="hold" nodeType="withEffect" presetClass="entr" presetID="10" presetSubtype="0">
                                  <p:stCondLst>
                                    <p:cond delay="0"/>
                                  </p:stCondLst>
                                  <p:childTnLst>
                                    <p:set>
                                      <p:cBhvr>
                                        <p:cTn dur="1" fill="hold">
                                          <p:stCondLst>
                                            <p:cond delay="0"/>
                                          </p:stCondLst>
                                        </p:cTn>
                                        <p:tgtEl>
                                          <p:spTgt spid="5948"/>
                                        </p:tgtEl>
                                        <p:attrNameLst>
                                          <p:attrName>style.visibility</p:attrName>
                                        </p:attrNameLst>
                                      </p:cBhvr>
                                      <p:to>
                                        <p:strVal val="visible"/>
                                      </p:to>
                                    </p:set>
                                    <p:animEffect filter="fade" transition="in">
                                      <p:cBhvr>
                                        <p:cTn dur="500"/>
                                        <p:tgtEl>
                                          <p:spTgt spid="5948"/>
                                        </p:tgtEl>
                                      </p:cBhvr>
                                    </p:animEffect>
                                  </p:childTnLst>
                                </p:cTn>
                              </p:par>
                              <p:par>
                                <p:cTn fill="hold" nodeType="withEffect" presetClass="entr" presetID="10" presetSubtype="0">
                                  <p:stCondLst>
                                    <p:cond delay="0"/>
                                  </p:stCondLst>
                                  <p:childTnLst>
                                    <p:set>
                                      <p:cBhvr>
                                        <p:cTn dur="1" fill="hold">
                                          <p:stCondLst>
                                            <p:cond delay="0"/>
                                          </p:stCondLst>
                                        </p:cTn>
                                        <p:tgtEl>
                                          <p:spTgt spid="5954"/>
                                        </p:tgtEl>
                                        <p:attrNameLst>
                                          <p:attrName>style.visibility</p:attrName>
                                        </p:attrNameLst>
                                      </p:cBhvr>
                                      <p:to>
                                        <p:strVal val="visible"/>
                                      </p:to>
                                    </p:set>
                                    <p:animEffect filter="fade" transition="in">
                                      <p:cBhvr>
                                        <p:cTn dur="500"/>
                                        <p:tgtEl>
                                          <p:spTgt spid="59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3" name="Shape 5973"/>
        <p:cNvGrpSpPr/>
        <p:nvPr/>
      </p:nvGrpSpPr>
      <p:grpSpPr>
        <a:xfrm>
          <a:off x="0" y="0"/>
          <a:ext cx="0" cy="0"/>
          <a:chOff x="0" y="0"/>
          <a:chExt cx="0" cy="0"/>
        </a:xfrm>
      </p:grpSpPr>
      <p:sp>
        <p:nvSpPr>
          <p:cNvPr id="5974" name="Google Shape;5974;p44"/>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2800"/>
              <a:buNone/>
            </a:pPr>
            <a:r>
              <a:rPr lang="en-US" sz="2800"/>
              <a:t>ROUTING</a:t>
            </a:r>
            <a:endParaRPr sz="2800"/>
          </a:p>
        </p:txBody>
      </p:sp>
      <p:sp>
        <p:nvSpPr>
          <p:cNvPr id="5975" name="Google Shape;5975;p44"/>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2800"/>
              <a:buNone/>
            </a:pPr>
            <a:r>
              <a:rPr lang="en-US" sz="2800"/>
              <a:t>FORWARDING</a:t>
            </a:r>
            <a:endParaRPr sz="2800"/>
          </a:p>
        </p:txBody>
      </p:sp>
      <p:sp>
        <p:nvSpPr>
          <p:cNvPr id="5976" name="Google Shape;5976;p44"/>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sz="2800">
                <a:solidFill>
                  <a:srgbClr val="C00000"/>
                </a:solidFill>
              </a:rPr>
              <a:t>determines</a:t>
            </a:r>
            <a:r>
              <a:rPr lang="en-US" sz="2800"/>
              <a:t> source to destination </a:t>
            </a:r>
            <a:r>
              <a:rPr lang="en-US" sz="2800">
                <a:solidFill>
                  <a:srgbClr val="C00000"/>
                </a:solidFill>
              </a:rPr>
              <a:t>route</a:t>
            </a:r>
            <a:r>
              <a:rPr lang="en-US" sz="2800"/>
              <a:t> taken by packets</a:t>
            </a:r>
            <a:endParaRPr/>
          </a:p>
          <a:p>
            <a:pPr indent="-231775" lvl="1" marL="695325" rtl="0" algn="l">
              <a:lnSpc>
                <a:spcPct val="90000"/>
              </a:lnSpc>
              <a:spcBef>
                <a:spcPts val="500"/>
              </a:spcBef>
              <a:spcAft>
                <a:spcPts val="0"/>
              </a:spcAft>
              <a:buSzPts val="2400"/>
              <a:buChar char="•"/>
            </a:pPr>
            <a:r>
              <a:rPr lang="en-US" sz="2400">
                <a:solidFill>
                  <a:srgbClr val="002060"/>
                </a:solidFill>
              </a:rPr>
              <a:t>routing algorithms</a:t>
            </a:r>
            <a:endParaRPr/>
          </a:p>
          <a:p>
            <a:pPr indent="-222250" lvl="0" marL="352425" rtl="0" algn="l">
              <a:lnSpc>
                <a:spcPct val="90000"/>
              </a:lnSpc>
              <a:spcBef>
                <a:spcPts val="1000"/>
              </a:spcBef>
              <a:spcAft>
                <a:spcPts val="0"/>
              </a:spcAft>
              <a:buSzPts val="2900"/>
              <a:buChar char="▪"/>
            </a:pPr>
            <a:r>
              <a:rPr lang="en-US" sz="2900">
                <a:solidFill>
                  <a:srgbClr val="002060"/>
                </a:solidFill>
              </a:rPr>
              <a:t>Global action</a:t>
            </a:r>
            <a:endParaRPr sz="2900">
              <a:solidFill>
                <a:srgbClr val="002060"/>
              </a:solidFill>
            </a:endParaRPr>
          </a:p>
          <a:p>
            <a:pPr indent="-69850" lvl="0" marL="352425" rtl="0" algn="l">
              <a:lnSpc>
                <a:spcPct val="90000"/>
              </a:lnSpc>
              <a:spcBef>
                <a:spcPts val="1000"/>
              </a:spcBef>
              <a:spcAft>
                <a:spcPts val="0"/>
              </a:spcAft>
              <a:buSzPts val="2400"/>
              <a:buNone/>
            </a:pPr>
            <a:r>
              <a:t/>
            </a:r>
            <a:endParaRPr/>
          </a:p>
        </p:txBody>
      </p:sp>
      <p:sp>
        <p:nvSpPr>
          <p:cNvPr id="5977" name="Google Shape;5977;p44"/>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sz="2800">
                <a:solidFill>
                  <a:srgbClr val="C00000"/>
                </a:solidFill>
              </a:rPr>
              <a:t>move packets </a:t>
            </a:r>
            <a:r>
              <a:rPr lang="en-US" sz="2800"/>
              <a:t>from router </a:t>
            </a:r>
            <a:r>
              <a:rPr lang="en-US" sz="2800">
                <a:solidFill>
                  <a:srgbClr val="C00000"/>
                </a:solidFill>
              </a:rPr>
              <a:t>input interface </a:t>
            </a:r>
            <a:r>
              <a:rPr lang="en-US" sz="2800"/>
              <a:t>to appropriate </a:t>
            </a:r>
            <a:r>
              <a:rPr lang="en-US" sz="2800">
                <a:solidFill>
                  <a:srgbClr val="C00000"/>
                </a:solidFill>
              </a:rPr>
              <a:t>router output interface</a:t>
            </a:r>
            <a:endParaRPr/>
          </a:p>
          <a:p>
            <a:pPr indent="-222250" lvl="0" marL="352425" rtl="0" algn="l">
              <a:lnSpc>
                <a:spcPct val="90000"/>
              </a:lnSpc>
              <a:spcBef>
                <a:spcPts val="1000"/>
              </a:spcBef>
              <a:spcAft>
                <a:spcPts val="0"/>
              </a:spcAft>
              <a:buSzPts val="2800"/>
              <a:buChar char="▪"/>
            </a:pPr>
            <a:r>
              <a:rPr lang="en-US" sz="2800">
                <a:solidFill>
                  <a:srgbClr val="002060"/>
                </a:solidFill>
              </a:rPr>
              <a:t>Local Action</a:t>
            </a:r>
            <a:endParaRPr>
              <a:solidFill>
                <a:srgbClr val="002060"/>
              </a:solidFill>
            </a:endParaRPr>
          </a:p>
        </p:txBody>
      </p:sp>
      <p:sp>
        <p:nvSpPr>
          <p:cNvPr id="5978" name="Google Shape;5978;p44"/>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600"/>
              <a:buFont typeface="Calibri"/>
              <a:buNone/>
            </a:pPr>
            <a:r>
              <a:rPr lang="en-US" sz="3600"/>
              <a:t>Two key network-core functions</a:t>
            </a:r>
            <a:endParaRPr/>
          </a:p>
        </p:txBody>
      </p:sp>
      <p:sp>
        <p:nvSpPr>
          <p:cNvPr id="5979" name="Google Shape;5979;p4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pic>
        <p:nvPicPr>
          <p:cNvPr descr="Puzzle" id="5980" name="Google Shape;5980;p44"/>
          <p:cNvPicPr preferRelativeResize="0"/>
          <p:nvPr/>
        </p:nvPicPr>
        <p:blipFill rotWithShape="1">
          <a:blip r:embed="rId3">
            <a:alphaModFix/>
          </a:blip>
          <a:srcRect b="0" l="0" r="0" t="0"/>
          <a:stretch/>
        </p:blipFill>
        <p:spPr>
          <a:xfrm rot="2653558">
            <a:off x="9729788" y="204788"/>
            <a:ext cx="603250" cy="603250"/>
          </a:xfrm>
          <a:prstGeom prst="rect">
            <a:avLst/>
          </a:prstGeom>
          <a:noFill/>
          <a:ln>
            <a:noFill/>
          </a:ln>
        </p:spPr>
      </p:pic>
      <p:sp>
        <p:nvSpPr>
          <p:cNvPr id="5981" name="Google Shape;5981;p44"/>
          <p:cNvSpPr txBox="1"/>
          <p:nvPr/>
        </p:nvSpPr>
        <p:spPr>
          <a:xfrm>
            <a:off x="9219616" y="6443089"/>
            <a:ext cx="2743200" cy="365125"/>
          </a:xfrm>
          <a:prstGeom prst="rect">
            <a:avLst/>
          </a:prstGeom>
          <a:noFill/>
          <a:ln>
            <a:noFill/>
          </a:ln>
        </p:spPr>
        <p:txBody>
          <a:bodyPr anchorCtr="0" anchor="t" bIns="45700" lIns="91425" spcFirstLastPara="1" rIns="91425" wrap="square" tIns="45700">
            <a:normAutofit fontScale="92500" lnSpcReduction="20000"/>
          </a:bodyPr>
          <a:lstStyle/>
          <a:p>
            <a:pPr indent="-222250" lvl="0" marL="352425" marR="0" rtl="0" algn="l">
              <a:lnSpc>
                <a:spcPct val="90000"/>
              </a:lnSpc>
              <a:spcBef>
                <a:spcPts val="0"/>
              </a:spcBef>
              <a:spcAft>
                <a:spcPts val="0"/>
              </a:spcAft>
              <a:buClr>
                <a:srgbClr val="0000A3"/>
              </a:buClr>
              <a:buSzPct val="100000"/>
              <a:buFont typeface="Noto Sans Symbols"/>
              <a:buChar char="▪"/>
            </a:pPr>
            <a:r>
              <a:rPr lang="en-US" sz="2400">
                <a:solidFill>
                  <a:schemeClr val="dk1"/>
                </a:solidFill>
                <a:latin typeface="Calibri"/>
                <a:ea typeface="Calibri"/>
                <a:cs typeface="Calibri"/>
                <a:sym typeface="Calibri"/>
              </a:rPr>
              <a:t>Introduction: 1-</a:t>
            </a:r>
            <a:fld id="{00000000-1234-1234-1234-123412341234}" type="slidenum">
              <a:rPr lang="en-US" sz="2400">
                <a:solidFill>
                  <a:schemeClr val="dk1"/>
                </a:solidFill>
                <a:latin typeface="Calibri"/>
                <a:ea typeface="Calibri"/>
                <a:cs typeface="Calibri"/>
                <a:sym typeface="Calibri"/>
              </a:rPr>
              <a:t>‹#›</a:t>
            </a:fld>
            <a:endParaRPr sz="24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5" name="Shape 5985"/>
        <p:cNvGrpSpPr/>
        <p:nvPr/>
      </p:nvGrpSpPr>
      <p:grpSpPr>
        <a:xfrm>
          <a:off x="0" y="0"/>
          <a:ext cx="0" cy="0"/>
          <a:chOff x="0" y="0"/>
          <a:chExt cx="0" cy="0"/>
        </a:xfrm>
      </p:grpSpPr>
      <p:pic>
        <p:nvPicPr>
          <p:cNvPr descr="rtbl32.jpg" id="5986" name="Google Shape;5986;p45"/>
          <p:cNvPicPr preferRelativeResize="0"/>
          <p:nvPr/>
        </p:nvPicPr>
        <p:blipFill rotWithShape="1">
          <a:blip r:embed="rId3">
            <a:alphaModFix/>
          </a:blip>
          <a:srcRect b="0" l="0" r="0" t="0"/>
          <a:stretch/>
        </p:blipFill>
        <p:spPr>
          <a:xfrm>
            <a:off x="1787525" y="1908176"/>
            <a:ext cx="8534400" cy="1744663"/>
          </a:xfrm>
          <a:prstGeom prst="rect">
            <a:avLst/>
          </a:prstGeom>
          <a:noFill/>
          <a:ln>
            <a:noFill/>
          </a:ln>
        </p:spPr>
      </p:pic>
      <p:sp>
        <p:nvSpPr>
          <p:cNvPr id="5987" name="Google Shape;5987;p45"/>
          <p:cNvSpPr txBox="1"/>
          <p:nvPr/>
        </p:nvSpPr>
        <p:spPr>
          <a:xfrm>
            <a:off x="1960563" y="355600"/>
            <a:ext cx="3111500" cy="368300"/>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Router R1 receives a packet</a:t>
            </a:r>
            <a:endParaRPr sz="1800">
              <a:solidFill>
                <a:schemeClr val="dk1"/>
              </a:solidFill>
              <a:latin typeface="Arial"/>
              <a:ea typeface="Arial"/>
              <a:cs typeface="Arial"/>
              <a:sym typeface="Arial"/>
            </a:endParaRPr>
          </a:p>
        </p:txBody>
      </p:sp>
      <p:sp>
        <p:nvSpPr>
          <p:cNvPr id="5988" name="Google Shape;5988;p45"/>
          <p:cNvSpPr txBox="1"/>
          <p:nvPr/>
        </p:nvSpPr>
        <p:spPr>
          <a:xfrm>
            <a:off x="1935163" y="793750"/>
            <a:ext cx="3833812" cy="369888"/>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R1 checks the destination address </a:t>
            </a:r>
            <a:endParaRPr sz="1800">
              <a:solidFill>
                <a:schemeClr val="dk1"/>
              </a:solidFill>
              <a:latin typeface="Arial"/>
              <a:ea typeface="Arial"/>
              <a:cs typeface="Arial"/>
              <a:sym typeface="Arial"/>
            </a:endParaRPr>
          </a:p>
        </p:txBody>
      </p:sp>
      <p:sp>
        <p:nvSpPr>
          <p:cNvPr id="5989" name="Google Shape;5989;p45"/>
          <p:cNvSpPr txBox="1"/>
          <p:nvPr/>
        </p:nvSpPr>
        <p:spPr>
          <a:xfrm>
            <a:off x="5945189" y="315914"/>
            <a:ext cx="3876675" cy="369887"/>
          </a:xfrm>
          <a:prstGeom prst="rect">
            <a:avLst/>
          </a:prstGeom>
          <a:solidFill>
            <a:srgbClr val="33CC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R1 finds the best path to destination</a:t>
            </a:r>
            <a:endParaRPr sz="1800">
              <a:solidFill>
                <a:schemeClr val="dk1"/>
              </a:solidFill>
              <a:latin typeface="Arial"/>
              <a:ea typeface="Arial"/>
              <a:cs typeface="Arial"/>
              <a:sym typeface="Arial"/>
            </a:endParaRPr>
          </a:p>
        </p:txBody>
      </p:sp>
      <p:sp>
        <p:nvSpPr>
          <p:cNvPr id="5990" name="Google Shape;5990;p45"/>
          <p:cNvSpPr txBox="1"/>
          <p:nvPr/>
        </p:nvSpPr>
        <p:spPr>
          <a:xfrm>
            <a:off x="5937250" y="782639"/>
            <a:ext cx="3843338" cy="369887"/>
          </a:xfrm>
          <a:prstGeom prst="rect">
            <a:avLst/>
          </a:prstGeom>
          <a:solidFill>
            <a:srgbClr val="33CC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R1 forwards the packet (or drops it)</a:t>
            </a:r>
            <a:endParaRPr sz="1800">
              <a:solidFill>
                <a:schemeClr val="dk1"/>
              </a:solidFill>
              <a:latin typeface="Arial"/>
              <a:ea typeface="Arial"/>
              <a:cs typeface="Arial"/>
              <a:sym typeface="Arial"/>
            </a:endParaRPr>
          </a:p>
        </p:txBody>
      </p:sp>
      <p:sp>
        <p:nvSpPr>
          <p:cNvPr id="5991" name="Google Shape;5991;p45"/>
          <p:cNvSpPr txBox="1"/>
          <p:nvPr/>
        </p:nvSpPr>
        <p:spPr>
          <a:xfrm>
            <a:off x="1701800" y="231776"/>
            <a:ext cx="395288" cy="4619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1</a:t>
            </a:r>
            <a:endParaRPr sz="2400">
              <a:solidFill>
                <a:schemeClr val="dk1"/>
              </a:solidFill>
              <a:latin typeface="Arial"/>
              <a:ea typeface="Arial"/>
              <a:cs typeface="Arial"/>
              <a:sym typeface="Arial"/>
            </a:endParaRPr>
          </a:p>
        </p:txBody>
      </p:sp>
      <p:sp>
        <p:nvSpPr>
          <p:cNvPr id="5992" name="Google Shape;5992;p45"/>
          <p:cNvSpPr txBox="1"/>
          <p:nvPr/>
        </p:nvSpPr>
        <p:spPr>
          <a:xfrm>
            <a:off x="1717675" y="930276"/>
            <a:ext cx="395288" cy="4619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2</a:t>
            </a:r>
            <a:endParaRPr sz="2400">
              <a:solidFill>
                <a:schemeClr val="dk1"/>
              </a:solidFill>
              <a:latin typeface="Arial"/>
              <a:ea typeface="Arial"/>
              <a:cs typeface="Arial"/>
              <a:sym typeface="Arial"/>
            </a:endParaRPr>
          </a:p>
        </p:txBody>
      </p:sp>
      <p:sp>
        <p:nvSpPr>
          <p:cNvPr id="5993" name="Google Shape;5993;p45"/>
          <p:cNvSpPr txBox="1"/>
          <p:nvPr/>
        </p:nvSpPr>
        <p:spPr>
          <a:xfrm>
            <a:off x="5743575" y="193676"/>
            <a:ext cx="395288" cy="4619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3</a:t>
            </a:r>
            <a:endParaRPr sz="2400">
              <a:solidFill>
                <a:schemeClr val="dk1"/>
              </a:solidFill>
              <a:latin typeface="Arial"/>
              <a:ea typeface="Arial"/>
              <a:cs typeface="Arial"/>
              <a:sym typeface="Arial"/>
            </a:endParaRPr>
          </a:p>
        </p:txBody>
      </p:sp>
      <p:sp>
        <p:nvSpPr>
          <p:cNvPr id="5994" name="Google Shape;5994;p45"/>
          <p:cNvSpPr txBox="1"/>
          <p:nvPr/>
        </p:nvSpPr>
        <p:spPr>
          <a:xfrm>
            <a:off x="5743575" y="944564"/>
            <a:ext cx="395288"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4</a:t>
            </a:r>
            <a:endParaRPr sz="2400">
              <a:solidFill>
                <a:schemeClr val="dk1"/>
              </a:solidFill>
              <a:latin typeface="Arial"/>
              <a:ea typeface="Arial"/>
              <a:cs typeface="Arial"/>
              <a:sym typeface="Arial"/>
            </a:endParaRPr>
          </a:p>
        </p:txBody>
      </p:sp>
      <p:sp>
        <p:nvSpPr>
          <p:cNvPr id="5995" name="Google Shape;5995;p45"/>
          <p:cNvSpPr txBox="1"/>
          <p:nvPr/>
        </p:nvSpPr>
        <p:spPr>
          <a:xfrm>
            <a:off x="3667125" y="1528763"/>
            <a:ext cx="4876800" cy="461962"/>
          </a:xfrm>
          <a:prstGeom prst="rect">
            <a:avLst/>
          </a:prstGeom>
          <a:solidFill>
            <a:srgbClr val="C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00"/>
              </a:buClr>
              <a:buSzPts val="2400"/>
              <a:buFont typeface="Noto Sans Symbols"/>
              <a:buNone/>
            </a:pPr>
            <a:r>
              <a:rPr lang="en-US" sz="2400">
                <a:solidFill>
                  <a:srgbClr val="FFFF00"/>
                </a:solidFill>
                <a:latin typeface="Arial"/>
                <a:ea typeface="Arial"/>
                <a:cs typeface="Arial"/>
                <a:sym typeface="Arial"/>
              </a:rPr>
              <a:t>Packet destination: 192.168.1.1</a:t>
            </a:r>
            <a:endParaRPr sz="2400">
              <a:solidFill>
                <a:srgbClr val="FFFF00"/>
              </a:solidFill>
              <a:latin typeface="Arial"/>
              <a:ea typeface="Arial"/>
              <a:cs typeface="Arial"/>
              <a:sym typeface="Arial"/>
            </a:endParaRPr>
          </a:p>
        </p:txBody>
      </p:sp>
      <p:pic>
        <p:nvPicPr>
          <p:cNvPr descr="Puzzle" id="5996" name="Google Shape;5996;p45"/>
          <p:cNvPicPr preferRelativeResize="0"/>
          <p:nvPr/>
        </p:nvPicPr>
        <p:blipFill rotWithShape="1">
          <a:blip r:embed="rId4">
            <a:alphaModFix/>
          </a:blip>
          <a:srcRect b="0" l="0" r="0" t="0"/>
          <a:stretch/>
        </p:blipFill>
        <p:spPr>
          <a:xfrm rot="2653558">
            <a:off x="9894888" y="250825"/>
            <a:ext cx="603250" cy="603250"/>
          </a:xfrm>
          <a:prstGeom prst="rect">
            <a:avLst/>
          </a:prstGeom>
          <a:noFill/>
          <a:ln>
            <a:noFill/>
          </a:ln>
        </p:spPr>
      </p:pic>
      <p:sp>
        <p:nvSpPr>
          <p:cNvPr id="5997" name="Google Shape;5997;p45"/>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2" name="Shape 6002"/>
        <p:cNvGrpSpPr/>
        <p:nvPr/>
      </p:nvGrpSpPr>
      <p:grpSpPr>
        <a:xfrm>
          <a:off x="0" y="0"/>
          <a:ext cx="0" cy="0"/>
          <a:chOff x="0" y="0"/>
          <a:chExt cx="0" cy="0"/>
        </a:xfrm>
      </p:grpSpPr>
      <p:sp>
        <p:nvSpPr>
          <p:cNvPr id="6003" name="Google Shape;6003;p46"/>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a:t>Alternative to packet switching: circuit switching</a:t>
            </a:r>
            <a:endParaRPr/>
          </a:p>
        </p:txBody>
      </p:sp>
      <p:sp>
        <p:nvSpPr>
          <p:cNvPr id="6004" name="Google Shape;6004;p46"/>
          <p:cNvSpPr txBox="1"/>
          <p:nvPr>
            <p:ph idx="1" type="body"/>
          </p:nvPr>
        </p:nvSpPr>
        <p:spPr>
          <a:xfrm>
            <a:off x="815577" y="1547144"/>
            <a:ext cx="5692665" cy="5310856"/>
          </a:xfrm>
          <a:prstGeom prst="rect">
            <a:avLst/>
          </a:prstGeom>
          <a:noFill/>
          <a:ln>
            <a:noFill/>
          </a:ln>
        </p:spPr>
        <p:txBody>
          <a:bodyPr anchorCtr="0" anchor="t" bIns="45700" lIns="91425" spcFirstLastPara="1" rIns="91425" wrap="square" tIns="45700">
            <a:normAutofit/>
          </a:bodyPr>
          <a:lstStyle/>
          <a:p>
            <a:pPr indent="-11113" lvl="0" marL="11113" rtl="0" algn="l">
              <a:lnSpc>
                <a:spcPct val="90000"/>
              </a:lnSpc>
              <a:spcBef>
                <a:spcPts val="0"/>
              </a:spcBef>
              <a:spcAft>
                <a:spcPts val="0"/>
              </a:spcAft>
              <a:buSzPts val="2800"/>
              <a:buNone/>
            </a:pPr>
            <a:r>
              <a:rPr lang="en-US">
                <a:solidFill>
                  <a:srgbClr val="CC0000"/>
                </a:solidFill>
              </a:rPr>
              <a:t>end-end resources allocated to, reserved for “call” between source and destination</a:t>
            </a:r>
            <a:endParaRPr/>
          </a:p>
          <a:p>
            <a:pPr indent="-222250" lvl="0" marL="352425" rtl="0" algn="l">
              <a:lnSpc>
                <a:spcPct val="90000"/>
              </a:lnSpc>
              <a:spcBef>
                <a:spcPts val="1000"/>
              </a:spcBef>
              <a:spcAft>
                <a:spcPts val="0"/>
              </a:spcAft>
              <a:buSzPts val="2400"/>
              <a:buChar char="▪"/>
            </a:pPr>
            <a:r>
              <a:rPr lang="en-US" sz="2400"/>
              <a:t>in diagram, each link has four circuits. </a:t>
            </a:r>
            <a:endParaRPr/>
          </a:p>
          <a:p>
            <a:pPr indent="-225425" lvl="1" marL="682625" rtl="0" algn="l">
              <a:lnSpc>
                <a:spcPct val="90000"/>
              </a:lnSpc>
              <a:spcBef>
                <a:spcPts val="500"/>
              </a:spcBef>
              <a:spcAft>
                <a:spcPts val="0"/>
              </a:spcAft>
              <a:buSzPts val="2400"/>
              <a:buChar char="•"/>
            </a:pPr>
            <a:r>
              <a:rPr lang="en-US"/>
              <a:t>call gets 2</a:t>
            </a:r>
            <a:r>
              <a:rPr baseline="30000" lang="en-US"/>
              <a:t>nd</a:t>
            </a:r>
            <a:r>
              <a:rPr lang="en-US"/>
              <a:t> circuit in top link and 1</a:t>
            </a:r>
            <a:r>
              <a:rPr baseline="30000" lang="en-US"/>
              <a:t>st</a:t>
            </a:r>
            <a:r>
              <a:rPr lang="en-US"/>
              <a:t> circuit in right link.</a:t>
            </a:r>
            <a:endParaRPr/>
          </a:p>
          <a:p>
            <a:pPr indent="-222250" lvl="0" marL="352425" rtl="0" algn="l">
              <a:lnSpc>
                <a:spcPct val="90000"/>
              </a:lnSpc>
              <a:spcBef>
                <a:spcPts val="1000"/>
              </a:spcBef>
              <a:spcAft>
                <a:spcPts val="0"/>
              </a:spcAft>
              <a:buSzPts val="2400"/>
              <a:buChar char="▪"/>
            </a:pPr>
            <a:r>
              <a:rPr lang="en-US" sz="2400"/>
              <a:t>dedicated resources: no sharing</a:t>
            </a:r>
            <a:endParaRPr/>
          </a:p>
          <a:p>
            <a:pPr indent="-225425" lvl="1" marL="682625" rtl="0" algn="l">
              <a:lnSpc>
                <a:spcPct val="90000"/>
              </a:lnSpc>
              <a:spcBef>
                <a:spcPts val="500"/>
              </a:spcBef>
              <a:spcAft>
                <a:spcPts val="0"/>
              </a:spcAft>
              <a:buSzPts val="2400"/>
              <a:buChar char="•"/>
            </a:pPr>
            <a:r>
              <a:rPr lang="en-US"/>
              <a:t>circuit-like (guaranteed) performance</a:t>
            </a:r>
            <a:endParaRPr/>
          </a:p>
          <a:p>
            <a:pPr indent="-222250" lvl="0" marL="352425" rtl="0" algn="l">
              <a:lnSpc>
                <a:spcPct val="90000"/>
              </a:lnSpc>
              <a:spcBef>
                <a:spcPts val="1000"/>
              </a:spcBef>
              <a:spcAft>
                <a:spcPts val="0"/>
              </a:spcAft>
              <a:buSzPts val="2400"/>
              <a:buChar char="▪"/>
            </a:pPr>
            <a:r>
              <a:rPr lang="en-US" sz="2400"/>
              <a:t>circuit segment idle if not used by call </a:t>
            </a:r>
            <a:r>
              <a:rPr lang="en-US" sz="2400">
                <a:solidFill>
                  <a:srgbClr val="000099"/>
                </a:solidFill>
              </a:rPr>
              <a:t>(no sharing)</a:t>
            </a:r>
            <a:endParaRPr/>
          </a:p>
          <a:p>
            <a:pPr indent="-222250" lvl="0" marL="352425" rtl="0" algn="l">
              <a:lnSpc>
                <a:spcPct val="90000"/>
              </a:lnSpc>
              <a:spcBef>
                <a:spcPts val="1000"/>
              </a:spcBef>
              <a:spcAft>
                <a:spcPts val="0"/>
              </a:spcAft>
              <a:buSzPts val="2400"/>
              <a:buChar char="▪"/>
            </a:pPr>
            <a:r>
              <a:rPr lang="en-US" sz="2400"/>
              <a:t>commonly used in traditional telephone networks</a:t>
            </a:r>
            <a:endParaRPr/>
          </a:p>
          <a:p>
            <a:pPr indent="0" lvl="0" marL="174625" rtl="0" algn="l">
              <a:lnSpc>
                <a:spcPct val="90000"/>
              </a:lnSpc>
              <a:spcBef>
                <a:spcPts val="1000"/>
              </a:spcBef>
              <a:spcAft>
                <a:spcPts val="0"/>
              </a:spcAft>
              <a:buSzPts val="2100"/>
              <a:buNone/>
            </a:pPr>
            <a:r>
              <a:t/>
            </a:r>
            <a:endParaRPr/>
          </a:p>
          <a:p>
            <a:pPr indent="-44450" lvl="0" marL="352425" rtl="0" algn="l">
              <a:lnSpc>
                <a:spcPct val="90000"/>
              </a:lnSpc>
              <a:spcBef>
                <a:spcPts val="1000"/>
              </a:spcBef>
              <a:spcAft>
                <a:spcPts val="0"/>
              </a:spcAft>
              <a:buSzPts val="2800"/>
              <a:buNone/>
            </a:pPr>
            <a:r>
              <a:t/>
            </a:r>
            <a:endParaRPr/>
          </a:p>
        </p:txBody>
      </p:sp>
      <p:sp>
        <p:nvSpPr>
          <p:cNvPr id="6005" name="Google Shape;6005;p4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6006" name="Google Shape;6006;p46"/>
          <p:cNvSpPr/>
          <p:nvPr/>
        </p:nvSpPr>
        <p:spPr>
          <a:xfrm>
            <a:off x="8424977" y="2768303"/>
            <a:ext cx="1498678" cy="62755"/>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07" name="Google Shape;6007;p46"/>
          <p:cNvSpPr/>
          <p:nvPr/>
        </p:nvSpPr>
        <p:spPr>
          <a:xfrm>
            <a:off x="8424977" y="2831058"/>
            <a:ext cx="1498678" cy="62756"/>
          </a:xfrm>
          <a:prstGeom prst="rect">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08" name="Google Shape;6008;p46"/>
          <p:cNvSpPr/>
          <p:nvPr/>
        </p:nvSpPr>
        <p:spPr>
          <a:xfrm>
            <a:off x="8424977" y="2893815"/>
            <a:ext cx="1498678" cy="62755"/>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09" name="Google Shape;6009;p46"/>
          <p:cNvSpPr/>
          <p:nvPr/>
        </p:nvSpPr>
        <p:spPr>
          <a:xfrm>
            <a:off x="8424977" y="2956570"/>
            <a:ext cx="1498678" cy="62756"/>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010" name="Google Shape;6010;p46"/>
          <p:cNvGrpSpPr/>
          <p:nvPr/>
        </p:nvGrpSpPr>
        <p:grpSpPr>
          <a:xfrm rot="5400000">
            <a:off x="7286178" y="3665819"/>
            <a:ext cx="1446965" cy="261561"/>
            <a:chOff x="4865941" y="1169772"/>
            <a:chExt cx="1752599" cy="304799"/>
          </a:xfrm>
        </p:grpSpPr>
        <p:sp>
          <p:nvSpPr>
            <p:cNvPr id="6011" name="Google Shape;6011;p46"/>
            <p:cNvSpPr/>
            <p:nvPr/>
          </p:nvSpPr>
          <p:spPr>
            <a:xfrm>
              <a:off x="4865941" y="1169772"/>
              <a:ext cx="1752599" cy="76201"/>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12" name="Google Shape;6012;p46"/>
            <p:cNvSpPr/>
            <p:nvPr/>
          </p:nvSpPr>
          <p:spPr>
            <a:xfrm>
              <a:off x="4865941" y="1245972"/>
              <a:ext cx="1752599" cy="76199"/>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13" name="Google Shape;6013;p46"/>
            <p:cNvSpPr/>
            <p:nvPr/>
          </p:nvSpPr>
          <p:spPr>
            <a:xfrm>
              <a:off x="4865941" y="1322172"/>
              <a:ext cx="1752599" cy="76201"/>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14" name="Google Shape;6014;p46"/>
            <p:cNvSpPr/>
            <p:nvPr/>
          </p:nvSpPr>
          <p:spPr>
            <a:xfrm>
              <a:off x="4865941" y="1398372"/>
              <a:ext cx="1752599" cy="76199"/>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grpSp>
        <p:nvGrpSpPr>
          <p:cNvPr id="6015" name="Google Shape;6015;p46"/>
          <p:cNvGrpSpPr/>
          <p:nvPr/>
        </p:nvGrpSpPr>
        <p:grpSpPr>
          <a:xfrm>
            <a:off x="8509808" y="4656351"/>
            <a:ext cx="1479238" cy="251023"/>
            <a:chOff x="4876800" y="1143000"/>
            <a:chExt cx="1752600" cy="304800"/>
          </a:xfrm>
        </p:grpSpPr>
        <p:sp>
          <p:nvSpPr>
            <p:cNvPr id="6016" name="Google Shape;6016;p46"/>
            <p:cNvSpPr/>
            <p:nvPr/>
          </p:nvSpPr>
          <p:spPr>
            <a:xfrm>
              <a:off x="4876800" y="1143000"/>
              <a:ext cx="1752600" cy="76201"/>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17" name="Google Shape;6017;p46"/>
            <p:cNvSpPr/>
            <p:nvPr/>
          </p:nvSpPr>
          <p:spPr>
            <a:xfrm>
              <a:off x="4876800" y="1219201"/>
              <a:ext cx="1752600" cy="76199"/>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18" name="Google Shape;6018;p46"/>
            <p:cNvSpPr/>
            <p:nvPr/>
          </p:nvSpPr>
          <p:spPr>
            <a:xfrm>
              <a:off x="4876800" y="1295400"/>
              <a:ext cx="1752600" cy="76201"/>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19" name="Google Shape;6019;p46"/>
            <p:cNvSpPr/>
            <p:nvPr/>
          </p:nvSpPr>
          <p:spPr>
            <a:xfrm>
              <a:off x="4876800" y="1371601"/>
              <a:ext cx="1752600" cy="76199"/>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6020" name="Google Shape;6020;p46"/>
          <p:cNvSpPr/>
          <p:nvPr/>
        </p:nvSpPr>
        <p:spPr>
          <a:xfrm rot="5400000">
            <a:off x="9755990" y="3772869"/>
            <a:ext cx="1446966" cy="65391"/>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21" name="Google Shape;6021;p46"/>
          <p:cNvSpPr/>
          <p:nvPr/>
        </p:nvSpPr>
        <p:spPr>
          <a:xfrm rot="5400000">
            <a:off x="9690600" y="3772869"/>
            <a:ext cx="1446966" cy="65390"/>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22" name="Google Shape;6022;p46"/>
          <p:cNvSpPr/>
          <p:nvPr/>
        </p:nvSpPr>
        <p:spPr>
          <a:xfrm rot="5400000">
            <a:off x="9625209" y="3772869"/>
            <a:ext cx="1446966" cy="65391"/>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23" name="Google Shape;6023;p46"/>
          <p:cNvSpPr/>
          <p:nvPr/>
        </p:nvSpPr>
        <p:spPr>
          <a:xfrm rot="5400000">
            <a:off x="9559819" y="3772869"/>
            <a:ext cx="1446966" cy="65390"/>
          </a:xfrm>
          <a:prstGeom prst="rect">
            <a:avLst/>
          </a:prstGeom>
          <a:solidFill>
            <a:srgbClr val="FF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024" name="Google Shape;6024;p46"/>
          <p:cNvGrpSpPr/>
          <p:nvPr/>
        </p:nvGrpSpPr>
        <p:grpSpPr>
          <a:xfrm>
            <a:off x="10013910" y="1711520"/>
            <a:ext cx="701622" cy="568387"/>
            <a:chOff x="-44" y="1473"/>
            <a:chExt cx="981" cy="1105"/>
          </a:xfrm>
        </p:grpSpPr>
        <p:pic>
          <p:nvPicPr>
            <p:cNvPr descr="desktop_computer_stylized_medium" id="6025" name="Google Shape;6025;p4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026" name="Google Shape;6026;p4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027" name="Google Shape;6027;p46"/>
          <p:cNvSpPr/>
          <p:nvPr/>
        </p:nvSpPr>
        <p:spPr>
          <a:xfrm flipH="1" rot="-8334563">
            <a:off x="10213493" y="4720899"/>
            <a:ext cx="581445" cy="64549"/>
          </a:xfrm>
          <a:prstGeom prst="rect">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28" name="Google Shape;6028;p46"/>
          <p:cNvSpPr/>
          <p:nvPr/>
        </p:nvSpPr>
        <p:spPr>
          <a:xfrm>
            <a:off x="7105364" y="4795380"/>
            <a:ext cx="493905" cy="68330"/>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29" name="Google Shape;6029;p46"/>
          <p:cNvSpPr/>
          <p:nvPr/>
        </p:nvSpPr>
        <p:spPr>
          <a:xfrm rot="5400000">
            <a:off x="7722581" y="2362276"/>
            <a:ext cx="513165" cy="69789"/>
          </a:xfrm>
          <a:prstGeom prst="rect">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30" name="Google Shape;6030;p46"/>
          <p:cNvSpPr/>
          <p:nvPr/>
        </p:nvSpPr>
        <p:spPr>
          <a:xfrm rot="5400000">
            <a:off x="7825925" y="5242087"/>
            <a:ext cx="493905" cy="68330"/>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31" name="Google Shape;6031;p46"/>
          <p:cNvSpPr/>
          <p:nvPr/>
        </p:nvSpPr>
        <p:spPr>
          <a:xfrm rot="5400000">
            <a:off x="10201295" y="5217275"/>
            <a:ext cx="493905" cy="68330"/>
          </a:xfrm>
          <a:prstGeom prst="rect">
            <a:avLst/>
          </a:prstGeom>
          <a:solidFill>
            <a:srgbClr val="FF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32" name="Google Shape;6032;p46"/>
          <p:cNvSpPr/>
          <p:nvPr/>
        </p:nvSpPr>
        <p:spPr>
          <a:xfrm rot="10800000">
            <a:off x="10882518" y="4775822"/>
            <a:ext cx="493905" cy="68330"/>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33" name="Google Shape;6033;p46"/>
          <p:cNvSpPr/>
          <p:nvPr/>
        </p:nvSpPr>
        <p:spPr>
          <a:xfrm>
            <a:off x="7002625" y="2887816"/>
            <a:ext cx="493905" cy="68330"/>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34" name="Google Shape;6034;p46"/>
          <p:cNvSpPr/>
          <p:nvPr/>
        </p:nvSpPr>
        <p:spPr>
          <a:xfrm>
            <a:off x="10811014" y="2867389"/>
            <a:ext cx="493905" cy="68330"/>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35" name="Google Shape;6035;p46"/>
          <p:cNvSpPr/>
          <p:nvPr/>
        </p:nvSpPr>
        <p:spPr>
          <a:xfrm rot="5400000">
            <a:off x="10115327" y="2348120"/>
            <a:ext cx="493905" cy="68330"/>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nvGrpSpPr>
          <p:cNvPr id="6036" name="Google Shape;6036;p46"/>
          <p:cNvGrpSpPr/>
          <p:nvPr/>
        </p:nvGrpSpPr>
        <p:grpSpPr>
          <a:xfrm>
            <a:off x="9946631" y="5393995"/>
            <a:ext cx="703389" cy="568387"/>
            <a:chOff x="-44" y="1473"/>
            <a:chExt cx="981" cy="1105"/>
          </a:xfrm>
        </p:grpSpPr>
        <p:pic>
          <p:nvPicPr>
            <p:cNvPr descr="desktop_computer_stylized_medium" id="6037" name="Google Shape;6037;p4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038" name="Google Shape;6038;p4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039" name="Google Shape;6039;p46"/>
          <p:cNvGrpSpPr/>
          <p:nvPr/>
        </p:nvGrpSpPr>
        <p:grpSpPr>
          <a:xfrm>
            <a:off x="7560992" y="1744853"/>
            <a:ext cx="703389" cy="568387"/>
            <a:chOff x="-44" y="1473"/>
            <a:chExt cx="981" cy="1105"/>
          </a:xfrm>
        </p:grpSpPr>
        <p:pic>
          <p:nvPicPr>
            <p:cNvPr descr="desktop_computer_stylized_medium" id="6040" name="Google Shape;6040;p4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041" name="Google Shape;6041;p4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042" name="Google Shape;6042;p46"/>
          <p:cNvGrpSpPr/>
          <p:nvPr/>
        </p:nvGrpSpPr>
        <p:grpSpPr>
          <a:xfrm>
            <a:off x="7484685" y="2654601"/>
            <a:ext cx="946204" cy="493906"/>
            <a:chOff x="7493876" y="2774731"/>
            <a:chExt cx="1481958" cy="894622"/>
          </a:xfrm>
        </p:grpSpPr>
        <p:sp>
          <p:nvSpPr>
            <p:cNvPr id="6043" name="Google Shape;6043;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044" name="Google Shape;6044;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045" name="Google Shape;6045;p46"/>
            <p:cNvGrpSpPr/>
            <p:nvPr/>
          </p:nvGrpSpPr>
          <p:grpSpPr>
            <a:xfrm>
              <a:off x="7713663" y="2848339"/>
              <a:ext cx="1042107" cy="425543"/>
              <a:chOff x="7786941" y="2884917"/>
              <a:chExt cx="897649" cy="353919"/>
            </a:xfrm>
          </p:grpSpPr>
          <p:sp>
            <p:nvSpPr>
              <p:cNvPr id="6046" name="Google Shape;6046;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47" name="Google Shape;6047;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48" name="Google Shape;6048;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49" name="Google Shape;6049;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050" name="Google Shape;6050;p46"/>
          <p:cNvGrpSpPr/>
          <p:nvPr/>
        </p:nvGrpSpPr>
        <p:grpSpPr>
          <a:xfrm>
            <a:off x="7567435" y="4520082"/>
            <a:ext cx="946204" cy="493906"/>
            <a:chOff x="7493876" y="2774731"/>
            <a:chExt cx="1481958" cy="894622"/>
          </a:xfrm>
        </p:grpSpPr>
        <p:sp>
          <p:nvSpPr>
            <p:cNvPr id="6051" name="Google Shape;6051;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052" name="Google Shape;6052;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053" name="Google Shape;6053;p46"/>
            <p:cNvGrpSpPr/>
            <p:nvPr/>
          </p:nvGrpSpPr>
          <p:grpSpPr>
            <a:xfrm>
              <a:off x="7713663" y="2848339"/>
              <a:ext cx="1042107" cy="425543"/>
              <a:chOff x="7786941" y="2884917"/>
              <a:chExt cx="897649" cy="353919"/>
            </a:xfrm>
          </p:grpSpPr>
          <p:sp>
            <p:nvSpPr>
              <p:cNvPr id="6054" name="Google Shape;6054;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55" name="Google Shape;6055;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56" name="Google Shape;6056;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57" name="Google Shape;6057;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058" name="Google Shape;6058;p46"/>
          <p:cNvGrpSpPr/>
          <p:nvPr/>
        </p:nvGrpSpPr>
        <p:grpSpPr>
          <a:xfrm>
            <a:off x="9940980" y="4520082"/>
            <a:ext cx="946204" cy="493906"/>
            <a:chOff x="7493876" y="2774731"/>
            <a:chExt cx="1481958" cy="894622"/>
          </a:xfrm>
        </p:grpSpPr>
        <p:sp>
          <p:nvSpPr>
            <p:cNvPr id="6059" name="Google Shape;6059;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060" name="Google Shape;6060;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061" name="Google Shape;6061;p46"/>
            <p:cNvGrpSpPr/>
            <p:nvPr/>
          </p:nvGrpSpPr>
          <p:grpSpPr>
            <a:xfrm>
              <a:off x="7713663" y="2848339"/>
              <a:ext cx="1042107" cy="425543"/>
              <a:chOff x="7786941" y="2884917"/>
              <a:chExt cx="897649" cy="353919"/>
            </a:xfrm>
          </p:grpSpPr>
          <p:sp>
            <p:nvSpPr>
              <p:cNvPr id="6062" name="Google Shape;6062;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63" name="Google Shape;6063;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64" name="Google Shape;6064;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65" name="Google Shape;6065;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066" name="Google Shape;6066;p46"/>
          <p:cNvGrpSpPr/>
          <p:nvPr/>
        </p:nvGrpSpPr>
        <p:grpSpPr>
          <a:xfrm>
            <a:off x="9889177" y="2634520"/>
            <a:ext cx="946204" cy="493906"/>
            <a:chOff x="7493876" y="2774731"/>
            <a:chExt cx="1481958" cy="894622"/>
          </a:xfrm>
        </p:grpSpPr>
        <p:sp>
          <p:nvSpPr>
            <p:cNvPr id="6067" name="Google Shape;6067;p4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068" name="Google Shape;6068;p4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069" name="Google Shape;6069;p46"/>
            <p:cNvGrpSpPr/>
            <p:nvPr/>
          </p:nvGrpSpPr>
          <p:grpSpPr>
            <a:xfrm>
              <a:off x="7713663" y="2848339"/>
              <a:ext cx="1042107" cy="425543"/>
              <a:chOff x="7786941" y="2884917"/>
              <a:chExt cx="897649" cy="353919"/>
            </a:xfrm>
          </p:grpSpPr>
          <p:sp>
            <p:nvSpPr>
              <p:cNvPr id="6070" name="Google Shape;6070;p4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71" name="Google Shape;6071;p4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72" name="Google Shape;6072;p4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73" name="Google Shape;6073;p4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6074" name="Google Shape;6074;p46"/>
          <p:cNvSpPr/>
          <p:nvPr/>
        </p:nvSpPr>
        <p:spPr>
          <a:xfrm rot="1634516">
            <a:off x="7940837" y="2709093"/>
            <a:ext cx="535922" cy="73182"/>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75" name="Google Shape;6075;p46"/>
          <p:cNvSpPr/>
          <p:nvPr/>
        </p:nvSpPr>
        <p:spPr>
          <a:xfrm rot="2101064">
            <a:off x="9817292" y="2970721"/>
            <a:ext cx="535922" cy="73182"/>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076" name="Google Shape;6076;p46"/>
          <p:cNvSpPr/>
          <p:nvPr/>
        </p:nvSpPr>
        <p:spPr>
          <a:xfrm rot="4253584">
            <a:off x="10096993" y="4729744"/>
            <a:ext cx="547683" cy="75781"/>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0" name="Shape 6080"/>
        <p:cNvGrpSpPr/>
        <p:nvPr/>
      </p:nvGrpSpPr>
      <p:grpSpPr>
        <a:xfrm>
          <a:off x="0" y="0"/>
          <a:ext cx="0" cy="0"/>
          <a:chOff x="0" y="0"/>
          <a:chExt cx="0" cy="0"/>
        </a:xfrm>
      </p:grpSpPr>
      <p:pic>
        <p:nvPicPr>
          <p:cNvPr id="6081" name="Google Shape;6081;p47"/>
          <p:cNvPicPr preferRelativeResize="0"/>
          <p:nvPr/>
        </p:nvPicPr>
        <p:blipFill rotWithShape="1">
          <a:blip r:embed="rId3">
            <a:alphaModFix/>
          </a:blip>
          <a:srcRect b="0" l="0" r="0" t="0"/>
          <a:stretch/>
        </p:blipFill>
        <p:spPr>
          <a:xfrm>
            <a:off x="1987551" y="995363"/>
            <a:ext cx="6423025" cy="3910012"/>
          </a:xfrm>
          <a:prstGeom prst="rect">
            <a:avLst/>
          </a:prstGeom>
          <a:noFill/>
          <a:ln>
            <a:noFill/>
          </a:ln>
        </p:spPr>
      </p:pic>
      <p:sp>
        <p:nvSpPr>
          <p:cNvPr id="6082" name="Google Shape;6082;p47"/>
          <p:cNvSpPr/>
          <p:nvPr/>
        </p:nvSpPr>
        <p:spPr>
          <a:xfrm>
            <a:off x="2293938" y="617539"/>
            <a:ext cx="3154362" cy="708025"/>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The 4 circuit switches are interconnected by 4 links.</a:t>
            </a:r>
            <a:endParaRPr sz="2000">
              <a:solidFill>
                <a:schemeClr val="dk1"/>
              </a:solidFill>
              <a:latin typeface="Arial"/>
              <a:ea typeface="Arial"/>
              <a:cs typeface="Arial"/>
              <a:sym typeface="Arial"/>
            </a:endParaRPr>
          </a:p>
        </p:txBody>
      </p:sp>
      <p:sp>
        <p:nvSpPr>
          <p:cNvPr id="6083" name="Google Shape;6083;p47"/>
          <p:cNvSpPr/>
          <p:nvPr/>
        </p:nvSpPr>
        <p:spPr>
          <a:xfrm>
            <a:off x="6657976" y="1116013"/>
            <a:ext cx="3362325" cy="1016000"/>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Each of these links has four circuits 🡺 can support 4 simultaneous connections.</a:t>
            </a:r>
            <a:endParaRPr sz="2000">
              <a:solidFill>
                <a:schemeClr val="dk1"/>
              </a:solidFill>
              <a:latin typeface="Arial"/>
              <a:ea typeface="Arial"/>
              <a:cs typeface="Arial"/>
              <a:sym typeface="Arial"/>
            </a:endParaRPr>
          </a:p>
        </p:txBody>
      </p:sp>
      <p:sp>
        <p:nvSpPr>
          <p:cNvPr id="6084" name="Google Shape;6084;p47"/>
          <p:cNvSpPr/>
          <p:nvPr/>
        </p:nvSpPr>
        <p:spPr>
          <a:xfrm>
            <a:off x="2640013" y="5294313"/>
            <a:ext cx="7777162" cy="1014412"/>
          </a:xfrm>
          <a:prstGeom prst="rect">
            <a:avLst/>
          </a:prstGeom>
          <a:solidFill>
            <a:srgbClr val="33CCFF"/>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Example:</a:t>
            </a:r>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If a link has a transmission rate of </a:t>
            </a:r>
            <a:r>
              <a:rPr b="1" lang="en-US" sz="2000">
                <a:solidFill>
                  <a:schemeClr val="dk1"/>
                </a:solidFill>
                <a:latin typeface="Arial"/>
                <a:ea typeface="Arial"/>
                <a:cs typeface="Arial"/>
                <a:sym typeface="Arial"/>
              </a:rPr>
              <a:t>1 Mbps</a:t>
            </a:r>
            <a:r>
              <a:rPr lang="en-US" sz="2000">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Each connection gets </a:t>
            </a:r>
            <a:r>
              <a:rPr b="1" lang="en-US" sz="2000">
                <a:solidFill>
                  <a:schemeClr val="dk1"/>
                </a:solidFill>
                <a:latin typeface="Arial"/>
                <a:ea typeface="Arial"/>
                <a:cs typeface="Arial"/>
                <a:sym typeface="Arial"/>
              </a:rPr>
              <a:t>250 kbps </a:t>
            </a:r>
            <a:r>
              <a:rPr lang="en-US" sz="2000">
                <a:solidFill>
                  <a:schemeClr val="dk1"/>
                </a:solidFill>
                <a:latin typeface="Arial"/>
                <a:ea typeface="Arial"/>
                <a:cs typeface="Arial"/>
                <a:sym typeface="Arial"/>
              </a:rPr>
              <a:t>of dedicated transmission rate.</a:t>
            </a:r>
            <a:endParaRPr sz="2000">
              <a:solidFill>
                <a:schemeClr val="dk1"/>
              </a:solidFill>
              <a:latin typeface="Arial"/>
              <a:ea typeface="Arial"/>
              <a:cs typeface="Arial"/>
              <a:sym typeface="Arial"/>
            </a:endParaRPr>
          </a:p>
        </p:txBody>
      </p:sp>
      <p:sp>
        <p:nvSpPr>
          <p:cNvPr id="6085" name="Google Shape;6085;p47"/>
          <p:cNvSpPr/>
          <p:nvPr/>
        </p:nvSpPr>
        <p:spPr>
          <a:xfrm>
            <a:off x="6743700" y="2492376"/>
            <a:ext cx="3619500" cy="1015663"/>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Each circuit ¼ of the link’s total transmission capacity for the duration of the connection.</a:t>
            </a:r>
            <a:endParaRPr sz="2000">
              <a:solidFill>
                <a:schemeClr val="dk1"/>
              </a:solidFill>
              <a:latin typeface="Arial"/>
              <a:ea typeface="Arial"/>
              <a:cs typeface="Arial"/>
              <a:sym typeface="Arial"/>
            </a:endParaRPr>
          </a:p>
        </p:txBody>
      </p:sp>
      <p:pic>
        <p:nvPicPr>
          <p:cNvPr descr="Puzzle" id="6086" name="Google Shape;6086;p47"/>
          <p:cNvPicPr preferRelativeResize="0"/>
          <p:nvPr/>
        </p:nvPicPr>
        <p:blipFill rotWithShape="1">
          <a:blip r:embed="rId4">
            <a:alphaModFix/>
          </a:blip>
          <a:srcRect b="0" l="0" r="0" t="0"/>
          <a:stretch/>
        </p:blipFill>
        <p:spPr>
          <a:xfrm rot="2653558">
            <a:off x="9729788" y="204788"/>
            <a:ext cx="603250" cy="603250"/>
          </a:xfrm>
          <a:prstGeom prst="rect">
            <a:avLst/>
          </a:prstGeom>
          <a:noFill/>
          <a:ln>
            <a:noFill/>
          </a:ln>
        </p:spPr>
      </p:pic>
      <p:sp>
        <p:nvSpPr>
          <p:cNvPr id="6087" name="Google Shape;6087;p47"/>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2" name="Shape 6092"/>
        <p:cNvGrpSpPr/>
        <p:nvPr/>
      </p:nvGrpSpPr>
      <p:grpSpPr>
        <a:xfrm>
          <a:off x="0" y="0"/>
          <a:ext cx="0" cy="0"/>
          <a:chOff x="0" y="0"/>
          <a:chExt cx="0" cy="0"/>
        </a:xfrm>
      </p:grpSpPr>
      <p:sp>
        <p:nvSpPr>
          <p:cNvPr id="6093" name="Google Shape;6093;p48"/>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Circuit switching: FDM and TDM</a:t>
            </a:r>
            <a:endParaRPr/>
          </a:p>
        </p:txBody>
      </p:sp>
      <p:sp>
        <p:nvSpPr>
          <p:cNvPr id="6094" name="Google Shape;6094;p4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grpSp>
        <p:nvGrpSpPr>
          <p:cNvPr id="6095" name="Google Shape;6095;p48"/>
          <p:cNvGrpSpPr/>
          <p:nvPr/>
        </p:nvGrpSpPr>
        <p:grpSpPr>
          <a:xfrm>
            <a:off x="6233238" y="2058565"/>
            <a:ext cx="5507831" cy="1956595"/>
            <a:chOff x="1379" y="1353"/>
            <a:chExt cx="3469" cy="1233"/>
          </a:xfrm>
        </p:grpSpPr>
        <p:cxnSp>
          <p:nvCxnSpPr>
            <p:cNvPr id="6096" name="Google Shape;6096;p48"/>
            <p:cNvCxnSpPr/>
            <p:nvPr/>
          </p:nvCxnSpPr>
          <p:spPr>
            <a:xfrm rot="10800000">
              <a:off x="1728" y="1392"/>
              <a:ext cx="0" cy="816"/>
            </a:xfrm>
            <a:prstGeom prst="straightConnector1">
              <a:avLst/>
            </a:prstGeom>
            <a:noFill/>
            <a:ln cap="flat" cmpd="sng" w="38100">
              <a:solidFill>
                <a:schemeClr val="dk1"/>
              </a:solidFill>
              <a:prstDash val="solid"/>
              <a:round/>
              <a:headEnd len="med" w="med" type="none"/>
              <a:tailEnd len="med" w="med" type="triangle"/>
            </a:ln>
          </p:spPr>
        </p:cxnSp>
        <p:sp>
          <p:nvSpPr>
            <p:cNvPr id="6097" name="Google Shape;6097;p48"/>
            <p:cNvSpPr txBox="1"/>
            <p:nvPr/>
          </p:nvSpPr>
          <p:spPr>
            <a:xfrm rot="-5400000">
              <a:off x="1069" y="1662"/>
              <a:ext cx="910"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frequency</a:t>
              </a:r>
              <a:endParaRPr sz="2400">
                <a:solidFill>
                  <a:schemeClr val="dk1"/>
                </a:solidFill>
                <a:latin typeface="Calibri"/>
                <a:ea typeface="Calibri"/>
                <a:cs typeface="Calibri"/>
                <a:sym typeface="Calibri"/>
              </a:endParaRPr>
            </a:p>
          </p:txBody>
        </p:sp>
        <p:cxnSp>
          <p:nvCxnSpPr>
            <p:cNvPr id="6098" name="Google Shape;6098;p48"/>
            <p:cNvCxnSpPr/>
            <p:nvPr/>
          </p:nvCxnSpPr>
          <p:spPr>
            <a:xfrm>
              <a:off x="1728" y="2208"/>
              <a:ext cx="3120" cy="0"/>
            </a:xfrm>
            <a:prstGeom prst="straightConnector1">
              <a:avLst/>
            </a:prstGeom>
            <a:noFill/>
            <a:ln cap="flat" cmpd="sng" w="38100">
              <a:solidFill>
                <a:schemeClr val="dk1"/>
              </a:solidFill>
              <a:prstDash val="solid"/>
              <a:round/>
              <a:headEnd len="med" w="med" type="none"/>
              <a:tailEnd len="med" w="med" type="triangle"/>
            </a:ln>
          </p:spPr>
        </p:cxnSp>
        <p:sp>
          <p:nvSpPr>
            <p:cNvPr id="6099" name="Google Shape;6099;p48"/>
            <p:cNvSpPr txBox="1"/>
            <p:nvPr/>
          </p:nvSpPr>
          <p:spPr>
            <a:xfrm>
              <a:off x="3048" y="2255"/>
              <a:ext cx="536" cy="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time</a:t>
              </a:r>
              <a:endParaRPr sz="2800">
                <a:solidFill>
                  <a:schemeClr val="dk1"/>
                </a:solidFill>
                <a:latin typeface="Calibri"/>
                <a:ea typeface="Calibri"/>
                <a:cs typeface="Calibri"/>
                <a:sym typeface="Calibri"/>
              </a:endParaRPr>
            </a:p>
          </p:txBody>
        </p:sp>
        <p:sp>
          <p:nvSpPr>
            <p:cNvPr id="6100" name="Google Shape;6100;p48"/>
            <p:cNvSpPr/>
            <p:nvPr/>
          </p:nvSpPr>
          <p:spPr>
            <a:xfrm>
              <a:off x="1776" y="1584"/>
              <a:ext cx="2880" cy="57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6101" name="Google Shape;6101;p48"/>
          <p:cNvSpPr/>
          <p:nvPr/>
        </p:nvSpPr>
        <p:spPr>
          <a:xfrm>
            <a:off x="6851569" y="2438770"/>
            <a:ext cx="4572000" cy="228600"/>
          </a:xfrm>
          <a:prstGeom prst="rect">
            <a:avLst/>
          </a:prstGeom>
          <a:solidFill>
            <a:srgbClr val="33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02" name="Google Shape;6102;p48"/>
          <p:cNvSpPr/>
          <p:nvPr/>
        </p:nvSpPr>
        <p:spPr>
          <a:xfrm>
            <a:off x="6851569" y="2667370"/>
            <a:ext cx="4572000" cy="228600"/>
          </a:xfrm>
          <a:prstGeom prst="rect">
            <a:avLst/>
          </a:prstGeom>
          <a:solidFill>
            <a:srgbClr val="99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03" name="Google Shape;6103;p48"/>
          <p:cNvSpPr/>
          <p:nvPr/>
        </p:nvSpPr>
        <p:spPr>
          <a:xfrm>
            <a:off x="6851569" y="2895970"/>
            <a:ext cx="4572000" cy="228600"/>
          </a:xfrm>
          <a:prstGeom prst="rect">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04" name="Google Shape;6104;p48"/>
          <p:cNvSpPr/>
          <p:nvPr/>
        </p:nvSpPr>
        <p:spPr>
          <a:xfrm>
            <a:off x="6851569" y="3124570"/>
            <a:ext cx="4572000" cy="228600"/>
          </a:xfrm>
          <a:prstGeom prst="rect">
            <a:avLst/>
          </a:prstGeom>
          <a:solidFill>
            <a:srgbClr val="FF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nvGrpSpPr>
          <p:cNvPr id="6105" name="Google Shape;6105;p48"/>
          <p:cNvGrpSpPr/>
          <p:nvPr/>
        </p:nvGrpSpPr>
        <p:grpSpPr>
          <a:xfrm>
            <a:off x="6249113" y="4360439"/>
            <a:ext cx="5479256" cy="1894681"/>
            <a:chOff x="1397" y="2977"/>
            <a:chExt cx="3452" cy="1193"/>
          </a:xfrm>
        </p:grpSpPr>
        <p:cxnSp>
          <p:nvCxnSpPr>
            <p:cNvPr id="6106" name="Google Shape;6106;p48"/>
            <p:cNvCxnSpPr/>
            <p:nvPr/>
          </p:nvCxnSpPr>
          <p:spPr>
            <a:xfrm rot="10800000">
              <a:off x="1728" y="2977"/>
              <a:ext cx="0" cy="816"/>
            </a:xfrm>
            <a:prstGeom prst="straightConnector1">
              <a:avLst/>
            </a:prstGeom>
            <a:noFill/>
            <a:ln cap="flat" cmpd="sng" w="38100">
              <a:solidFill>
                <a:schemeClr val="dk1"/>
              </a:solidFill>
              <a:prstDash val="solid"/>
              <a:round/>
              <a:headEnd len="med" w="med" type="none"/>
              <a:tailEnd len="med" w="med" type="triangle"/>
            </a:ln>
          </p:spPr>
        </p:cxnSp>
        <p:sp>
          <p:nvSpPr>
            <p:cNvPr id="6107" name="Google Shape;6107;p48"/>
            <p:cNvSpPr txBox="1"/>
            <p:nvPr/>
          </p:nvSpPr>
          <p:spPr>
            <a:xfrm rot="-5400000">
              <a:off x="1087" y="3286"/>
              <a:ext cx="910"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frequency</a:t>
              </a:r>
              <a:endParaRPr sz="2400">
                <a:solidFill>
                  <a:schemeClr val="dk1"/>
                </a:solidFill>
                <a:latin typeface="Calibri"/>
                <a:ea typeface="Calibri"/>
                <a:cs typeface="Calibri"/>
                <a:sym typeface="Calibri"/>
              </a:endParaRPr>
            </a:p>
          </p:txBody>
        </p:sp>
        <p:cxnSp>
          <p:nvCxnSpPr>
            <p:cNvPr id="6108" name="Google Shape;6108;p48"/>
            <p:cNvCxnSpPr/>
            <p:nvPr/>
          </p:nvCxnSpPr>
          <p:spPr>
            <a:xfrm>
              <a:off x="1728" y="3793"/>
              <a:ext cx="3120" cy="0"/>
            </a:xfrm>
            <a:prstGeom prst="straightConnector1">
              <a:avLst/>
            </a:prstGeom>
            <a:noFill/>
            <a:ln cap="flat" cmpd="sng" w="38100">
              <a:solidFill>
                <a:schemeClr val="dk1"/>
              </a:solidFill>
              <a:prstDash val="solid"/>
              <a:round/>
              <a:headEnd len="med" w="med" type="none"/>
              <a:tailEnd len="med" w="med" type="triangle"/>
            </a:ln>
          </p:spPr>
        </p:cxnSp>
        <p:sp>
          <p:nvSpPr>
            <p:cNvPr id="6109" name="Google Shape;6109;p48"/>
            <p:cNvSpPr txBox="1"/>
            <p:nvPr/>
          </p:nvSpPr>
          <p:spPr>
            <a:xfrm>
              <a:off x="3048" y="3840"/>
              <a:ext cx="536" cy="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time</a:t>
              </a:r>
              <a:endParaRPr sz="2800">
                <a:solidFill>
                  <a:schemeClr val="dk1"/>
                </a:solidFill>
                <a:latin typeface="Calibri"/>
                <a:ea typeface="Calibri"/>
                <a:cs typeface="Calibri"/>
                <a:sym typeface="Calibri"/>
              </a:endParaRPr>
            </a:p>
          </p:txBody>
        </p:sp>
        <p:sp>
          <p:nvSpPr>
            <p:cNvPr id="6110" name="Google Shape;6110;p48"/>
            <p:cNvSpPr/>
            <p:nvPr/>
          </p:nvSpPr>
          <p:spPr>
            <a:xfrm>
              <a:off x="1776" y="3168"/>
              <a:ext cx="2880" cy="57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grpSp>
        <p:nvGrpSpPr>
          <p:cNvPr id="6111" name="Google Shape;6111;p48"/>
          <p:cNvGrpSpPr/>
          <p:nvPr/>
        </p:nvGrpSpPr>
        <p:grpSpPr>
          <a:xfrm>
            <a:off x="6851569" y="4664445"/>
            <a:ext cx="3886200" cy="914400"/>
            <a:chOff x="1776" y="3168"/>
            <a:chExt cx="2448" cy="576"/>
          </a:xfrm>
        </p:grpSpPr>
        <p:sp>
          <p:nvSpPr>
            <p:cNvPr id="6112" name="Google Shape;6112;p48"/>
            <p:cNvSpPr/>
            <p:nvPr/>
          </p:nvSpPr>
          <p:spPr>
            <a:xfrm>
              <a:off x="1776" y="3168"/>
              <a:ext cx="144" cy="576"/>
            </a:xfrm>
            <a:prstGeom prst="rect">
              <a:avLst/>
            </a:prstGeom>
            <a:solidFill>
              <a:srgbClr val="33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13" name="Google Shape;6113;p48"/>
            <p:cNvSpPr/>
            <p:nvPr/>
          </p:nvSpPr>
          <p:spPr>
            <a:xfrm>
              <a:off x="2352" y="3168"/>
              <a:ext cx="144" cy="576"/>
            </a:xfrm>
            <a:prstGeom prst="rect">
              <a:avLst/>
            </a:prstGeom>
            <a:solidFill>
              <a:srgbClr val="33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14" name="Google Shape;6114;p48"/>
            <p:cNvSpPr/>
            <p:nvPr/>
          </p:nvSpPr>
          <p:spPr>
            <a:xfrm>
              <a:off x="2928" y="3168"/>
              <a:ext cx="144" cy="576"/>
            </a:xfrm>
            <a:prstGeom prst="rect">
              <a:avLst/>
            </a:prstGeom>
            <a:solidFill>
              <a:srgbClr val="33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15" name="Google Shape;6115;p48"/>
            <p:cNvSpPr/>
            <p:nvPr/>
          </p:nvSpPr>
          <p:spPr>
            <a:xfrm>
              <a:off x="3504" y="3168"/>
              <a:ext cx="144" cy="576"/>
            </a:xfrm>
            <a:prstGeom prst="rect">
              <a:avLst/>
            </a:prstGeom>
            <a:solidFill>
              <a:srgbClr val="33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16" name="Google Shape;6116;p48"/>
            <p:cNvSpPr/>
            <p:nvPr/>
          </p:nvSpPr>
          <p:spPr>
            <a:xfrm>
              <a:off x="4080" y="3168"/>
              <a:ext cx="144" cy="576"/>
            </a:xfrm>
            <a:prstGeom prst="rect">
              <a:avLst/>
            </a:prstGeom>
            <a:solidFill>
              <a:srgbClr val="33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grpSp>
        <p:nvGrpSpPr>
          <p:cNvPr id="6117" name="Google Shape;6117;p48"/>
          <p:cNvGrpSpPr/>
          <p:nvPr/>
        </p:nvGrpSpPr>
        <p:grpSpPr>
          <a:xfrm>
            <a:off x="7080169" y="4664445"/>
            <a:ext cx="3886200" cy="914400"/>
            <a:chOff x="1920" y="3168"/>
            <a:chExt cx="2448" cy="576"/>
          </a:xfrm>
        </p:grpSpPr>
        <p:sp>
          <p:nvSpPr>
            <p:cNvPr id="6118" name="Google Shape;6118;p48"/>
            <p:cNvSpPr/>
            <p:nvPr/>
          </p:nvSpPr>
          <p:spPr>
            <a:xfrm>
              <a:off x="1920" y="3168"/>
              <a:ext cx="144" cy="576"/>
            </a:xfrm>
            <a:prstGeom prst="rect">
              <a:avLst/>
            </a:prstGeom>
            <a:solidFill>
              <a:srgbClr val="99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19" name="Google Shape;6119;p48"/>
            <p:cNvSpPr/>
            <p:nvPr/>
          </p:nvSpPr>
          <p:spPr>
            <a:xfrm>
              <a:off x="2496" y="3168"/>
              <a:ext cx="144" cy="576"/>
            </a:xfrm>
            <a:prstGeom prst="rect">
              <a:avLst/>
            </a:prstGeom>
            <a:solidFill>
              <a:srgbClr val="99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20" name="Google Shape;6120;p48"/>
            <p:cNvSpPr/>
            <p:nvPr/>
          </p:nvSpPr>
          <p:spPr>
            <a:xfrm>
              <a:off x="3072" y="3168"/>
              <a:ext cx="144" cy="576"/>
            </a:xfrm>
            <a:prstGeom prst="rect">
              <a:avLst/>
            </a:prstGeom>
            <a:solidFill>
              <a:srgbClr val="99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21" name="Google Shape;6121;p48"/>
            <p:cNvSpPr/>
            <p:nvPr/>
          </p:nvSpPr>
          <p:spPr>
            <a:xfrm>
              <a:off x="3648" y="3168"/>
              <a:ext cx="144" cy="576"/>
            </a:xfrm>
            <a:prstGeom prst="rect">
              <a:avLst/>
            </a:prstGeom>
            <a:solidFill>
              <a:srgbClr val="99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22" name="Google Shape;6122;p48"/>
            <p:cNvSpPr/>
            <p:nvPr/>
          </p:nvSpPr>
          <p:spPr>
            <a:xfrm>
              <a:off x="4224" y="3168"/>
              <a:ext cx="144" cy="576"/>
            </a:xfrm>
            <a:prstGeom prst="rect">
              <a:avLst/>
            </a:prstGeom>
            <a:solidFill>
              <a:srgbClr val="99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grpSp>
        <p:nvGrpSpPr>
          <p:cNvPr id="6123" name="Google Shape;6123;p48"/>
          <p:cNvGrpSpPr/>
          <p:nvPr/>
        </p:nvGrpSpPr>
        <p:grpSpPr>
          <a:xfrm>
            <a:off x="7308769" y="4664445"/>
            <a:ext cx="3886200" cy="914400"/>
            <a:chOff x="2064" y="3168"/>
            <a:chExt cx="2448" cy="576"/>
          </a:xfrm>
        </p:grpSpPr>
        <p:sp>
          <p:nvSpPr>
            <p:cNvPr id="6124" name="Google Shape;6124;p48"/>
            <p:cNvSpPr/>
            <p:nvPr/>
          </p:nvSpPr>
          <p:spPr>
            <a:xfrm>
              <a:off x="2064" y="3168"/>
              <a:ext cx="144" cy="576"/>
            </a:xfrm>
            <a:prstGeom prst="rect">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25" name="Google Shape;6125;p48"/>
            <p:cNvSpPr/>
            <p:nvPr/>
          </p:nvSpPr>
          <p:spPr>
            <a:xfrm>
              <a:off x="2640" y="3168"/>
              <a:ext cx="144" cy="576"/>
            </a:xfrm>
            <a:prstGeom prst="rect">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26" name="Google Shape;6126;p48"/>
            <p:cNvSpPr/>
            <p:nvPr/>
          </p:nvSpPr>
          <p:spPr>
            <a:xfrm>
              <a:off x="3216" y="3168"/>
              <a:ext cx="144" cy="576"/>
            </a:xfrm>
            <a:prstGeom prst="rect">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27" name="Google Shape;6127;p48"/>
            <p:cNvSpPr/>
            <p:nvPr/>
          </p:nvSpPr>
          <p:spPr>
            <a:xfrm>
              <a:off x="3792" y="3168"/>
              <a:ext cx="144" cy="576"/>
            </a:xfrm>
            <a:prstGeom prst="rect">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28" name="Google Shape;6128;p48"/>
            <p:cNvSpPr/>
            <p:nvPr/>
          </p:nvSpPr>
          <p:spPr>
            <a:xfrm>
              <a:off x="4368" y="3168"/>
              <a:ext cx="144" cy="576"/>
            </a:xfrm>
            <a:prstGeom prst="rect">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grpSp>
        <p:nvGrpSpPr>
          <p:cNvPr id="6129" name="Google Shape;6129;p48"/>
          <p:cNvGrpSpPr/>
          <p:nvPr/>
        </p:nvGrpSpPr>
        <p:grpSpPr>
          <a:xfrm>
            <a:off x="7537369" y="4664445"/>
            <a:ext cx="3886200" cy="914400"/>
            <a:chOff x="2208" y="3168"/>
            <a:chExt cx="2448" cy="576"/>
          </a:xfrm>
        </p:grpSpPr>
        <p:sp>
          <p:nvSpPr>
            <p:cNvPr id="6130" name="Google Shape;6130;p48"/>
            <p:cNvSpPr/>
            <p:nvPr/>
          </p:nvSpPr>
          <p:spPr>
            <a:xfrm>
              <a:off x="2208" y="3168"/>
              <a:ext cx="144" cy="576"/>
            </a:xfrm>
            <a:prstGeom prst="rect">
              <a:avLst/>
            </a:prstGeom>
            <a:solidFill>
              <a:srgbClr val="FF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31" name="Google Shape;6131;p48"/>
            <p:cNvSpPr/>
            <p:nvPr/>
          </p:nvSpPr>
          <p:spPr>
            <a:xfrm>
              <a:off x="2784" y="3168"/>
              <a:ext cx="144" cy="576"/>
            </a:xfrm>
            <a:prstGeom prst="rect">
              <a:avLst/>
            </a:prstGeom>
            <a:solidFill>
              <a:srgbClr val="FF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32" name="Google Shape;6132;p48"/>
            <p:cNvSpPr/>
            <p:nvPr/>
          </p:nvSpPr>
          <p:spPr>
            <a:xfrm>
              <a:off x="3360" y="3168"/>
              <a:ext cx="144" cy="576"/>
            </a:xfrm>
            <a:prstGeom prst="rect">
              <a:avLst/>
            </a:prstGeom>
            <a:solidFill>
              <a:srgbClr val="FF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33" name="Google Shape;6133;p48"/>
            <p:cNvSpPr/>
            <p:nvPr/>
          </p:nvSpPr>
          <p:spPr>
            <a:xfrm>
              <a:off x="3936" y="3168"/>
              <a:ext cx="144" cy="576"/>
            </a:xfrm>
            <a:prstGeom prst="rect">
              <a:avLst/>
            </a:prstGeom>
            <a:solidFill>
              <a:srgbClr val="FF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34" name="Google Shape;6134;p48"/>
            <p:cNvSpPr/>
            <p:nvPr/>
          </p:nvSpPr>
          <p:spPr>
            <a:xfrm>
              <a:off x="4512" y="3168"/>
              <a:ext cx="144" cy="576"/>
            </a:xfrm>
            <a:prstGeom prst="rect">
              <a:avLst/>
            </a:prstGeom>
            <a:solidFill>
              <a:srgbClr val="FF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grpSp>
        <p:nvGrpSpPr>
          <p:cNvPr id="6135" name="Google Shape;6135;p48"/>
          <p:cNvGrpSpPr/>
          <p:nvPr/>
        </p:nvGrpSpPr>
        <p:grpSpPr>
          <a:xfrm>
            <a:off x="6851569" y="2667370"/>
            <a:ext cx="4572000" cy="457200"/>
            <a:chOff x="1776" y="1728"/>
            <a:chExt cx="2880" cy="288"/>
          </a:xfrm>
        </p:grpSpPr>
        <p:cxnSp>
          <p:nvCxnSpPr>
            <p:cNvPr id="6136" name="Google Shape;6136;p48"/>
            <p:cNvCxnSpPr/>
            <p:nvPr/>
          </p:nvCxnSpPr>
          <p:spPr>
            <a:xfrm>
              <a:off x="1776" y="1728"/>
              <a:ext cx="2880" cy="0"/>
            </a:xfrm>
            <a:prstGeom prst="straightConnector1">
              <a:avLst/>
            </a:prstGeom>
            <a:noFill/>
            <a:ln cap="flat" cmpd="sng" w="9525">
              <a:solidFill>
                <a:schemeClr val="dk1"/>
              </a:solidFill>
              <a:prstDash val="solid"/>
              <a:round/>
              <a:headEnd len="med" w="med" type="none"/>
              <a:tailEnd len="med" w="med" type="none"/>
            </a:ln>
          </p:spPr>
        </p:cxnSp>
        <p:cxnSp>
          <p:nvCxnSpPr>
            <p:cNvPr id="6137" name="Google Shape;6137;p48"/>
            <p:cNvCxnSpPr/>
            <p:nvPr/>
          </p:nvCxnSpPr>
          <p:spPr>
            <a:xfrm>
              <a:off x="1776" y="1872"/>
              <a:ext cx="2880" cy="0"/>
            </a:xfrm>
            <a:prstGeom prst="straightConnector1">
              <a:avLst/>
            </a:prstGeom>
            <a:noFill/>
            <a:ln cap="flat" cmpd="sng" w="9525">
              <a:solidFill>
                <a:schemeClr val="dk1"/>
              </a:solidFill>
              <a:prstDash val="solid"/>
              <a:round/>
              <a:headEnd len="med" w="med" type="none"/>
              <a:tailEnd len="med" w="med" type="none"/>
            </a:ln>
          </p:spPr>
        </p:cxnSp>
        <p:cxnSp>
          <p:nvCxnSpPr>
            <p:cNvPr id="6138" name="Google Shape;6138;p48"/>
            <p:cNvCxnSpPr/>
            <p:nvPr/>
          </p:nvCxnSpPr>
          <p:spPr>
            <a:xfrm>
              <a:off x="1776" y="2016"/>
              <a:ext cx="2880" cy="0"/>
            </a:xfrm>
            <a:prstGeom prst="straightConnector1">
              <a:avLst/>
            </a:prstGeom>
            <a:noFill/>
            <a:ln cap="flat" cmpd="sng" w="9525">
              <a:solidFill>
                <a:schemeClr val="dk1"/>
              </a:solidFill>
              <a:prstDash val="solid"/>
              <a:round/>
              <a:headEnd len="med" w="med" type="none"/>
              <a:tailEnd len="med" w="med" type="none"/>
            </a:ln>
          </p:spPr>
        </p:cxnSp>
      </p:grpSp>
      <p:grpSp>
        <p:nvGrpSpPr>
          <p:cNvPr id="6139" name="Google Shape;6139;p48"/>
          <p:cNvGrpSpPr/>
          <p:nvPr/>
        </p:nvGrpSpPr>
        <p:grpSpPr>
          <a:xfrm>
            <a:off x="7080169" y="4664445"/>
            <a:ext cx="4114800" cy="914400"/>
            <a:chOff x="1920" y="3168"/>
            <a:chExt cx="2592" cy="576"/>
          </a:xfrm>
        </p:grpSpPr>
        <p:cxnSp>
          <p:nvCxnSpPr>
            <p:cNvPr id="6140" name="Google Shape;6140;p48"/>
            <p:cNvCxnSpPr/>
            <p:nvPr/>
          </p:nvCxnSpPr>
          <p:spPr>
            <a:xfrm>
              <a:off x="1920"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41" name="Google Shape;6141;p48"/>
            <p:cNvCxnSpPr/>
            <p:nvPr/>
          </p:nvCxnSpPr>
          <p:spPr>
            <a:xfrm>
              <a:off x="2064"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42" name="Google Shape;6142;p48"/>
            <p:cNvCxnSpPr/>
            <p:nvPr/>
          </p:nvCxnSpPr>
          <p:spPr>
            <a:xfrm>
              <a:off x="2208"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43" name="Google Shape;6143;p48"/>
            <p:cNvCxnSpPr/>
            <p:nvPr/>
          </p:nvCxnSpPr>
          <p:spPr>
            <a:xfrm>
              <a:off x="2352"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44" name="Google Shape;6144;p48"/>
            <p:cNvCxnSpPr/>
            <p:nvPr/>
          </p:nvCxnSpPr>
          <p:spPr>
            <a:xfrm>
              <a:off x="2496"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45" name="Google Shape;6145;p48"/>
            <p:cNvCxnSpPr/>
            <p:nvPr/>
          </p:nvCxnSpPr>
          <p:spPr>
            <a:xfrm>
              <a:off x="2640"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46" name="Google Shape;6146;p48"/>
            <p:cNvCxnSpPr/>
            <p:nvPr/>
          </p:nvCxnSpPr>
          <p:spPr>
            <a:xfrm>
              <a:off x="2784"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47" name="Google Shape;6147;p48"/>
            <p:cNvCxnSpPr/>
            <p:nvPr/>
          </p:nvCxnSpPr>
          <p:spPr>
            <a:xfrm>
              <a:off x="2928"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48" name="Google Shape;6148;p48"/>
            <p:cNvCxnSpPr/>
            <p:nvPr/>
          </p:nvCxnSpPr>
          <p:spPr>
            <a:xfrm>
              <a:off x="3072"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49" name="Google Shape;6149;p48"/>
            <p:cNvCxnSpPr/>
            <p:nvPr/>
          </p:nvCxnSpPr>
          <p:spPr>
            <a:xfrm>
              <a:off x="3216"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50" name="Google Shape;6150;p48"/>
            <p:cNvCxnSpPr/>
            <p:nvPr/>
          </p:nvCxnSpPr>
          <p:spPr>
            <a:xfrm>
              <a:off x="3360"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51" name="Google Shape;6151;p48"/>
            <p:cNvCxnSpPr/>
            <p:nvPr/>
          </p:nvCxnSpPr>
          <p:spPr>
            <a:xfrm>
              <a:off x="3504"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52" name="Google Shape;6152;p48"/>
            <p:cNvCxnSpPr/>
            <p:nvPr/>
          </p:nvCxnSpPr>
          <p:spPr>
            <a:xfrm>
              <a:off x="3648"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53" name="Google Shape;6153;p48"/>
            <p:cNvCxnSpPr/>
            <p:nvPr/>
          </p:nvCxnSpPr>
          <p:spPr>
            <a:xfrm>
              <a:off x="3792"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54" name="Google Shape;6154;p48"/>
            <p:cNvCxnSpPr/>
            <p:nvPr/>
          </p:nvCxnSpPr>
          <p:spPr>
            <a:xfrm>
              <a:off x="3936"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55" name="Google Shape;6155;p48"/>
            <p:cNvCxnSpPr/>
            <p:nvPr/>
          </p:nvCxnSpPr>
          <p:spPr>
            <a:xfrm>
              <a:off x="4080"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56" name="Google Shape;6156;p48"/>
            <p:cNvCxnSpPr/>
            <p:nvPr/>
          </p:nvCxnSpPr>
          <p:spPr>
            <a:xfrm>
              <a:off x="4224"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57" name="Google Shape;6157;p48"/>
            <p:cNvCxnSpPr/>
            <p:nvPr/>
          </p:nvCxnSpPr>
          <p:spPr>
            <a:xfrm>
              <a:off x="4368" y="3168"/>
              <a:ext cx="0" cy="576"/>
            </a:xfrm>
            <a:prstGeom prst="straightConnector1">
              <a:avLst/>
            </a:prstGeom>
            <a:noFill/>
            <a:ln cap="flat" cmpd="sng" w="9525">
              <a:solidFill>
                <a:schemeClr val="dk1"/>
              </a:solidFill>
              <a:prstDash val="solid"/>
              <a:round/>
              <a:headEnd len="med" w="med" type="none"/>
              <a:tailEnd len="med" w="med" type="none"/>
            </a:ln>
          </p:spPr>
        </p:cxnSp>
        <p:cxnSp>
          <p:nvCxnSpPr>
            <p:cNvPr id="6158" name="Google Shape;6158;p48"/>
            <p:cNvCxnSpPr/>
            <p:nvPr/>
          </p:nvCxnSpPr>
          <p:spPr>
            <a:xfrm>
              <a:off x="4512" y="3168"/>
              <a:ext cx="0" cy="576"/>
            </a:xfrm>
            <a:prstGeom prst="straightConnector1">
              <a:avLst/>
            </a:prstGeom>
            <a:noFill/>
            <a:ln cap="flat" cmpd="sng" w="9525">
              <a:solidFill>
                <a:schemeClr val="dk1"/>
              </a:solidFill>
              <a:prstDash val="solid"/>
              <a:round/>
              <a:headEnd len="med" w="med" type="none"/>
              <a:tailEnd len="med" w="med" type="none"/>
            </a:ln>
          </p:spPr>
        </p:cxnSp>
      </p:grpSp>
      <p:grpSp>
        <p:nvGrpSpPr>
          <p:cNvPr id="6159" name="Google Shape;6159;p48"/>
          <p:cNvGrpSpPr/>
          <p:nvPr/>
        </p:nvGrpSpPr>
        <p:grpSpPr>
          <a:xfrm>
            <a:off x="6851569" y="2553070"/>
            <a:ext cx="4572000" cy="685800"/>
            <a:chOff x="1776" y="1656"/>
            <a:chExt cx="2880" cy="432"/>
          </a:xfrm>
        </p:grpSpPr>
        <p:cxnSp>
          <p:nvCxnSpPr>
            <p:cNvPr id="6160" name="Google Shape;6160;p48"/>
            <p:cNvCxnSpPr/>
            <p:nvPr/>
          </p:nvCxnSpPr>
          <p:spPr>
            <a:xfrm>
              <a:off x="1776" y="1656"/>
              <a:ext cx="2880" cy="0"/>
            </a:xfrm>
            <a:prstGeom prst="straightConnector1">
              <a:avLst/>
            </a:prstGeom>
            <a:noFill/>
            <a:ln cap="flat" cmpd="sng" w="9525">
              <a:solidFill>
                <a:schemeClr val="dk1"/>
              </a:solidFill>
              <a:prstDash val="dash"/>
              <a:round/>
              <a:headEnd len="med" w="med" type="none"/>
              <a:tailEnd len="med" w="med" type="none"/>
            </a:ln>
          </p:spPr>
        </p:cxnSp>
        <p:cxnSp>
          <p:nvCxnSpPr>
            <p:cNvPr id="6161" name="Google Shape;6161;p48"/>
            <p:cNvCxnSpPr/>
            <p:nvPr/>
          </p:nvCxnSpPr>
          <p:spPr>
            <a:xfrm>
              <a:off x="1776" y="1800"/>
              <a:ext cx="2880" cy="0"/>
            </a:xfrm>
            <a:prstGeom prst="straightConnector1">
              <a:avLst/>
            </a:prstGeom>
            <a:noFill/>
            <a:ln cap="flat" cmpd="sng" w="9525">
              <a:solidFill>
                <a:schemeClr val="dk1"/>
              </a:solidFill>
              <a:prstDash val="dash"/>
              <a:round/>
              <a:headEnd len="med" w="med" type="none"/>
              <a:tailEnd len="med" w="med" type="none"/>
            </a:ln>
          </p:spPr>
        </p:cxnSp>
        <p:cxnSp>
          <p:nvCxnSpPr>
            <p:cNvPr id="6162" name="Google Shape;6162;p48"/>
            <p:cNvCxnSpPr/>
            <p:nvPr/>
          </p:nvCxnSpPr>
          <p:spPr>
            <a:xfrm>
              <a:off x="1776" y="1944"/>
              <a:ext cx="2880" cy="0"/>
            </a:xfrm>
            <a:prstGeom prst="straightConnector1">
              <a:avLst/>
            </a:prstGeom>
            <a:noFill/>
            <a:ln cap="flat" cmpd="sng" w="9525">
              <a:solidFill>
                <a:schemeClr val="dk1"/>
              </a:solidFill>
              <a:prstDash val="dash"/>
              <a:round/>
              <a:headEnd len="med" w="med" type="none"/>
              <a:tailEnd len="med" w="med" type="none"/>
            </a:ln>
          </p:spPr>
        </p:cxnSp>
        <p:cxnSp>
          <p:nvCxnSpPr>
            <p:cNvPr id="6163" name="Google Shape;6163;p48"/>
            <p:cNvCxnSpPr/>
            <p:nvPr/>
          </p:nvCxnSpPr>
          <p:spPr>
            <a:xfrm>
              <a:off x="1776" y="2088"/>
              <a:ext cx="2880" cy="0"/>
            </a:xfrm>
            <a:prstGeom prst="straightConnector1">
              <a:avLst/>
            </a:prstGeom>
            <a:noFill/>
            <a:ln cap="flat" cmpd="sng" w="9525">
              <a:solidFill>
                <a:schemeClr val="dk1"/>
              </a:solidFill>
              <a:prstDash val="dash"/>
              <a:round/>
              <a:headEnd len="med" w="med" type="none"/>
              <a:tailEnd len="med" w="med" type="none"/>
            </a:ln>
          </p:spPr>
        </p:cxnSp>
      </p:grpSp>
      <p:grpSp>
        <p:nvGrpSpPr>
          <p:cNvPr id="6164" name="Google Shape;6164;p48"/>
          <p:cNvGrpSpPr/>
          <p:nvPr/>
        </p:nvGrpSpPr>
        <p:grpSpPr>
          <a:xfrm>
            <a:off x="6965869" y="4664445"/>
            <a:ext cx="4343400" cy="914400"/>
            <a:chOff x="1848" y="3168"/>
            <a:chExt cx="2736" cy="576"/>
          </a:xfrm>
        </p:grpSpPr>
        <p:cxnSp>
          <p:nvCxnSpPr>
            <p:cNvPr id="6165" name="Google Shape;6165;p48"/>
            <p:cNvCxnSpPr/>
            <p:nvPr/>
          </p:nvCxnSpPr>
          <p:spPr>
            <a:xfrm>
              <a:off x="1848"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66" name="Google Shape;6166;p48"/>
            <p:cNvCxnSpPr/>
            <p:nvPr/>
          </p:nvCxnSpPr>
          <p:spPr>
            <a:xfrm>
              <a:off x="1992"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67" name="Google Shape;6167;p48"/>
            <p:cNvCxnSpPr/>
            <p:nvPr/>
          </p:nvCxnSpPr>
          <p:spPr>
            <a:xfrm>
              <a:off x="2136"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68" name="Google Shape;6168;p48"/>
            <p:cNvCxnSpPr/>
            <p:nvPr/>
          </p:nvCxnSpPr>
          <p:spPr>
            <a:xfrm>
              <a:off x="2280"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69" name="Google Shape;6169;p48"/>
            <p:cNvCxnSpPr/>
            <p:nvPr/>
          </p:nvCxnSpPr>
          <p:spPr>
            <a:xfrm>
              <a:off x="2424"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70" name="Google Shape;6170;p48"/>
            <p:cNvCxnSpPr/>
            <p:nvPr/>
          </p:nvCxnSpPr>
          <p:spPr>
            <a:xfrm>
              <a:off x="2568"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71" name="Google Shape;6171;p48"/>
            <p:cNvCxnSpPr/>
            <p:nvPr/>
          </p:nvCxnSpPr>
          <p:spPr>
            <a:xfrm>
              <a:off x="2712"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72" name="Google Shape;6172;p48"/>
            <p:cNvCxnSpPr/>
            <p:nvPr/>
          </p:nvCxnSpPr>
          <p:spPr>
            <a:xfrm>
              <a:off x="2856"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73" name="Google Shape;6173;p48"/>
            <p:cNvCxnSpPr/>
            <p:nvPr/>
          </p:nvCxnSpPr>
          <p:spPr>
            <a:xfrm>
              <a:off x="3000"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74" name="Google Shape;6174;p48"/>
            <p:cNvCxnSpPr/>
            <p:nvPr/>
          </p:nvCxnSpPr>
          <p:spPr>
            <a:xfrm>
              <a:off x="3144"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75" name="Google Shape;6175;p48"/>
            <p:cNvCxnSpPr/>
            <p:nvPr/>
          </p:nvCxnSpPr>
          <p:spPr>
            <a:xfrm>
              <a:off x="3288"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76" name="Google Shape;6176;p48"/>
            <p:cNvCxnSpPr/>
            <p:nvPr/>
          </p:nvCxnSpPr>
          <p:spPr>
            <a:xfrm>
              <a:off x="3432"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77" name="Google Shape;6177;p48"/>
            <p:cNvCxnSpPr/>
            <p:nvPr/>
          </p:nvCxnSpPr>
          <p:spPr>
            <a:xfrm>
              <a:off x="3576"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78" name="Google Shape;6178;p48"/>
            <p:cNvCxnSpPr/>
            <p:nvPr/>
          </p:nvCxnSpPr>
          <p:spPr>
            <a:xfrm>
              <a:off x="3720"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79" name="Google Shape;6179;p48"/>
            <p:cNvCxnSpPr/>
            <p:nvPr/>
          </p:nvCxnSpPr>
          <p:spPr>
            <a:xfrm>
              <a:off x="3864"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80" name="Google Shape;6180;p48"/>
            <p:cNvCxnSpPr/>
            <p:nvPr/>
          </p:nvCxnSpPr>
          <p:spPr>
            <a:xfrm>
              <a:off x="4008"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81" name="Google Shape;6181;p48"/>
            <p:cNvCxnSpPr/>
            <p:nvPr/>
          </p:nvCxnSpPr>
          <p:spPr>
            <a:xfrm>
              <a:off x="4152"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82" name="Google Shape;6182;p48"/>
            <p:cNvCxnSpPr/>
            <p:nvPr/>
          </p:nvCxnSpPr>
          <p:spPr>
            <a:xfrm>
              <a:off x="4296"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83" name="Google Shape;6183;p48"/>
            <p:cNvCxnSpPr/>
            <p:nvPr/>
          </p:nvCxnSpPr>
          <p:spPr>
            <a:xfrm>
              <a:off x="4440" y="3168"/>
              <a:ext cx="0" cy="576"/>
            </a:xfrm>
            <a:prstGeom prst="straightConnector1">
              <a:avLst/>
            </a:prstGeom>
            <a:noFill/>
            <a:ln cap="flat" cmpd="sng" w="9525">
              <a:solidFill>
                <a:schemeClr val="dk1"/>
              </a:solidFill>
              <a:prstDash val="dash"/>
              <a:round/>
              <a:headEnd len="med" w="med" type="none"/>
              <a:tailEnd len="med" w="med" type="none"/>
            </a:ln>
          </p:spPr>
        </p:cxnSp>
        <p:cxnSp>
          <p:nvCxnSpPr>
            <p:cNvPr id="6184" name="Google Shape;6184;p48"/>
            <p:cNvCxnSpPr/>
            <p:nvPr/>
          </p:nvCxnSpPr>
          <p:spPr>
            <a:xfrm>
              <a:off x="4584" y="3168"/>
              <a:ext cx="0" cy="576"/>
            </a:xfrm>
            <a:prstGeom prst="straightConnector1">
              <a:avLst/>
            </a:prstGeom>
            <a:noFill/>
            <a:ln cap="flat" cmpd="sng" w="9525">
              <a:solidFill>
                <a:schemeClr val="dk1"/>
              </a:solidFill>
              <a:prstDash val="dash"/>
              <a:round/>
              <a:headEnd len="med" w="med" type="none"/>
              <a:tailEnd len="med" w="med" type="none"/>
            </a:ln>
          </p:spPr>
        </p:cxnSp>
      </p:grpSp>
      <p:grpSp>
        <p:nvGrpSpPr>
          <p:cNvPr id="6185" name="Google Shape;6185;p48"/>
          <p:cNvGrpSpPr/>
          <p:nvPr/>
        </p:nvGrpSpPr>
        <p:grpSpPr>
          <a:xfrm>
            <a:off x="8985169" y="1632322"/>
            <a:ext cx="2438400" cy="523876"/>
            <a:chOff x="3648" y="266"/>
            <a:chExt cx="1536" cy="330"/>
          </a:xfrm>
        </p:grpSpPr>
        <p:sp>
          <p:nvSpPr>
            <p:cNvPr id="6186" name="Google Shape;6186;p48"/>
            <p:cNvSpPr txBox="1"/>
            <p:nvPr/>
          </p:nvSpPr>
          <p:spPr>
            <a:xfrm>
              <a:off x="3648" y="266"/>
              <a:ext cx="767" cy="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4 users</a:t>
              </a:r>
              <a:endParaRPr sz="2800">
                <a:solidFill>
                  <a:schemeClr val="dk1"/>
                </a:solidFill>
                <a:latin typeface="Calibri"/>
                <a:ea typeface="Calibri"/>
                <a:cs typeface="Calibri"/>
                <a:sym typeface="Calibri"/>
              </a:endParaRPr>
            </a:p>
          </p:txBody>
        </p:sp>
        <p:sp>
          <p:nvSpPr>
            <p:cNvPr id="6187" name="Google Shape;6187;p48"/>
            <p:cNvSpPr/>
            <p:nvPr/>
          </p:nvSpPr>
          <p:spPr>
            <a:xfrm>
              <a:off x="4464" y="352"/>
              <a:ext cx="144" cy="144"/>
            </a:xfrm>
            <a:prstGeom prst="rect">
              <a:avLst/>
            </a:prstGeom>
            <a:solidFill>
              <a:srgbClr val="33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88" name="Google Shape;6188;p48"/>
            <p:cNvSpPr/>
            <p:nvPr/>
          </p:nvSpPr>
          <p:spPr>
            <a:xfrm>
              <a:off x="4656" y="352"/>
              <a:ext cx="144" cy="144"/>
            </a:xfrm>
            <a:prstGeom prst="rect">
              <a:avLst/>
            </a:prstGeom>
            <a:solidFill>
              <a:srgbClr val="99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89" name="Google Shape;6189;p48"/>
            <p:cNvSpPr/>
            <p:nvPr/>
          </p:nvSpPr>
          <p:spPr>
            <a:xfrm>
              <a:off x="4848" y="352"/>
              <a:ext cx="144" cy="144"/>
            </a:xfrm>
            <a:prstGeom prst="rect">
              <a:avLst/>
            </a:prstGeom>
            <a:solidFill>
              <a:srgbClr val="FFCC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6190" name="Google Shape;6190;p48"/>
            <p:cNvSpPr/>
            <p:nvPr/>
          </p:nvSpPr>
          <p:spPr>
            <a:xfrm>
              <a:off x="5040" y="352"/>
              <a:ext cx="144" cy="144"/>
            </a:xfrm>
            <a:prstGeom prst="rect">
              <a:avLst/>
            </a:prstGeom>
            <a:solidFill>
              <a:srgbClr val="FF00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grpSp>
      <p:sp>
        <p:nvSpPr>
          <p:cNvPr id="6191" name="Google Shape;6191;p48"/>
          <p:cNvSpPr txBox="1"/>
          <p:nvPr>
            <p:ph idx="1" type="body"/>
          </p:nvPr>
        </p:nvSpPr>
        <p:spPr>
          <a:xfrm>
            <a:off x="768431" y="1448157"/>
            <a:ext cx="5265052" cy="2870229"/>
          </a:xfrm>
          <a:prstGeom prst="rect">
            <a:avLst/>
          </a:prstGeom>
          <a:noFill/>
          <a:ln>
            <a:noFill/>
          </a:ln>
        </p:spPr>
        <p:txBody>
          <a:bodyPr anchorCtr="0" anchor="t" bIns="45700" lIns="91425" spcFirstLastPara="1" rIns="91425" wrap="square" tIns="45700">
            <a:normAutofit lnSpcReduction="10000"/>
          </a:bodyPr>
          <a:lstStyle/>
          <a:p>
            <a:pPr indent="-11113" lvl="0" marL="11113" rtl="0" algn="l">
              <a:lnSpc>
                <a:spcPct val="90000"/>
              </a:lnSpc>
              <a:spcBef>
                <a:spcPts val="0"/>
              </a:spcBef>
              <a:spcAft>
                <a:spcPts val="0"/>
              </a:spcAft>
              <a:buSzPts val="2400"/>
              <a:buNone/>
            </a:pPr>
            <a:r>
              <a:rPr lang="en-US" sz="2400">
                <a:solidFill>
                  <a:srgbClr val="CC0000"/>
                </a:solidFill>
              </a:rPr>
              <a:t>F</a:t>
            </a:r>
            <a:r>
              <a:rPr lang="en-US">
                <a:solidFill>
                  <a:srgbClr val="CC0000"/>
                </a:solidFill>
              </a:rPr>
              <a:t>requency Division Multiplexing </a:t>
            </a:r>
            <a:r>
              <a:rPr lang="en-US" sz="2400">
                <a:solidFill>
                  <a:srgbClr val="CC0000"/>
                </a:solidFill>
              </a:rPr>
              <a:t>(FDM)</a:t>
            </a:r>
            <a:endParaRPr sz="2400">
              <a:solidFill>
                <a:srgbClr val="CC0000"/>
              </a:solidFill>
            </a:endParaRPr>
          </a:p>
          <a:p>
            <a:pPr indent="-222250" lvl="0" marL="352425" rtl="0" algn="l">
              <a:lnSpc>
                <a:spcPct val="90000"/>
              </a:lnSpc>
              <a:spcBef>
                <a:spcPts val="400"/>
              </a:spcBef>
              <a:spcAft>
                <a:spcPts val="0"/>
              </a:spcAft>
              <a:buSzPts val="2400"/>
              <a:buChar char="▪"/>
            </a:pPr>
            <a:r>
              <a:rPr lang="en-US" sz="2400"/>
              <a:t>optical, electromagnetic frequencies divided into (narrow) frequency bands</a:t>
            </a:r>
            <a:endParaRPr/>
          </a:p>
          <a:p>
            <a:pPr indent="-222250" lvl="0" marL="352425" rtl="0" algn="l">
              <a:lnSpc>
                <a:spcPct val="90000"/>
              </a:lnSpc>
              <a:spcBef>
                <a:spcPts val="400"/>
              </a:spcBef>
              <a:spcAft>
                <a:spcPts val="0"/>
              </a:spcAft>
              <a:buSzPts val="2400"/>
              <a:buChar char="▪"/>
            </a:pPr>
            <a:r>
              <a:rPr lang="en-US" sz="2400"/>
              <a:t>each call allocated its own band, can transmit at max rate of that narrow band </a:t>
            </a:r>
            <a:endParaRPr/>
          </a:p>
          <a:p>
            <a:pPr indent="-44450" lvl="0" marL="352425" rtl="0" algn="l">
              <a:lnSpc>
                <a:spcPct val="90000"/>
              </a:lnSpc>
              <a:spcBef>
                <a:spcPts val="1000"/>
              </a:spcBef>
              <a:spcAft>
                <a:spcPts val="0"/>
              </a:spcAft>
              <a:buSzPts val="2800"/>
              <a:buNone/>
            </a:pPr>
            <a:r>
              <a:t/>
            </a:r>
            <a:endParaRPr/>
          </a:p>
        </p:txBody>
      </p:sp>
      <p:sp>
        <p:nvSpPr>
          <p:cNvPr id="6192" name="Google Shape;6192;p48"/>
          <p:cNvSpPr txBox="1"/>
          <p:nvPr/>
        </p:nvSpPr>
        <p:spPr>
          <a:xfrm>
            <a:off x="825267" y="4157290"/>
            <a:ext cx="5276102" cy="2468361"/>
          </a:xfrm>
          <a:prstGeom prst="rect">
            <a:avLst/>
          </a:prstGeom>
          <a:noFill/>
          <a:ln>
            <a:noFill/>
          </a:ln>
        </p:spPr>
        <p:txBody>
          <a:bodyPr anchorCtr="0" anchor="t" bIns="45700" lIns="91425" spcFirstLastPara="1" rIns="91425" wrap="square" tIns="45700">
            <a:normAutofit/>
          </a:bodyPr>
          <a:lstStyle/>
          <a:p>
            <a:pPr indent="-11113" lvl="0" marL="11113" marR="0" rtl="0" algn="l">
              <a:lnSpc>
                <a:spcPct val="90000"/>
              </a:lnSpc>
              <a:spcBef>
                <a:spcPts val="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Time</a:t>
            </a:r>
            <a:r>
              <a:rPr lang="en-US" sz="2400">
                <a:solidFill>
                  <a:srgbClr val="CC0000"/>
                </a:solidFill>
                <a:latin typeface="Calibri"/>
                <a:ea typeface="Calibri"/>
                <a:cs typeface="Calibri"/>
                <a:sym typeface="Calibri"/>
              </a:rPr>
              <a:t> </a:t>
            </a:r>
            <a:r>
              <a:rPr lang="en-US" sz="2800">
                <a:solidFill>
                  <a:srgbClr val="CC0000"/>
                </a:solidFill>
                <a:latin typeface="Calibri"/>
                <a:ea typeface="Calibri"/>
                <a:cs typeface="Calibri"/>
                <a:sym typeface="Calibri"/>
              </a:rPr>
              <a:t>Division Multiplexing </a:t>
            </a:r>
            <a:r>
              <a:rPr lang="en-US" sz="2400">
                <a:solidFill>
                  <a:srgbClr val="CC0000"/>
                </a:solidFill>
                <a:latin typeface="Calibri"/>
                <a:ea typeface="Calibri"/>
                <a:cs typeface="Calibri"/>
                <a:sym typeface="Calibri"/>
              </a:rPr>
              <a:t>(TDM)</a:t>
            </a:r>
            <a:endParaRPr sz="2400">
              <a:solidFill>
                <a:srgbClr val="CC0000"/>
              </a:solidFill>
              <a:latin typeface="Calibri"/>
              <a:ea typeface="Calibri"/>
              <a:cs typeface="Calibri"/>
              <a:sym typeface="Calibri"/>
            </a:endParaRPr>
          </a:p>
          <a:p>
            <a:pPr indent="-222250" lvl="0" marL="352425" marR="0" rtl="0" algn="l">
              <a:lnSpc>
                <a:spcPct val="90000"/>
              </a:lnSpc>
              <a:spcBef>
                <a:spcPts val="6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time divided into slots</a:t>
            </a:r>
            <a:endParaRPr/>
          </a:p>
          <a:p>
            <a:pPr indent="-222250" lvl="0" marL="352425" marR="0" rtl="0" algn="l">
              <a:lnSpc>
                <a:spcPct val="90000"/>
              </a:lnSpc>
              <a:spcBef>
                <a:spcPts val="6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each call allocated periodic slot(s), can transmit at maximum rate of (wider) frequency band, but only  during its time slot(s)</a:t>
            </a:r>
            <a:endParaRPr sz="2800">
              <a:solidFill>
                <a:schemeClr val="dk1"/>
              </a:solidFill>
              <a:latin typeface="Calibri"/>
              <a:ea typeface="Calibri"/>
              <a:cs typeface="Calibri"/>
              <a:sym typeface="Calibri"/>
            </a:endParaRPr>
          </a:p>
        </p:txBody>
      </p:sp>
      <p:sp>
        <p:nvSpPr>
          <p:cNvPr id="6193" name="Google Shape;6193;p48"/>
          <p:cNvSpPr txBox="1"/>
          <p:nvPr/>
        </p:nvSpPr>
        <p:spPr>
          <a:xfrm>
            <a:off x="6711076" y="1213439"/>
            <a:ext cx="4070349" cy="584775"/>
          </a:xfrm>
          <a:prstGeom prst="rect">
            <a:avLst/>
          </a:prstGeom>
          <a:gradFill>
            <a:gsLst>
              <a:gs pos="0">
                <a:srgbClr val="A6B6DE"/>
              </a:gs>
              <a:gs pos="50000">
                <a:srgbClr val="98AAD9"/>
              </a:gs>
              <a:gs pos="100000">
                <a:srgbClr val="859CD7"/>
              </a:gs>
            </a:gsLst>
            <a:lin ang="5400000" scaled="0"/>
          </a:gra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Users will access media (e.g. cable) based on DIFFERENT frequency (Hz) allocation</a:t>
            </a:r>
            <a:endParaRPr sz="1600">
              <a:solidFill>
                <a:schemeClr val="dk1"/>
              </a:solidFill>
              <a:latin typeface="Calibri"/>
              <a:ea typeface="Calibri"/>
              <a:cs typeface="Calibri"/>
              <a:sym typeface="Calibri"/>
            </a:endParaRPr>
          </a:p>
        </p:txBody>
      </p:sp>
      <p:sp>
        <p:nvSpPr>
          <p:cNvPr id="6194" name="Google Shape;6194;p48"/>
          <p:cNvSpPr txBox="1"/>
          <p:nvPr/>
        </p:nvSpPr>
        <p:spPr>
          <a:xfrm>
            <a:off x="6619795" y="6190407"/>
            <a:ext cx="4232274" cy="584775"/>
          </a:xfrm>
          <a:prstGeom prst="rect">
            <a:avLst/>
          </a:prstGeom>
          <a:gradFill>
            <a:gsLst>
              <a:gs pos="0">
                <a:srgbClr val="A6B6DE"/>
              </a:gs>
              <a:gs pos="50000">
                <a:srgbClr val="98AAD9"/>
              </a:gs>
              <a:gs pos="100000">
                <a:srgbClr val="859CD7"/>
              </a:gs>
            </a:gsLst>
            <a:lin ang="5400000" scaled="0"/>
          </a:gra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Users will access media (e.g. cable) based on DIFFERENT time slot (second) allocation</a:t>
            </a:r>
            <a:endParaRPr sz="16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5"/>
                                        </p:tgtEl>
                                        <p:attrNameLst>
                                          <p:attrName>style.visibility</p:attrName>
                                        </p:attrNameLst>
                                      </p:cBhvr>
                                      <p:to>
                                        <p:strVal val="visible"/>
                                      </p:to>
                                    </p:set>
                                    <p:animEffect filter="fade" transition="in">
                                      <p:cBhvr>
                                        <p:cTn dur="500"/>
                                        <p:tgtEl>
                                          <p:spTgt spid="6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01"/>
                                        </p:tgtEl>
                                        <p:attrNameLst>
                                          <p:attrName>style.visibility</p:attrName>
                                        </p:attrNameLst>
                                      </p:cBhvr>
                                      <p:to>
                                        <p:strVal val="visible"/>
                                      </p:to>
                                    </p:set>
                                    <p:animEffect filter="fade" transition="in">
                                      <p:cBhvr>
                                        <p:cTn dur="500"/>
                                        <p:tgtEl>
                                          <p:spTgt spid="610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102"/>
                                        </p:tgtEl>
                                        <p:attrNameLst>
                                          <p:attrName>style.visibility</p:attrName>
                                        </p:attrNameLst>
                                      </p:cBhvr>
                                      <p:to>
                                        <p:strVal val="visible"/>
                                      </p:to>
                                    </p:set>
                                    <p:animEffect filter="fade" transition="in">
                                      <p:cBhvr>
                                        <p:cTn dur="500"/>
                                        <p:tgtEl>
                                          <p:spTgt spid="610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103"/>
                                        </p:tgtEl>
                                        <p:attrNameLst>
                                          <p:attrName>style.visibility</p:attrName>
                                        </p:attrNameLst>
                                      </p:cBhvr>
                                      <p:to>
                                        <p:strVal val="visible"/>
                                      </p:to>
                                    </p:set>
                                    <p:animEffect filter="fade" transition="in">
                                      <p:cBhvr>
                                        <p:cTn dur="500"/>
                                        <p:tgtEl>
                                          <p:spTgt spid="610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104"/>
                                        </p:tgtEl>
                                        <p:attrNameLst>
                                          <p:attrName>style.visibility</p:attrName>
                                        </p:attrNameLst>
                                      </p:cBhvr>
                                      <p:to>
                                        <p:strVal val="visible"/>
                                      </p:to>
                                    </p:set>
                                    <p:animEffect filter="fade" transition="in">
                                      <p:cBhvr>
                                        <p:cTn dur="500"/>
                                        <p:tgtEl>
                                          <p:spTgt spid="6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5"/>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6192"/>
                                        </p:tgtEl>
                                        <p:attrNameLst>
                                          <p:attrName>style.visibility</p:attrName>
                                        </p:attrNameLst>
                                      </p:cBhvr>
                                      <p:to>
                                        <p:strVal val="visible"/>
                                      </p:to>
                                    </p:set>
                                    <p:animEffect filter="fade" transition="in">
                                      <p:cBhvr>
                                        <p:cTn dur="500"/>
                                        <p:tgtEl>
                                          <p:spTgt spid="61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9"/>
                                        </p:tgtEl>
                                        <p:attrNameLst>
                                          <p:attrName>style.visibility</p:attrName>
                                        </p:attrNameLst>
                                      </p:cBhvr>
                                      <p:to>
                                        <p:strVal val="visible"/>
                                      </p:to>
                                    </p:set>
                                    <p:animEffect filter="fade" transition="in">
                                      <p:cBhvr>
                                        <p:cTn dur="500"/>
                                        <p:tgtEl>
                                          <p:spTgt spid="6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1"/>
                                        </p:tgtEl>
                                        <p:attrNameLst>
                                          <p:attrName>style.visibility</p:attrName>
                                        </p:attrNameLst>
                                      </p:cBhvr>
                                      <p:to>
                                        <p:strVal val="visible"/>
                                      </p:to>
                                    </p:set>
                                    <p:animEffect filter="fade" transition="in">
                                      <p:cBhvr>
                                        <p:cTn dur="500"/>
                                        <p:tgtEl>
                                          <p:spTgt spid="611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117"/>
                                        </p:tgtEl>
                                        <p:attrNameLst>
                                          <p:attrName>style.visibility</p:attrName>
                                        </p:attrNameLst>
                                      </p:cBhvr>
                                      <p:to>
                                        <p:strVal val="visible"/>
                                      </p:to>
                                    </p:set>
                                    <p:animEffect filter="fade" transition="in">
                                      <p:cBhvr>
                                        <p:cTn dur="500"/>
                                        <p:tgtEl>
                                          <p:spTgt spid="61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123"/>
                                        </p:tgtEl>
                                        <p:attrNameLst>
                                          <p:attrName>style.visibility</p:attrName>
                                        </p:attrNameLst>
                                      </p:cBhvr>
                                      <p:to>
                                        <p:strVal val="visible"/>
                                      </p:to>
                                    </p:set>
                                    <p:animEffect filter="fade" transition="in">
                                      <p:cBhvr>
                                        <p:cTn dur="500"/>
                                        <p:tgtEl>
                                          <p:spTgt spid="612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6129"/>
                                        </p:tgtEl>
                                        <p:attrNameLst>
                                          <p:attrName>style.visibility</p:attrName>
                                        </p:attrNameLst>
                                      </p:cBhvr>
                                      <p:to>
                                        <p:strVal val="visible"/>
                                      </p:to>
                                    </p:set>
                                    <p:animEffect filter="fade" transition="in">
                                      <p:cBhvr>
                                        <p:cTn dur="500"/>
                                        <p:tgtEl>
                                          <p:spTgt spid="6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9"/>
                                        </p:tgtEl>
                                        <p:attrNameLst>
                                          <p:attrName>style.visibility</p:attrName>
                                        </p:attrNameLst>
                                      </p:cBhvr>
                                      <p:to>
                                        <p:strVal val="visible"/>
                                      </p:to>
                                    </p:set>
                                    <p:animEffect filter="fade" transition="in">
                                      <p:cBhvr>
                                        <p:cTn dur="500"/>
                                        <p:tgtEl>
                                          <p:spTgt spid="6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4"/>
                                        </p:tgtEl>
                                        <p:attrNameLst>
                                          <p:attrName>style.visibility</p:attrName>
                                        </p:attrNameLst>
                                      </p:cBhvr>
                                      <p:to>
                                        <p:strVal val="visible"/>
                                      </p:to>
                                    </p:set>
                                    <p:animEffect filter="fade" transition="in">
                                      <p:cBhvr>
                                        <p:cTn dur="500"/>
                                        <p:tgtEl>
                                          <p:spTgt spid="6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8" name="Shape 6198"/>
        <p:cNvGrpSpPr/>
        <p:nvPr/>
      </p:nvGrpSpPr>
      <p:grpSpPr>
        <a:xfrm>
          <a:off x="0" y="0"/>
          <a:ext cx="0" cy="0"/>
          <a:chOff x="0" y="0"/>
          <a:chExt cx="0" cy="0"/>
        </a:xfrm>
      </p:grpSpPr>
      <p:pic>
        <p:nvPicPr>
          <p:cNvPr id="6199" name="Google Shape;6199;p49"/>
          <p:cNvPicPr preferRelativeResize="0"/>
          <p:nvPr/>
        </p:nvPicPr>
        <p:blipFill rotWithShape="1">
          <a:blip r:embed="rId3">
            <a:alphaModFix/>
          </a:blip>
          <a:srcRect b="0" l="0" r="0" t="0"/>
          <a:stretch/>
        </p:blipFill>
        <p:spPr>
          <a:xfrm>
            <a:off x="1919289" y="981075"/>
            <a:ext cx="5915025" cy="4343400"/>
          </a:xfrm>
          <a:prstGeom prst="rect">
            <a:avLst/>
          </a:prstGeom>
          <a:noFill/>
          <a:ln>
            <a:noFill/>
          </a:ln>
        </p:spPr>
      </p:pic>
      <p:sp>
        <p:nvSpPr>
          <p:cNvPr id="6200" name="Google Shape;6200;p49"/>
          <p:cNvSpPr/>
          <p:nvPr/>
        </p:nvSpPr>
        <p:spPr>
          <a:xfrm>
            <a:off x="7464426" y="1506538"/>
            <a:ext cx="3203575" cy="41549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With FDM, each circuit continuously gets a fraction of the bandwidth. </a:t>
            </a:r>
            <a:endParaRPr/>
          </a:p>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With TDM, each circuit gets all of the bandwidth</a:t>
            </a:r>
            <a:endParaRPr/>
          </a:p>
          <a:p>
            <a:pPr indent="0" lvl="0" marL="0" marR="0" rtl="0" algn="l">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periodically during brief intervals of time (that is, during slots)</a:t>
            </a:r>
            <a:endParaRPr sz="2400">
              <a:solidFill>
                <a:schemeClr val="dk1"/>
              </a:solidFill>
              <a:latin typeface="Arial"/>
              <a:ea typeface="Arial"/>
              <a:cs typeface="Arial"/>
              <a:sym typeface="Arial"/>
            </a:endParaRPr>
          </a:p>
        </p:txBody>
      </p:sp>
      <p:pic>
        <p:nvPicPr>
          <p:cNvPr descr="Puzzle" id="6201" name="Google Shape;6201;p49"/>
          <p:cNvPicPr preferRelativeResize="0"/>
          <p:nvPr/>
        </p:nvPicPr>
        <p:blipFill rotWithShape="1">
          <a:blip r:embed="rId4">
            <a:alphaModFix/>
          </a:blip>
          <a:srcRect b="0" l="0" r="0" t="0"/>
          <a:stretch/>
        </p:blipFill>
        <p:spPr>
          <a:xfrm rot="2653558">
            <a:off x="9729788" y="204788"/>
            <a:ext cx="603250" cy="603250"/>
          </a:xfrm>
          <a:prstGeom prst="rect">
            <a:avLst/>
          </a:prstGeom>
          <a:noFill/>
          <a:ln>
            <a:noFill/>
          </a:ln>
        </p:spPr>
      </p:pic>
      <p:sp>
        <p:nvSpPr>
          <p:cNvPr id="6202" name="Google Shape;6202;p49"/>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7" name="Shape 6207"/>
        <p:cNvGrpSpPr/>
        <p:nvPr/>
      </p:nvGrpSpPr>
      <p:grpSpPr>
        <a:xfrm>
          <a:off x="0" y="0"/>
          <a:ext cx="0" cy="0"/>
          <a:chOff x="0" y="0"/>
          <a:chExt cx="0" cy="0"/>
        </a:xfrm>
      </p:grpSpPr>
      <p:sp>
        <p:nvSpPr>
          <p:cNvPr id="6208" name="Google Shape;6208;p50"/>
          <p:cNvSpPr txBox="1"/>
          <p:nvPr>
            <p:ph type="title"/>
          </p:nvPr>
        </p:nvSpPr>
        <p:spPr>
          <a:xfrm>
            <a:off x="838200" y="24422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Packet switching versus circuit switching</a:t>
            </a:r>
            <a:endParaRPr/>
          </a:p>
        </p:txBody>
      </p:sp>
      <p:sp>
        <p:nvSpPr>
          <p:cNvPr id="6209" name="Google Shape;6209;p5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6210" name="Google Shape;6210;p50"/>
          <p:cNvSpPr txBox="1"/>
          <p:nvPr/>
        </p:nvSpPr>
        <p:spPr>
          <a:xfrm>
            <a:off x="890335" y="1977451"/>
            <a:ext cx="4938590" cy="1938185"/>
          </a:xfrm>
          <a:prstGeom prst="rect">
            <a:avLst/>
          </a:prstGeom>
          <a:noFill/>
          <a:ln>
            <a:noFill/>
          </a:ln>
        </p:spPr>
        <p:txBody>
          <a:bodyPr anchorCtr="0" anchor="t" bIns="45700" lIns="91425" spcFirstLastPara="1" rIns="91425" wrap="square" tIns="45700">
            <a:normAutofit lnSpcReduction="10000"/>
          </a:bodyPr>
          <a:lstStyle/>
          <a:p>
            <a:pPr indent="-231775" lvl="0" marL="231775" marR="0" rtl="0" algn="l">
              <a:lnSpc>
                <a:spcPct val="90000"/>
              </a:lnSpc>
              <a:spcBef>
                <a:spcPts val="0"/>
              </a:spcBef>
              <a:spcAft>
                <a:spcPts val="0"/>
              </a:spcAft>
              <a:buClr>
                <a:srgbClr val="0000A3"/>
              </a:buClr>
              <a:buSzPts val="2100"/>
              <a:buFont typeface="Noto Sans Symbols"/>
              <a:buNone/>
            </a:pPr>
            <a:r>
              <a:rPr lang="en-US" sz="2800">
                <a:solidFill>
                  <a:schemeClr val="dk1"/>
                </a:solidFill>
                <a:latin typeface="Calibri"/>
                <a:ea typeface="Calibri"/>
                <a:cs typeface="Calibri"/>
                <a:sym typeface="Calibri"/>
              </a:rPr>
              <a:t>Example:</a:t>
            </a:r>
            <a:endParaRPr/>
          </a:p>
          <a:p>
            <a:pPr indent="-228600" lvl="0" marL="228600" marR="0" rtl="0" algn="l">
              <a:lnSpc>
                <a:spcPct val="90000"/>
              </a:lnSpc>
              <a:spcBef>
                <a:spcPts val="6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1 Gb/s link</a:t>
            </a:r>
            <a:endParaRPr/>
          </a:p>
          <a:p>
            <a:pPr indent="-228600" lvl="0" marL="228600" marR="0" rtl="0" algn="l">
              <a:lnSpc>
                <a:spcPct val="90000"/>
              </a:lnSpc>
              <a:spcBef>
                <a:spcPts val="6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each user: </a:t>
            </a:r>
            <a:endParaRPr/>
          </a:p>
          <a:p>
            <a:pPr indent="-217487" lvl="1" marL="514350" marR="0" rtl="0" algn="l">
              <a:lnSpc>
                <a:spcPct val="90000"/>
              </a:lnSpc>
              <a:spcBef>
                <a:spcPts val="600"/>
              </a:spcBef>
              <a:spcAft>
                <a:spcPts val="0"/>
              </a:spcAft>
              <a:buClr>
                <a:srgbClr val="0000A8"/>
              </a:buClr>
              <a:buSzPts val="2000"/>
              <a:buFont typeface="Arial"/>
              <a:buChar char="•"/>
            </a:pPr>
            <a:r>
              <a:rPr b="0" i="0" lang="en-US" sz="2000" u="none" cap="none" strike="noStrike">
                <a:solidFill>
                  <a:schemeClr val="dk1"/>
                </a:solidFill>
                <a:latin typeface="Calibri"/>
                <a:ea typeface="Calibri"/>
                <a:cs typeface="Calibri"/>
                <a:sym typeface="Calibri"/>
              </a:rPr>
              <a:t>100 Mb/s when “active”</a:t>
            </a:r>
            <a:endParaRPr b="0" i="0" sz="2000" u="none" cap="none" strike="noStrike">
              <a:solidFill>
                <a:schemeClr val="dk1"/>
              </a:solidFill>
              <a:latin typeface="Calibri"/>
              <a:ea typeface="Calibri"/>
              <a:cs typeface="Calibri"/>
              <a:sym typeface="Calibri"/>
            </a:endParaRPr>
          </a:p>
          <a:p>
            <a:pPr indent="-217487" lvl="1" marL="514350" marR="0" rtl="0" algn="l">
              <a:lnSpc>
                <a:spcPct val="90000"/>
              </a:lnSpc>
              <a:spcBef>
                <a:spcPts val="600"/>
              </a:spcBef>
              <a:spcAft>
                <a:spcPts val="0"/>
              </a:spcAft>
              <a:buClr>
                <a:srgbClr val="0000A8"/>
              </a:buClr>
              <a:buSzPts val="2000"/>
              <a:buFont typeface="Arial"/>
              <a:buChar char="•"/>
            </a:pPr>
            <a:r>
              <a:rPr b="0" i="0" lang="en-US" sz="2000" u="none" cap="none" strike="noStrike">
                <a:solidFill>
                  <a:schemeClr val="dk1"/>
                </a:solidFill>
                <a:latin typeface="Calibri"/>
                <a:ea typeface="Calibri"/>
                <a:cs typeface="Calibri"/>
                <a:sym typeface="Calibri"/>
              </a:rPr>
              <a:t>active 10% of time</a:t>
            </a:r>
            <a:endParaRPr/>
          </a:p>
          <a:p>
            <a:pPr indent="-92075" lvl="1" marL="566738" marR="0" rtl="0" algn="l">
              <a:lnSpc>
                <a:spcPct val="90000"/>
              </a:lnSpc>
              <a:spcBef>
                <a:spcPts val="500"/>
              </a:spcBef>
              <a:spcAft>
                <a:spcPts val="0"/>
              </a:spcAft>
              <a:buClr>
                <a:srgbClr val="0000A8"/>
              </a:buClr>
              <a:buSzPts val="2000"/>
              <a:buFont typeface="Arial"/>
              <a:buNone/>
            </a:pPr>
            <a:r>
              <a:t/>
            </a:r>
            <a:endParaRPr b="0" i="0" sz="2000" u="none" cap="none" strike="noStrike">
              <a:solidFill>
                <a:schemeClr val="dk1"/>
              </a:solidFill>
              <a:latin typeface="Calibri"/>
              <a:ea typeface="Calibri"/>
              <a:cs typeface="Calibri"/>
              <a:sym typeface="Calibri"/>
            </a:endParaRPr>
          </a:p>
          <a:p>
            <a:pPr indent="-79375" lvl="0" marL="231775" marR="0" rtl="0" algn="l">
              <a:lnSpc>
                <a:spcPct val="90000"/>
              </a:lnSpc>
              <a:spcBef>
                <a:spcPts val="1000"/>
              </a:spcBef>
              <a:spcAft>
                <a:spcPts val="0"/>
              </a:spcAft>
              <a:buClr>
                <a:srgbClr val="0000A3"/>
              </a:buClr>
              <a:buSzPts val="2400"/>
              <a:buFont typeface="Noto Sans Symbols"/>
              <a:buNone/>
            </a:pPr>
            <a:r>
              <a:t/>
            </a:r>
            <a:endParaRPr sz="2400">
              <a:solidFill>
                <a:schemeClr val="dk1"/>
              </a:solidFill>
              <a:latin typeface="Calibri"/>
              <a:ea typeface="Calibri"/>
              <a:cs typeface="Calibri"/>
              <a:sym typeface="Calibri"/>
            </a:endParaRPr>
          </a:p>
        </p:txBody>
      </p:sp>
      <p:sp>
        <p:nvSpPr>
          <p:cNvPr id="6211" name="Google Shape;6211;p50"/>
          <p:cNvSpPr txBox="1"/>
          <p:nvPr/>
        </p:nvSpPr>
        <p:spPr>
          <a:xfrm>
            <a:off x="1970087" y="1249212"/>
            <a:ext cx="8715375" cy="6096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i="1" lang="en-US" sz="2800">
                <a:solidFill>
                  <a:srgbClr val="CC0000"/>
                </a:solidFill>
                <a:latin typeface="Calibri"/>
                <a:ea typeface="Calibri"/>
                <a:cs typeface="Calibri"/>
                <a:sym typeface="Calibri"/>
              </a:rPr>
              <a:t>packet switching allows more users to use network!</a:t>
            </a:r>
            <a:endParaRPr/>
          </a:p>
        </p:txBody>
      </p:sp>
      <p:cxnSp>
        <p:nvCxnSpPr>
          <p:cNvPr id="6212" name="Google Shape;6212;p50"/>
          <p:cNvCxnSpPr/>
          <p:nvPr/>
        </p:nvCxnSpPr>
        <p:spPr>
          <a:xfrm>
            <a:off x="7197264" y="2696436"/>
            <a:ext cx="838200" cy="457200"/>
          </a:xfrm>
          <a:prstGeom prst="straightConnector1">
            <a:avLst/>
          </a:prstGeom>
          <a:noFill/>
          <a:ln cap="flat" cmpd="sng" w="28575">
            <a:solidFill>
              <a:srgbClr val="000099"/>
            </a:solidFill>
            <a:prstDash val="solid"/>
            <a:round/>
            <a:headEnd len="med" w="med" type="none"/>
            <a:tailEnd len="med" w="med" type="none"/>
          </a:ln>
        </p:spPr>
      </p:cxnSp>
      <p:cxnSp>
        <p:nvCxnSpPr>
          <p:cNvPr id="6213" name="Google Shape;6213;p50"/>
          <p:cNvCxnSpPr/>
          <p:nvPr/>
        </p:nvCxnSpPr>
        <p:spPr>
          <a:xfrm>
            <a:off x="8035464" y="3153636"/>
            <a:ext cx="2038350" cy="0"/>
          </a:xfrm>
          <a:prstGeom prst="straightConnector1">
            <a:avLst/>
          </a:prstGeom>
          <a:noFill/>
          <a:ln cap="flat" cmpd="sng" w="28575">
            <a:solidFill>
              <a:srgbClr val="0000A8"/>
            </a:solidFill>
            <a:prstDash val="solid"/>
            <a:round/>
            <a:headEnd len="med" w="med" type="none"/>
            <a:tailEnd len="med" w="med" type="triangle"/>
          </a:ln>
        </p:spPr>
      </p:cxnSp>
      <p:cxnSp>
        <p:nvCxnSpPr>
          <p:cNvPr id="6214" name="Google Shape;6214;p50"/>
          <p:cNvCxnSpPr/>
          <p:nvPr/>
        </p:nvCxnSpPr>
        <p:spPr>
          <a:xfrm>
            <a:off x="8035464" y="3306036"/>
            <a:ext cx="2038350" cy="0"/>
          </a:xfrm>
          <a:prstGeom prst="straightConnector1">
            <a:avLst/>
          </a:prstGeom>
          <a:noFill/>
          <a:ln cap="flat" cmpd="sng" w="28575">
            <a:solidFill>
              <a:srgbClr val="0000A8"/>
            </a:solidFill>
            <a:prstDash val="solid"/>
            <a:round/>
            <a:headEnd len="med" w="med" type="none"/>
            <a:tailEnd len="med" w="med" type="triangle"/>
          </a:ln>
        </p:spPr>
      </p:cxnSp>
      <p:cxnSp>
        <p:nvCxnSpPr>
          <p:cNvPr id="6215" name="Google Shape;6215;p50"/>
          <p:cNvCxnSpPr/>
          <p:nvPr/>
        </p:nvCxnSpPr>
        <p:spPr>
          <a:xfrm flipH="1" rot="10800000">
            <a:off x="7273464" y="3306036"/>
            <a:ext cx="762000" cy="609600"/>
          </a:xfrm>
          <a:prstGeom prst="straightConnector1">
            <a:avLst/>
          </a:prstGeom>
          <a:noFill/>
          <a:ln cap="flat" cmpd="sng" w="28575">
            <a:solidFill>
              <a:srgbClr val="000099"/>
            </a:solidFill>
            <a:prstDash val="solid"/>
            <a:round/>
            <a:headEnd len="med" w="med" type="none"/>
            <a:tailEnd len="med" w="med" type="none"/>
          </a:ln>
        </p:spPr>
      </p:cxnSp>
      <p:sp>
        <p:nvSpPr>
          <p:cNvPr id="6216" name="Google Shape;6216;p50"/>
          <p:cNvSpPr txBox="1"/>
          <p:nvPr/>
        </p:nvSpPr>
        <p:spPr>
          <a:xfrm>
            <a:off x="6996452" y="2909443"/>
            <a:ext cx="843051" cy="69063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i="1" lang="en-US" sz="2400">
                <a:solidFill>
                  <a:srgbClr val="000099"/>
                </a:solidFill>
                <a:latin typeface="Calibri"/>
                <a:ea typeface="Calibri"/>
                <a:cs typeface="Calibri"/>
                <a:sym typeface="Calibri"/>
              </a:rPr>
              <a:t>N</a:t>
            </a:r>
            <a:r>
              <a:rPr lang="en-US" sz="2400">
                <a:solidFill>
                  <a:srgbClr val="000099"/>
                </a:solidFill>
                <a:latin typeface="Calibri"/>
                <a:ea typeface="Calibri"/>
                <a:cs typeface="Calibri"/>
                <a:sym typeface="Calibri"/>
              </a:rPr>
              <a:t> </a:t>
            </a:r>
            <a:endParaRPr/>
          </a:p>
          <a:p>
            <a:pPr indent="0" lvl="0" marL="0" marR="0" rtl="0" algn="ctr">
              <a:lnSpc>
                <a:spcPct val="80000"/>
              </a:lnSpc>
              <a:spcBef>
                <a:spcPts val="0"/>
              </a:spcBef>
              <a:spcAft>
                <a:spcPts val="0"/>
              </a:spcAft>
              <a:buNone/>
            </a:pPr>
            <a:r>
              <a:rPr lang="en-US" sz="2400">
                <a:solidFill>
                  <a:srgbClr val="000099"/>
                </a:solidFill>
                <a:latin typeface="Calibri"/>
                <a:ea typeface="Calibri"/>
                <a:cs typeface="Calibri"/>
                <a:sym typeface="Calibri"/>
              </a:rPr>
              <a:t>users</a:t>
            </a:r>
            <a:endParaRPr/>
          </a:p>
        </p:txBody>
      </p:sp>
      <p:sp>
        <p:nvSpPr>
          <p:cNvPr id="6217" name="Google Shape;6217;p50"/>
          <p:cNvSpPr txBox="1"/>
          <p:nvPr/>
        </p:nvSpPr>
        <p:spPr>
          <a:xfrm>
            <a:off x="10245005" y="3251831"/>
            <a:ext cx="133113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1 Gbps link</a:t>
            </a:r>
            <a:endParaRPr/>
          </a:p>
        </p:txBody>
      </p:sp>
      <p:cxnSp>
        <p:nvCxnSpPr>
          <p:cNvPr id="6218" name="Google Shape;6218;p50"/>
          <p:cNvCxnSpPr/>
          <p:nvPr/>
        </p:nvCxnSpPr>
        <p:spPr>
          <a:xfrm>
            <a:off x="9308639" y="3234599"/>
            <a:ext cx="1409700" cy="0"/>
          </a:xfrm>
          <a:prstGeom prst="straightConnector1">
            <a:avLst/>
          </a:prstGeom>
          <a:noFill/>
          <a:ln cap="flat" cmpd="sng" w="44450">
            <a:solidFill>
              <a:schemeClr val="dk1"/>
            </a:solidFill>
            <a:prstDash val="solid"/>
            <a:round/>
            <a:headEnd len="med" w="med" type="none"/>
            <a:tailEnd len="med" w="med" type="none"/>
          </a:ln>
        </p:spPr>
      </p:cxnSp>
      <p:sp>
        <p:nvSpPr>
          <p:cNvPr id="6219" name="Google Shape;6219;p50"/>
          <p:cNvSpPr txBox="1"/>
          <p:nvPr/>
        </p:nvSpPr>
        <p:spPr>
          <a:xfrm rot="5273514">
            <a:off x="6621034" y="2903648"/>
            <a:ext cx="736600" cy="519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Arial"/>
                <a:ea typeface="Arial"/>
                <a:cs typeface="Arial"/>
                <a:sym typeface="Arial"/>
              </a:rPr>
              <a:t>…..</a:t>
            </a:r>
            <a:endParaRPr/>
          </a:p>
        </p:txBody>
      </p:sp>
      <p:grpSp>
        <p:nvGrpSpPr>
          <p:cNvPr id="6220" name="Google Shape;6220;p50"/>
          <p:cNvGrpSpPr/>
          <p:nvPr/>
        </p:nvGrpSpPr>
        <p:grpSpPr>
          <a:xfrm>
            <a:off x="6463839" y="2201136"/>
            <a:ext cx="779462" cy="679450"/>
            <a:chOff x="-44" y="1473"/>
            <a:chExt cx="981" cy="1105"/>
          </a:xfrm>
        </p:grpSpPr>
        <p:pic>
          <p:nvPicPr>
            <p:cNvPr descr="desktop_computer_stylized_medium" id="6221" name="Google Shape;6221;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222" name="Google Shape;6222;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223" name="Google Shape;6223;p50"/>
          <p:cNvGrpSpPr/>
          <p:nvPr/>
        </p:nvGrpSpPr>
        <p:grpSpPr>
          <a:xfrm>
            <a:off x="6468601" y="3526699"/>
            <a:ext cx="779463" cy="679450"/>
            <a:chOff x="-44" y="1473"/>
            <a:chExt cx="981" cy="1105"/>
          </a:xfrm>
        </p:grpSpPr>
        <p:pic>
          <p:nvPicPr>
            <p:cNvPr descr="desktop_computer_stylized_medium" id="6224" name="Google Shape;6224;p5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225" name="Google Shape;6225;p5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226" name="Google Shape;6226;p50"/>
          <p:cNvSpPr txBox="1"/>
          <p:nvPr/>
        </p:nvSpPr>
        <p:spPr>
          <a:xfrm>
            <a:off x="1139381" y="6279154"/>
            <a:ext cx="9147175" cy="3079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 Check out the online interactive exercises for more examples: h</a:t>
            </a:r>
            <a:r>
              <a:rPr lang="en-US" sz="1200">
                <a:solidFill>
                  <a:schemeClr val="dk1"/>
                </a:solidFill>
                <a:latin typeface="Arial"/>
                <a:ea typeface="Arial"/>
                <a:cs typeface="Arial"/>
                <a:sym typeface="Arial"/>
              </a:rPr>
              <a:t>ttp://gaia.cs.umass.edu/kurose_ross/interactive</a:t>
            </a:r>
            <a:endParaRPr/>
          </a:p>
        </p:txBody>
      </p:sp>
      <p:grpSp>
        <p:nvGrpSpPr>
          <p:cNvPr id="6227" name="Google Shape;6227;p50"/>
          <p:cNvGrpSpPr/>
          <p:nvPr/>
        </p:nvGrpSpPr>
        <p:grpSpPr>
          <a:xfrm>
            <a:off x="8273141" y="2958864"/>
            <a:ext cx="1158784" cy="572412"/>
            <a:chOff x="7493876" y="2774731"/>
            <a:chExt cx="1481958" cy="894622"/>
          </a:xfrm>
        </p:grpSpPr>
        <p:sp>
          <p:nvSpPr>
            <p:cNvPr id="6228" name="Google Shape;6228;p5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229" name="Google Shape;6229;p5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230" name="Google Shape;6230;p50"/>
            <p:cNvGrpSpPr/>
            <p:nvPr/>
          </p:nvGrpSpPr>
          <p:grpSpPr>
            <a:xfrm>
              <a:off x="7713663" y="2848339"/>
              <a:ext cx="1042107" cy="425543"/>
              <a:chOff x="7786941" y="2884917"/>
              <a:chExt cx="897649" cy="353919"/>
            </a:xfrm>
          </p:grpSpPr>
          <p:sp>
            <p:nvSpPr>
              <p:cNvPr id="6231" name="Google Shape;6231;p5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32" name="Google Shape;6232;p5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33" name="Google Shape;6233;p5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34" name="Google Shape;6234;p5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6235" name="Google Shape;6235;p50"/>
          <p:cNvSpPr txBox="1"/>
          <p:nvPr/>
        </p:nvSpPr>
        <p:spPr>
          <a:xfrm>
            <a:off x="876136" y="3844293"/>
            <a:ext cx="4938590" cy="964254"/>
          </a:xfrm>
          <a:prstGeom prst="rect">
            <a:avLst/>
          </a:prstGeom>
          <a:noFill/>
          <a:ln>
            <a:noFill/>
          </a:ln>
        </p:spPr>
        <p:txBody>
          <a:bodyPr anchorCtr="0" anchor="t" bIns="45700" lIns="91425" spcFirstLastPara="1" rIns="91425" wrap="square" tIns="45700">
            <a:normAutofit/>
          </a:bodyPr>
          <a:lstStyle/>
          <a:p>
            <a:pPr indent="-92075" lvl="1" marL="566738" marR="0" rtl="0" algn="l">
              <a:lnSpc>
                <a:spcPct val="90000"/>
              </a:lnSpc>
              <a:spcBef>
                <a:spcPts val="0"/>
              </a:spcBef>
              <a:spcAft>
                <a:spcPts val="0"/>
              </a:spcAft>
              <a:buClr>
                <a:srgbClr val="0000A8"/>
              </a:buClr>
              <a:buSzPts val="2000"/>
              <a:buFont typeface="Arial"/>
              <a:buNone/>
            </a:pPr>
            <a:r>
              <a:t/>
            </a:r>
            <a:endParaRPr b="0" i="0" sz="2000" u="none" cap="none" strike="noStrike">
              <a:solidFill>
                <a:schemeClr val="dk1"/>
              </a:solidFill>
              <a:latin typeface="Calibri"/>
              <a:ea typeface="Calibri"/>
              <a:cs typeface="Calibri"/>
              <a:sym typeface="Calibri"/>
            </a:endParaRPr>
          </a:p>
          <a:p>
            <a:pPr indent="-231775" lvl="0" marL="231775"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circuit-switching:</a:t>
            </a:r>
            <a:r>
              <a:rPr lang="en-US" sz="2800">
                <a:solidFill>
                  <a:schemeClr val="dk1"/>
                </a:solidFill>
                <a:latin typeface="Calibri"/>
                <a:ea typeface="Calibri"/>
                <a:cs typeface="Calibri"/>
                <a:sym typeface="Calibri"/>
              </a:rPr>
              <a:t> </a:t>
            </a:r>
            <a:r>
              <a:rPr lang="en-US" sz="2400">
                <a:solidFill>
                  <a:schemeClr val="dk1"/>
                </a:solidFill>
                <a:latin typeface="Calibri"/>
                <a:ea typeface="Calibri"/>
                <a:cs typeface="Calibri"/>
                <a:sym typeface="Calibri"/>
              </a:rPr>
              <a:t>10 users</a:t>
            </a:r>
            <a:endParaRPr/>
          </a:p>
          <a:p>
            <a:pPr indent="-79375" lvl="0" marL="231775" marR="0" rtl="0" algn="l">
              <a:lnSpc>
                <a:spcPct val="90000"/>
              </a:lnSpc>
              <a:spcBef>
                <a:spcPts val="1000"/>
              </a:spcBef>
              <a:spcAft>
                <a:spcPts val="0"/>
              </a:spcAft>
              <a:buClr>
                <a:srgbClr val="0000A3"/>
              </a:buClr>
              <a:buSzPts val="2400"/>
              <a:buFont typeface="Noto Sans Symbols"/>
              <a:buNone/>
            </a:pPr>
            <a:r>
              <a:t/>
            </a:r>
            <a:endParaRPr sz="2400">
              <a:solidFill>
                <a:schemeClr val="dk1"/>
              </a:solidFill>
              <a:latin typeface="Calibri"/>
              <a:ea typeface="Calibri"/>
              <a:cs typeface="Calibri"/>
              <a:sym typeface="Calibri"/>
            </a:endParaRPr>
          </a:p>
        </p:txBody>
      </p:sp>
      <p:grpSp>
        <p:nvGrpSpPr>
          <p:cNvPr id="6236" name="Google Shape;6236;p50"/>
          <p:cNvGrpSpPr/>
          <p:nvPr/>
        </p:nvGrpSpPr>
        <p:grpSpPr>
          <a:xfrm>
            <a:off x="885863" y="4351193"/>
            <a:ext cx="10451674" cy="2164114"/>
            <a:chOff x="873391" y="4754243"/>
            <a:chExt cx="10451674" cy="2164114"/>
          </a:xfrm>
        </p:grpSpPr>
        <p:grpSp>
          <p:nvGrpSpPr>
            <p:cNvPr id="6237" name="Google Shape;6237;p50"/>
            <p:cNvGrpSpPr/>
            <p:nvPr/>
          </p:nvGrpSpPr>
          <p:grpSpPr>
            <a:xfrm>
              <a:off x="6380002" y="4823405"/>
              <a:ext cx="4945063" cy="1052511"/>
              <a:chOff x="3016" y="3097"/>
              <a:chExt cx="3115" cy="663"/>
            </a:xfrm>
          </p:grpSpPr>
          <p:sp>
            <p:nvSpPr>
              <p:cNvPr id="6238" name="Google Shape;6238;p50"/>
              <p:cNvSpPr txBox="1"/>
              <p:nvPr/>
            </p:nvSpPr>
            <p:spPr>
              <a:xfrm>
                <a:off x="3016" y="3097"/>
                <a:ext cx="3115" cy="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rgbClr val="CC0000"/>
                    </a:solidFill>
                    <a:latin typeface="Calibri"/>
                    <a:ea typeface="Calibri"/>
                    <a:cs typeface="Calibri"/>
                    <a:sym typeface="Calibri"/>
                  </a:rPr>
                  <a:t>Q:</a:t>
                </a:r>
                <a:r>
                  <a:rPr lang="en-US" sz="2800">
                    <a:solidFill>
                      <a:schemeClr val="dk1"/>
                    </a:solidFill>
                    <a:latin typeface="Calibri"/>
                    <a:ea typeface="Calibri"/>
                    <a:cs typeface="Calibri"/>
                    <a:sym typeface="Calibri"/>
                  </a:rPr>
                  <a:t> how did we get value 0.0004?</a:t>
                </a:r>
                <a:endParaRPr/>
              </a:p>
            </p:txBody>
          </p:sp>
          <p:sp>
            <p:nvSpPr>
              <p:cNvPr id="6239" name="Google Shape;6239;p50"/>
              <p:cNvSpPr txBox="1"/>
              <p:nvPr/>
            </p:nvSpPr>
            <p:spPr>
              <a:xfrm>
                <a:off x="3031" y="3430"/>
                <a:ext cx="2988" cy="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rgbClr val="CC0000"/>
                    </a:solidFill>
                    <a:latin typeface="Calibri"/>
                    <a:ea typeface="Calibri"/>
                    <a:cs typeface="Calibri"/>
                    <a:sym typeface="Calibri"/>
                  </a:rPr>
                  <a:t>Q:</a:t>
                </a:r>
                <a:r>
                  <a:rPr lang="en-US" sz="2800">
                    <a:solidFill>
                      <a:schemeClr val="dk1"/>
                    </a:solidFill>
                    <a:latin typeface="Calibri"/>
                    <a:ea typeface="Calibri"/>
                    <a:cs typeface="Calibri"/>
                    <a:sym typeface="Calibri"/>
                  </a:rPr>
                  <a:t> what happens if &gt; 35 users ?</a:t>
                </a:r>
                <a:endParaRPr/>
              </a:p>
            </p:txBody>
          </p:sp>
        </p:grpSp>
        <p:sp>
          <p:nvSpPr>
            <p:cNvPr id="6240" name="Google Shape;6240;p50"/>
            <p:cNvSpPr txBox="1"/>
            <p:nvPr/>
          </p:nvSpPr>
          <p:spPr>
            <a:xfrm>
              <a:off x="873391" y="4754243"/>
              <a:ext cx="4938590" cy="2164114"/>
            </a:xfrm>
            <a:prstGeom prst="rect">
              <a:avLst/>
            </a:prstGeom>
            <a:noFill/>
            <a:ln>
              <a:noFill/>
            </a:ln>
          </p:spPr>
          <p:txBody>
            <a:bodyPr anchorCtr="0" anchor="t" bIns="45700" lIns="91425" spcFirstLastPara="1" rIns="91425" wrap="square" tIns="45700">
              <a:normAutofit/>
            </a:bodyPr>
            <a:lstStyle/>
            <a:p>
              <a:pPr indent="-92075" lvl="1" marL="566738" marR="0" rtl="0" algn="l">
                <a:lnSpc>
                  <a:spcPct val="90000"/>
                </a:lnSpc>
                <a:spcBef>
                  <a:spcPts val="0"/>
                </a:spcBef>
                <a:spcAft>
                  <a:spcPts val="0"/>
                </a:spcAft>
                <a:buClr>
                  <a:srgbClr val="0000A8"/>
                </a:buClr>
                <a:buSzPts val="2000"/>
                <a:buFont typeface="Arial"/>
                <a:buNone/>
              </a:pPr>
              <a:r>
                <a:t/>
              </a:r>
              <a:endParaRPr b="0" i="0" sz="2000" u="none" cap="none" strike="noStrike">
                <a:solidFill>
                  <a:schemeClr val="dk1"/>
                </a:solidFill>
                <a:latin typeface="Calibri"/>
                <a:ea typeface="Calibri"/>
                <a:cs typeface="Calibri"/>
                <a:sym typeface="Calibri"/>
              </a:endParaRPr>
            </a:p>
            <a:p>
              <a:pPr indent="-231775" lvl="0" marL="231775"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packet switching:</a:t>
              </a:r>
              <a:r>
                <a:rPr lang="en-US" sz="2800">
                  <a:solidFill>
                    <a:schemeClr val="dk1"/>
                  </a:solidFill>
                  <a:latin typeface="Calibri"/>
                  <a:ea typeface="Calibri"/>
                  <a:cs typeface="Calibri"/>
                  <a:sym typeface="Calibri"/>
                </a:rPr>
                <a:t>  </a:t>
              </a:r>
              <a:r>
                <a:rPr lang="en-US" sz="2400">
                  <a:solidFill>
                    <a:schemeClr val="dk1"/>
                  </a:solidFill>
                  <a:latin typeface="Calibri"/>
                  <a:ea typeface="Calibri"/>
                  <a:cs typeface="Calibri"/>
                  <a:sym typeface="Calibri"/>
                </a:rPr>
                <a:t>with 35 users, probability &gt; 10 active at same time is less than .0004 *</a:t>
              </a:r>
              <a:endParaRPr/>
            </a:p>
            <a:p>
              <a:pPr indent="-79375" lvl="0" marL="231775" marR="0" rtl="0" algn="l">
                <a:lnSpc>
                  <a:spcPct val="90000"/>
                </a:lnSpc>
                <a:spcBef>
                  <a:spcPts val="1000"/>
                </a:spcBef>
                <a:spcAft>
                  <a:spcPts val="0"/>
                </a:spcAft>
                <a:buClr>
                  <a:srgbClr val="0000A3"/>
                </a:buClr>
                <a:buSzPts val="2400"/>
                <a:buFont typeface="Noto Sans Symbols"/>
                <a:buNone/>
              </a:pPr>
              <a:r>
                <a:t/>
              </a:r>
              <a:endParaRPr sz="24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35"/>
                                        </p:tgtEl>
                                        <p:attrNameLst>
                                          <p:attrName>style.visibility</p:attrName>
                                        </p:attrNameLst>
                                      </p:cBhvr>
                                      <p:to>
                                        <p:strVal val="visible"/>
                                      </p:to>
                                    </p:set>
                                    <p:animEffect filter="fade" transition="in">
                                      <p:cBhvr>
                                        <p:cTn dur="500"/>
                                        <p:tgtEl>
                                          <p:spTgt spid="6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36"/>
                                        </p:tgtEl>
                                        <p:attrNameLst>
                                          <p:attrName>style.visibility</p:attrName>
                                        </p:attrNameLst>
                                      </p:cBhvr>
                                      <p:to>
                                        <p:strVal val="visible"/>
                                      </p:to>
                                    </p:set>
                                    <p:animEffect filter="fade" transition="in">
                                      <p:cBhvr>
                                        <p:cTn dur="500"/>
                                        <p:tgtEl>
                                          <p:spTgt spid="6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26"/>
                                        </p:tgtEl>
                                        <p:attrNameLst>
                                          <p:attrName>style.visibility</p:attrName>
                                        </p:attrNameLst>
                                      </p:cBhvr>
                                      <p:to>
                                        <p:strVal val="visible"/>
                                      </p:to>
                                    </p:set>
                                    <p:animEffect filter="fade" transition="in">
                                      <p:cBhvr>
                                        <p:cTn dur="500"/>
                                        <p:tgtEl>
                                          <p:spTgt spid="62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4" name="Shape 6244"/>
        <p:cNvGrpSpPr/>
        <p:nvPr/>
      </p:nvGrpSpPr>
      <p:grpSpPr>
        <a:xfrm>
          <a:off x="0" y="0"/>
          <a:ext cx="0" cy="0"/>
          <a:chOff x="0" y="0"/>
          <a:chExt cx="0" cy="0"/>
        </a:xfrm>
      </p:grpSpPr>
      <p:pic>
        <p:nvPicPr>
          <p:cNvPr descr="C:\Users\0wner\Downloads\compsec\WhatsApp Image 2019-09-08 at 1.02.53 PM.jpeg" id="6245" name="Google Shape;6245;p51"/>
          <p:cNvPicPr preferRelativeResize="0"/>
          <p:nvPr/>
        </p:nvPicPr>
        <p:blipFill rotWithShape="1">
          <a:blip r:embed="rId3">
            <a:alphaModFix/>
          </a:blip>
          <a:srcRect b="0" l="0" r="0" t="0"/>
          <a:stretch/>
        </p:blipFill>
        <p:spPr>
          <a:xfrm>
            <a:off x="2135188" y="260350"/>
            <a:ext cx="8208961" cy="6096931"/>
          </a:xfrm>
          <a:prstGeom prst="rect">
            <a:avLst/>
          </a:prstGeom>
          <a:noFill/>
          <a:ln>
            <a:noFill/>
          </a:ln>
        </p:spPr>
      </p:pic>
      <p:sp>
        <p:nvSpPr>
          <p:cNvPr id="6246" name="Google Shape;6246;p51"/>
          <p:cNvSpPr txBox="1"/>
          <p:nvPr/>
        </p:nvSpPr>
        <p:spPr>
          <a:xfrm>
            <a:off x="1847851" y="260350"/>
            <a:ext cx="6335713" cy="338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600"/>
              <a:buFont typeface="Noto Sans Symbols"/>
              <a:buNone/>
            </a:pPr>
            <a:r>
              <a:rPr i="1" lang="en-US" sz="1600">
                <a:solidFill>
                  <a:srgbClr val="C00000"/>
                </a:solidFill>
                <a:latin typeface="Arial"/>
                <a:ea typeface="Arial"/>
                <a:cs typeface="Arial"/>
                <a:sym typeface="Arial"/>
              </a:rPr>
              <a:t>Not part of your syllabus – just extra knowledge</a:t>
            </a:r>
            <a:endParaRPr i="1" sz="1600">
              <a:solidFill>
                <a:srgbClr val="C00000"/>
              </a:solidFill>
              <a:latin typeface="Arial"/>
              <a:ea typeface="Arial"/>
              <a:cs typeface="Arial"/>
              <a:sym typeface="Arial"/>
            </a:endParaRPr>
          </a:p>
        </p:txBody>
      </p:sp>
      <p:pic>
        <p:nvPicPr>
          <p:cNvPr descr="Puzzle" id="6247" name="Google Shape;6247;p51"/>
          <p:cNvPicPr preferRelativeResize="0"/>
          <p:nvPr/>
        </p:nvPicPr>
        <p:blipFill rotWithShape="1">
          <a:blip r:embed="rId4">
            <a:alphaModFix/>
          </a:blip>
          <a:srcRect b="0" l="0" r="0" t="0"/>
          <a:stretch/>
        </p:blipFill>
        <p:spPr>
          <a:xfrm rot="2653558">
            <a:off x="9729788" y="204788"/>
            <a:ext cx="603250" cy="603250"/>
          </a:xfrm>
          <a:prstGeom prst="rect">
            <a:avLst/>
          </a:prstGeom>
          <a:noFill/>
          <a:ln>
            <a:noFill/>
          </a:ln>
        </p:spPr>
      </p:pic>
      <p:sp>
        <p:nvSpPr>
          <p:cNvPr id="6248" name="Google Shape;6248;p51"/>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3" name="Shape 6253"/>
        <p:cNvGrpSpPr/>
        <p:nvPr/>
      </p:nvGrpSpPr>
      <p:grpSpPr>
        <a:xfrm>
          <a:off x="0" y="0"/>
          <a:ext cx="0" cy="0"/>
          <a:chOff x="0" y="0"/>
          <a:chExt cx="0" cy="0"/>
        </a:xfrm>
      </p:grpSpPr>
      <p:sp>
        <p:nvSpPr>
          <p:cNvPr id="6254" name="Google Shape;6254;p52"/>
          <p:cNvSpPr txBox="1"/>
          <p:nvPr>
            <p:ph type="title"/>
          </p:nvPr>
        </p:nvSpPr>
        <p:spPr>
          <a:xfrm>
            <a:off x="838200" y="24422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Packet switching versus circuit switching</a:t>
            </a:r>
            <a:endParaRPr/>
          </a:p>
        </p:txBody>
      </p:sp>
      <p:sp>
        <p:nvSpPr>
          <p:cNvPr id="6255" name="Google Shape;6255;p5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6256" name="Google Shape;6256;p52"/>
          <p:cNvSpPr txBox="1"/>
          <p:nvPr/>
        </p:nvSpPr>
        <p:spPr>
          <a:xfrm>
            <a:off x="883212" y="1729966"/>
            <a:ext cx="10470588" cy="4648200"/>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great for “bursty” data – sometimes has data to send, but at other times not</a:t>
            </a:r>
            <a:endParaRPr/>
          </a:p>
          <a:p>
            <a:pPr indent="-225425" lvl="1" marL="6826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resource sharing</a:t>
            </a:r>
            <a:endParaRPr/>
          </a:p>
          <a:p>
            <a:pPr indent="-225425" lvl="1" marL="6826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simpler, no call setup</a:t>
            </a:r>
            <a:endParaRPr b="0" i="0" sz="2000" u="none" cap="none" strike="noStrike">
              <a:solidFill>
                <a:schemeClr val="dk1"/>
              </a:solidFill>
              <a:latin typeface="Calibri"/>
              <a:ea typeface="Calibri"/>
              <a:cs typeface="Calibri"/>
              <a:sym typeface="Calibri"/>
            </a:endParaRPr>
          </a:p>
          <a:p>
            <a:pPr indent="-287338" lvl="0" marL="287338" marR="0" rtl="0" algn="l">
              <a:lnSpc>
                <a:spcPct val="90000"/>
              </a:lnSpc>
              <a:spcBef>
                <a:spcPts val="1000"/>
              </a:spcBef>
              <a:spcAft>
                <a:spcPts val="0"/>
              </a:spcAft>
              <a:buClr>
                <a:srgbClr val="0000A3"/>
              </a:buClr>
              <a:buSzPts val="2400"/>
              <a:buFont typeface="Noto Sans Symbols"/>
              <a:buChar char="▪"/>
            </a:pPr>
            <a:r>
              <a:rPr lang="en-US" sz="2400">
                <a:solidFill>
                  <a:srgbClr val="CC0000"/>
                </a:solidFill>
                <a:latin typeface="Calibri"/>
                <a:ea typeface="Calibri"/>
                <a:cs typeface="Calibri"/>
                <a:sym typeface="Calibri"/>
              </a:rPr>
              <a:t>excessive congestion possible:</a:t>
            </a:r>
            <a:r>
              <a:rPr lang="en-US" sz="2400">
                <a:solidFill>
                  <a:schemeClr val="dk1"/>
                </a:solidFill>
                <a:latin typeface="Calibri"/>
                <a:ea typeface="Calibri"/>
                <a:cs typeface="Calibri"/>
                <a:sym typeface="Calibri"/>
              </a:rPr>
              <a:t> packet delay and loss due to buffer overflow</a:t>
            </a:r>
            <a:endParaRPr/>
          </a:p>
          <a:p>
            <a:pPr indent="-225425" lvl="1" marL="6826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protocols needed for reliable data transfer, congestion control</a:t>
            </a:r>
            <a:endParaRPr b="0" i="0" sz="2000" u="none" cap="none" strike="noStrike">
              <a:solidFill>
                <a:schemeClr val="dk1"/>
              </a:solidFill>
              <a:latin typeface="Calibri"/>
              <a:ea typeface="Calibri"/>
              <a:cs typeface="Calibri"/>
              <a:sym typeface="Calibri"/>
            </a:endParaRPr>
          </a:p>
          <a:p>
            <a:pPr indent="-287338" lvl="0" marL="287338" marR="0" rtl="0" algn="l">
              <a:lnSpc>
                <a:spcPct val="90000"/>
              </a:lnSpc>
              <a:spcBef>
                <a:spcPts val="1000"/>
              </a:spcBef>
              <a:spcAft>
                <a:spcPts val="0"/>
              </a:spcAft>
              <a:buClr>
                <a:srgbClr val="0000A3"/>
              </a:buClr>
              <a:buSzPts val="2400"/>
              <a:buFont typeface="Noto Sans Symbols"/>
              <a:buChar char="▪"/>
            </a:pPr>
            <a:r>
              <a:rPr i="1" lang="en-US" sz="2400">
                <a:solidFill>
                  <a:srgbClr val="CC0000"/>
                </a:solidFill>
                <a:latin typeface="Calibri"/>
                <a:ea typeface="Calibri"/>
                <a:cs typeface="Calibri"/>
                <a:sym typeface="Calibri"/>
              </a:rPr>
              <a:t>Q:</a:t>
            </a:r>
            <a:r>
              <a:rPr lang="en-US" sz="2400">
                <a:solidFill>
                  <a:srgbClr val="CC0000"/>
                </a:solidFill>
                <a:latin typeface="Calibri"/>
                <a:ea typeface="Calibri"/>
                <a:cs typeface="Calibri"/>
                <a:sym typeface="Calibri"/>
              </a:rPr>
              <a:t> How to provide circuit-like behavior?</a:t>
            </a:r>
            <a:endParaRPr/>
          </a:p>
          <a:p>
            <a:pPr indent="-225425" lvl="1" marL="682625"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bandwidth guarantees traditionally used for audio/video applications</a:t>
            </a:r>
            <a:endParaRPr/>
          </a:p>
        </p:txBody>
      </p:sp>
      <p:sp>
        <p:nvSpPr>
          <p:cNvPr id="6257" name="Google Shape;6257;p52"/>
          <p:cNvSpPr txBox="1"/>
          <p:nvPr/>
        </p:nvSpPr>
        <p:spPr>
          <a:xfrm>
            <a:off x="726050" y="1206091"/>
            <a:ext cx="7620000" cy="6096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rgbClr val="CC0000"/>
                </a:solidFill>
                <a:latin typeface="Calibri"/>
                <a:ea typeface="Calibri"/>
                <a:cs typeface="Calibri"/>
                <a:sym typeface="Calibri"/>
              </a:rPr>
              <a:t>Is packet switching a “slam dunk winner”?</a:t>
            </a:r>
            <a:endParaRPr sz="2800">
              <a:solidFill>
                <a:srgbClr val="CC0000"/>
              </a:solidFill>
              <a:latin typeface="Calibri"/>
              <a:ea typeface="Calibri"/>
              <a:cs typeface="Calibri"/>
              <a:sym typeface="Calibri"/>
            </a:endParaRPr>
          </a:p>
        </p:txBody>
      </p:sp>
      <p:sp>
        <p:nvSpPr>
          <p:cNvPr id="6258" name="Google Shape;6258;p52"/>
          <p:cNvSpPr txBox="1"/>
          <p:nvPr/>
        </p:nvSpPr>
        <p:spPr>
          <a:xfrm>
            <a:off x="977457" y="5307609"/>
            <a:ext cx="9844872"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rgbClr val="CC0000"/>
                </a:solidFill>
                <a:latin typeface="Calibri"/>
                <a:ea typeface="Calibri"/>
                <a:cs typeface="Calibri"/>
                <a:sym typeface="Calibri"/>
              </a:rPr>
              <a:t>Q:</a:t>
            </a:r>
            <a:r>
              <a:rPr lang="en-US" sz="2800">
                <a:solidFill>
                  <a:schemeClr val="dk1"/>
                </a:solidFill>
                <a:latin typeface="Calibri"/>
                <a:ea typeface="Calibri"/>
                <a:cs typeface="Calibri"/>
                <a:sym typeface="Calibri"/>
              </a:rPr>
              <a:t>  human analogies of reserved resources (circuit switching) versus on-demand allocation (packet switching)?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8"/>
                                        </p:tgtEl>
                                        <p:attrNameLst>
                                          <p:attrName>style.visibility</p:attrName>
                                        </p:attrNameLst>
                                      </p:cBhvr>
                                      <p:to>
                                        <p:strVal val="visible"/>
                                      </p:to>
                                    </p:set>
                                    <p:animEffect filter="fade" transition="in">
                                      <p:cBhvr>
                                        <p:cTn dur="500"/>
                                        <p:tgtEl>
                                          <p:spTgt spid="6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2" name="Shape 6262"/>
        <p:cNvGrpSpPr/>
        <p:nvPr/>
      </p:nvGrpSpPr>
      <p:grpSpPr>
        <a:xfrm>
          <a:off x="0" y="0"/>
          <a:ext cx="0" cy="0"/>
          <a:chOff x="0" y="0"/>
          <a:chExt cx="0" cy="0"/>
        </a:xfrm>
      </p:grpSpPr>
      <p:sp>
        <p:nvSpPr>
          <p:cNvPr id="6263" name="Google Shape;6263;p53"/>
          <p:cNvSpPr txBox="1"/>
          <p:nvPr>
            <p:ph idx="4294967295" type="body"/>
          </p:nvPr>
        </p:nvSpPr>
        <p:spPr>
          <a:xfrm>
            <a:off x="1919288" y="333375"/>
            <a:ext cx="8443912" cy="457200"/>
          </a:xfrm>
          <a:prstGeom prst="rect">
            <a:avLst/>
          </a:prstGeom>
          <a:noFill/>
          <a:ln>
            <a:noFill/>
          </a:ln>
        </p:spPr>
        <p:txBody>
          <a:bodyPr anchorCtr="0" anchor="t" bIns="45700" lIns="91425" spcFirstLastPara="1" rIns="91425" wrap="square" tIns="45700">
            <a:normAutofit lnSpcReduction="10000"/>
          </a:bodyPr>
          <a:lstStyle/>
          <a:p>
            <a:pPr indent="-222250" lvl="0" marL="352425" rtl="0" algn="ctr">
              <a:lnSpc>
                <a:spcPct val="90000"/>
              </a:lnSpc>
              <a:spcBef>
                <a:spcPts val="0"/>
              </a:spcBef>
              <a:spcAft>
                <a:spcPts val="0"/>
              </a:spcAft>
              <a:buSzPts val="2800"/>
              <a:buFont typeface="Tahoma"/>
              <a:buNone/>
            </a:pPr>
            <a:r>
              <a:rPr b="1" lang="en-US">
                <a:solidFill>
                  <a:srgbClr val="C00000"/>
                </a:solidFill>
              </a:rPr>
              <a:t>Circuit Switched – Connection-Oriented Networks</a:t>
            </a:r>
            <a:endParaRPr/>
          </a:p>
        </p:txBody>
      </p:sp>
      <p:pic>
        <p:nvPicPr>
          <p:cNvPr descr="Netarc05" id="6264" name="Google Shape;6264;p53"/>
          <p:cNvPicPr preferRelativeResize="0"/>
          <p:nvPr/>
        </p:nvPicPr>
        <p:blipFill rotWithShape="1">
          <a:blip r:embed="rId3">
            <a:alphaModFix/>
          </a:blip>
          <a:srcRect b="0" l="0" r="0" t="0"/>
          <a:stretch/>
        </p:blipFill>
        <p:spPr>
          <a:xfrm>
            <a:off x="1919288" y="886724"/>
            <a:ext cx="9330021" cy="5353655"/>
          </a:xfrm>
          <a:prstGeom prst="rect">
            <a:avLst/>
          </a:prstGeom>
          <a:noFill/>
          <a:ln>
            <a:noFill/>
          </a:ln>
        </p:spPr>
      </p:pic>
      <p:pic>
        <p:nvPicPr>
          <p:cNvPr descr="Puzzle" id="6265" name="Google Shape;6265;p53"/>
          <p:cNvPicPr preferRelativeResize="0"/>
          <p:nvPr/>
        </p:nvPicPr>
        <p:blipFill rotWithShape="1">
          <a:blip r:embed="rId4">
            <a:alphaModFix/>
          </a:blip>
          <a:srcRect b="0" l="0" r="0" t="0"/>
          <a:stretch/>
        </p:blipFill>
        <p:spPr>
          <a:xfrm rot="2653558">
            <a:off x="9988550" y="31750"/>
            <a:ext cx="603250" cy="603250"/>
          </a:xfrm>
          <a:prstGeom prst="rect">
            <a:avLst/>
          </a:prstGeom>
          <a:noFill/>
          <a:ln>
            <a:noFill/>
          </a:ln>
        </p:spPr>
      </p:pic>
      <p:sp>
        <p:nvSpPr>
          <p:cNvPr id="6266" name="Google Shape;6266;p53"/>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0" name="Shape 6270"/>
        <p:cNvGrpSpPr/>
        <p:nvPr/>
      </p:nvGrpSpPr>
      <p:grpSpPr>
        <a:xfrm>
          <a:off x="0" y="0"/>
          <a:ext cx="0" cy="0"/>
          <a:chOff x="0" y="0"/>
          <a:chExt cx="0" cy="0"/>
        </a:xfrm>
      </p:grpSpPr>
      <p:sp>
        <p:nvSpPr>
          <p:cNvPr id="6271" name="Google Shape;6271;p54"/>
          <p:cNvSpPr txBox="1"/>
          <p:nvPr>
            <p:ph idx="4294967295" type="body"/>
          </p:nvPr>
        </p:nvSpPr>
        <p:spPr>
          <a:xfrm>
            <a:off x="1992314" y="260350"/>
            <a:ext cx="8370887" cy="457200"/>
          </a:xfrm>
          <a:prstGeom prst="rect">
            <a:avLst/>
          </a:prstGeom>
          <a:noFill/>
          <a:ln>
            <a:noFill/>
          </a:ln>
        </p:spPr>
        <p:txBody>
          <a:bodyPr anchorCtr="0" anchor="t" bIns="45700" lIns="91425" spcFirstLastPara="1" rIns="91425" wrap="square" tIns="45700">
            <a:normAutofit lnSpcReduction="10000"/>
          </a:bodyPr>
          <a:lstStyle/>
          <a:p>
            <a:pPr indent="-222250" lvl="0" marL="352425" rtl="0" algn="ctr">
              <a:lnSpc>
                <a:spcPct val="90000"/>
              </a:lnSpc>
              <a:spcBef>
                <a:spcPts val="0"/>
              </a:spcBef>
              <a:spcAft>
                <a:spcPts val="0"/>
              </a:spcAft>
              <a:buSzPts val="2800"/>
              <a:buFont typeface="Tahoma"/>
              <a:buNone/>
            </a:pPr>
            <a:r>
              <a:rPr b="1" lang="en-US">
                <a:solidFill>
                  <a:srgbClr val="C00000"/>
                </a:solidFill>
              </a:rPr>
              <a:t>Packet Switched – Connectionless Networks</a:t>
            </a:r>
            <a:endParaRPr/>
          </a:p>
        </p:txBody>
      </p:sp>
      <p:pic>
        <p:nvPicPr>
          <p:cNvPr descr="Netarc06" id="6272" name="Google Shape;6272;p54"/>
          <p:cNvPicPr preferRelativeResize="0"/>
          <p:nvPr/>
        </p:nvPicPr>
        <p:blipFill rotWithShape="1">
          <a:blip r:embed="rId3">
            <a:alphaModFix/>
          </a:blip>
          <a:srcRect b="0" l="0" r="0" t="0"/>
          <a:stretch/>
        </p:blipFill>
        <p:spPr>
          <a:xfrm>
            <a:off x="786063" y="981075"/>
            <a:ext cx="9577137" cy="5399638"/>
          </a:xfrm>
          <a:prstGeom prst="rect">
            <a:avLst/>
          </a:prstGeom>
          <a:noFill/>
          <a:ln>
            <a:noFill/>
          </a:ln>
        </p:spPr>
      </p:pic>
      <p:pic>
        <p:nvPicPr>
          <p:cNvPr descr="Puzzle" id="6273" name="Google Shape;6273;p54"/>
          <p:cNvPicPr preferRelativeResize="0"/>
          <p:nvPr/>
        </p:nvPicPr>
        <p:blipFill rotWithShape="1">
          <a:blip r:embed="rId4">
            <a:alphaModFix/>
          </a:blip>
          <a:srcRect b="0" l="0" r="0" t="0"/>
          <a:stretch/>
        </p:blipFill>
        <p:spPr>
          <a:xfrm rot="2653558">
            <a:off x="9939338" y="125413"/>
            <a:ext cx="603250" cy="603250"/>
          </a:xfrm>
          <a:prstGeom prst="rect">
            <a:avLst/>
          </a:prstGeom>
          <a:noFill/>
          <a:ln>
            <a:noFill/>
          </a:ln>
        </p:spPr>
      </p:pic>
      <p:sp>
        <p:nvSpPr>
          <p:cNvPr id="6274" name="Google Shape;6274;p54"/>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8" name="Shape 6278"/>
        <p:cNvGrpSpPr/>
        <p:nvPr/>
      </p:nvGrpSpPr>
      <p:grpSpPr>
        <a:xfrm>
          <a:off x="0" y="0"/>
          <a:ext cx="0" cy="0"/>
          <a:chOff x="0" y="0"/>
          <a:chExt cx="0" cy="0"/>
        </a:xfrm>
      </p:grpSpPr>
      <p:graphicFrame>
        <p:nvGraphicFramePr>
          <p:cNvPr id="6279" name="Google Shape;6279;p55"/>
          <p:cNvGraphicFramePr/>
          <p:nvPr/>
        </p:nvGraphicFramePr>
        <p:xfrm>
          <a:off x="1919288" y="549276"/>
          <a:ext cx="3000000" cy="3000000"/>
        </p:xfrm>
        <a:graphic>
          <a:graphicData uri="http://schemas.openxmlformats.org/drawingml/2006/table">
            <a:tbl>
              <a:tblPr>
                <a:noFill/>
                <a:tableStyleId>{26498F7B-B81F-4FEE-8389-EA0A0DB8F16F}</a:tableStyleId>
              </a:tblPr>
              <a:tblGrid>
                <a:gridCol w="4167200"/>
                <a:gridCol w="4167200"/>
              </a:tblGrid>
              <a:tr h="1123300">
                <a:tc>
                  <a:txBody>
                    <a:bodyPr/>
                    <a:lstStyle/>
                    <a:p>
                      <a:pPr indent="0" lvl="0" marL="0" marR="0" rtl="0" algn="l">
                        <a:lnSpc>
                          <a:spcPct val="100000"/>
                        </a:lnSpc>
                        <a:spcBef>
                          <a:spcPts val="0"/>
                        </a:spcBef>
                        <a:spcAft>
                          <a:spcPts val="0"/>
                        </a:spcAft>
                        <a:buClr>
                          <a:srgbClr val="FFFF00"/>
                        </a:buClr>
                        <a:buSzPts val="2400"/>
                        <a:buFont typeface="Tahoma"/>
                        <a:buNone/>
                      </a:pPr>
                      <a:r>
                        <a:rPr b="1" i="0" lang="en-US" sz="2400" u="none" cap="none" strike="noStrike">
                          <a:solidFill>
                            <a:schemeClr val="lt1"/>
                          </a:solidFill>
                          <a:latin typeface="Arial"/>
                          <a:ea typeface="Arial"/>
                          <a:cs typeface="Arial"/>
                          <a:sym typeface="Arial"/>
                        </a:rPr>
                        <a:t>Circuit Switched</a:t>
                      </a:r>
                      <a:endParaRPr/>
                    </a:p>
                  </a:txBody>
                  <a:tcPr marT="45725" marB="45725" marR="45725" marL="45725" anchor="ctr" anchorCtr="1">
                    <a:lnL cap="flat" cmpd="sng" w="38100">
                      <a:solidFill>
                        <a:srgbClr val="FFFF99"/>
                      </a:solidFill>
                      <a:prstDash val="solid"/>
                      <a:round/>
                      <a:headEnd len="sm" w="sm" type="none"/>
                      <a:tailEnd len="sm" w="sm" type="none"/>
                    </a:lnL>
                    <a:lnR cap="flat" cmpd="sng" w="38100">
                      <a:solidFill>
                        <a:srgbClr val="FFFF99"/>
                      </a:solidFill>
                      <a:prstDash val="solid"/>
                      <a:round/>
                      <a:headEnd len="sm" w="sm" type="none"/>
                      <a:tailEnd len="sm" w="sm" type="none"/>
                    </a:lnR>
                    <a:lnT cap="flat" cmpd="sng" w="38100">
                      <a:solidFill>
                        <a:srgbClr val="FFFF99"/>
                      </a:solidFill>
                      <a:prstDash val="solid"/>
                      <a:round/>
                      <a:headEnd len="sm" w="sm" type="none"/>
                      <a:tailEnd len="sm" w="sm" type="none"/>
                    </a:lnT>
                    <a:lnB cap="flat" cmpd="sng" w="38100">
                      <a:solidFill>
                        <a:srgbClr val="FFFF99"/>
                      </a:solidFill>
                      <a:prstDash val="solid"/>
                      <a:round/>
                      <a:headEnd len="sm" w="sm" type="none"/>
                      <a:tailEnd len="sm" w="sm" type="none"/>
                    </a:lnB>
                    <a:solidFill>
                      <a:srgbClr val="00B0F0"/>
                    </a:solidFill>
                  </a:tcPr>
                </a:tc>
                <a:tc>
                  <a:txBody>
                    <a:bodyPr/>
                    <a:lstStyle/>
                    <a:p>
                      <a:pPr indent="0" lvl="0" marL="0" marR="0" rtl="0" algn="l">
                        <a:lnSpc>
                          <a:spcPct val="100000"/>
                        </a:lnSpc>
                        <a:spcBef>
                          <a:spcPts val="0"/>
                        </a:spcBef>
                        <a:spcAft>
                          <a:spcPts val="0"/>
                        </a:spcAft>
                        <a:buClr>
                          <a:srgbClr val="FFFF00"/>
                        </a:buClr>
                        <a:buSzPts val="2400"/>
                        <a:buFont typeface="Tahoma"/>
                        <a:buNone/>
                      </a:pPr>
                      <a:r>
                        <a:rPr b="1" i="0" lang="en-US" sz="2400" u="none" cap="none" strike="noStrike">
                          <a:solidFill>
                            <a:schemeClr val="lt1"/>
                          </a:solidFill>
                          <a:latin typeface="Arial"/>
                          <a:ea typeface="Arial"/>
                          <a:cs typeface="Arial"/>
                          <a:sym typeface="Arial"/>
                        </a:rPr>
                        <a:t>Packet Switched</a:t>
                      </a:r>
                      <a:endParaRPr/>
                    </a:p>
                  </a:txBody>
                  <a:tcPr marT="45725" marB="45725" marR="45725" marL="45725" anchor="ctr" anchorCtr="1">
                    <a:lnL cap="flat" cmpd="sng" w="38100">
                      <a:solidFill>
                        <a:srgbClr val="FFFF99"/>
                      </a:solidFill>
                      <a:prstDash val="solid"/>
                      <a:round/>
                      <a:headEnd len="sm" w="sm" type="none"/>
                      <a:tailEnd len="sm" w="sm" type="none"/>
                    </a:lnL>
                    <a:lnR cap="flat" cmpd="sng" w="38100">
                      <a:solidFill>
                        <a:srgbClr val="FFFF99"/>
                      </a:solidFill>
                      <a:prstDash val="solid"/>
                      <a:round/>
                      <a:headEnd len="sm" w="sm" type="none"/>
                      <a:tailEnd len="sm" w="sm" type="none"/>
                    </a:lnR>
                    <a:lnT cap="flat" cmpd="sng" w="38100">
                      <a:solidFill>
                        <a:srgbClr val="FFFF99"/>
                      </a:solidFill>
                      <a:prstDash val="solid"/>
                      <a:round/>
                      <a:headEnd len="sm" w="sm" type="none"/>
                      <a:tailEnd len="sm" w="sm" type="none"/>
                    </a:lnT>
                    <a:lnB cap="flat" cmpd="sng" w="38100">
                      <a:solidFill>
                        <a:srgbClr val="FFFF99"/>
                      </a:solidFill>
                      <a:prstDash val="solid"/>
                      <a:round/>
                      <a:headEnd len="sm" w="sm" type="none"/>
                      <a:tailEnd len="sm" w="sm" type="none"/>
                    </a:lnB>
                    <a:solidFill>
                      <a:srgbClr val="00B0F0"/>
                    </a:solidFill>
                  </a:tcPr>
                </a:tc>
              </a:tr>
              <a:tr h="847225">
                <a:tc>
                  <a:txBody>
                    <a:bodyPr/>
                    <a:lstStyle/>
                    <a:p>
                      <a:pPr indent="0" lvl="0" marL="0" marR="0" rtl="0" algn="l">
                        <a:lnSpc>
                          <a:spcPct val="100000"/>
                        </a:lnSpc>
                        <a:spcBef>
                          <a:spcPts val="0"/>
                        </a:spcBef>
                        <a:spcAft>
                          <a:spcPts val="0"/>
                        </a:spcAft>
                        <a:buClr>
                          <a:srgbClr val="FFFF00"/>
                        </a:buClr>
                        <a:buSzPts val="2000"/>
                        <a:buFont typeface="Tahoma"/>
                        <a:buNone/>
                      </a:pPr>
                      <a:r>
                        <a:rPr b="0" i="0" lang="en-US" sz="2000" u="none" cap="none" strike="noStrike">
                          <a:solidFill>
                            <a:schemeClr val="dk1"/>
                          </a:solidFill>
                          <a:latin typeface="Arial"/>
                          <a:ea typeface="Arial"/>
                          <a:cs typeface="Arial"/>
                          <a:sym typeface="Arial"/>
                        </a:rPr>
                        <a:t>Connection-oriented</a:t>
                      </a:r>
                      <a:endParaRPr/>
                    </a:p>
                  </a:txBody>
                  <a:tcPr marT="45725" marB="45725" marR="45725" marL="45725" anchor="ctr" anchorCtr="1">
                    <a:lnL cap="flat" cmpd="sng" w="38100">
                      <a:solidFill>
                        <a:srgbClr val="FFFF99"/>
                      </a:solidFill>
                      <a:prstDash val="solid"/>
                      <a:round/>
                      <a:headEnd len="sm" w="sm" type="none"/>
                      <a:tailEnd len="sm" w="sm" type="none"/>
                    </a:lnL>
                    <a:lnR cap="flat" cmpd="sng" w="38100">
                      <a:solidFill>
                        <a:srgbClr val="FFFF99"/>
                      </a:solidFill>
                      <a:prstDash val="solid"/>
                      <a:round/>
                      <a:headEnd len="sm" w="sm" type="none"/>
                      <a:tailEnd len="sm" w="sm" type="none"/>
                    </a:lnR>
                    <a:lnT cap="flat" cmpd="sng" w="38100">
                      <a:solidFill>
                        <a:srgbClr val="FFFF99"/>
                      </a:solidFill>
                      <a:prstDash val="solid"/>
                      <a:round/>
                      <a:headEnd len="sm" w="sm" type="none"/>
                      <a:tailEnd len="sm" w="sm" type="none"/>
                    </a:lnT>
                    <a:lnB cap="flat" cmpd="sng" w="38100">
                      <a:solidFill>
                        <a:srgbClr val="FFFF99"/>
                      </a:solidFill>
                      <a:prstDash val="solid"/>
                      <a:round/>
                      <a:headEnd len="sm" w="sm" type="none"/>
                      <a:tailEnd len="sm" w="sm" type="none"/>
                    </a:lnB>
                    <a:solidFill>
                      <a:srgbClr val="00B0F0"/>
                    </a:solidFill>
                  </a:tcPr>
                </a:tc>
                <a:tc>
                  <a:txBody>
                    <a:bodyPr/>
                    <a:lstStyle/>
                    <a:p>
                      <a:pPr indent="0" lvl="0" marL="0" marR="0" rtl="0" algn="l">
                        <a:lnSpc>
                          <a:spcPct val="100000"/>
                        </a:lnSpc>
                        <a:spcBef>
                          <a:spcPts val="0"/>
                        </a:spcBef>
                        <a:spcAft>
                          <a:spcPts val="0"/>
                        </a:spcAft>
                        <a:buClr>
                          <a:srgbClr val="FFFF00"/>
                        </a:buClr>
                        <a:buSzPts val="2000"/>
                        <a:buFont typeface="Tahoma"/>
                        <a:buNone/>
                      </a:pPr>
                      <a:r>
                        <a:rPr b="0" i="0" lang="en-US" sz="2000" u="none" cap="none" strike="noStrike">
                          <a:solidFill>
                            <a:schemeClr val="dk1"/>
                          </a:solidFill>
                          <a:latin typeface="Arial"/>
                          <a:ea typeface="Arial"/>
                          <a:cs typeface="Arial"/>
                          <a:sym typeface="Arial"/>
                        </a:rPr>
                        <a:t>Connectionless</a:t>
                      </a:r>
                      <a:endParaRPr/>
                    </a:p>
                  </a:txBody>
                  <a:tcPr marT="45725" marB="45725" marR="45725" marL="45725" anchor="ctr" anchorCtr="1">
                    <a:lnL cap="flat" cmpd="sng" w="38100">
                      <a:solidFill>
                        <a:srgbClr val="FFFF99"/>
                      </a:solidFill>
                      <a:prstDash val="solid"/>
                      <a:round/>
                      <a:headEnd len="sm" w="sm" type="none"/>
                      <a:tailEnd len="sm" w="sm" type="none"/>
                    </a:lnL>
                    <a:lnR cap="flat" cmpd="sng" w="38100">
                      <a:solidFill>
                        <a:srgbClr val="FFFF99"/>
                      </a:solidFill>
                      <a:prstDash val="solid"/>
                      <a:round/>
                      <a:headEnd len="sm" w="sm" type="none"/>
                      <a:tailEnd len="sm" w="sm" type="none"/>
                    </a:lnR>
                    <a:lnT cap="flat" cmpd="sng" w="38100">
                      <a:solidFill>
                        <a:srgbClr val="FFFF99"/>
                      </a:solidFill>
                      <a:prstDash val="solid"/>
                      <a:round/>
                      <a:headEnd len="sm" w="sm" type="none"/>
                      <a:tailEnd len="sm" w="sm" type="none"/>
                    </a:lnT>
                    <a:lnB cap="flat" cmpd="sng" w="38100">
                      <a:solidFill>
                        <a:srgbClr val="FFFF99"/>
                      </a:solidFill>
                      <a:prstDash val="solid"/>
                      <a:round/>
                      <a:headEnd len="sm" w="sm" type="none"/>
                      <a:tailEnd len="sm" w="sm" type="none"/>
                    </a:lnB>
                    <a:solidFill>
                      <a:srgbClr val="00B0F0"/>
                    </a:solidFill>
                  </a:tcPr>
                </a:tc>
              </a:tr>
              <a:tr h="847225">
                <a:tc>
                  <a:txBody>
                    <a:bodyPr/>
                    <a:lstStyle/>
                    <a:p>
                      <a:pPr indent="0" lvl="0" marL="0" marR="0" rtl="0" algn="l">
                        <a:lnSpc>
                          <a:spcPct val="100000"/>
                        </a:lnSpc>
                        <a:spcBef>
                          <a:spcPts val="0"/>
                        </a:spcBef>
                        <a:spcAft>
                          <a:spcPts val="0"/>
                        </a:spcAft>
                        <a:buClr>
                          <a:srgbClr val="FFFF00"/>
                        </a:buClr>
                        <a:buSzPts val="2000"/>
                        <a:buFont typeface="Tahoma"/>
                        <a:buNone/>
                      </a:pPr>
                      <a:r>
                        <a:rPr b="0" i="0" lang="en-US" sz="2000" u="none" cap="none" strike="noStrike">
                          <a:solidFill>
                            <a:schemeClr val="dk1"/>
                          </a:solidFill>
                          <a:latin typeface="Arial"/>
                          <a:ea typeface="Arial"/>
                          <a:cs typeface="Arial"/>
                          <a:sym typeface="Arial"/>
                        </a:rPr>
                        <a:t>Dedicated Circuit</a:t>
                      </a:r>
                      <a:endParaRPr/>
                    </a:p>
                  </a:txBody>
                  <a:tcPr marT="45725" marB="45725" marR="45725" marL="45725" anchor="ctr" anchorCtr="1">
                    <a:lnL cap="flat" cmpd="sng" w="38100">
                      <a:solidFill>
                        <a:srgbClr val="FFFF99"/>
                      </a:solidFill>
                      <a:prstDash val="solid"/>
                      <a:round/>
                      <a:headEnd len="sm" w="sm" type="none"/>
                      <a:tailEnd len="sm" w="sm" type="none"/>
                    </a:lnL>
                    <a:lnR cap="flat" cmpd="sng" w="38100">
                      <a:solidFill>
                        <a:srgbClr val="FFFF99"/>
                      </a:solidFill>
                      <a:prstDash val="solid"/>
                      <a:round/>
                      <a:headEnd len="sm" w="sm" type="none"/>
                      <a:tailEnd len="sm" w="sm" type="none"/>
                    </a:lnR>
                    <a:lnT cap="flat" cmpd="sng" w="38100">
                      <a:solidFill>
                        <a:srgbClr val="FFFF99"/>
                      </a:solidFill>
                      <a:prstDash val="solid"/>
                      <a:round/>
                      <a:headEnd len="sm" w="sm" type="none"/>
                      <a:tailEnd len="sm" w="sm" type="none"/>
                    </a:lnT>
                    <a:lnB cap="flat" cmpd="sng" w="38100">
                      <a:solidFill>
                        <a:srgbClr val="FFFF99"/>
                      </a:solidFill>
                      <a:prstDash val="solid"/>
                      <a:round/>
                      <a:headEnd len="sm" w="sm" type="none"/>
                      <a:tailEnd len="sm" w="sm" type="none"/>
                    </a:lnB>
                    <a:solidFill>
                      <a:srgbClr val="00B0F0"/>
                    </a:solidFill>
                  </a:tcPr>
                </a:tc>
                <a:tc>
                  <a:txBody>
                    <a:bodyPr/>
                    <a:lstStyle/>
                    <a:p>
                      <a:pPr indent="0" lvl="0" marL="0" marR="0" rtl="0" algn="l">
                        <a:lnSpc>
                          <a:spcPct val="100000"/>
                        </a:lnSpc>
                        <a:spcBef>
                          <a:spcPts val="0"/>
                        </a:spcBef>
                        <a:spcAft>
                          <a:spcPts val="0"/>
                        </a:spcAft>
                        <a:buClr>
                          <a:srgbClr val="FFFF00"/>
                        </a:buClr>
                        <a:buSzPts val="2000"/>
                        <a:buFont typeface="Tahoma"/>
                        <a:buNone/>
                      </a:pPr>
                      <a:r>
                        <a:rPr b="0" i="0" lang="en-US" sz="2000" u="none" cap="none" strike="noStrike">
                          <a:solidFill>
                            <a:schemeClr val="dk1"/>
                          </a:solidFill>
                          <a:latin typeface="Arial"/>
                          <a:ea typeface="Arial"/>
                          <a:cs typeface="Arial"/>
                          <a:sym typeface="Arial"/>
                        </a:rPr>
                        <a:t>Shared Circuit</a:t>
                      </a:r>
                      <a:endParaRPr/>
                    </a:p>
                  </a:txBody>
                  <a:tcPr marT="45725" marB="45725" marR="45725" marL="45725" anchor="ctr" anchorCtr="1">
                    <a:lnL cap="flat" cmpd="sng" w="38100">
                      <a:solidFill>
                        <a:srgbClr val="FFFF99"/>
                      </a:solidFill>
                      <a:prstDash val="solid"/>
                      <a:round/>
                      <a:headEnd len="sm" w="sm" type="none"/>
                      <a:tailEnd len="sm" w="sm" type="none"/>
                    </a:lnL>
                    <a:lnR cap="flat" cmpd="sng" w="38100">
                      <a:solidFill>
                        <a:srgbClr val="FFFF99"/>
                      </a:solidFill>
                      <a:prstDash val="solid"/>
                      <a:round/>
                      <a:headEnd len="sm" w="sm" type="none"/>
                      <a:tailEnd len="sm" w="sm" type="none"/>
                    </a:lnR>
                    <a:lnT cap="flat" cmpd="sng" w="38100">
                      <a:solidFill>
                        <a:srgbClr val="FFFF99"/>
                      </a:solidFill>
                      <a:prstDash val="solid"/>
                      <a:round/>
                      <a:headEnd len="sm" w="sm" type="none"/>
                      <a:tailEnd len="sm" w="sm" type="none"/>
                    </a:lnT>
                    <a:lnB cap="flat" cmpd="sng" w="38100">
                      <a:solidFill>
                        <a:srgbClr val="FFFF99"/>
                      </a:solidFill>
                      <a:prstDash val="solid"/>
                      <a:round/>
                      <a:headEnd len="sm" w="sm" type="none"/>
                      <a:tailEnd len="sm" w="sm" type="none"/>
                    </a:lnB>
                    <a:solidFill>
                      <a:srgbClr val="00B0F0"/>
                    </a:solidFill>
                  </a:tcPr>
                </a:tc>
              </a:tr>
              <a:tr h="847225">
                <a:tc>
                  <a:txBody>
                    <a:bodyPr/>
                    <a:lstStyle/>
                    <a:p>
                      <a:pPr indent="0" lvl="0" marL="0" marR="0" rtl="0" algn="l">
                        <a:lnSpc>
                          <a:spcPct val="100000"/>
                        </a:lnSpc>
                        <a:spcBef>
                          <a:spcPts val="0"/>
                        </a:spcBef>
                        <a:spcAft>
                          <a:spcPts val="0"/>
                        </a:spcAft>
                        <a:buClr>
                          <a:srgbClr val="FFFF00"/>
                        </a:buClr>
                        <a:buSzPts val="2000"/>
                        <a:buFont typeface="Tahoma"/>
                        <a:buNone/>
                      </a:pPr>
                      <a:r>
                        <a:rPr b="0" i="0" lang="en-US" sz="2000" u="none" cap="none" strike="noStrike">
                          <a:solidFill>
                            <a:schemeClr val="dk1"/>
                          </a:solidFill>
                          <a:latin typeface="Arial"/>
                          <a:ea typeface="Arial"/>
                          <a:cs typeface="Arial"/>
                          <a:sym typeface="Arial"/>
                        </a:rPr>
                        <a:t>Guaranteed level of service</a:t>
                      </a:r>
                      <a:endParaRPr/>
                    </a:p>
                    <a:p>
                      <a:pPr indent="0" lvl="0" marL="0" marR="0" rtl="0" algn="l">
                        <a:lnSpc>
                          <a:spcPct val="100000"/>
                        </a:lnSpc>
                        <a:spcBef>
                          <a:spcPts val="400"/>
                        </a:spcBef>
                        <a:spcAft>
                          <a:spcPts val="0"/>
                        </a:spcAft>
                        <a:buClr>
                          <a:srgbClr val="FFFF00"/>
                        </a:buClr>
                        <a:buSzPts val="2000"/>
                        <a:buFont typeface="Tahoma"/>
                        <a:buNone/>
                      </a:pPr>
                      <a:r>
                        <a:rPr b="0" i="0" lang="en-US" sz="2000" u="none" cap="none" strike="noStrike">
                          <a:solidFill>
                            <a:schemeClr val="dk1"/>
                          </a:solidFill>
                          <a:latin typeface="Arial"/>
                          <a:ea typeface="Arial"/>
                          <a:cs typeface="Arial"/>
                          <a:sym typeface="Arial"/>
                        </a:rPr>
                        <a:t>(Bandwidth, QoS)</a:t>
                      </a:r>
                      <a:endParaRPr/>
                    </a:p>
                  </a:txBody>
                  <a:tcPr marT="45725" marB="45725" marR="45725" marL="45725" anchor="ctr" anchorCtr="1">
                    <a:lnL cap="flat" cmpd="sng" w="38100">
                      <a:solidFill>
                        <a:srgbClr val="FFFF99"/>
                      </a:solidFill>
                      <a:prstDash val="solid"/>
                      <a:round/>
                      <a:headEnd len="sm" w="sm" type="none"/>
                      <a:tailEnd len="sm" w="sm" type="none"/>
                    </a:lnL>
                    <a:lnR cap="flat" cmpd="sng" w="38100">
                      <a:solidFill>
                        <a:srgbClr val="FFFF99"/>
                      </a:solidFill>
                      <a:prstDash val="solid"/>
                      <a:round/>
                      <a:headEnd len="sm" w="sm" type="none"/>
                      <a:tailEnd len="sm" w="sm" type="none"/>
                    </a:lnR>
                    <a:lnT cap="flat" cmpd="sng" w="38100">
                      <a:solidFill>
                        <a:srgbClr val="FFFF99"/>
                      </a:solidFill>
                      <a:prstDash val="solid"/>
                      <a:round/>
                      <a:headEnd len="sm" w="sm" type="none"/>
                      <a:tailEnd len="sm" w="sm" type="none"/>
                    </a:lnT>
                    <a:lnB cap="flat" cmpd="sng" w="38100">
                      <a:solidFill>
                        <a:srgbClr val="FFFF99"/>
                      </a:solidFill>
                      <a:prstDash val="solid"/>
                      <a:round/>
                      <a:headEnd len="sm" w="sm" type="none"/>
                      <a:tailEnd len="sm" w="sm" type="none"/>
                    </a:lnB>
                    <a:solidFill>
                      <a:srgbClr val="00B0F0"/>
                    </a:solidFill>
                  </a:tcPr>
                </a:tc>
                <a:tc>
                  <a:txBody>
                    <a:bodyPr/>
                    <a:lstStyle/>
                    <a:p>
                      <a:pPr indent="0" lvl="0" marL="0" marR="0" rtl="0" algn="l">
                        <a:lnSpc>
                          <a:spcPct val="100000"/>
                        </a:lnSpc>
                        <a:spcBef>
                          <a:spcPts val="0"/>
                        </a:spcBef>
                        <a:spcAft>
                          <a:spcPts val="0"/>
                        </a:spcAft>
                        <a:buClr>
                          <a:srgbClr val="FFFF00"/>
                        </a:buClr>
                        <a:buSzPts val="2000"/>
                        <a:buFont typeface="Tahoma"/>
                        <a:buNone/>
                      </a:pPr>
                      <a:r>
                        <a:rPr b="0" i="0" lang="en-US" sz="2000" u="none" cap="none" strike="noStrike">
                          <a:solidFill>
                            <a:schemeClr val="dk1"/>
                          </a:solidFill>
                          <a:latin typeface="Arial"/>
                          <a:ea typeface="Arial"/>
                          <a:cs typeface="Arial"/>
                          <a:sym typeface="Arial"/>
                        </a:rPr>
                        <a:t>Messages divided into packets</a:t>
                      </a:r>
                      <a:endParaRPr/>
                    </a:p>
                  </a:txBody>
                  <a:tcPr marT="45725" marB="45725" marR="45725" marL="45725" anchor="ctr" anchorCtr="1">
                    <a:lnL cap="flat" cmpd="sng" w="38100">
                      <a:solidFill>
                        <a:srgbClr val="FFFF99"/>
                      </a:solidFill>
                      <a:prstDash val="solid"/>
                      <a:round/>
                      <a:headEnd len="sm" w="sm" type="none"/>
                      <a:tailEnd len="sm" w="sm" type="none"/>
                    </a:lnL>
                    <a:lnR cap="flat" cmpd="sng" w="38100">
                      <a:solidFill>
                        <a:srgbClr val="FFFF99"/>
                      </a:solidFill>
                      <a:prstDash val="solid"/>
                      <a:round/>
                      <a:headEnd len="sm" w="sm" type="none"/>
                      <a:tailEnd len="sm" w="sm" type="none"/>
                    </a:lnR>
                    <a:lnT cap="flat" cmpd="sng" w="38100">
                      <a:solidFill>
                        <a:srgbClr val="FFFF99"/>
                      </a:solidFill>
                      <a:prstDash val="solid"/>
                      <a:round/>
                      <a:headEnd len="sm" w="sm" type="none"/>
                      <a:tailEnd len="sm" w="sm" type="none"/>
                    </a:lnT>
                    <a:lnB cap="flat" cmpd="sng" w="38100">
                      <a:solidFill>
                        <a:srgbClr val="FFFF99"/>
                      </a:solidFill>
                      <a:prstDash val="solid"/>
                      <a:round/>
                      <a:headEnd len="sm" w="sm" type="none"/>
                      <a:tailEnd len="sm" w="sm" type="none"/>
                    </a:lnB>
                    <a:solidFill>
                      <a:srgbClr val="00B0F0"/>
                    </a:solidFill>
                  </a:tcPr>
                </a:tc>
              </a:tr>
              <a:tr h="847225">
                <a:tc>
                  <a:txBody>
                    <a:bodyPr/>
                    <a:lstStyle/>
                    <a:p>
                      <a:pPr indent="0" lvl="0" marL="0" marR="0" rtl="0" algn="l">
                        <a:lnSpc>
                          <a:spcPct val="100000"/>
                        </a:lnSpc>
                        <a:spcBef>
                          <a:spcPts val="0"/>
                        </a:spcBef>
                        <a:spcAft>
                          <a:spcPts val="0"/>
                        </a:spcAft>
                        <a:buClr>
                          <a:srgbClr val="FFFF00"/>
                        </a:buClr>
                        <a:buSzPts val="2000"/>
                        <a:buFont typeface="Tahoma"/>
                        <a:buNone/>
                      </a:pPr>
                      <a:r>
                        <a:rPr b="0" i="0" lang="en-US" sz="2000" u="none" cap="none" strike="noStrike">
                          <a:solidFill>
                            <a:schemeClr val="dk1"/>
                          </a:solidFill>
                          <a:latin typeface="Arial"/>
                          <a:ea typeface="Arial"/>
                          <a:cs typeface="Arial"/>
                          <a:sym typeface="Arial"/>
                        </a:rPr>
                        <a:t>Inefficient use of Medium</a:t>
                      </a:r>
                      <a:endParaRPr/>
                    </a:p>
                  </a:txBody>
                  <a:tcPr marT="45725" marB="45725" marR="45725" marL="45725" anchor="ctr" anchorCtr="1">
                    <a:lnL cap="flat" cmpd="sng" w="38100">
                      <a:solidFill>
                        <a:srgbClr val="FFFF99"/>
                      </a:solidFill>
                      <a:prstDash val="solid"/>
                      <a:round/>
                      <a:headEnd len="sm" w="sm" type="none"/>
                      <a:tailEnd len="sm" w="sm" type="none"/>
                    </a:lnL>
                    <a:lnR cap="flat" cmpd="sng" w="38100">
                      <a:solidFill>
                        <a:srgbClr val="FFFF99"/>
                      </a:solidFill>
                      <a:prstDash val="solid"/>
                      <a:round/>
                      <a:headEnd len="sm" w="sm" type="none"/>
                      <a:tailEnd len="sm" w="sm" type="none"/>
                    </a:lnR>
                    <a:lnT cap="flat" cmpd="sng" w="38100">
                      <a:solidFill>
                        <a:srgbClr val="FFFF99"/>
                      </a:solidFill>
                      <a:prstDash val="solid"/>
                      <a:round/>
                      <a:headEnd len="sm" w="sm" type="none"/>
                      <a:tailEnd len="sm" w="sm" type="none"/>
                    </a:lnT>
                    <a:lnB cap="flat" cmpd="sng" w="38100">
                      <a:solidFill>
                        <a:srgbClr val="FFFF99"/>
                      </a:solidFill>
                      <a:prstDash val="solid"/>
                      <a:round/>
                      <a:headEnd len="sm" w="sm" type="none"/>
                      <a:tailEnd len="sm" w="sm" type="none"/>
                    </a:lnB>
                    <a:solidFill>
                      <a:srgbClr val="00B0F0"/>
                    </a:solidFill>
                  </a:tcPr>
                </a:tc>
                <a:tc>
                  <a:txBody>
                    <a:bodyPr/>
                    <a:lstStyle/>
                    <a:p>
                      <a:pPr indent="0" lvl="0" marL="0" marR="0" rtl="0" algn="l">
                        <a:lnSpc>
                          <a:spcPct val="100000"/>
                        </a:lnSpc>
                        <a:spcBef>
                          <a:spcPts val="0"/>
                        </a:spcBef>
                        <a:spcAft>
                          <a:spcPts val="0"/>
                        </a:spcAft>
                        <a:buClr>
                          <a:srgbClr val="FFFF00"/>
                        </a:buClr>
                        <a:buSzPts val="2000"/>
                        <a:buFont typeface="Tahoma"/>
                        <a:buNone/>
                      </a:pPr>
                      <a:r>
                        <a:rPr b="0" i="0" lang="en-US" sz="2000" u="none" cap="none" strike="noStrike">
                          <a:solidFill>
                            <a:schemeClr val="dk1"/>
                          </a:solidFill>
                          <a:latin typeface="Arial"/>
                          <a:ea typeface="Arial"/>
                          <a:cs typeface="Arial"/>
                          <a:sym typeface="Arial"/>
                        </a:rPr>
                        <a:t>Efficient use of Medium</a:t>
                      </a:r>
                      <a:endParaRPr/>
                    </a:p>
                  </a:txBody>
                  <a:tcPr marT="45725" marB="45725" marR="45725" marL="45725" anchor="ctr" anchorCtr="1">
                    <a:lnL cap="flat" cmpd="sng" w="38100">
                      <a:solidFill>
                        <a:srgbClr val="FFFF99"/>
                      </a:solidFill>
                      <a:prstDash val="solid"/>
                      <a:round/>
                      <a:headEnd len="sm" w="sm" type="none"/>
                      <a:tailEnd len="sm" w="sm" type="none"/>
                    </a:lnL>
                    <a:lnR cap="flat" cmpd="sng" w="38100">
                      <a:solidFill>
                        <a:srgbClr val="FFFF99"/>
                      </a:solidFill>
                      <a:prstDash val="solid"/>
                      <a:round/>
                      <a:headEnd len="sm" w="sm" type="none"/>
                      <a:tailEnd len="sm" w="sm" type="none"/>
                    </a:lnR>
                    <a:lnT cap="flat" cmpd="sng" w="38100">
                      <a:solidFill>
                        <a:srgbClr val="FFFF99"/>
                      </a:solidFill>
                      <a:prstDash val="solid"/>
                      <a:round/>
                      <a:headEnd len="sm" w="sm" type="none"/>
                      <a:tailEnd len="sm" w="sm" type="none"/>
                    </a:lnT>
                    <a:lnB cap="flat" cmpd="sng" w="38100">
                      <a:solidFill>
                        <a:srgbClr val="FFFF99"/>
                      </a:solidFill>
                      <a:prstDash val="solid"/>
                      <a:round/>
                      <a:headEnd len="sm" w="sm" type="none"/>
                      <a:tailEnd len="sm" w="sm" type="none"/>
                    </a:lnB>
                    <a:solidFill>
                      <a:srgbClr val="00B0F0"/>
                    </a:solidFill>
                  </a:tcPr>
                </a:tc>
              </a:tr>
              <a:tr h="847225">
                <a:tc>
                  <a:txBody>
                    <a:bodyPr/>
                    <a:lstStyle/>
                    <a:p>
                      <a:pPr indent="0" lvl="0" marL="0" marR="0" rtl="0" algn="l">
                        <a:lnSpc>
                          <a:spcPct val="100000"/>
                        </a:lnSpc>
                        <a:spcBef>
                          <a:spcPts val="0"/>
                        </a:spcBef>
                        <a:spcAft>
                          <a:spcPts val="0"/>
                        </a:spcAft>
                        <a:buClr>
                          <a:srgbClr val="FFFF00"/>
                        </a:buClr>
                        <a:buSzPts val="2000"/>
                        <a:buFont typeface="Tahoma"/>
                        <a:buNone/>
                      </a:pPr>
                      <a:r>
                        <a:rPr b="0" i="0" lang="en-US" sz="2000" u="none" cap="none" strike="noStrike">
                          <a:solidFill>
                            <a:schemeClr val="dk1"/>
                          </a:solidFill>
                          <a:latin typeface="Arial"/>
                          <a:ea typeface="Arial"/>
                          <a:cs typeface="Arial"/>
                          <a:sym typeface="Arial"/>
                        </a:rPr>
                        <a:t>Single path, no redundancy</a:t>
                      </a:r>
                      <a:endParaRPr/>
                    </a:p>
                  </a:txBody>
                  <a:tcPr marT="45725" marB="45725" marR="45725" marL="45725" anchor="ctr" anchorCtr="1">
                    <a:lnL cap="flat" cmpd="sng" w="38100">
                      <a:solidFill>
                        <a:srgbClr val="FFFF99"/>
                      </a:solidFill>
                      <a:prstDash val="solid"/>
                      <a:round/>
                      <a:headEnd len="sm" w="sm" type="none"/>
                      <a:tailEnd len="sm" w="sm" type="none"/>
                    </a:lnL>
                    <a:lnR cap="flat" cmpd="sng" w="38100">
                      <a:solidFill>
                        <a:srgbClr val="FFFF99"/>
                      </a:solidFill>
                      <a:prstDash val="solid"/>
                      <a:round/>
                      <a:headEnd len="sm" w="sm" type="none"/>
                      <a:tailEnd len="sm" w="sm" type="none"/>
                    </a:lnR>
                    <a:lnT cap="flat" cmpd="sng" w="38100">
                      <a:solidFill>
                        <a:srgbClr val="FFFF99"/>
                      </a:solidFill>
                      <a:prstDash val="solid"/>
                      <a:round/>
                      <a:headEnd len="sm" w="sm" type="none"/>
                      <a:tailEnd len="sm" w="sm" type="none"/>
                    </a:lnT>
                    <a:lnB cap="flat" cmpd="sng" w="38100">
                      <a:solidFill>
                        <a:srgbClr val="FFFF99"/>
                      </a:solidFill>
                      <a:prstDash val="solid"/>
                      <a:round/>
                      <a:headEnd len="sm" w="sm" type="none"/>
                      <a:tailEnd len="sm" w="sm" type="none"/>
                    </a:lnB>
                    <a:solidFill>
                      <a:srgbClr val="00B0F0"/>
                    </a:solidFill>
                  </a:tcPr>
                </a:tc>
                <a:tc>
                  <a:txBody>
                    <a:bodyPr/>
                    <a:lstStyle/>
                    <a:p>
                      <a:pPr indent="0" lvl="0" marL="0" marR="0" rtl="0" algn="l">
                        <a:lnSpc>
                          <a:spcPct val="100000"/>
                        </a:lnSpc>
                        <a:spcBef>
                          <a:spcPts val="0"/>
                        </a:spcBef>
                        <a:spcAft>
                          <a:spcPts val="0"/>
                        </a:spcAft>
                        <a:buClr>
                          <a:srgbClr val="FFFF00"/>
                        </a:buClr>
                        <a:buSzPts val="2000"/>
                        <a:buFont typeface="Tahoma"/>
                        <a:buNone/>
                      </a:pPr>
                      <a:r>
                        <a:rPr b="1" i="0" lang="en-US" sz="2000" u="none" cap="none" strike="noStrike">
                          <a:solidFill>
                            <a:srgbClr val="FFC000"/>
                          </a:solidFill>
                          <a:latin typeface="Arial"/>
                          <a:ea typeface="Arial"/>
                          <a:cs typeface="Arial"/>
                          <a:sym typeface="Arial"/>
                        </a:rPr>
                        <a:t>Fault Tolerant</a:t>
                      </a:r>
                      <a:r>
                        <a:rPr b="0" i="0" lang="en-US" sz="2000" u="none" cap="none" strike="noStrike">
                          <a:solidFill>
                            <a:schemeClr val="dk1"/>
                          </a:solidFill>
                          <a:latin typeface="Arial"/>
                          <a:ea typeface="Arial"/>
                          <a:cs typeface="Arial"/>
                          <a:sym typeface="Arial"/>
                        </a:rPr>
                        <a:t>, multiple possible paths</a:t>
                      </a:r>
                      <a:endParaRPr/>
                    </a:p>
                  </a:txBody>
                  <a:tcPr marT="45725" marB="45725" marR="45725" marL="45725" anchor="ctr" anchorCtr="1">
                    <a:lnL cap="flat" cmpd="sng" w="38100">
                      <a:solidFill>
                        <a:srgbClr val="FFFF99"/>
                      </a:solidFill>
                      <a:prstDash val="solid"/>
                      <a:round/>
                      <a:headEnd len="sm" w="sm" type="none"/>
                      <a:tailEnd len="sm" w="sm" type="none"/>
                    </a:lnL>
                    <a:lnR cap="flat" cmpd="sng" w="38100">
                      <a:solidFill>
                        <a:srgbClr val="FFFF99"/>
                      </a:solidFill>
                      <a:prstDash val="solid"/>
                      <a:round/>
                      <a:headEnd len="sm" w="sm" type="none"/>
                      <a:tailEnd len="sm" w="sm" type="none"/>
                    </a:lnR>
                    <a:lnT cap="flat" cmpd="sng" w="38100">
                      <a:solidFill>
                        <a:srgbClr val="FFFF99"/>
                      </a:solidFill>
                      <a:prstDash val="solid"/>
                      <a:round/>
                      <a:headEnd len="sm" w="sm" type="none"/>
                      <a:tailEnd len="sm" w="sm" type="none"/>
                    </a:lnT>
                    <a:lnB cap="flat" cmpd="sng" w="38100">
                      <a:solidFill>
                        <a:srgbClr val="FFFF99"/>
                      </a:solidFill>
                      <a:prstDash val="solid"/>
                      <a:round/>
                      <a:headEnd len="sm" w="sm" type="none"/>
                      <a:tailEnd len="sm" w="sm" type="none"/>
                    </a:lnB>
                    <a:solidFill>
                      <a:srgbClr val="00B0F0"/>
                    </a:solidFill>
                  </a:tcPr>
                </a:tc>
              </a:tr>
            </a:tbl>
          </a:graphicData>
        </a:graphic>
      </p:graphicFrame>
      <p:pic>
        <p:nvPicPr>
          <p:cNvPr descr="Puzzle" id="6280" name="Google Shape;6280;p55"/>
          <p:cNvPicPr preferRelativeResize="0"/>
          <p:nvPr/>
        </p:nvPicPr>
        <p:blipFill rotWithShape="1">
          <a:blip r:embed="rId3">
            <a:alphaModFix/>
          </a:blip>
          <a:srcRect b="0" l="0" r="0" t="0"/>
          <a:stretch/>
        </p:blipFill>
        <p:spPr>
          <a:xfrm rot="2653558">
            <a:off x="9939338" y="6350"/>
            <a:ext cx="603250" cy="603250"/>
          </a:xfrm>
          <a:prstGeom prst="rect">
            <a:avLst/>
          </a:prstGeom>
          <a:noFill/>
          <a:ln>
            <a:noFill/>
          </a:ln>
        </p:spPr>
      </p:pic>
      <p:sp>
        <p:nvSpPr>
          <p:cNvPr id="6281" name="Google Shape;6281;p55"/>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6" name="Shape 6286"/>
        <p:cNvGrpSpPr/>
        <p:nvPr/>
      </p:nvGrpSpPr>
      <p:grpSpPr>
        <a:xfrm>
          <a:off x="0" y="0"/>
          <a:ext cx="0" cy="0"/>
          <a:chOff x="0" y="0"/>
          <a:chExt cx="0" cy="0"/>
        </a:xfrm>
      </p:grpSpPr>
      <p:sp>
        <p:nvSpPr>
          <p:cNvPr id="6287" name="Google Shape;6287;p56"/>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sp>
        <p:nvSpPr>
          <p:cNvPr id="6288" name="Google Shape;6288;p56"/>
          <p:cNvSpPr txBox="1"/>
          <p:nvPr>
            <p:ph idx="1" type="body"/>
          </p:nvPr>
        </p:nvSpPr>
        <p:spPr>
          <a:xfrm>
            <a:off x="815577" y="1547144"/>
            <a:ext cx="10087775" cy="4617464"/>
          </a:xfrm>
          <a:prstGeom prst="rect">
            <a:avLst/>
          </a:prstGeom>
          <a:noFill/>
          <a:ln>
            <a:noFill/>
          </a:ln>
        </p:spPr>
        <p:txBody>
          <a:bodyPr anchorCtr="0" anchor="t" bIns="45700" lIns="91425" spcFirstLastPara="1" rIns="91425" wrap="square" tIns="45700">
            <a:normAutofit/>
          </a:bodyPr>
          <a:lstStyle/>
          <a:p>
            <a:pPr indent="-336550" lvl="0" marL="466725" rtl="0" algn="l">
              <a:lnSpc>
                <a:spcPct val="85000"/>
              </a:lnSpc>
              <a:spcBef>
                <a:spcPts val="0"/>
              </a:spcBef>
              <a:spcAft>
                <a:spcPts val="0"/>
              </a:spcAft>
              <a:buClr>
                <a:srgbClr val="000099"/>
              </a:buClr>
              <a:buSzPts val="3200"/>
              <a:buChar char="▪"/>
            </a:pPr>
            <a:r>
              <a:rPr lang="en-US" sz="3200"/>
              <a:t>Hosts connect to Internet via </a:t>
            </a:r>
            <a:r>
              <a:rPr lang="en-US" sz="3200">
                <a:solidFill>
                  <a:srgbClr val="C00000"/>
                </a:solidFill>
              </a:rPr>
              <a:t>access </a:t>
            </a:r>
            <a:r>
              <a:rPr lang="en-US" sz="3200"/>
              <a:t>Internet Service Providers (ISPs)</a:t>
            </a:r>
            <a:endParaRPr/>
          </a:p>
          <a:p>
            <a:pPr indent="-269875" lvl="2" marL="847725" rtl="0" algn="l">
              <a:lnSpc>
                <a:spcPct val="85000"/>
              </a:lnSpc>
              <a:spcBef>
                <a:spcPts val="560"/>
              </a:spcBef>
              <a:spcAft>
                <a:spcPts val="0"/>
              </a:spcAft>
              <a:buClr>
                <a:srgbClr val="000099"/>
              </a:buClr>
              <a:buSzPts val="2800"/>
              <a:buChar char="•"/>
            </a:pPr>
            <a:r>
              <a:rPr lang="en-US" sz="2800"/>
              <a:t>residential, enterprise (company, university, commercial) ISPs</a:t>
            </a:r>
            <a:endParaRPr/>
          </a:p>
          <a:p>
            <a:pPr indent="-336550" lvl="0" marL="466725" rtl="0" algn="l">
              <a:lnSpc>
                <a:spcPct val="85000"/>
              </a:lnSpc>
              <a:spcBef>
                <a:spcPts val="640"/>
              </a:spcBef>
              <a:spcAft>
                <a:spcPts val="0"/>
              </a:spcAft>
              <a:buClr>
                <a:srgbClr val="000099"/>
              </a:buClr>
              <a:buSzPts val="3200"/>
              <a:buChar char="▪"/>
            </a:pPr>
            <a:r>
              <a:rPr lang="en-US" sz="3200"/>
              <a:t>Access ISPs in turn must be interconnected</a:t>
            </a:r>
            <a:endParaRPr/>
          </a:p>
          <a:p>
            <a:pPr indent="-269875" lvl="2" marL="847725" rtl="0" algn="l">
              <a:lnSpc>
                <a:spcPct val="85000"/>
              </a:lnSpc>
              <a:spcBef>
                <a:spcPts val="560"/>
              </a:spcBef>
              <a:spcAft>
                <a:spcPts val="0"/>
              </a:spcAft>
              <a:buClr>
                <a:srgbClr val="000099"/>
              </a:buClr>
              <a:buSzPts val="2800"/>
              <a:buChar char="•"/>
            </a:pPr>
            <a:r>
              <a:rPr lang="en-US" sz="2800"/>
              <a:t>so that any two hosts can send packets to each other</a:t>
            </a:r>
            <a:endParaRPr/>
          </a:p>
          <a:p>
            <a:pPr indent="-336550" lvl="0" marL="466725" rtl="0" algn="l">
              <a:lnSpc>
                <a:spcPct val="85000"/>
              </a:lnSpc>
              <a:spcBef>
                <a:spcPts val="640"/>
              </a:spcBef>
              <a:spcAft>
                <a:spcPts val="0"/>
              </a:spcAft>
              <a:buClr>
                <a:srgbClr val="000099"/>
              </a:buClr>
              <a:buSzPts val="3200"/>
              <a:buChar char="▪"/>
            </a:pPr>
            <a:r>
              <a:rPr lang="en-US" sz="3200"/>
              <a:t>Resulting network of networks is very complex</a:t>
            </a:r>
            <a:endParaRPr/>
          </a:p>
          <a:p>
            <a:pPr indent="-269875" lvl="2" marL="847725" rtl="0" algn="l">
              <a:lnSpc>
                <a:spcPct val="85000"/>
              </a:lnSpc>
              <a:spcBef>
                <a:spcPts val="560"/>
              </a:spcBef>
              <a:spcAft>
                <a:spcPts val="0"/>
              </a:spcAft>
              <a:buClr>
                <a:srgbClr val="000099"/>
              </a:buClr>
              <a:buSzPts val="2800"/>
              <a:buChar char="•"/>
            </a:pPr>
            <a:r>
              <a:rPr lang="en-US" sz="2800"/>
              <a:t>evolution was driven by </a:t>
            </a:r>
            <a:r>
              <a:rPr lang="en-US" sz="2800">
                <a:solidFill>
                  <a:srgbClr val="C00000"/>
                </a:solidFill>
              </a:rPr>
              <a:t>economics</a:t>
            </a:r>
            <a:r>
              <a:rPr lang="en-US" sz="2800"/>
              <a:t> and </a:t>
            </a:r>
            <a:r>
              <a:rPr lang="en-US" sz="2800">
                <a:solidFill>
                  <a:srgbClr val="C00000"/>
                </a:solidFill>
              </a:rPr>
              <a:t>national policies</a:t>
            </a:r>
            <a:endParaRPr/>
          </a:p>
          <a:p>
            <a:pPr indent="-336550" lvl="0" marL="466725" rtl="0" algn="l">
              <a:lnSpc>
                <a:spcPct val="85000"/>
              </a:lnSpc>
              <a:spcBef>
                <a:spcPts val="640"/>
              </a:spcBef>
              <a:spcAft>
                <a:spcPts val="0"/>
              </a:spcAft>
              <a:buClr>
                <a:srgbClr val="000099"/>
              </a:buClr>
              <a:buSzPts val="3200"/>
              <a:buChar char="▪"/>
            </a:pPr>
            <a:r>
              <a:rPr lang="en-US" sz="3200"/>
              <a:t>Let’s take a stepwise approach to describe current Internet structure</a:t>
            </a:r>
            <a:endParaRPr sz="3200"/>
          </a:p>
          <a:p>
            <a:pPr indent="0" lvl="0" marL="174625" rtl="0" algn="l">
              <a:lnSpc>
                <a:spcPct val="90000"/>
              </a:lnSpc>
              <a:spcBef>
                <a:spcPts val="1000"/>
              </a:spcBef>
              <a:spcAft>
                <a:spcPts val="0"/>
              </a:spcAft>
              <a:buSzPts val="2100"/>
              <a:buNone/>
            </a:pPr>
            <a:r>
              <a:t/>
            </a:r>
            <a:endParaRPr/>
          </a:p>
          <a:p>
            <a:pPr indent="-44450" lvl="0" marL="352425" rtl="0" algn="l">
              <a:lnSpc>
                <a:spcPct val="90000"/>
              </a:lnSpc>
              <a:spcBef>
                <a:spcPts val="1000"/>
              </a:spcBef>
              <a:spcAft>
                <a:spcPts val="0"/>
              </a:spcAft>
              <a:buSzPts val="2800"/>
              <a:buNone/>
            </a:pPr>
            <a:r>
              <a:t/>
            </a:r>
            <a:endParaRPr/>
          </a:p>
        </p:txBody>
      </p:sp>
      <p:sp>
        <p:nvSpPr>
          <p:cNvPr id="6289" name="Google Shape;6289;p5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4" name="Shape 6294"/>
        <p:cNvGrpSpPr/>
        <p:nvPr/>
      </p:nvGrpSpPr>
      <p:grpSpPr>
        <a:xfrm>
          <a:off x="0" y="0"/>
          <a:ext cx="0" cy="0"/>
          <a:chOff x="0" y="0"/>
          <a:chExt cx="0" cy="0"/>
        </a:xfrm>
      </p:grpSpPr>
      <p:sp>
        <p:nvSpPr>
          <p:cNvPr id="6295" name="Google Shape;6295;p57"/>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sp>
        <p:nvSpPr>
          <p:cNvPr id="6296" name="Google Shape;6296;p5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6297" name="Google Shape;6297;p57"/>
          <p:cNvSpPr txBox="1"/>
          <p:nvPr/>
        </p:nvSpPr>
        <p:spPr>
          <a:xfrm>
            <a:off x="968218" y="1257581"/>
            <a:ext cx="10326105" cy="514434"/>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90000"/>
              </a:lnSpc>
              <a:spcBef>
                <a:spcPts val="0"/>
              </a:spcBef>
              <a:spcAft>
                <a:spcPts val="0"/>
              </a:spcAft>
              <a:buClr>
                <a:srgbClr val="0000A3"/>
              </a:buClr>
              <a:buSzPct val="75000"/>
              <a:buFont typeface="Noto Sans Symbols"/>
              <a:buNone/>
            </a:pPr>
            <a:r>
              <a:rPr i="1" lang="en-US" sz="2800">
                <a:solidFill>
                  <a:srgbClr val="CC0000"/>
                </a:solidFill>
                <a:latin typeface="Calibri"/>
                <a:ea typeface="Calibri"/>
                <a:cs typeface="Calibri"/>
                <a:sym typeface="Calibri"/>
              </a:rPr>
              <a:t>Question: </a:t>
            </a:r>
            <a:r>
              <a:rPr lang="en-US" sz="2800">
                <a:solidFill>
                  <a:schemeClr val="dk1"/>
                </a:solidFill>
                <a:latin typeface="Calibri"/>
                <a:ea typeface="Calibri"/>
                <a:cs typeface="Calibri"/>
                <a:sym typeface="Calibri"/>
              </a:rPr>
              <a:t>given </a:t>
            </a:r>
            <a:r>
              <a:rPr i="1" lang="en-US" sz="2800">
                <a:solidFill>
                  <a:schemeClr val="dk1"/>
                </a:solidFill>
                <a:latin typeface="Calibri"/>
                <a:ea typeface="Calibri"/>
                <a:cs typeface="Calibri"/>
                <a:sym typeface="Calibri"/>
              </a:rPr>
              <a:t>millions</a:t>
            </a:r>
            <a:r>
              <a:rPr lang="en-US" sz="2800">
                <a:solidFill>
                  <a:schemeClr val="dk1"/>
                </a:solidFill>
                <a:latin typeface="Calibri"/>
                <a:ea typeface="Calibri"/>
                <a:cs typeface="Calibri"/>
                <a:sym typeface="Calibri"/>
              </a:rPr>
              <a:t> of access ISPs, how to connect them together?</a:t>
            </a:r>
            <a:endParaRPr/>
          </a:p>
        </p:txBody>
      </p:sp>
      <p:grpSp>
        <p:nvGrpSpPr>
          <p:cNvPr id="6298" name="Google Shape;6298;p57"/>
          <p:cNvGrpSpPr/>
          <p:nvPr/>
        </p:nvGrpSpPr>
        <p:grpSpPr>
          <a:xfrm>
            <a:off x="1589588" y="1850610"/>
            <a:ext cx="8467869" cy="4691676"/>
            <a:chOff x="124589" y="1837771"/>
            <a:chExt cx="8466729" cy="4692037"/>
          </a:xfrm>
        </p:grpSpPr>
        <p:grpSp>
          <p:nvGrpSpPr>
            <p:cNvPr id="6299" name="Google Shape;6299;p57"/>
            <p:cNvGrpSpPr/>
            <p:nvPr/>
          </p:nvGrpSpPr>
          <p:grpSpPr>
            <a:xfrm>
              <a:off x="1529396" y="2297655"/>
              <a:ext cx="648422" cy="418253"/>
              <a:chOff x="3053396" y="4304255"/>
              <a:chExt cx="648422" cy="418253"/>
            </a:xfrm>
          </p:grpSpPr>
          <p:sp>
            <p:nvSpPr>
              <p:cNvPr id="6300" name="Google Shape;6300;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1" name="Google Shape;6301;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02" name="Google Shape;6302;p57"/>
            <p:cNvGrpSpPr/>
            <p:nvPr/>
          </p:nvGrpSpPr>
          <p:grpSpPr>
            <a:xfrm>
              <a:off x="373696" y="3097755"/>
              <a:ext cx="648422" cy="418253"/>
              <a:chOff x="3053396" y="4304255"/>
              <a:chExt cx="648422" cy="418253"/>
            </a:xfrm>
          </p:grpSpPr>
          <p:sp>
            <p:nvSpPr>
              <p:cNvPr id="6303" name="Google Shape;6303;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4" name="Google Shape;6304;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05" name="Google Shape;6305;p57"/>
            <p:cNvGrpSpPr/>
            <p:nvPr/>
          </p:nvGrpSpPr>
          <p:grpSpPr>
            <a:xfrm>
              <a:off x="6037896" y="2551655"/>
              <a:ext cx="648422" cy="418253"/>
              <a:chOff x="3053396" y="4304255"/>
              <a:chExt cx="648422" cy="418253"/>
            </a:xfrm>
          </p:grpSpPr>
          <p:sp>
            <p:nvSpPr>
              <p:cNvPr id="6306" name="Google Shape;6306;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7" name="Google Shape;6307;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08" name="Google Shape;6308;p57"/>
            <p:cNvGrpSpPr/>
            <p:nvPr/>
          </p:nvGrpSpPr>
          <p:grpSpPr>
            <a:xfrm>
              <a:off x="945196" y="5409155"/>
              <a:ext cx="648422" cy="418253"/>
              <a:chOff x="3053396" y="4304255"/>
              <a:chExt cx="648422" cy="418253"/>
            </a:xfrm>
          </p:grpSpPr>
          <p:sp>
            <p:nvSpPr>
              <p:cNvPr id="6309" name="Google Shape;6309;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0" name="Google Shape;6310;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11" name="Google Shape;6311;p57"/>
            <p:cNvGrpSpPr/>
            <p:nvPr/>
          </p:nvGrpSpPr>
          <p:grpSpPr>
            <a:xfrm>
              <a:off x="526096" y="4786855"/>
              <a:ext cx="648422" cy="418253"/>
              <a:chOff x="3053396" y="4304255"/>
              <a:chExt cx="648422" cy="418253"/>
            </a:xfrm>
          </p:grpSpPr>
          <p:sp>
            <p:nvSpPr>
              <p:cNvPr id="6312" name="Google Shape;6312;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3" name="Google Shape;6313;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14" name="Google Shape;6314;p57"/>
            <p:cNvGrpSpPr/>
            <p:nvPr/>
          </p:nvGrpSpPr>
          <p:grpSpPr>
            <a:xfrm>
              <a:off x="297496" y="4126455"/>
              <a:ext cx="648422" cy="418253"/>
              <a:chOff x="3053396" y="4304255"/>
              <a:chExt cx="648422" cy="418253"/>
            </a:xfrm>
          </p:grpSpPr>
          <p:sp>
            <p:nvSpPr>
              <p:cNvPr id="6315" name="Google Shape;6315;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6" name="Google Shape;6316;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17" name="Google Shape;6317;p57"/>
            <p:cNvGrpSpPr/>
            <p:nvPr/>
          </p:nvGrpSpPr>
          <p:grpSpPr>
            <a:xfrm>
              <a:off x="6787196" y="2983455"/>
              <a:ext cx="648422" cy="418253"/>
              <a:chOff x="3053396" y="4304255"/>
              <a:chExt cx="648422" cy="418253"/>
            </a:xfrm>
          </p:grpSpPr>
          <p:sp>
            <p:nvSpPr>
              <p:cNvPr id="6318" name="Google Shape;6318;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9" name="Google Shape;6319;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20" name="Google Shape;6320;p57"/>
            <p:cNvGrpSpPr/>
            <p:nvPr/>
          </p:nvGrpSpPr>
          <p:grpSpPr>
            <a:xfrm>
              <a:off x="3129596" y="2056355"/>
              <a:ext cx="648422" cy="418253"/>
              <a:chOff x="3053396" y="4304255"/>
              <a:chExt cx="648422" cy="418253"/>
            </a:xfrm>
          </p:grpSpPr>
          <p:sp>
            <p:nvSpPr>
              <p:cNvPr id="6321" name="Google Shape;6321;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2" name="Google Shape;6322;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23" name="Google Shape;6323;p57"/>
            <p:cNvGrpSpPr/>
            <p:nvPr/>
          </p:nvGrpSpPr>
          <p:grpSpPr>
            <a:xfrm>
              <a:off x="754696" y="2704055"/>
              <a:ext cx="648422" cy="418253"/>
              <a:chOff x="3053396" y="4304255"/>
              <a:chExt cx="648422" cy="418253"/>
            </a:xfrm>
          </p:grpSpPr>
          <p:sp>
            <p:nvSpPr>
              <p:cNvPr id="6324" name="Google Shape;6324;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5" name="Google Shape;6325;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26" name="Google Shape;6326;p57"/>
            <p:cNvGrpSpPr/>
            <p:nvPr/>
          </p:nvGrpSpPr>
          <p:grpSpPr>
            <a:xfrm>
              <a:off x="4043996" y="2030955"/>
              <a:ext cx="648422" cy="418253"/>
              <a:chOff x="3053396" y="4304255"/>
              <a:chExt cx="648422" cy="418253"/>
            </a:xfrm>
          </p:grpSpPr>
          <p:sp>
            <p:nvSpPr>
              <p:cNvPr id="6327" name="Google Shape;6327;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8" name="Google Shape;6328;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29" name="Google Shape;6329;p57"/>
            <p:cNvGrpSpPr/>
            <p:nvPr/>
          </p:nvGrpSpPr>
          <p:grpSpPr>
            <a:xfrm>
              <a:off x="7104696" y="5663155"/>
              <a:ext cx="648422" cy="418253"/>
              <a:chOff x="3053396" y="4304255"/>
              <a:chExt cx="648422" cy="418253"/>
            </a:xfrm>
          </p:grpSpPr>
          <p:sp>
            <p:nvSpPr>
              <p:cNvPr id="6330" name="Google Shape;6330;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1" name="Google Shape;6331;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32" name="Google Shape;6332;p57"/>
            <p:cNvGrpSpPr/>
            <p:nvPr/>
          </p:nvGrpSpPr>
          <p:grpSpPr>
            <a:xfrm>
              <a:off x="7942896" y="5015455"/>
              <a:ext cx="648422" cy="418253"/>
              <a:chOff x="3053396" y="4304255"/>
              <a:chExt cx="648422" cy="418253"/>
            </a:xfrm>
          </p:grpSpPr>
          <p:sp>
            <p:nvSpPr>
              <p:cNvPr id="6333" name="Google Shape;6333;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4" name="Google Shape;6334;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35" name="Google Shape;6335;p57"/>
            <p:cNvGrpSpPr/>
            <p:nvPr/>
          </p:nvGrpSpPr>
          <p:grpSpPr>
            <a:xfrm>
              <a:off x="7714296" y="4101055"/>
              <a:ext cx="648422" cy="418253"/>
              <a:chOff x="3053396" y="4304255"/>
              <a:chExt cx="648422" cy="418253"/>
            </a:xfrm>
          </p:grpSpPr>
          <p:sp>
            <p:nvSpPr>
              <p:cNvPr id="6336" name="Google Shape;6336;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7" name="Google Shape;6337;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38" name="Google Shape;6338;p57"/>
            <p:cNvGrpSpPr/>
            <p:nvPr/>
          </p:nvGrpSpPr>
          <p:grpSpPr>
            <a:xfrm>
              <a:off x="4869496" y="5904455"/>
              <a:ext cx="648422" cy="418253"/>
              <a:chOff x="3053396" y="4304255"/>
              <a:chExt cx="648422" cy="418253"/>
            </a:xfrm>
          </p:grpSpPr>
          <p:sp>
            <p:nvSpPr>
              <p:cNvPr id="6339" name="Google Shape;6339;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0" name="Google Shape;6340;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41" name="Google Shape;6341;p57"/>
            <p:cNvGrpSpPr/>
            <p:nvPr/>
          </p:nvGrpSpPr>
          <p:grpSpPr>
            <a:xfrm>
              <a:off x="3955096" y="6044155"/>
              <a:ext cx="648422" cy="418253"/>
              <a:chOff x="3053396" y="4304255"/>
              <a:chExt cx="648422" cy="418253"/>
            </a:xfrm>
          </p:grpSpPr>
          <p:sp>
            <p:nvSpPr>
              <p:cNvPr id="6342" name="Google Shape;6342;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3" name="Google Shape;6343;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344" name="Google Shape;6344;p57"/>
            <p:cNvGrpSpPr/>
            <p:nvPr/>
          </p:nvGrpSpPr>
          <p:grpSpPr>
            <a:xfrm>
              <a:off x="2735896" y="5891755"/>
              <a:ext cx="648422" cy="418253"/>
              <a:chOff x="3053396" y="4304255"/>
              <a:chExt cx="648422" cy="418253"/>
            </a:xfrm>
          </p:grpSpPr>
          <p:sp>
            <p:nvSpPr>
              <p:cNvPr id="6345" name="Google Shape;6345;p57"/>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6" name="Google Shape;6346;p57"/>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sp>
          <p:nvSpPr>
            <p:cNvPr id="6347" name="Google Shape;6347;p57"/>
            <p:cNvSpPr txBox="1"/>
            <p:nvPr/>
          </p:nvSpPr>
          <p:spPr>
            <a:xfrm rot="1053502">
              <a:off x="5143500" y="1955800"/>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348" name="Google Shape;6348;p57"/>
            <p:cNvSpPr txBox="1"/>
            <p:nvPr/>
          </p:nvSpPr>
          <p:spPr>
            <a:xfrm rot="2829263">
              <a:off x="7429500" y="3429000"/>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349" name="Google Shape;6349;p57"/>
            <p:cNvSpPr txBox="1"/>
            <p:nvPr/>
          </p:nvSpPr>
          <p:spPr>
            <a:xfrm rot="9845918">
              <a:off x="6098241" y="5942112"/>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350" name="Google Shape;6350;p57"/>
            <p:cNvSpPr txBox="1"/>
            <p:nvPr/>
          </p:nvSpPr>
          <p:spPr>
            <a:xfrm rot="-9948738">
              <a:off x="1730786" y="5845469"/>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351" name="Google Shape;6351;p57"/>
            <p:cNvSpPr txBox="1"/>
            <p:nvPr/>
          </p:nvSpPr>
          <p:spPr>
            <a:xfrm rot="-4992697">
              <a:off x="144631" y="3539025"/>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352" name="Google Shape;6352;p57"/>
            <p:cNvSpPr txBox="1"/>
            <p:nvPr/>
          </p:nvSpPr>
          <p:spPr>
            <a:xfrm rot="-1017263">
              <a:off x="2330376" y="1905681"/>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7" name="Shape 6357"/>
        <p:cNvGrpSpPr/>
        <p:nvPr/>
      </p:nvGrpSpPr>
      <p:grpSpPr>
        <a:xfrm>
          <a:off x="0" y="0"/>
          <a:ext cx="0" cy="0"/>
          <a:chOff x="0" y="0"/>
          <a:chExt cx="0" cy="0"/>
        </a:xfrm>
      </p:grpSpPr>
      <p:grpSp>
        <p:nvGrpSpPr>
          <p:cNvPr id="6358" name="Google Shape;6358;p58"/>
          <p:cNvGrpSpPr/>
          <p:nvPr/>
        </p:nvGrpSpPr>
        <p:grpSpPr>
          <a:xfrm>
            <a:off x="2167030" y="2360613"/>
            <a:ext cx="7377058" cy="3824137"/>
            <a:chOff x="872304" y="2295063"/>
            <a:chExt cx="7377592" cy="3825115"/>
          </a:xfrm>
        </p:grpSpPr>
        <p:cxnSp>
          <p:nvCxnSpPr>
            <p:cNvPr id="6359" name="Google Shape;6359;p58"/>
            <p:cNvCxnSpPr/>
            <p:nvPr/>
          </p:nvCxnSpPr>
          <p:spPr>
            <a:xfrm flipH="1" rot="10800000">
              <a:off x="1661409" y="2570969"/>
              <a:ext cx="577293" cy="2802668"/>
            </a:xfrm>
            <a:prstGeom prst="straightConnector1">
              <a:avLst/>
            </a:prstGeom>
            <a:noFill/>
            <a:ln cap="flat" cmpd="sng" w="9525">
              <a:solidFill>
                <a:schemeClr val="dk1"/>
              </a:solidFill>
              <a:prstDash val="solid"/>
              <a:round/>
              <a:headEnd len="med" w="med" type="none"/>
              <a:tailEnd len="med" w="med" type="none"/>
            </a:ln>
          </p:spPr>
        </p:cxnSp>
        <p:cxnSp>
          <p:nvCxnSpPr>
            <p:cNvPr id="6360" name="Google Shape;6360;p58"/>
            <p:cNvCxnSpPr/>
            <p:nvPr/>
          </p:nvCxnSpPr>
          <p:spPr>
            <a:xfrm rot="10800000">
              <a:off x="1509155" y="3032403"/>
              <a:ext cx="171469" cy="2327124"/>
            </a:xfrm>
            <a:prstGeom prst="straightConnector1">
              <a:avLst/>
            </a:prstGeom>
            <a:noFill/>
            <a:ln cap="flat" cmpd="sng" w="9525">
              <a:solidFill>
                <a:schemeClr val="dk1"/>
              </a:solidFill>
              <a:prstDash val="solid"/>
              <a:round/>
              <a:headEnd len="med" w="med" type="none"/>
              <a:tailEnd len="med" w="med" type="none"/>
            </a:ln>
          </p:spPr>
        </p:cxnSp>
        <p:cxnSp>
          <p:nvCxnSpPr>
            <p:cNvPr id="6361" name="Google Shape;6361;p58"/>
            <p:cNvCxnSpPr/>
            <p:nvPr/>
          </p:nvCxnSpPr>
          <p:spPr>
            <a:xfrm rot="10800000">
              <a:off x="1185287" y="3451504"/>
              <a:ext cx="495337" cy="1908023"/>
            </a:xfrm>
            <a:prstGeom prst="straightConnector1">
              <a:avLst/>
            </a:prstGeom>
            <a:noFill/>
            <a:ln cap="flat" cmpd="sng" w="9525">
              <a:solidFill>
                <a:schemeClr val="dk1"/>
              </a:solidFill>
              <a:prstDash val="solid"/>
              <a:round/>
              <a:headEnd len="med" w="med" type="none"/>
              <a:tailEnd len="med" w="med" type="none"/>
            </a:ln>
          </p:spPr>
        </p:cxnSp>
        <p:cxnSp>
          <p:nvCxnSpPr>
            <p:cNvPr id="6362" name="Google Shape;6362;p58"/>
            <p:cNvCxnSpPr/>
            <p:nvPr/>
          </p:nvCxnSpPr>
          <p:spPr>
            <a:xfrm rot="10800000">
              <a:off x="1181567" y="4298698"/>
              <a:ext cx="499057" cy="1060829"/>
            </a:xfrm>
            <a:prstGeom prst="straightConnector1">
              <a:avLst/>
            </a:prstGeom>
            <a:noFill/>
            <a:ln cap="flat" cmpd="sng" w="9525">
              <a:solidFill>
                <a:schemeClr val="dk1"/>
              </a:solidFill>
              <a:prstDash val="solid"/>
              <a:round/>
              <a:headEnd len="med" w="med" type="none"/>
              <a:tailEnd len="med" w="med" type="none"/>
            </a:ln>
          </p:spPr>
        </p:cxnSp>
        <p:cxnSp>
          <p:nvCxnSpPr>
            <p:cNvPr id="6363" name="Google Shape;6363;p58"/>
            <p:cNvCxnSpPr/>
            <p:nvPr/>
          </p:nvCxnSpPr>
          <p:spPr>
            <a:xfrm rot="10800000">
              <a:off x="1386886" y="4980292"/>
              <a:ext cx="293738" cy="379235"/>
            </a:xfrm>
            <a:prstGeom prst="straightConnector1">
              <a:avLst/>
            </a:prstGeom>
            <a:noFill/>
            <a:ln cap="flat" cmpd="sng" w="9525">
              <a:solidFill>
                <a:schemeClr val="dk1"/>
              </a:solidFill>
              <a:prstDash val="solid"/>
              <a:round/>
              <a:headEnd len="med" w="med" type="none"/>
              <a:tailEnd len="med" w="med" type="none"/>
            </a:ln>
          </p:spPr>
        </p:cxnSp>
        <p:cxnSp>
          <p:nvCxnSpPr>
            <p:cNvPr id="6364" name="Google Shape;6364;p58"/>
            <p:cNvCxnSpPr/>
            <p:nvPr/>
          </p:nvCxnSpPr>
          <p:spPr>
            <a:xfrm rot="10800000">
              <a:off x="1661409" y="5373637"/>
              <a:ext cx="1526432" cy="593006"/>
            </a:xfrm>
            <a:prstGeom prst="straightConnector1">
              <a:avLst/>
            </a:prstGeom>
            <a:noFill/>
            <a:ln cap="flat" cmpd="sng" w="9525">
              <a:solidFill>
                <a:schemeClr val="dk1"/>
              </a:solidFill>
              <a:prstDash val="solid"/>
              <a:round/>
              <a:headEnd len="med" w="med" type="none"/>
              <a:tailEnd len="med" w="med" type="none"/>
            </a:ln>
          </p:spPr>
        </p:cxnSp>
        <p:cxnSp>
          <p:nvCxnSpPr>
            <p:cNvPr id="6365" name="Google Shape;6365;p58"/>
            <p:cNvCxnSpPr/>
            <p:nvPr/>
          </p:nvCxnSpPr>
          <p:spPr>
            <a:xfrm rot="10800000">
              <a:off x="1680624" y="5359527"/>
              <a:ext cx="2723702" cy="703074"/>
            </a:xfrm>
            <a:prstGeom prst="straightConnector1">
              <a:avLst/>
            </a:prstGeom>
            <a:noFill/>
            <a:ln cap="flat" cmpd="sng" w="9525">
              <a:solidFill>
                <a:schemeClr val="dk1"/>
              </a:solidFill>
              <a:prstDash val="solid"/>
              <a:round/>
              <a:headEnd len="med" w="med" type="none"/>
              <a:tailEnd len="med" w="med" type="none"/>
            </a:ln>
          </p:spPr>
        </p:cxnSp>
        <p:cxnSp>
          <p:nvCxnSpPr>
            <p:cNvPr id="6366" name="Google Shape;6366;p58"/>
            <p:cNvCxnSpPr/>
            <p:nvPr/>
          </p:nvCxnSpPr>
          <p:spPr>
            <a:xfrm rot="10800000">
              <a:off x="1680624" y="5359527"/>
              <a:ext cx="3605885" cy="619006"/>
            </a:xfrm>
            <a:prstGeom prst="straightConnector1">
              <a:avLst/>
            </a:prstGeom>
            <a:noFill/>
            <a:ln cap="flat" cmpd="sng" w="9525">
              <a:solidFill>
                <a:schemeClr val="dk1"/>
              </a:solidFill>
              <a:prstDash val="solid"/>
              <a:round/>
              <a:headEnd len="med" w="med" type="none"/>
              <a:tailEnd len="med" w="med" type="none"/>
            </a:ln>
          </p:spPr>
        </p:cxnSp>
        <p:cxnSp>
          <p:nvCxnSpPr>
            <p:cNvPr id="6367" name="Google Shape;6367;p58"/>
            <p:cNvCxnSpPr/>
            <p:nvPr/>
          </p:nvCxnSpPr>
          <p:spPr>
            <a:xfrm flipH="1">
              <a:off x="1680624" y="5184745"/>
              <a:ext cx="6569272" cy="174782"/>
            </a:xfrm>
            <a:prstGeom prst="straightConnector1">
              <a:avLst/>
            </a:prstGeom>
            <a:noFill/>
            <a:ln cap="flat" cmpd="sng" w="9525">
              <a:solidFill>
                <a:schemeClr val="dk1"/>
              </a:solidFill>
              <a:prstDash val="solid"/>
              <a:round/>
              <a:headEnd len="med" w="med" type="none"/>
              <a:tailEnd len="med" w="med" type="none"/>
            </a:ln>
          </p:spPr>
        </p:cxnSp>
        <p:cxnSp>
          <p:nvCxnSpPr>
            <p:cNvPr id="6368" name="Google Shape;6368;p58"/>
            <p:cNvCxnSpPr/>
            <p:nvPr/>
          </p:nvCxnSpPr>
          <p:spPr>
            <a:xfrm rot="10800000">
              <a:off x="1680624" y="5359527"/>
              <a:ext cx="5742435" cy="486708"/>
            </a:xfrm>
            <a:prstGeom prst="straightConnector1">
              <a:avLst/>
            </a:prstGeom>
            <a:noFill/>
            <a:ln cap="flat" cmpd="sng" w="9525">
              <a:solidFill>
                <a:schemeClr val="dk1"/>
              </a:solidFill>
              <a:prstDash val="solid"/>
              <a:round/>
              <a:headEnd len="med" w="med" type="none"/>
              <a:tailEnd len="med" w="med" type="none"/>
            </a:ln>
          </p:spPr>
        </p:cxnSp>
        <p:cxnSp>
          <p:nvCxnSpPr>
            <p:cNvPr id="6369" name="Google Shape;6369;p58"/>
            <p:cNvCxnSpPr/>
            <p:nvPr/>
          </p:nvCxnSpPr>
          <p:spPr>
            <a:xfrm flipH="1">
              <a:off x="1680624" y="4311835"/>
              <a:ext cx="6338019" cy="1047692"/>
            </a:xfrm>
            <a:prstGeom prst="straightConnector1">
              <a:avLst/>
            </a:prstGeom>
            <a:noFill/>
            <a:ln cap="flat" cmpd="sng" w="9525">
              <a:solidFill>
                <a:schemeClr val="dk1"/>
              </a:solidFill>
              <a:prstDash val="solid"/>
              <a:round/>
              <a:headEnd len="med" w="med" type="none"/>
              <a:tailEnd len="med" w="med" type="none"/>
            </a:ln>
          </p:spPr>
        </p:cxnSp>
        <p:cxnSp>
          <p:nvCxnSpPr>
            <p:cNvPr id="6370" name="Google Shape;6370;p58"/>
            <p:cNvCxnSpPr/>
            <p:nvPr/>
          </p:nvCxnSpPr>
          <p:spPr>
            <a:xfrm flipH="1">
              <a:off x="1680624" y="3273553"/>
              <a:ext cx="5749312" cy="2085974"/>
            </a:xfrm>
            <a:prstGeom prst="straightConnector1">
              <a:avLst/>
            </a:prstGeom>
            <a:noFill/>
            <a:ln cap="flat" cmpd="sng" w="9525">
              <a:solidFill>
                <a:schemeClr val="dk1"/>
              </a:solidFill>
              <a:prstDash val="solid"/>
              <a:round/>
              <a:headEnd len="med" w="med" type="none"/>
              <a:tailEnd len="med" w="med" type="none"/>
            </a:ln>
          </p:spPr>
        </p:cxnSp>
        <p:cxnSp>
          <p:nvCxnSpPr>
            <p:cNvPr id="6371" name="Google Shape;6371;p58"/>
            <p:cNvCxnSpPr/>
            <p:nvPr/>
          </p:nvCxnSpPr>
          <p:spPr>
            <a:xfrm flipH="1">
              <a:off x="1680624" y="2784308"/>
              <a:ext cx="4942318" cy="2575219"/>
            </a:xfrm>
            <a:prstGeom prst="straightConnector1">
              <a:avLst/>
            </a:prstGeom>
            <a:noFill/>
            <a:ln cap="flat" cmpd="sng" w="9525">
              <a:solidFill>
                <a:schemeClr val="dk1"/>
              </a:solidFill>
              <a:prstDash val="solid"/>
              <a:round/>
              <a:headEnd len="med" w="med" type="none"/>
              <a:tailEnd len="med" w="med" type="none"/>
            </a:ln>
          </p:spPr>
        </p:cxnSp>
        <p:cxnSp>
          <p:nvCxnSpPr>
            <p:cNvPr id="6372" name="Google Shape;6372;p58"/>
            <p:cNvCxnSpPr/>
            <p:nvPr/>
          </p:nvCxnSpPr>
          <p:spPr>
            <a:xfrm flipH="1">
              <a:off x="1680624" y="2295063"/>
              <a:ext cx="2971398" cy="3064464"/>
            </a:xfrm>
            <a:prstGeom prst="straightConnector1">
              <a:avLst/>
            </a:prstGeom>
            <a:noFill/>
            <a:ln cap="flat" cmpd="sng" w="9525">
              <a:solidFill>
                <a:schemeClr val="dk1"/>
              </a:solidFill>
              <a:prstDash val="solid"/>
              <a:round/>
              <a:headEnd len="med" w="med" type="none"/>
              <a:tailEnd len="med" w="med" type="none"/>
            </a:ln>
          </p:spPr>
        </p:cxnSp>
        <p:cxnSp>
          <p:nvCxnSpPr>
            <p:cNvPr id="6373" name="Google Shape;6373;p58"/>
            <p:cNvCxnSpPr/>
            <p:nvPr/>
          </p:nvCxnSpPr>
          <p:spPr>
            <a:xfrm flipH="1">
              <a:off x="1680624" y="2295321"/>
              <a:ext cx="2025496" cy="3064206"/>
            </a:xfrm>
            <a:prstGeom prst="straightConnector1">
              <a:avLst/>
            </a:prstGeom>
            <a:noFill/>
            <a:ln cap="flat" cmpd="sng" w="9525">
              <a:solidFill>
                <a:schemeClr val="dk1"/>
              </a:solidFill>
              <a:prstDash val="solid"/>
              <a:round/>
              <a:headEnd len="med" w="med" type="none"/>
              <a:tailEnd len="med" w="med" type="none"/>
            </a:ln>
          </p:spPr>
        </p:cxnSp>
        <p:sp>
          <p:nvSpPr>
            <p:cNvPr id="6374" name="Google Shape;6374;p58"/>
            <p:cNvSpPr txBox="1"/>
            <p:nvPr/>
          </p:nvSpPr>
          <p:spPr>
            <a:xfrm rot="5710989">
              <a:off x="859913" y="4114468"/>
              <a:ext cx="36420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a:t>
              </a:r>
              <a:endParaRPr/>
            </a:p>
          </p:txBody>
        </p:sp>
        <p:sp>
          <p:nvSpPr>
            <p:cNvPr id="6375" name="Google Shape;6375;p58"/>
            <p:cNvSpPr txBox="1"/>
            <p:nvPr/>
          </p:nvSpPr>
          <p:spPr>
            <a:xfrm rot="7515077">
              <a:off x="4511491" y="5728762"/>
              <a:ext cx="36420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a:t>
              </a:r>
              <a:endParaRPr/>
            </a:p>
          </p:txBody>
        </p:sp>
        <p:sp>
          <p:nvSpPr>
            <p:cNvPr id="6376" name="Google Shape;6376;p58"/>
            <p:cNvSpPr txBox="1"/>
            <p:nvPr/>
          </p:nvSpPr>
          <p:spPr>
            <a:xfrm rot="3940343">
              <a:off x="6392354" y="3846211"/>
              <a:ext cx="49244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endParaRPr/>
            </a:p>
          </p:txBody>
        </p:sp>
        <p:sp>
          <p:nvSpPr>
            <p:cNvPr id="6377" name="Google Shape;6377;p58"/>
            <p:cNvSpPr txBox="1"/>
            <p:nvPr/>
          </p:nvSpPr>
          <p:spPr>
            <a:xfrm rot="2048420">
              <a:off x="4482993" y="2684685"/>
              <a:ext cx="49244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endParaRPr/>
            </a:p>
          </p:txBody>
        </p:sp>
        <p:sp>
          <p:nvSpPr>
            <p:cNvPr id="6378" name="Google Shape;6378;p58"/>
            <p:cNvSpPr txBox="1"/>
            <p:nvPr/>
          </p:nvSpPr>
          <p:spPr>
            <a:xfrm rot="-316136">
              <a:off x="2189980" y="2687381"/>
              <a:ext cx="49244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endParaRPr/>
            </a:p>
          </p:txBody>
        </p:sp>
      </p:grpSp>
      <p:grpSp>
        <p:nvGrpSpPr>
          <p:cNvPr id="6379" name="Google Shape;6379;p58"/>
          <p:cNvGrpSpPr/>
          <p:nvPr/>
        </p:nvGrpSpPr>
        <p:grpSpPr>
          <a:xfrm>
            <a:off x="2375578" y="2337843"/>
            <a:ext cx="7094538" cy="3695700"/>
            <a:chOff x="862570" y="2361120"/>
            <a:chExt cx="7094553" cy="3695520"/>
          </a:xfrm>
        </p:grpSpPr>
        <p:cxnSp>
          <p:nvCxnSpPr>
            <p:cNvPr id="6380" name="Google Shape;6380;p58"/>
            <p:cNvCxnSpPr/>
            <p:nvPr/>
          </p:nvCxnSpPr>
          <p:spPr>
            <a:xfrm flipH="1">
              <a:off x="1446332" y="2897188"/>
              <a:ext cx="4736982" cy="2535176"/>
            </a:xfrm>
            <a:prstGeom prst="straightConnector1">
              <a:avLst/>
            </a:prstGeom>
            <a:noFill/>
            <a:ln cap="flat" cmpd="sng" w="9525">
              <a:solidFill>
                <a:schemeClr val="dk1"/>
              </a:solidFill>
              <a:prstDash val="solid"/>
              <a:round/>
              <a:headEnd len="med" w="med" type="none"/>
              <a:tailEnd len="med" w="med" type="none"/>
            </a:ln>
          </p:spPr>
        </p:cxnSp>
        <p:cxnSp>
          <p:nvCxnSpPr>
            <p:cNvPr id="6381" name="Google Shape;6381;p58"/>
            <p:cNvCxnSpPr/>
            <p:nvPr/>
          </p:nvCxnSpPr>
          <p:spPr>
            <a:xfrm flipH="1">
              <a:off x="2972043" y="2885760"/>
              <a:ext cx="3213953" cy="3041280"/>
            </a:xfrm>
            <a:prstGeom prst="straightConnector1">
              <a:avLst/>
            </a:prstGeom>
            <a:noFill/>
            <a:ln cap="flat" cmpd="sng" w="9525">
              <a:solidFill>
                <a:schemeClr val="dk1"/>
              </a:solidFill>
              <a:prstDash val="solid"/>
              <a:round/>
              <a:headEnd len="med" w="med" type="none"/>
              <a:tailEnd len="med" w="med" type="none"/>
            </a:ln>
          </p:spPr>
        </p:cxnSp>
        <p:cxnSp>
          <p:nvCxnSpPr>
            <p:cNvPr id="6382" name="Google Shape;6382;p58"/>
            <p:cNvCxnSpPr/>
            <p:nvPr/>
          </p:nvCxnSpPr>
          <p:spPr>
            <a:xfrm flipH="1">
              <a:off x="4328465" y="2877120"/>
              <a:ext cx="1866171" cy="3179520"/>
            </a:xfrm>
            <a:prstGeom prst="straightConnector1">
              <a:avLst/>
            </a:prstGeom>
            <a:noFill/>
            <a:ln cap="flat" cmpd="sng" w="9525">
              <a:solidFill>
                <a:schemeClr val="dk1"/>
              </a:solidFill>
              <a:prstDash val="solid"/>
              <a:round/>
              <a:headEnd len="med" w="med" type="none"/>
              <a:tailEnd len="med" w="med" type="none"/>
            </a:ln>
          </p:spPr>
        </p:cxnSp>
        <p:cxnSp>
          <p:nvCxnSpPr>
            <p:cNvPr id="6383" name="Google Shape;6383;p58"/>
            <p:cNvCxnSpPr/>
            <p:nvPr/>
          </p:nvCxnSpPr>
          <p:spPr>
            <a:xfrm flipH="1">
              <a:off x="5270184" y="2877120"/>
              <a:ext cx="915812" cy="3058560"/>
            </a:xfrm>
            <a:prstGeom prst="straightConnector1">
              <a:avLst/>
            </a:prstGeom>
            <a:noFill/>
            <a:ln cap="flat" cmpd="sng" w="9525">
              <a:solidFill>
                <a:schemeClr val="dk1"/>
              </a:solidFill>
              <a:prstDash val="solid"/>
              <a:round/>
              <a:headEnd len="med" w="med" type="none"/>
              <a:tailEnd len="med" w="med" type="none"/>
            </a:ln>
          </p:spPr>
        </p:cxnSp>
        <p:cxnSp>
          <p:nvCxnSpPr>
            <p:cNvPr id="6384" name="Google Shape;6384;p58"/>
            <p:cNvCxnSpPr/>
            <p:nvPr/>
          </p:nvCxnSpPr>
          <p:spPr>
            <a:xfrm>
              <a:off x="6167438" y="2901156"/>
              <a:ext cx="1141702" cy="2801244"/>
            </a:xfrm>
            <a:prstGeom prst="straightConnector1">
              <a:avLst/>
            </a:prstGeom>
            <a:noFill/>
            <a:ln cap="flat" cmpd="sng" w="9525">
              <a:solidFill>
                <a:schemeClr val="dk1"/>
              </a:solidFill>
              <a:prstDash val="solid"/>
              <a:round/>
              <a:headEnd len="med" w="med" type="none"/>
              <a:tailEnd len="med" w="med" type="none"/>
            </a:ln>
          </p:spPr>
        </p:cxnSp>
        <p:cxnSp>
          <p:nvCxnSpPr>
            <p:cNvPr id="6385" name="Google Shape;6385;p58"/>
            <p:cNvCxnSpPr/>
            <p:nvPr/>
          </p:nvCxnSpPr>
          <p:spPr>
            <a:xfrm>
              <a:off x="6171406" y="2889250"/>
              <a:ext cx="1785717" cy="2355230"/>
            </a:xfrm>
            <a:prstGeom prst="straightConnector1">
              <a:avLst/>
            </a:prstGeom>
            <a:noFill/>
            <a:ln cap="flat" cmpd="sng" w="9525">
              <a:solidFill>
                <a:schemeClr val="dk1"/>
              </a:solidFill>
              <a:prstDash val="solid"/>
              <a:round/>
              <a:headEnd len="med" w="med" type="none"/>
              <a:tailEnd len="med" w="med" type="none"/>
            </a:ln>
          </p:spPr>
        </p:cxnSp>
        <p:cxnSp>
          <p:nvCxnSpPr>
            <p:cNvPr id="6386" name="Google Shape;6386;p58"/>
            <p:cNvCxnSpPr/>
            <p:nvPr/>
          </p:nvCxnSpPr>
          <p:spPr>
            <a:xfrm>
              <a:off x="6179344" y="2881313"/>
              <a:ext cx="1587707" cy="1386847"/>
            </a:xfrm>
            <a:prstGeom prst="straightConnector1">
              <a:avLst/>
            </a:prstGeom>
            <a:noFill/>
            <a:ln cap="flat" cmpd="sng" w="9525">
              <a:solidFill>
                <a:schemeClr val="dk1"/>
              </a:solidFill>
              <a:prstDash val="solid"/>
              <a:round/>
              <a:headEnd len="med" w="med" type="none"/>
              <a:tailEnd len="med" w="med" type="none"/>
            </a:ln>
          </p:spPr>
        </p:cxnSp>
        <p:cxnSp>
          <p:nvCxnSpPr>
            <p:cNvPr id="6387" name="Google Shape;6387;p58"/>
            <p:cNvCxnSpPr/>
            <p:nvPr/>
          </p:nvCxnSpPr>
          <p:spPr>
            <a:xfrm>
              <a:off x="6179344" y="2897188"/>
              <a:ext cx="602786" cy="290972"/>
            </a:xfrm>
            <a:prstGeom prst="straightConnector1">
              <a:avLst/>
            </a:prstGeom>
            <a:noFill/>
            <a:ln cap="flat" cmpd="sng" w="9525">
              <a:solidFill>
                <a:schemeClr val="dk1"/>
              </a:solidFill>
              <a:prstDash val="solid"/>
              <a:round/>
              <a:headEnd len="med" w="med" type="none"/>
              <a:tailEnd len="med" w="med" type="none"/>
            </a:ln>
          </p:spPr>
        </p:cxnSp>
        <p:cxnSp>
          <p:nvCxnSpPr>
            <p:cNvPr id="6388" name="Google Shape;6388;p58"/>
            <p:cNvCxnSpPr/>
            <p:nvPr/>
          </p:nvCxnSpPr>
          <p:spPr>
            <a:xfrm>
              <a:off x="4584546" y="2364240"/>
              <a:ext cx="1558252" cy="512880"/>
            </a:xfrm>
            <a:prstGeom prst="straightConnector1">
              <a:avLst/>
            </a:prstGeom>
            <a:noFill/>
            <a:ln cap="flat" cmpd="sng" w="9525">
              <a:solidFill>
                <a:schemeClr val="dk1"/>
              </a:solidFill>
              <a:prstDash val="solid"/>
              <a:round/>
              <a:headEnd len="med" w="med" type="none"/>
              <a:tailEnd len="med" w="med" type="none"/>
            </a:ln>
          </p:spPr>
        </p:cxnSp>
        <p:cxnSp>
          <p:nvCxnSpPr>
            <p:cNvPr id="6389" name="Google Shape;6389;p58"/>
            <p:cNvCxnSpPr/>
            <p:nvPr/>
          </p:nvCxnSpPr>
          <p:spPr>
            <a:xfrm>
              <a:off x="3691549" y="2361120"/>
              <a:ext cx="2485808" cy="533280"/>
            </a:xfrm>
            <a:prstGeom prst="straightConnector1">
              <a:avLst/>
            </a:prstGeom>
            <a:noFill/>
            <a:ln cap="flat" cmpd="sng" w="9525">
              <a:solidFill>
                <a:schemeClr val="dk1"/>
              </a:solidFill>
              <a:prstDash val="solid"/>
              <a:round/>
              <a:headEnd len="med" w="med" type="none"/>
              <a:tailEnd len="med" w="med" type="none"/>
            </a:ln>
          </p:spPr>
        </p:cxnSp>
        <p:cxnSp>
          <p:nvCxnSpPr>
            <p:cNvPr id="6390" name="Google Shape;6390;p58"/>
            <p:cNvCxnSpPr/>
            <p:nvPr/>
          </p:nvCxnSpPr>
          <p:spPr>
            <a:xfrm>
              <a:off x="2081460" y="2548080"/>
              <a:ext cx="4078617" cy="337680"/>
            </a:xfrm>
            <a:prstGeom prst="straightConnector1">
              <a:avLst/>
            </a:prstGeom>
            <a:noFill/>
            <a:ln cap="flat" cmpd="sng" w="9525">
              <a:solidFill>
                <a:schemeClr val="dk1"/>
              </a:solidFill>
              <a:prstDash val="solid"/>
              <a:round/>
              <a:headEnd len="med" w="med" type="none"/>
              <a:tailEnd len="med" w="med" type="none"/>
            </a:ln>
          </p:spPr>
        </p:cxnSp>
        <p:cxnSp>
          <p:nvCxnSpPr>
            <p:cNvPr id="6391" name="Google Shape;6391;p58"/>
            <p:cNvCxnSpPr/>
            <p:nvPr/>
          </p:nvCxnSpPr>
          <p:spPr>
            <a:xfrm flipH="1" rot="10800000">
              <a:off x="1309418" y="2903040"/>
              <a:ext cx="4842020" cy="30720"/>
            </a:xfrm>
            <a:prstGeom prst="straightConnector1">
              <a:avLst/>
            </a:prstGeom>
            <a:noFill/>
            <a:ln cap="flat" cmpd="sng" w="9525">
              <a:solidFill>
                <a:schemeClr val="dk1"/>
              </a:solidFill>
              <a:prstDash val="solid"/>
              <a:round/>
              <a:headEnd len="med" w="med" type="none"/>
              <a:tailEnd len="med" w="med" type="none"/>
            </a:ln>
          </p:spPr>
        </p:cxnSp>
        <p:cxnSp>
          <p:nvCxnSpPr>
            <p:cNvPr id="6392" name="Google Shape;6392;p58"/>
            <p:cNvCxnSpPr/>
            <p:nvPr/>
          </p:nvCxnSpPr>
          <p:spPr>
            <a:xfrm flipH="1" rot="10800000">
              <a:off x="934801" y="2894400"/>
              <a:ext cx="5242556" cy="377040"/>
            </a:xfrm>
            <a:prstGeom prst="straightConnector1">
              <a:avLst/>
            </a:prstGeom>
            <a:noFill/>
            <a:ln cap="flat" cmpd="sng" w="9525">
              <a:solidFill>
                <a:schemeClr val="dk1"/>
              </a:solidFill>
              <a:prstDash val="solid"/>
              <a:round/>
              <a:headEnd len="med" w="med" type="none"/>
              <a:tailEnd len="med" w="med" type="none"/>
            </a:ln>
          </p:spPr>
        </p:cxnSp>
        <p:cxnSp>
          <p:nvCxnSpPr>
            <p:cNvPr id="6393" name="Google Shape;6393;p58"/>
            <p:cNvCxnSpPr/>
            <p:nvPr/>
          </p:nvCxnSpPr>
          <p:spPr>
            <a:xfrm flipH="1" rot="10800000">
              <a:off x="862570" y="2901156"/>
              <a:ext cx="5296930" cy="1386684"/>
            </a:xfrm>
            <a:prstGeom prst="straightConnector1">
              <a:avLst/>
            </a:prstGeom>
            <a:noFill/>
            <a:ln cap="flat" cmpd="sng" w="9525">
              <a:solidFill>
                <a:schemeClr val="dk1"/>
              </a:solidFill>
              <a:prstDash val="solid"/>
              <a:round/>
              <a:headEnd len="med" w="med" type="none"/>
              <a:tailEnd len="med" w="med" type="none"/>
            </a:ln>
          </p:spPr>
        </p:cxnSp>
        <p:cxnSp>
          <p:nvCxnSpPr>
            <p:cNvPr id="6394" name="Google Shape;6394;p58"/>
            <p:cNvCxnSpPr/>
            <p:nvPr/>
          </p:nvCxnSpPr>
          <p:spPr>
            <a:xfrm flipH="1" rot="10800000">
              <a:off x="1101367" y="2901156"/>
              <a:ext cx="5077977" cy="2026044"/>
            </a:xfrm>
            <a:prstGeom prst="straightConnector1">
              <a:avLst/>
            </a:prstGeom>
            <a:noFill/>
            <a:ln cap="flat" cmpd="sng" w="9525">
              <a:solidFill>
                <a:schemeClr val="dk1"/>
              </a:solidFill>
              <a:prstDash val="solid"/>
              <a:round/>
              <a:headEnd len="med" w="med" type="none"/>
              <a:tailEnd len="med" w="med" type="none"/>
            </a:ln>
          </p:spPr>
        </p:cxnSp>
      </p:grpSp>
      <p:grpSp>
        <p:nvGrpSpPr>
          <p:cNvPr id="6395" name="Google Shape;6395;p58"/>
          <p:cNvGrpSpPr/>
          <p:nvPr/>
        </p:nvGrpSpPr>
        <p:grpSpPr>
          <a:xfrm>
            <a:off x="2308603" y="2230021"/>
            <a:ext cx="7158038" cy="3798887"/>
            <a:chOff x="799176" y="2251902"/>
            <a:chExt cx="7158126" cy="3799069"/>
          </a:xfrm>
        </p:grpSpPr>
        <p:cxnSp>
          <p:nvCxnSpPr>
            <p:cNvPr id="6396" name="Google Shape;6396;p58"/>
            <p:cNvCxnSpPr/>
            <p:nvPr/>
          </p:nvCxnSpPr>
          <p:spPr>
            <a:xfrm>
              <a:off x="2012365" y="2732956"/>
              <a:ext cx="3121627" cy="3204340"/>
            </a:xfrm>
            <a:prstGeom prst="straightConnector1">
              <a:avLst/>
            </a:prstGeom>
            <a:noFill/>
            <a:ln cap="flat" cmpd="sng" w="9525">
              <a:solidFill>
                <a:schemeClr val="dk1"/>
              </a:solidFill>
              <a:prstDash val="solid"/>
              <a:round/>
              <a:headEnd len="med" w="med" type="none"/>
              <a:tailEnd len="med" w="med" type="none"/>
            </a:ln>
          </p:spPr>
        </p:cxnSp>
        <p:cxnSp>
          <p:nvCxnSpPr>
            <p:cNvPr id="6397" name="Google Shape;6397;p58"/>
            <p:cNvCxnSpPr/>
            <p:nvPr/>
          </p:nvCxnSpPr>
          <p:spPr>
            <a:xfrm>
              <a:off x="2009682" y="2721528"/>
              <a:ext cx="2384511" cy="3329443"/>
            </a:xfrm>
            <a:prstGeom prst="straightConnector1">
              <a:avLst/>
            </a:prstGeom>
            <a:noFill/>
            <a:ln cap="flat" cmpd="sng" w="9525">
              <a:solidFill>
                <a:schemeClr val="dk1"/>
              </a:solidFill>
              <a:prstDash val="solid"/>
              <a:round/>
              <a:headEnd len="med" w="med" type="none"/>
              <a:tailEnd len="med" w="med" type="none"/>
            </a:ln>
          </p:spPr>
        </p:cxnSp>
        <p:cxnSp>
          <p:nvCxnSpPr>
            <p:cNvPr id="6398" name="Google Shape;6398;p58"/>
            <p:cNvCxnSpPr/>
            <p:nvPr/>
          </p:nvCxnSpPr>
          <p:spPr>
            <a:xfrm>
              <a:off x="2001042" y="2712888"/>
              <a:ext cx="1091382" cy="3197870"/>
            </a:xfrm>
            <a:prstGeom prst="straightConnector1">
              <a:avLst/>
            </a:prstGeom>
            <a:noFill/>
            <a:ln cap="flat" cmpd="sng" w="9525">
              <a:solidFill>
                <a:schemeClr val="dk1"/>
              </a:solidFill>
              <a:prstDash val="solid"/>
              <a:round/>
              <a:headEnd len="med" w="med" type="none"/>
              <a:tailEnd len="med" w="med" type="none"/>
            </a:ln>
          </p:spPr>
        </p:cxnSp>
        <p:cxnSp>
          <p:nvCxnSpPr>
            <p:cNvPr id="6399" name="Google Shape;6399;p58"/>
            <p:cNvCxnSpPr/>
            <p:nvPr/>
          </p:nvCxnSpPr>
          <p:spPr>
            <a:xfrm flipH="1">
              <a:off x="1471306" y="2712888"/>
              <a:ext cx="538376" cy="2698126"/>
            </a:xfrm>
            <a:prstGeom prst="straightConnector1">
              <a:avLst/>
            </a:prstGeom>
            <a:noFill/>
            <a:ln cap="flat" cmpd="sng" w="9525">
              <a:solidFill>
                <a:schemeClr val="dk1"/>
              </a:solidFill>
              <a:prstDash val="solid"/>
              <a:round/>
              <a:headEnd len="med" w="med" type="none"/>
              <a:tailEnd len="med" w="med" type="none"/>
            </a:ln>
          </p:spPr>
        </p:cxnSp>
        <p:cxnSp>
          <p:nvCxnSpPr>
            <p:cNvPr id="6400" name="Google Shape;6400;p58"/>
            <p:cNvCxnSpPr/>
            <p:nvPr/>
          </p:nvCxnSpPr>
          <p:spPr>
            <a:xfrm flipH="1">
              <a:off x="1007181" y="2736924"/>
              <a:ext cx="1021059" cy="2069561"/>
            </a:xfrm>
            <a:prstGeom prst="straightConnector1">
              <a:avLst/>
            </a:prstGeom>
            <a:noFill/>
            <a:ln cap="flat" cmpd="sng" w="9525">
              <a:solidFill>
                <a:schemeClr val="dk1"/>
              </a:solidFill>
              <a:prstDash val="solid"/>
              <a:round/>
              <a:headEnd len="med" w="med" type="none"/>
              <a:tailEnd len="med" w="med" type="none"/>
            </a:ln>
          </p:spPr>
        </p:cxnSp>
        <p:cxnSp>
          <p:nvCxnSpPr>
            <p:cNvPr id="6401" name="Google Shape;6401;p58"/>
            <p:cNvCxnSpPr/>
            <p:nvPr/>
          </p:nvCxnSpPr>
          <p:spPr>
            <a:xfrm flipH="1">
              <a:off x="799176" y="2725018"/>
              <a:ext cx="1225097" cy="1413595"/>
            </a:xfrm>
            <a:prstGeom prst="straightConnector1">
              <a:avLst/>
            </a:prstGeom>
            <a:noFill/>
            <a:ln cap="flat" cmpd="sng" w="9525">
              <a:solidFill>
                <a:schemeClr val="dk1"/>
              </a:solidFill>
              <a:prstDash val="solid"/>
              <a:round/>
              <a:headEnd len="med" w="med" type="none"/>
              <a:tailEnd len="med" w="med" type="none"/>
            </a:ln>
          </p:spPr>
        </p:cxnSp>
        <p:cxnSp>
          <p:nvCxnSpPr>
            <p:cNvPr id="6402" name="Google Shape;6402;p58"/>
            <p:cNvCxnSpPr/>
            <p:nvPr/>
          </p:nvCxnSpPr>
          <p:spPr>
            <a:xfrm flipH="1">
              <a:off x="932218" y="2704755"/>
              <a:ext cx="1107153" cy="588968"/>
            </a:xfrm>
            <a:prstGeom prst="straightConnector1">
              <a:avLst/>
            </a:prstGeom>
            <a:noFill/>
            <a:ln cap="flat" cmpd="sng" w="9525">
              <a:solidFill>
                <a:schemeClr val="dk1"/>
              </a:solidFill>
              <a:prstDash val="solid"/>
              <a:round/>
              <a:headEnd len="med" w="med" type="none"/>
              <a:tailEnd len="med" w="med" type="none"/>
            </a:ln>
          </p:spPr>
        </p:cxnSp>
        <p:cxnSp>
          <p:nvCxnSpPr>
            <p:cNvPr id="6403" name="Google Shape;6403;p58"/>
            <p:cNvCxnSpPr/>
            <p:nvPr/>
          </p:nvCxnSpPr>
          <p:spPr>
            <a:xfrm flipH="1">
              <a:off x="1293642" y="2704755"/>
              <a:ext cx="745729" cy="216744"/>
            </a:xfrm>
            <a:prstGeom prst="straightConnector1">
              <a:avLst/>
            </a:prstGeom>
            <a:noFill/>
            <a:ln cap="flat" cmpd="sng" w="9525">
              <a:solidFill>
                <a:schemeClr val="dk1"/>
              </a:solidFill>
              <a:prstDash val="solid"/>
              <a:round/>
              <a:headEnd len="med" w="med" type="none"/>
              <a:tailEnd len="med" w="med" type="none"/>
            </a:ln>
          </p:spPr>
        </p:cxnSp>
        <p:cxnSp>
          <p:nvCxnSpPr>
            <p:cNvPr id="6404" name="Google Shape;6404;p58"/>
            <p:cNvCxnSpPr/>
            <p:nvPr/>
          </p:nvCxnSpPr>
          <p:spPr>
            <a:xfrm flipH="1">
              <a:off x="2052880" y="2251902"/>
              <a:ext cx="1141349" cy="460986"/>
            </a:xfrm>
            <a:prstGeom prst="straightConnector1">
              <a:avLst/>
            </a:prstGeom>
            <a:noFill/>
            <a:ln cap="flat" cmpd="sng" w="9525">
              <a:solidFill>
                <a:schemeClr val="dk1"/>
              </a:solidFill>
              <a:prstDash val="solid"/>
              <a:round/>
              <a:headEnd len="med" w="med" type="none"/>
              <a:tailEnd len="med" w="med" type="none"/>
            </a:ln>
          </p:spPr>
        </p:cxnSp>
        <p:cxnSp>
          <p:nvCxnSpPr>
            <p:cNvPr id="6405" name="Google Shape;6405;p58"/>
            <p:cNvCxnSpPr/>
            <p:nvPr/>
          </p:nvCxnSpPr>
          <p:spPr>
            <a:xfrm flipH="1">
              <a:off x="2018321" y="2332076"/>
              <a:ext cx="2284094" cy="398092"/>
            </a:xfrm>
            <a:prstGeom prst="straightConnector1">
              <a:avLst/>
            </a:prstGeom>
            <a:noFill/>
            <a:ln cap="flat" cmpd="sng" w="9525">
              <a:solidFill>
                <a:schemeClr val="dk1"/>
              </a:solidFill>
              <a:prstDash val="solid"/>
              <a:round/>
              <a:headEnd len="med" w="med" type="none"/>
              <a:tailEnd len="med" w="med" type="none"/>
            </a:ln>
          </p:spPr>
        </p:cxnSp>
        <p:cxnSp>
          <p:nvCxnSpPr>
            <p:cNvPr id="6406" name="Google Shape;6406;p58"/>
            <p:cNvCxnSpPr/>
            <p:nvPr/>
          </p:nvCxnSpPr>
          <p:spPr>
            <a:xfrm rot="10800000">
              <a:off x="2035602" y="2721528"/>
              <a:ext cx="4016700" cy="14158"/>
            </a:xfrm>
            <a:prstGeom prst="straightConnector1">
              <a:avLst/>
            </a:prstGeom>
            <a:noFill/>
            <a:ln cap="flat" cmpd="sng" w="9525">
              <a:solidFill>
                <a:schemeClr val="dk1"/>
              </a:solidFill>
              <a:prstDash val="solid"/>
              <a:round/>
              <a:headEnd len="med" w="med" type="none"/>
              <a:tailEnd len="med" w="med" type="none"/>
            </a:ln>
          </p:spPr>
        </p:cxnSp>
        <p:cxnSp>
          <p:nvCxnSpPr>
            <p:cNvPr id="6407" name="Google Shape;6407;p58"/>
            <p:cNvCxnSpPr/>
            <p:nvPr/>
          </p:nvCxnSpPr>
          <p:spPr>
            <a:xfrm rot="10800000">
              <a:off x="2044240" y="2738808"/>
              <a:ext cx="4755057" cy="529059"/>
            </a:xfrm>
            <a:prstGeom prst="straightConnector1">
              <a:avLst/>
            </a:prstGeom>
            <a:noFill/>
            <a:ln cap="flat" cmpd="sng" w="9525">
              <a:solidFill>
                <a:schemeClr val="dk1"/>
              </a:solidFill>
              <a:prstDash val="solid"/>
              <a:round/>
              <a:headEnd len="med" w="med" type="none"/>
              <a:tailEnd len="med" w="med" type="none"/>
            </a:ln>
          </p:spPr>
        </p:cxnSp>
        <p:cxnSp>
          <p:nvCxnSpPr>
            <p:cNvPr id="6408" name="Google Shape;6408;p58"/>
            <p:cNvCxnSpPr/>
            <p:nvPr/>
          </p:nvCxnSpPr>
          <p:spPr>
            <a:xfrm rot="10800000">
              <a:off x="2018321" y="2730168"/>
              <a:ext cx="5710381" cy="1554918"/>
            </a:xfrm>
            <a:prstGeom prst="straightConnector1">
              <a:avLst/>
            </a:prstGeom>
            <a:noFill/>
            <a:ln cap="flat" cmpd="sng" w="9525">
              <a:solidFill>
                <a:schemeClr val="dk1"/>
              </a:solidFill>
              <a:prstDash val="solid"/>
              <a:round/>
              <a:headEnd len="med" w="med" type="none"/>
              <a:tailEnd len="med" w="med" type="none"/>
            </a:ln>
          </p:spPr>
        </p:cxnSp>
        <p:cxnSp>
          <p:nvCxnSpPr>
            <p:cNvPr id="6409" name="Google Shape;6409;p58"/>
            <p:cNvCxnSpPr/>
            <p:nvPr/>
          </p:nvCxnSpPr>
          <p:spPr>
            <a:xfrm rot="10800000">
              <a:off x="2036178" y="2736924"/>
              <a:ext cx="5921124" cy="2462562"/>
            </a:xfrm>
            <a:prstGeom prst="straightConnector1">
              <a:avLst/>
            </a:prstGeom>
            <a:noFill/>
            <a:ln cap="flat" cmpd="sng" w="9525">
              <a:solidFill>
                <a:schemeClr val="dk1"/>
              </a:solidFill>
              <a:prstDash val="solid"/>
              <a:round/>
              <a:headEnd len="med" w="med" type="none"/>
              <a:tailEnd len="med" w="med" type="none"/>
            </a:ln>
          </p:spPr>
        </p:cxnSp>
        <p:cxnSp>
          <p:nvCxnSpPr>
            <p:cNvPr id="6410" name="Google Shape;6410;p58"/>
            <p:cNvCxnSpPr/>
            <p:nvPr/>
          </p:nvCxnSpPr>
          <p:spPr>
            <a:xfrm rot="10800000">
              <a:off x="2016335" y="2736924"/>
              <a:ext cx="5165304" cy="3000202"/>
            </a:xfrm>
            <a:prstGeom prst="straightConnector1">
              <a:avLst/>
            </a:prstGeom>
            <a:noFill/>
            <a:ln cap="flat" cmpd="sng" w="9525">
              <a:solidFill>
                <a:schemeClr val="dk1"/>
              </a:solidFill>
              <a:prstDash val="solid"/>
              <a:round/>
              <a:headEnd len="med" w="med" type="none"/>
              <a:tailEnd len="med" w="med" type="none"/>
            </a:ln>
          </p:spPr>
        </p:cxnSp>
      </p:grpSp>
      <p:sp>
        <p:nvSpPr>
          <p:cNvPr id="6411" name="Google Shape;6411;p58"/>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sp>
        <p:nvSpPr>
          <p:cNvPr id="6412" name="Google Shape;6412;p5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6413" name="Google Shape;6413;p58"/>
          <p:cNvSpPr txBox="1"/>
          <p:nvPr/>
        </p:nvSpPr>
        <p:spPr>
          <a:xfrm>
            <a:off x="968218" y="1257581"/>
            <a:ext cx="10326105" cy="514434"/>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90000"/>
              </a:lnSpc>
              <a:spcBef>
                <a:spcPts val="0"/>
              </a:spcBef>
              <a:spcAft>
                <a:spcPts val="0"/>
              </a:spcAft>
              <a:buClr>
                <a:srgbClr val="0000A3"/>
              </a:buClr>
              <a:buSzPct val="75000"/>
              <a:buFont typeface="Noto Sans Symbols"/>
              <a:buNone/>
            </a:pPr>
            <a:r>
              <a:rPr i="1" lang="en-US" sz="2800">
                <a:solidFill>
                  <a:srgbClr val="CC0000"/>
                </a:solidFill>
                <a:latin typeface="Calibri"/>
                <a:ea typeface="Calibri"/>
                <a:cs typeface="Calibri"/>
                <a:sym typeface="Calibri"/>
              </a:rPr>
              <a:t>Question: </a:t>
            </a:r>
            <a:r>
              <a:rPr lang="en-US" sz="2800">
                <a:solidFill>
                  <a:schemeClr val="dk1"/>
                </a:solidFill>
                <a:latin typeface="Calibri"/>
                <a:ea typeface="Calibri"/>
                <a:cs typeface="Calibri"/>
                <a:sym typeface="Calibri"/>
              </a:rPr>
              <a:t>given </a:t>
            </a:r>
            <a:r>
              <a:rPr i="1" lang="en-US" sz="2800">
                <a:solidFill>
                  <a:schemeClr val="dk1"/>
                </a:solidFill>
                <a:latin typeface="Calibri"/>
                <a:ea typeface="Calibri"/>
                <a:cs typeface="Calibri"/>
                <a:sym typeface="Calibri"/>
              </a:rPr>
              <a:t>millions</a:t>
            </a:r>
            <a:r>
              <a:rPr lang="en-US" sz="2800">
                <a:solidFill>
                  <a:schemeClr val="dk1"/>
                </a:solidFill>
                <a:latin typeface="Calibri"/>
                <a:ea typeface="Calibri"/>
                <a:cs typeface="Calibri"/>
                <a:sym typeface="Calibri"/>
              </a:rPr>
              <a:t> of access ISPs, how to connect them together?</a:t>
            </a:r>
            <a:endParaRPr/>
          </a:p>
        </p:txBody>
      </p:sp>
      <p:grpSp>
        <p:nvGrpSpPr>
          <p:cNvPr id="6414" name="Google Shape;6414;p58"/>
          <p:cNvGrpSpPr/>
          <p:nvPr/>
        </p:nvGrpSpPr>
        <p:grpSpPr>
          <a:xfrm>
            <a:off x="1589588" y="1850610"/>
            <a:ext cx="8467869" cy="4691676"/>
            <a:chOff x="124589" y="1837771"/>
            <a:chExt cx="8466729" cy="4692037"/>
          </a:xfrm>
        </p:grpSpPr>
        <p:grpSp>
          <p:nvGrpSpPr>
            <p:cNvPr id="6415" name="Google Shape;6415;p58"/>
            <p:cNvGrpSpPr/>
            <p:nvPr/>
          </p:nvGrpSpPr>
          <p:grpSpPr>
            <a:xfrm>
              <a:off x="1529396" y="2297655"/>
              <a:ext cx="648422" cy="418253"/>
              <a:chOff x="3053396" y="4304255"/>
              <a:chExt cx="648422" cy="418253"/>
            </a:xfrm>
          </p:grpSpPr>
          <p:sp>
            <p:nvSpPr>
              <p:cNvPr id="6416" name="Google Shape;6416;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7" name="Google Shape;6417;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18" name="Google Shape;6418;p58"/>
            <p:cNvGrpSpPr/>
            <p:nvPr/>
          </p:nvGrpSpPr>
          <p:grpSpPr>
            <a:xfrm>
              <a:off x="373696" y="3097755"/>
              <a:ext cx="648422" cy="418253"/>
              <a:chOff x="3053396" y="4304255"/>
              <a:chExt cx="648422" cy="418253"/>
            </a:xfrm>
          </p:grpSpPr>
          <p:sp>
            <p:nvSpPr>
              <p:cNvPr id="6419" name="Google Shape;6419;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0" name="Google Shape;6420;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21" name="Google Shape;6421;p58"/>
            <p:cNvGrpSpPr/>
            <p:nvPr/>
          </p:nvGrpSpPr>
          <p:grpSpPr>
            <a:xfrm>
              <a:off x="6037896" y="2551655"/>
              <a:ext cx="648422" cy="418253"/>
              <a:chOff x="3053396" y="4304255"/>
              <a:chExt cx="648422" cy="418253"/>
            </a:xfrm>
          </p:grpSpPr>
          <p:sp>
            <p:nvSpPr>
              <p:cNvPr id="6422" name="Google Shape;6422;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3" name="Google Shape;6423;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24" name="Google Shape;6424;p58"/>
            <p:cNvGrpSpPr/>
            <p:nvPr/>
          </p:nvGrpSpPr>
          <p:grpSpPr>
            <a:xfrm>
              <a:off x="945196" y="5409155"/>
              <a:ext cx="648422" cy="418253"/>
              <a:chOff x="3053396" y="4304255"/>
              <a:chExt cx="648422" cy="418253"/>
            </a:xfrm>
          </p:grpSpPr>
          <p:sp>
            <p:nvSpPr>
              <p:cNvPr id="6425" name="Google Shape;6425;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6" name="Google Shape;6426;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27" name="Google Shape;6427;p58"/>
            <p:cNvGrpSpPr/>
            <p:nvPr/>
          </p:nvGrpSpPr>
          <p:grpSpPr>
            <a:xfrm>
              <a:off x="526096" y="4786855"/>
              <a:ext cx="648422" cy="418253"/>
              <a:chOff x="3053396" y="4304255"/>
              <a:chExt cx="648422" cy="418253"/>
            </a:xfrm>
          </p:grpSpPr>
          <p:sp>
            <p:nvSpPr>
              <p:cNvPr id="6428" name="Google Shape;6428;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9" name="Google Shape;6429;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30" name="Google Shape;6430;p58"/>
            <p:cNvGrpSpPr/>
            <p:nvPr/>
          </p:nvGrpSpPr>
          <p:grpSpPr>
            <a:xfrm>
              <a:off x="297496" y="4126455"/>
              <a:ext cx="648422" cy="418253"/>
              <a:chOff x="3053396" y="4304255"/>
              <a:chExt cx="648422" cy="418253"/>
            </a:xfrm>
          </p:grpSpPr>
          <p:sp>
            <p:nvSpPr>
              <p:cNvPr id="6431" name="Google Shape;6431;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2" name="Google Shape;6432;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33" name="Google Shape;6433;p58"/>
            <p:cNvGrpSpPr/>
            <p:nvPr/>
          </p:nvGrpSpPr>
          <p:grpSpPr>
            <a:xfrm>
              <a:off x="6787196" y="2983455"/>
              <a:ext cx="648422" cy="418253"/>
              <a:chOff x="3053396" y="4304255"/>
              <a:chExt cx="648422" cy="418253"/>
            </a:xfrm>
          </p:grpSpPr>
          <p:sp>
            <p:nvSpPr>
              <p:cNvPr id="6434" name="Google Shape;6434;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5" name="Google Shape;6435;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36" name="Google Shape;6436;p58"/>
            <p:cNvGrpSpPr/>
            <p:nvPr/>
          </p:nvGrpSpPr>
          <p:grpSpPr>
            <a:xfrm>
              <a:off x="3129596" y="2056355"/>
              <a:ext cx="648422" cy="418253"/>
              <a:chOff x="3053396" y="4304255"/>
              <a:chExt cx="648422" cy="418253"/>
            </a:xfrm>
          </p:grpSpPr>
          <p:sp>
            <p:nvSpPr>
              <p:cNvPr id="6437" name="Google Shape;6437;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8" name="Google Shape;6438;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39" name="Google Shape;6439;p58"/>
            <p:cNvGrpSpPr/>
            <p:nvPr/>
          </p:nvGrpSpPr>
          <p:grpSpPr>
            <a:xfrm>
              <a:off x="754696" y="2704055"/>
              <a:ext cx="648422" cy="418253"/>
              <a:chOff x="3053396" y="4304255"/>
              <a:chExt cx="648422" cy="418253"/>
            </a:xfrm>
          </p:grpSpPr>
          <p:sp>
            <p:nvSpPr>
              <p:cNvPr id="6440" name="Google Shape;6440;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1" name="Google Shape;6441;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42" name="Google Shape;6442;p58"/>
            <p:cNvGrpSpPr/>
            <p:nvPr/>
          </p:nvGrpSpPr>
          <p:grpSpPr>
            <a:xfrm>
              <a:off x="4043996" y="2030955"/>
              <a:ext cx="648422" cy="418253"/>
              <a:chOff x="3053396" y="4304255"/>
              <a:chExt cx="648422" cy="418253"/>
            </a:xfrm>
          </p:grpSpPr>
          <p:sp>
            <p:nvSpPr>
              <p:cNvPr id="6443" name="Google Shape;6443;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4" name="Google Shape;6444;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45" name="Google Shape;6445;p58"/>
            <p:cNvGrpSpPr/>
            <p:nvPr/>
          </p:nvGrpSpPr>
          <p:grpSpPr>
            <a:xfrm>
              <a:off x="7104696" y="5663155"/>
              <a:ext cx="648422" cy="418253"/>
              <a:chOff x="3053396" y="4304255"/>
              <a:chExt cx="648422" cy="418253"/>
            </a:xfrm>
          </p:grpSpPr>
          <p:sp>
            <p:nvSpPr>
              <p:cNvPr id="6446" name="Google Shape;6446;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7" name="Google Shape;6447;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48" name="Google Shape;6448;p58"/>
            <p:cNvGrpSpPr/>
            <p:nvPr/>
          </p:nvGrpSpPr>
          <p:grpSpPr>
            <a:xfrm>
              <a:off x="7942896" y="5015455"/>
              <a:ext cx="648422" cy="418253"/>
              <a:chOff x="3053396" y="4304255"/>
              <a:chExt cx="648422" cy="418253"/>
            </a:xfrm>
          </p:grpSpPr>
          <p:sp>
            <p:nvSpPr>
              <p:cNvPr id="6449" name="Google Shape;6449;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0" name="Google Shape;6450;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51" name="Google Shape;6451;p58"/>
            <p:cNvGrpSpPr/>
            <p:nvPr/>
          </p:nvGrpSpPr>
          <p:grpSpPr>
            <a:xfrm>
              <a:off x="7714296" y="4101055"/>
              <a:ext cx="648422" cy="418253"/>
              <a:chOff x="3053396" y="4304255"/>
              <a:chExt cx="648422" cy="418253"/>
            </a:xfrm>
          </p:grpSpPr>
          <p:sp>
            <p:nvSpPr>
              <p:cNvPr id="6452" name="Google Shape;6452;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3" name="Google Shape;6453;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54" name="Google Shape;6454;p58"/>
            <p:cNvGrpSpPr/>
            <p:nvPr/>
          </p:nvGrpSpPr>
          <p:grpSpPr>
            <a:xfrm>
              <a:off x="4869496" y="5904455"/>
              <a:ext cx="648422" cy="418253"/>
              <a:chOff x="3053396" y="4304255"/>
              <a:chExt cx="648422" cy="418253"/>
            </a:xfrm>
          </p:grpSpPr>
          <p:sp>
            <p:nvSpPr>
              <p:cNvPr id="6455" name="Google Shape;6455;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6" name="Google Shape;6456;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57" name="Google Shape;6457;p58"/>
            <p:cNvGrpSpPr/>
            <p:nvPr/>
          </p:nvGrpSpPr>
          <p:grpSpPr>
            <a:xfrm>
              <a:off x="3955096" y="6044155"/>
              <a:ext cx="648422" cy="418253"/>
              <a:chOff x="3053396" y="4304255"/>
              <a:chExt cx="648422" cy="418253"/>
            </a:xfrm>
          </p:grpSpPr>
          <p:sp>
            <p:nvSpPr>
              <p:cNvPr id="6458" name="Google Shape;6458;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9" name="Google Shape;6459;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460" name="Google Shape;6460;p58"/>
            <p:cNvGrpSpPr/>
            <p:nvPr/>
          </p:nvGrpSpPr>
          <p:grpSpPr>
            <a:xfrm>
              <a:off x="2735896" y="5891755"/>
              <a:ext cx="648422" cy="418253"/>
              <a:chOff x="3053396" y="4304255"/>
              <a:chExt cx="648422" cy="418253"/>
            </a:xfrm>
          </p:grpSpPr>
          <p:sp>
            <p:nvSpPr>
              <p:cNvPr id="6461" name="Google Shape;6461;p58"/>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2" name="Google Shape;6462;p58"/>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sp>
          <p:nvSpPr>
            <p:cNvPr id="6463" name="Google Shape;6463;p58"/>
            <p:cNvSpPr txBox="1"/>
            <p:nvPr/>
          </p:nvSpPr>
          <p:spPr>
            <a:xfrm rot="1053502">
              <a:off x="5143500" y="1955800"/>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464" name="Google Shape;6464;p58"/>
            <p:cNvSpPr txBox="1"/>
            <p:nvPr/>
          </p:nvSpPr>
          <p:spPr>
            <a:xfrm rot="2829263">
              <a:off x="7429500" y="3429000"/>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465" name="Google Shape;6465;p58"/>
            <p:cNvSpPr txBox="1"/>
            <p:nvPr/>
          </p:nvSpPr>
          <p:spPr>
            <a:xfrm rot="9845918">
              <a:off x="6098241" y="5942112"/>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466" name="Google Shape;6466;p58"/>
            <p:cNvSpPr txBox="1"/>
            <p:nvPr/>
          </p:nvSpPr>
          <p:spPr>
            <a:xfrm rot="-9948738">
              <a:off x="1730786" y="5845469"/>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467" name="Google Shape;6467;p58"/>
            <p:cNvSpPr txBox="1"/>
            <p:nvPr/>
          </p:nvSpPr>
          <p:spPr>
            <a:xfrm rot="-4992697">
              <a:off x="144631" y="3539025"/>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468" name="Google Shape;6468;p58"/>
            <p:cNvSpPr txBox="1"/>
            <p:nvPr/>
          </p:nvSpPr>
          <p:spPr>
            <a:xfrm rot="-1017263">
              <a:off x="2330376" y="1905681"/>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grpSp>
      <p:sp>
        <p:nvSpPr>
          <p:cNvPr id="6469" name="Google Shape;6469;p58"/>
          <p:cNvSpPr txBox="1"/>
          <p:nvPr/>
        </p:nvSpPr>
        <p:spPr>
          <a:xfrm>
            <a:off x="3524875" y="3367370"/>
            <a:ext cx="4268787" cy="12001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connecting each access ISP to each other directly </a:t>
            </a:r>
            <a:r>
              <a:rPr i="1" lang="en-US" sz="2400">
                <a:solidFill>
                  <a:srgbClr val="CC0000"/>
                </a:solidFill>
                <a:latin typeface="Calibri"/>
                <a:ea typeface="Calibri"/>
                <a:cs typeface="Calibri"/>
                <a:sym typeface="Calibri"/>
              </a:rPr>
              <a:t>doesn’t scale: </a:t>
            </a:r>
            <a:r>
              <a:rPr lang="en-US" sz="2400">
                <a:solidFill>
                  <a:schemeClr val="dk1"/>
                </a:solidFill>
                <a:latin typeface="Calibri"/>
                <a:ea typeface="Calibri"/>
                <a:cs typeface="Calibri"/>
                <a:sym typeface="Calibri"/>
              </a:rPr>
              <a:t>O(</a:t>
            </a:r>
            <a:r>
              <a:rPr i="1" lang="en-US" sz="2400">
                <a:solidFill>
                  <a:schemeClr val="dk1"/>
                </a:solidFill>
                <a:latin typeface="Calibri"/>
                <a:ea typeface="Calibri"/>
                <a:cs typeface="Calibri"/>
                <a:sym typeface="Calibri"/>
              </a:rPr>
              <a:t>N</a:t>
            </a:r>
            <a:r>
              <a:rPr baseline="30000" lang="en-US" sz="2400">
                <a:solidFill>
                  <a:schemeClr val="dk1"/>
                </a:solidFill>
                <a:latin typeface="Calibri"/>
                <a:ea typeface="Calibri"/>
                <a:cs typeface="Calibri"/>
                <a:sym typeface="Calibri"/>
              </a:rPr>
              <a:t>2</a:t>
            </a:r>
            <a:r>
              <a:rPr lang="en-US" sz="2400">
                <a:solidFill>
                  <a:schemeClr val="dk1"/>
                </a:solidFill>
                <a:latin typeface="Calibri"/>
                <a:ea typeface="Calibri"/>
                <a:cs typeface="Calibri"/>
                <a:sym typeface="Calibri"/>
              </a:rPr>
              <a:t>) connections.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379"/>
                                        </p:tgtEl>
                                        <p:attrNameLst>
                                          <p:attrName>style.visibility</p:attrName>
                                        </p:attrNameLst>
                                      </p:cBhvr>
                                      <p:to>
                                        <p:strVal val="visible"/>
                                      </p:to>
                                    </p:set>
                                    <p:animEffect filter="fade" transition="in">
                                      <p:cBhvr>
                                        <p:cTn dur="1000"/>
                                        <p:tgtEl>
                                          <p:spTgt spid="637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358"/>
                                        </p:tgtEl>
                                        <p:attrNameLst>
                                          <p:attrName>style.visibility</p:attrName>
                                        </p:attrNameLst>
                                      </p:cBhvr>
                                      <p:to>
                                        <p:strVal val="visible"/>
                                      </p:to>
                                    </p:set>
                                    <p:animEffect filter="fade" transition="in">
                                      <p:cBhvr>
                                        <p:cTn dur="500"/>
                                        <p:tgtEl>
                                          <p:spTgt spid="6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9"/>
                                        </p:tgtEl>
                                        <p:attrNameLst>
                                          <p:attrName>style.visibility</p:attrName>
                                        </p:attrNameLst>
                                      </p:cBhvr>
                                      <p:to>
                                        <p:strVal val="visible"/>
                                      </p:to>
                                    </p:set>
                                    <p:animEffect filter="fade" transition="in">
                                      <p:cBhvr>
                                        <p:cTn dur="1600"/>
                                        <p:tgtEl>
                                          <p:spTgt spid="64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4" name="Shape 6474"/>
        <p:cNvGrpSpPr/>
        <p:nvPr/>
      </p:nvGrpSpPr>
      <p:grpSpPr>
        <a:xfrm>
          <a:off x="0" y="0"/>
          <a:ext cx="0" cy="0"/>
          <a:chOff x="0" y="0"/>
          <a:chExt cx="0" cy="0"/>
        </a:xfrm>
      </p:grpSpPr>
      <p:sp>
        <p:nvSpPr>
          <p:cNvPr id="6475" name="Google Shape;6475;p59"/>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sp>
        <p:nvSpPr>
          <p:cNvPr id="6476" name="Google Shape;6476;p5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6477" name="Google Shape;6477;p59"/>
          <p:cNvSpPr txBox="1"/>
          <p:nvPr/>
        </p:nvSpPr>
        <p:spPr>
          <a:xfrm>
            <a:off x="2256991" y="1131358"/>
            <a:ext cx="8204200" cy="6731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00"/>
              <a:buFont typeface="Noto Sans Symbols"/>
              <a:buNone/>
            </a:pPr>
            <a:r>
              <a:rPr i="1" lang="en-US" sz="2400">
                <a:solidFill>
                  <a:srgbClr val="CC0000"/>
                </a:solidFill>
                <a:latin typeface="Calibri"/>
                <a:ea typeface="Calibri"/>
                <a:cs typeface="Calibri"/>
                <a:sym typeface="Calibri"/>
              </a:rPr>
              <a:t>Option: </a:t>
            </a:r>
            <a:r>
              <a:rPr i="1" lang="en-US" sz="2400">
                <a:solidFill>
                  <a:schemeClr val="dk1"/>
                </a:solidFill>
                <a:latin typeface="Calibri"/>
                <a:ea typeface="Calibri"/>
                <a:cs typeface="Calibri"/>
                <a:sym typeface="Calibri"/>
              </a:rPr>
              <a:t>connect each access ISP to one global transit ISP? </a:t>
            </a:r>
            <a:endParaRPr/>
          </a:p>
          <a:p>
            <a:pPr indent="0" lvl="0" marL="0" marR="0" rtl="0" algn="l">
              <a:lnSpc>
                <a:spcPct val="85000"/>
              </a:lnSpc>
              <a:spcBef>
                <a:spcPts val="480"/>
              </a:spcBef>
              <a:spcAft>
                <a:spcPts val="0"/>
              </a:spcAft>
              <a:buClr>
                <a:srgbClr val="000099"/>
              </a:buClr>
              <a:buSzPts val="1800"/>
              <a:buFont typeface="Noto Sans Symbols"/>
              <a:buNone/>
            </a:pPr>
            <a:r>
              <a:rPr i="1" lang="en-US" sz="2400">
                <a:solidFill>
                  <a:srgbClr val="C00000"/>
                </a:solidFill>
                <a:latin typeface="Calibri"/>
                <a:ea typeface="Calibri"/>
                <a:cs typeface="Calibri"/>
                <a:sym typeface="Calibri"/>
              </a:rPr>
              <a:t>Customer</a:t>
            </a:r>
            <a:r>
              <a:rPr i="1" lang="en-US" sz="2400">
                <a:solidFill>
                  <a:schemeClr val="dk1"/>
                </a:solidFill>
                <a:latin typeface="Calibri"/>
                <a:ea typeface="Calibri"/>
                <a:cs typeface="Calibri"/>
                <a:sym typeface="Calibri"/>
              </a:rPr>
              <a:t> and </a:t>
            </a:r>
            <a:r>
              <a:rPr i="1" lang="en-US" sz="2400">
                <a:solidFill>
                  <a:srgbClr val="C00000"/>
                </a:solidFill>
                <a:latin typeface="Calibri"/>
                <a:ea typeface="Calibri"/>
                <a:cs typeface="Calibri"/>
                <a:sym typeface="Calibri"/>
              </a:rPr>
              <a:t>provider </a:t>
            </a:r>
            <a:r>
              <a:rPr i="1" lang="en-US" sz="2400">
                <a:solidFill>
                  <a:schemeClr val="dk1"/>
                </a:solidFill>
                <a:latin typeface="Calibri"/>
                <a:ea typeface="Calibri"/>
                <a:cs typeface="Calibri"/>
                <a:sym typeface="Calibri"/>
              </a:rPr>
              <a:t>ISPs have economic agreement.</a:t>
            </a:r>
            <a:endParaRPr sz="2400">
              <a:solidFill>
                <a:schemeClr val="dk1"/>
              </a:solidFill>
              <a:latin typeface="Calibri"/>
              <a:ea typeface="Calibri"/>
              <a:cs typeface="Calibri"/>
              <a:sym typeface="Calibri"/>
            </a:endParaRPr>
          </a:p>
        </p:txBody>
      </p:sp>
      <p:grpSp>
        <p:nvGrpSpPr>
          <p:cNvPr id="6478" name="Google Shape;6478;p59"/>
          <p:cNvGrpSpPr/>
          <p:nvPr/>
        </p:nvGrpSpPr>
        <p:grpSpPr>
          <a:xfrm>
            <a:off x="2298266" y="2316723"/>
            <a:ext cx="7177087" cy="3750366"/>
            <a:chOff x="2298266" y="2316723"/>
            <a:chExt cx="7177087" cy="3750366"/>
          </a:xfrm>
        </p:grpSpPr>
        <p:sp>
          <p:nvSpPr>
            <p:cNvPr id="6479" name="Google Shape;6479;p59"/>
            <p:cNvSpPr/>
            <p:nvPr/>
          </p:nvSpPr>
          <p:spPr>
            <a:xfrm>
              <a:off x="3774557" y="3143854"/>
              <a:ext cx="3864121" cy="1970736"/>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cxnSp>
          <p:nvCxnSpPr>
            <p:cNvPr id="6480" name="Google Shape;6480;p59"/>
            <p:cNvCxnSpPr/>
            <p:nvPr/>
          </p:nvCxnSpPr>
          <p:spPr>
            <a:xfrm>
              <a:off x="5154178" y="3581064"/>
              <a:ext cx="1224000" cy="96900"/>
            </a:xfrm>
            <a:prstGeom prst="straightConnector1">
              <a:avLst/>
            </a:prstGeom>
            <a:noFill/>
            <a:ln cap="flat" cmpd="sng" w="15875">
              <a:solidFill>
                <a:schemeClr val="dk1"/>
              </a:solidFill>
              <a:prstDash val="solid"/>
              <a:round/>
              <a:headEnd len="med" w="med" type="none"/>
              <a:tailEnd len="med" w="med" type="none"/>
            </a:ln>
          </p:spPr>
        </p:cxnSp>
        <p:cxnSp>
          <p:nvCxnSpPr>
            <p:cNvPr id="6481" name="Google Shape;6481;p59"/>
            <p:cNvCxnSpPr/>
            <p:nvPr/>
          </p:nvCxnSpPr>
          <p:spPr>
            <a:xfrm>
              <a:off x="5787591" y="3984289"/>
              <a:ext cx="139700" cy="112713"/>
            </a:xfrm>
            <a:prstGeom prst="straightConnector1">
              <a:avLst/>
            </a:prstGeom>
            <a:noFill/>
            <a:ln cap="flat" cmpd="sng" w="15875">
              <a:solidFill>
                <a:schemeClr val="dk1"/>
              </a:solidFill>
              <a:prstDash val="solid"/>
              <a:round/>
              <a:headEnd len="med" w="med" type="none"/>
              <a:tailEnd len="med" w="med" type="none"/>
            </a:ln>
          </p:spPr>
        </p:cxnSp>
        <p:cxnSp>
          <p:nvCxnSpPr>
            <p:cNvPr id="6482" name="Google Shape;6482;p59"/>
            <p:cNvCxnSpPr/>
            <p:nvPr/>
          </p:nvCxnSpPr>
          <p:spPr>
            <a:xfrm flipH="1" rot="10800000">
              <a:off x="5557403" y="4260514"/>
              <a:ext cx="280988" cy="61913"/>
            </a:xfrm>
            <a:prstGeom prst="straightConnector1">
              <a:avLst/>
            </a:prstGeom>
            <a:noFill/>
            <a:ln cap="flat" cmpd="sng" w="15875">
              <a:solidFill>
                <a:schemeClr val="dk1"/>
              </a:solidFill>
              <a:prstDash val="solid"/>
              <a:round/>
              <a:headEnd len="med" w="med" type="none"/>
              <a:tailEnd len="med" w="med" type="none"/>
            </a:ln>
          </p:spPr>
        </p:cxnSp>
        <p:cxnSp>
          <p:nvCxnSpPr>
            <p:cNvPr id="6483" name="Google Shape;6483;p59"/>
            <p:cNvCxnSpPr/>
            <p:nvPr/>
          </p:nvCxnSpPr>
          <p:spPr>
            <a:xfrm flipH="1" rot="10800000">
              <a:off x="5214503" y="4022389"/>
              <a:ext cx="223838" cy="149225"/>
            </a:xfrm>
            <a:prstGeom prst="straightConnector1">
              <a:avLst/>
            </a:prstGeom>
            <a:noFill/>
            <a:ln cap="flat" cmpd="sng" w="15875">
              <a:solidFill>
                <a:schemeClr val="dk1"/>
              </a:solidFill>
              <a:prstDash val="solid"/>
              <a:round/>
              <a:headEnd len="med" w="med" type="none"/>
              <a:tailEnd len="med" w="med" type="none"/>
            </a:ln>
          </p:spPr>
        </p:cxnSp>
        <p:cxnSp>
          <p:nvCxnSpPr>
            <p:cNvPr id="6484" name="Google Shape;6484;p59"/>
            <p:cNvCxnSpPr/>
            <p:nvPr/>
          </p:nvCxnSpPr>
          <p:spPr>
            <a:xfrm flipH="1" rot="10800000">
              <a:off x="4854141" y="4427052"/>
              <a:ext cx="238200" cy="133500"/>
            </a:xfrm>
            <a:prstGeom prst="straightConnector1">
              <a:avLst/>
            </a:prstGeom>
            <a:noFill/>
            <a:ln cap="flat" cmpd="sng" w="15875">
              <a:solidFill>
                <a:schemeClr val="dk1"/>
              </a:solidFill>
              <a:prstDash val="solid"/>
              <a:round/>
              <a:headEnd len="med" w="med" type="none"/>
              <a:tailEnd len="med" w="med" type="none"/>
            </a:ln>
          </p:spPr>
        </p:cxnSp>
        <p:cxnSp>
          <p:nvCxnSpPr>
            <p:cNvPr id="6485" name="Google Shape;6485;p59"/>
            <p:cNvCxnSpPr/>
            <p:nvPr/>
          </p:nvCxnSpPr>
          <p:spPr>
            <a:xfrm flipH="1" rot="10800000">
              <a:off x="5806641" y="4327189"/>
              <a:ext cx="292100" cy="342900"/>
            </a:xfrm>
            <a:prstGeom prst="straightConnector1">
              <a:avLst/>
            </a:prstGeom>
            <a:noFill/>
            <a:ln cap="flat" cmpd="sng" w="15875">
              <a:solidFill>
                <a:schemeClr val="dk1"/>
              </a:solidFill>
              <a:prstDash val="solid"/>
              <a:round/>
              <a:headEnd len="med" w="med" type="none"/>
              <a:tailEnd len="med" w="med" type="none"/>
            </a:ln>
          </p:spPr>
        </p:cxnSp>
        <p:cxnSp>
          <p:nvCxnSpPr>
            <p:cNvPr id="6486" name="Google Shape;6486;p59"/>
            <p:cNvCxnSpPr/>
            <p:nvPr/>
          </p:nvCxnSpPr>
          <p:spPr>
            <a:xfrm rot="10800000">
              <a:off x="6374966" y="4308139"/>
              <a:ext cx="412750" cy="168275"/>
            </a:xfrm>
            <a:prstGeom prst="straightConnector1">
              <a:avLst/>
            </a:prstGeom>
            <a:noFill/>
            <a:ln cap="flat" cmpd="sng" w="15875">
              <a:solidFill>
                <a:schemeClr val="dk1"/>
              </a:solidFill>
              <a:prstDash val="solid"/>
              <a:round/>
              <a:headEnd len="med" w="med" type="none"/>
              <a:tailEnd len="med" w="med" type="none"/>
            </a:ln>
          </p:spPr>
        </p:cxnSp>
        <p:cxnSp>
          <p:nvCxnSpPr>
            <p:cNvPr id="6487" name="Google Shape;6487;p59"/>
            <p:cNvCxnSpPr/>
            <p:nvPr/>
          </p:nvCxnSpPr>
          <p:spPr>
            <a:xfrm flipH="1" rot="10800000">
              <a:off x="6359091" y="3836652"/>
              <a:ext cx="328612" cy="266700"/>
            </a:xfrm>
            <a:prstGeom prst="straightConnector1">
              <a:avLst/>
            </a:prstGeom>
            <a:noFill/>
            <a:ln cap="flat" cmpd="sng" w="15875">
              <a:solidFill>
                <a:schemeClr val="dk1"/>
              </a:solidFill>
              <a:prstDash val="solid"/>
              <a:round/>
              <a:headEnd len="med" w="med" type="none"/>
              <a:tailEnd len="med" w="med" type="none"/>
            </a:ln>
          </p:spPr>
        </p:cxnSp>
        <p:cxnSp>
          <p:nvCxnSpPr>
            <p:cNvPr id="6488" name="Google Shape;6488;p59"/>
            <p:cNvCxnSpPr/>
            <p:nvPr/>
          </p:nvCxnSpPr>
          <p:spPr>
            <a:xfrm rot="10800000">
              <a:off x="5155803" y="3660402"/>
              <a:ext cx="261900" cy="119100"/>
            </a:xfrm>
            <a:prstGeom prst="straightConnector1">
              <a:avLst/>
            </a:prstGeom>
            <a:noFill/>
            <a:ln cap="flat" cmpd="sng" w="15875">
              <a:solidFill>
                <a:schemeClr val="dk1"/>
              </a:solidFill>
              <a:prstDash val="solid"/>
              <a:round/>
              <a:headEnd len="med" w="med" type="none"/>
              <a:tailEnd len="med" w="med" type="none"/>
            </a:ln>
          </p:spPr>
        </p:cxnSp>
        <p:sp>
          <p:nvSpPr>
            <p:cNvPr id="6489" name="Google Shape;6489;p59"/>
            <p:cNvSpPr txBox="1"/>
            <p:nvPr/>
          </p:nvSpPr>
          <p:spPr>
            <a:xfrm>
              <a:off x="4019116" y="3644564"/>
              <a:ext cx="960519"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chemeClr val="lt1"/>
                  </a:solidFill>
                  <a:latin typeface="Calibri"/>
                  <a:ea typeface="Calibri"/>
                  <a:cs typeface="Calibri"/>
                  <a:sym typeface="Calibri"/>
                </a:rPr>
                <a:t>global</a:t>
              </a:r>
              <a:br>
                <a:rPr i="1" lang="en-US" sz="2400">
                  <a:solidFill>
                    <a:schemeClr val="lt1"/>
                  </a:solidFill>
                  <a:latin typeface="Calibri"/>
                  <a:ea typeface="Calibri"/>
                  <a:cs typeface="Calibri"/>
                  <a:sym typeface="Calibri"/>
                </a:rPr>
              </a:br>
              <a:r>
                <a:rPr i="1" lang="en-US" sz="2400">
                  <a:solidFill>
                    <a:schemeClr val="lt1"/>
                  </a:solidFill>
                  <a:latin typeface="Calibri"/>
                  <a:ea typeface="Calibri"/>
                  <a:cs typeface="Calibri"/>
                  <a:sym typeface="Calibri"/>
                </a:rPr>
                <a:t>ISP</a:t>
              </a:r>
              <a:endParaRPr/>
            </a:p>
          </p:txBody>
        </p:sp>
        <p:cxnSp>
          <p:nvCxnSpPr>
            <p:cNvPr id="6490" name="Google Shape;6490;p59"/>
            <p:cNvCxnSpPr/>
            <p:nvPr/>
          </p:nvCxnSpPr>
          <p:spPr>
            <a:xfrm>
              <a:off x="2298266" y="4320839"/>
              <a:ext cx="1971675" cy="211138"/>
            </a:xfrm>
            <a:prstGeom prst="straightConnector1">
              <a:avLst/>
            </a:prstGeom>
            <a:noFill/>
            <a:ln cap="flat" cmpd="sng" w="9525">
              <a:solidFill>
                <a:schemeClr val="dk1"/>
              </a:solidFill>
              <a:prstDash val="solid"/>
              <a:round/>
              <a:headEnd len="med" w="med" type="none"/>
              <a:tailEnd len="med" w="med" type="none"/>
            </a:ln>
          </p:spPr>
        </p:cxnSp>
        <p:cxnSp>
          <p:nvCxnSpPr>
            <p:cNvPr id="6491" name="Google Shape;6491;p59"/>
            <p:cNvCxnSpPr/>
            <p:nvPr/>
          </p:nvCxnSpPr>
          <p:spPr>
            <a:xfrm flipH="1" rot="10800000">
              <a:off x="2525278" y="4633577"/>
              <a:ext cx="1744663" cy="411162"/>
            </a:xfrm>
            <a:prstGeom prst="straightConnector1">
              <a:avLst/>
            </a:prstGeom>
            <a:noFill/>
            <a:ln cap="flat" cmpd="sng" w="9525">
              <a:solidFill>
                <a:schemeClr val="dk1"/>
              </a:solidFill>
              <a:prstDash val="solid"/>
              <a:round/>
              <a:headEnd len="med" w="med" type="none"/>
              <a:tailEnd len="med" w="med" type="none"/>
            </a:ln>
          </p:spPr>
        </p:cxnSp>
        <p:cxnSp>
          <p:nvCxnSpPr>
            <p:cNvPr id="6492" name="Google Shape;6492;p59"/>
            <p:cNvCxnSpPr/>
            <p:nvPr/>
          </p:nvCxnSpPr>
          <p:spPr>
            <a:xfrm flipH="1" rot="10800000">
              <a:off x="2928503" y="4682789"/>
              <a:ext cx="1431925" cy="755650"/>
            </a:xfrm>
            <a:prstGeom prst="straightConnector1">
              <a:avLst/>
            </a:prstGeom>
            <a:noFill/>
            <a:ln cap="flat" cmpd="sng" w="9525">
              <a:solidFill>
                <a:schemeClr val="dk1"/>
              </a:solidFill>
              <a:prstDash val="solid"/>
              <a:round/>
              <a:headEnd len="med" w="med" type="none"/>
              <a:tailEnd len="med" w="med" type="none"/>
            </a:ln>
          </p:spPr>
        </p:cxnSp>
        <p:cxnSp>
          <p:nvCxnSpPr>
            <p:cNvPr id="6493" name="Google Shape;6493;p59"/>
            <p:cNvCxnSpPr/>
            <p:nvPr/>
          </p:nvCxnSpPr>
          <p:spPr>
            <a:xfrm flipH="1" rot="10800000">
              <a:off x="4520766" y="4703427"/>
              <a:ext cx="57150" cy="1211262"/>
            </a:xfrm>
            <a:prstGeom prst="straightConnector1">
              <a:avLst/>
            </a:prstGeom>
            <a:noFill/>
            <a:ln cap="flat" cmpd="sng" w="9525">
              <a:solidFill>
                <a:schemeClr val="dk1"/>
              </a:solidFill>
              <a:prstDash val="solid"/>
              <a:round/>
              <a:headEnd len="med" w="med" type="none"/>
              <a:tailEnd len="med" w="med" type="none"/>
            </a:ln>
          </p:spPr>
        </p:cxnSp>
        <p:cxnSp>
          <p:nvCxnSpPr>
            <p:cNvPr id="6494" name="Google Shape;6494;p59"/>
            <p:cNvCxnSpPr/>
            <p:nvPr/>
          </p:nvCxnSpPr>
          <p:spPr>
            <a:xfrm flipH="1" rot="10800000">
              <a:off x="5747903" y="4932027"/>
              <a:ext cx="6350" cy="1135062"/>
            </a:xfrm>
            <a:prstGeom prst="straightConnector1">
              <a:avLst/>
            </a:prstGeom>
            <a:noFill/>
            <a:ln cap="flat" cmpd="sng" w="9525">
              <a:solidFill>
                <a:schemeClr val="dk1"/>
              </a:solidFill>
              <a:prstDash val="solid"/>
              <a:round/>
              <a:headEnd len="med" w="med" type="none"/>
              <a:tailEnd len="med" w="med" type="none"/>
            </a:ln>
          </p:spPr>
        </p:cxnSp>
        <p:cxnSp>
          <p:nvCxnSpPr>
            <p:cNvPr id="6495" name="Google Shape;6495;p59"/>
            <p:cNvCxnSpPr/>
            <p:nvPr/>
          </p:nvCxnSpPr>
          <p:spPr>
            <a:xfrm rot="10800000">
              <a:off x="6055878" y="4881227"/>
              <a:ext cx="506413" cy="1058862"/>
            </a:xfrm>
            <a:prstGeom prst="straightConnector1">
              <a:avLst/>
            </a:prstGeom>
            <a:noFill/>
            <a:ln cap="flat" cmpd="sng" w="9525">
              <a:solidFill>
                <a:schemeClr val="dk1"/>
              </a:solidFill>
              <a:prstDash val="solid"/>
              <a:round/>
              <a:headEnd len="med" w="med" type="none"/>
              <a:tailEnd len="med" w="med" type="none"/>
            </a:ln>
          </p:spPr>
        </p:cxnSp>
        <p:cxnSp>
          <p:nvCxnSpPr>
            <p:cNvPr id="6496" name="Google Shape;6496;p59"/>
            <p:cNvCxnSpPr/>
            <p:nvPr/>
          </p:nvCxnSpPr>
          <p:spPr>
            <a:xfrm rot="10800000">
              <a:off x="7173466" y="4646252"/>
              <a:ext cx="1512900" cy="1082700"/>
            </a:xfrm>
            <a:prstGeom prst="straightConnector1">
              <a:avLst/>
            </a:prstGeom>
            <a:noFill/>
            <a:ln cap="flat" cmpd="sng" w="9525">
              <a:solidFill>
                <a:schemeClr val="dk1"/>
              </a:solidFill>
              <a:prstDash val="solid"/>
              <a:round/>
              <a:headEnd len="med" w="med" type="none"/>
              <a:tailEnd len="med" w="med" type="none"/>
            </a:ln>
          </p:spPr>
        </p:cxnSp>
        <p:cxnSp>
          <p:nvCxnSpPr>
            <p:cNvPr id="6497" name="Google Shape;6497;p59"/>
            <p:cNvCxnSpPr/>
            <p:nvPr/>
          </p:nvCxnSpPr>
          <p:spPr>
            <a:xfrm rot="10800000">
              <a:off x="7230628" y="4524039"/>
              <a:ext cx="2244725" cy="609600"/>
            </a:xfrm>
            <a:prstGeom prst="straightConnector1">
              <a:avLst/>
            </a:prstGeom>
            <a:noFill/>
            <a:ln cap="flat" cmpd="sng" w="9525">
              <a:solidFill>
                <a:schemeClr val="dk1"/>
              </a:solidFill>
              <a:prstDash val="solid"/>
              <a:round/>
              <a:headEnd len="med" w="med" type="none"/>
              <a:tailEnd len="med" w="med" type="none"/>
            </a:ln>
          </p:spPr>
        </p:cxnSp>
        <p:cxnSp>
          <p:nvCxnSpPr>
            <p:cNvPr id="6498" name="Google Shape;6498;p59"/>
            <p:cNvCxnSpPr/>
            <p:nvPr/>
          </p:nvCxnSpPr>
          <p:spPr>
            <a:xfrm flipH="1">
              <a:off x="7172041" y="4219239"/>
              <a:ext cx="2076300" cy="193800"/>
            </a:xfrm>
            <a:prstGeom prst="straightConnector1">
              <a:avLst/>
            </a:prstGeom>
            <a:noFill/>
            <a:ln cap="flat" cmpd="sng" w="9525">
              <a:solidFill>
                <a:schemeClr val="dk1"/>
              </a:solidFill>
              <a:prstDash val="solid"/>
              <a:round/>
              <a:headEnd len="med" w="med" type="none"/>
              <a:tailEnd len="med" w="med" type="none"/>
            </a:ln>
          </p:spPr>
        </p:cxnSp>
        <p:cxnSp>
          <p:nvCxnSpPr>
            <p:cNvPr id="6499" name="Google Shape;6499;p59"/>
            <p:cNvCxnSpPr/>
            <p:nvPr/>
          </p:nvCxnSpPr>
          <p:spPr>
            <a:xfrm flipH="1">
              <a:off x="6992503" y="3287377"/>
              <a:ext cx="1422400" cy="454025"/>
            </a:xfrm>
            <a:prstGeom prst="straightConnector1">
              <a:avLst/>
            </a:prstGeom>
            <a:noFill/>
            <a:ln cap="flat" cmpd="sng" w="9525">
              <a:solidFill>
                <a:schemeClr val="dk1"/>
              </a:solidFill>
              <a:prstDash val="solid"/>
              <a:round/>
              <a:headEnd len="med" w="med" type="none"/>
              <a:tailEnd len="med" w="med" type="none"/>
            </a:ln>
          </p:spPr>
        </p:cxnSp>
        <p:cxnSp>
          <p:nvCxnSpPr>
            <p:cNvPr id="6500" name="Google Shape;6500;p59"/>
            <p:cNvCxnSpPr/>
            <p:nvPr/>
          </p:nvCxnSpPr>
          <p:spPr>
            <a:xfrm flipH="1">
              <a:off x="6816291" y="2863514"/>
              <a:ext cx="898525" cy="728663"/>
            </a:xfrm>
            <a:prstGeom prst="straightConnector1">
              <a:avLst/>
            </a:prstGeom>
            <a:noFill/>
            <a:ln cap="flat" cmpd="sng" w="9525">
              <a:solidFill>
                <a:schemeClr val="dk1"/>
              </a:solidFill>
              <a:prstDash val="solid"/>
              <a:round/>
              <a:headEnd len="med" w="med" type="none"/>
              <a:tailEnd len="med" w="med" type="none"/>
            </a:ln>
          </p:spPr>
        </p:cxnSp>
        <p:cxnSp>
          <p:nvCxnSpPr>
            <p:cNvPr id="6501" name="Google Shape;6501;p59"/>
            <p:cNvCxnSpPr/>
            <p:nvPr/>
          </p:nvCxnSpPr>
          <p:spPr>
            <a:xfrm>
              <a:off x="5981266" y="2441239"/>
              <a:ext cx="555625" cy="1125538"/>
            </a:xfrm>
            <a:prstGeom prst="straightConnector1">
              <a:avLst/>
            </a:prstGeom>
            <a:noFill/>
            <a:ln cap="flat" cmpd="sng" w="9525">
              <a:solidFill>
                <a:schemeClr val="dk1"/>
              </a:solidFill>
              <a:prstDash val="solid"/>
              <a:round/>
              <a:headEnd len="med" w="med" type="none"/>
              <a:tailEnd len="med" w="med" type="none"/>
            </a:ln>
          </p:spPr>
        </p:cxnSp>
        <p:cxnSp>
          <p:nvCxnSpPr>
            <p:cNvPr id="6502" name="Google Shape;6502;p59"/>
            <p:cNvCxnSpPr/>
            <p:nvPr/>
          </p:nvCxnSpPr>
          <p:spPr>
            <a:xfrm>
              <a:off x="3493653" y="2638089"/>
              <a:ext cx="1230313" cy="796925"/>
            </a:xfrm>
            <a:prstGeom prst="straightConnector1">
              <a:avLst/>
            </a:prstGeom>
            <a:noFill/>
            <a:ln cap="flat" cmpd="sng" w="9525">
              <a:solidFill>
                <a:schemeClr val="dk1"/>
              </a:solidFill>
              <a:prstDash val="solid"/>
              <a:round/>
              <a:headEnd len="med" w="med" type="none"/>
              <a:tailEnd len="med" w="med" type="none"/>
            </a:ln>
          </p:spPr>
        </p:cxnSp>
        <p:cxnSp>
          <p:nvCxnSpPr>
            <p:cNvPr id="6503" name="Google Shape;6503;p59"/>
            <p:cNvCxnSpPr/>
            <p:nvPr/>
          </p:nvCxnSpPr>
          <p:spPr>
            <a:xfrm>
              <a:off x="2749116" y="2969877"/>
              <a:ext cx="1885950" cy="519112"/>
            </a:xfrm>
            <a:prstGeom prst="straightConnector1">
              <a:avLst/>
            </a:prstGeom>
            <a:noFill/>
            <a:ln cap="flat" cmpd="sng" w="9525">
              <a:solidFill>
                <a:schemeClr val="dk1"/>
              </a:solidFill>
              <a:prstDash val="solid"/>
              <a:round/>
              <a:headEnd len="med" w="med" type="none"/>
              <a:tailEnd len="med" w="med" type="none"/>
            </a:ln>
          </p:spPr>
        </p:cxnSp>
        <p:cxnSp>
          <p:nvCxnSpPr>
            <p:cNvPr id="6504" name="Google Shape;6504;p59"/>
            <p:cNvCxnSpPr/>
            <p:nvPr/>
          </p:nvCxnSpPr>
          <p:spPr>
            <a:xfrm>
              <a:off x="2361766" y="3338177"/>
              <a:ext cx="2273300" cy="260350"/>
            </a:xfrm>
            <a:prstGeom prst="straightConnector1">
              <a:avLst/>
            </a:prstGeom>
            <a:noFill/>
            <a:ln cap="flat" cmpd="sng" w="9525">
              <a:solidFill>
                <a:schemeClr val="dk1"/>
              </a:solidFill>
              <a:prstDash val="solid"/>
              <a:round/>
              <a:headEnd len="med" w="med" type="none"/>
              <a:tailEnd len="med" w="med" type="none"/>
            </a:ln>
          </p:spPr>
        </p:cxnSp>
        <p:grpSp>
          <p:nvGrpSpPr>
            <p:cNvPr id="6505" name="Google Shape;6505;p59"/>
            <p:cNvGrpSpPr/>
            <p:nvPr/>
          </p:nvGrpSpPr>
          <p:grpSpPr>
            <a:xfrm>
              <a:off x="4279891" y="4448623"/>
              <a:ext cx="626338" cy="344849"/>
              <a:chOff x="7493876" y="2774731"/>
              <a:chExt cx="1481958" cy="894622"/>
            </a:xfrm>
          </p:grpSpPr>
          <p:sp>
            <p:nvSpPr>
              <p:cNvPr id="6506" name="Google Shape;6506;p5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07" name="Google Shape;6507;p5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08" name="Google Shape;6508;p59"/>
              <p:cNvGrpSpPr/>
              <p:nvPr/>
            </p:nvGrpSpPr>
            <p:grpSpPr>
              <a:xfrm>
                <a:off x="7713663" y="2848339"/>
                <a:ext cx="1042107" cy="425543"/>
                <a:chOff x="7786941" y="2884917"/>
                <a:chExt cx="897649" cy="353919"/>
              </a:xfrm>
            </p:grpSpPr>
            <p:sp>
              <p:nvSpPr>
                <p:cNvPr id="6509" name="Google Shape;6509;p5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0" name="Google Shape;6510;p5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1" name="Google Shape;6511;p5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2" name="Google Shape;6512;p5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13" name="Google Shape;6513;p59"/>
            <p:cNvGrpSpPr/>
            <p:nvPr/>
          </p:nvGrpSpPr>
          <p:grpSpPr>
            <a:xfrm>
              <a:off x="6344372" y="3546134"/>
              <a:ext cx="626338" cy="344849"/>
              <a:chOff x="7493876" y="2774731"/>
              <a:chExt cx="1481958" cy="894622"/>
            </a:xfrm>
          </p:grpSpPr>
          <p:sp>
            <p:nvSpPr>
              <p:cNvPr id="6514" name="Google Shape;6514;p5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15" name="Google Shape;6515;p5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16" name="Google Shape;6516;p59"/>
              <p:cNvGrpSpPr/>
              <p:nvPr/>
            </p:nvGrpSpPr>
            <p:grpSpPr>
              <a:xfrm>
                <a:off x="7713663" y="2848339"/>
                <a:ext cx="1042107" cy="425543"/>
                <a:chOff x="7786941" y="2884917"/>
                <a:chExt cx="897649" cy="353919"/>
              </a:xfrm>
            </p:grpSpPr>
            <p:sp>
              <p:nvSpPr>
                <p:cNvPr id="6517" name="Google Shape;6517;p5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8" name="Google Shape;6518;p5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9" name="Google Shape;6519;p5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20" name="Google Shape;6520;p5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21" name="Google Shape;6521;p59"/>
            <p:cNvGrpSpPr/>
            <p:nvPr/>
          </p:nvGrpSpPr>
          <p:grpSpPr>
            <a:xfrm>
              <a:off x="6727154" y="4298718"/>
              <a:ext cx="626338" cy="344849"/>
              <a:chOff x="7493876" y="2774731"/>
              <a:chExt cx="1481958" cy="894622"/>
            </a:xfrm>
          </p:grpSpPr>
          <p:sp>
            <p:nvSpPr>
              <p:cNvPr id="6522" name="Google Shape;6522;p5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23" name="Google Shape;6523;p5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24" name="Google Shape;6524;p59"/>
              <p:cNvGrpSpPr/>
              <p:nvPr/>
            </p:nvGrpSpPr>
            <p:grpSpPr>
              <a:xfrm>
                <a:off x="7713663" y="2848339"/>
                <a:ext cx="1042107" cy="425543"/>
                <a:chOff x="7786941" y="2884917"/>
                <a:chExt cx="897649" cy="353919"/>
              </a:xfrm>
            </p:grpSpPr>
            <p:sp>
              <p:nvSpPr>
                <p:cNvPr id="6525" name="Google Shape;6525;p5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26" name="Google Shape;6526;p5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27" name="Google Shape;6527;p5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28" name="Google Shape;6528;p5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29" name="Google Shape;6529;p59"/>
            <p:cNvGrpSpPr/>
            <p:nvPr/>
          </p:nvGrpSpPr>
          <p:grpSpPr>
            <a:xfrm>
              <a:off x="5837682" y="4055837"/>
              <a:ext cx="626338" cy="344849"/>
              <a:chOff x="7493876" y="2774731"/>
              <a:chExt cx="1481958" cy="894622"/>
            </a:xfrm>
          </p:grpSpPr>
          <p:sp>
            <p:nvSpPr>
              <p:cNvPr id="6530" name="Google Shape;6530;p5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31" name="Google Shape;6531;p5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32" name="Google Shape;6532;p59"/>
              <p:cNvGrpSpPr/>
              <p:nvPr/>
            </p:nvGrpSpPr>
            <p:grpSpPr>
              <a:xfrm>
                <a:off x="7713663" y="2848339"/>
                <a:ext cx="1042107" cy="425543"/>
                <a:chOff x="7786941" y="2884917"/>
                <a:chExt cx="897649" cy="353919"/>
              </a:xfrm>
            </p:grpSpPr>
            <p:sp>
              <p:nvSpPr>
                <p:cNvPr id="6533" name="Google Shape;6533;p5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34" name="Google Shape;6534;p5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35" name="Google Shape;6535;p5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36" name="Google Shape;6536;p5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37" name="Google Shape;6537;p59"/>
            <p:cNvGrpSpPr/>
            <p:nvPr/>
          </p:nvGrpSpPr>
          <p:grpSpPr>
            <a:xfrm>
              <a:off x="5550814" y="4588885"/>
              <a:ext cx="626338" cy="344849"/>
              <a:chOff x="7493876" y="2774731"/>
              <a:chExt cx="1481958" cy="894622"/>
            </a:xfrm>
          </p:grpSpPr>
          <p:sp>
            <p:nvSpPr>
              <p:cNvPr id="6538" name="Google Shape;6538;p5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39" name="Google Shape;6539;p5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40" name="Google Shape;6540;p59"/>
              <p:cNvGrpSpPr/>
              <p:nvPr/>
            </p:nvGrpSpPr>
            <p:grpSpPr>
              <a:xfrm>
                <a:off x="7713663" y="2848339"/>
                <a:ext cx="1042107" cy="425543"/>
                <a:chOff x="7786941" y="2884917"/>
                <a:chExt cx="897649" cy="353919"/>
              </a:xfrm>
            </p:grpSpPr>
            <p:sp>
              <p:nvSpPr>
                <p:cNvPr id="6541" name="Google Shape;6541;p5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42" name="Google Shape;6542;p5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43" name="Google Shape;6543;p5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44" name="Google Shape;6544;p5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45" name="Google Shape;6545;p59"/>
            <p:cNvGrpSpPr/>
            <p:nvPr/>
          </p:nvGrpSpPr>
          <p:grpSpPr>
            <a:xfrm>
              <a:off x="4962853" y="4139117"/>
              <a:ext cx="626338" cy="344849"/>
              <a:chOff x="7493876" y="2774731"/>
              <a:chExt cx="1481958" cy="894622"/>
            </a:xfrm>
          </p:grpSpPr>
          <p:sp>
            <p:nvSpPr>
              <p:cNvPr id="6546" name="Google Shape;6546;p5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47" name="Google Shape;6547;p5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48" name="Google Shape;6548;p59"/>
              <p:cNvGrpSpPr/>
              <p:nvPr/>
            </p:nvGrpSpPr>
            <p:grpSpPr>
              <a:xfrm>
                <a:off x="7713663" y="2848339"/>
                <a:ext cx="1042107" cy="425543"/>
                <a:chOff x="7786941" y="2884917"/>
                <a:chExt cx="897649" cy="353919"/>
              </a:xfrm>
            </p:grpSpPr>
            <p:sp>
              <p:nvSpPr>
                <p:cNvPr id="6549" name="Google Shape;6549;p5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50" name="Google Shape;6550;p5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51" name="Google Shape;6551;p5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52" name="Google Shape;6552;p5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553" name="Google Shape;6553;p59"/>
            <p:cNvGrpSpPr/>
            <p:nvPr/>
          </p:nvGrpSpPr>
          <p:grpSpPr>
            <a:xfrm>
              <a:off x="5243803" y="3734721"/>
              <a:ext cx="626338" cy="344849"/>
              <a:chOff x="7493876" y="2774731"/>
              <a:chExt cx="1481958" cy="894622"/>
            </a:xfrm>
          </p:grpSpPr>
          <p:sp>
            <p:nvSpPr>
              <p:cNvPr id="6554" name="Google Shape;6554;p5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55" name="Google Shape;6555;p5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56" name="Google Shape;6556;p59"/>
              <p:cNvGrpSpPr/>
              <p:nvPr/>
            </p:nvGrpSpPr>
            <p:grpSpPr>
              <a:xfrm>
                <a:off x="7713663" y="2848339"/>
                <a:ext cx="1042107" cy="425543"/>
                <a:chOff x="7786941" y="2884917"/>
                <a:chExt cx="897649" cy="353919"/>
              </a:xfrm>
            </p:grpSpPr>
            <p:sp>
              <p:nvSpPr>
                <p:cNvPr id="6557" name="Google Shape;6557;p5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58" name="Google Shape;6558;p5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59" name="Google Shape;6559;p5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60" name="Google Shape;6560;p5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cxnSp>
          <p:nvCxnSpPr>
            <p:cNvPr id="6561" name="Google Shape;6561;p59"/>
            <p:cNvCxnSpPr>
              <a:endCxn id="6562" idx="9"/>
            </p:cNvCxnSpPr>
            <p:nvPr/>
          </p:nvCxnSpPr>
          <p:spPr>
            <a:xfrm flipH="1">
              <a:off x="4883202" y="2316723"/>
              <a:ext cx="105900" cy="1126500"/>
            </a:xfrm>
            <a:prstGeom prst="straightConnector1">
              <a:avLst/>
            </a:prstGeom>
            <a:noFill/>
            <a:ln cap="flat" cmpd="sng" w="9525">
              <a:solidFill>
                <a:schemeClr val="dk1"/>
              </a:solidFill>
              <a:prstDash val="solid"/>
              <a:round/>
              <a:headEnd len="med" w="med" type="none"/>
              <a:tailEnd len="med" w="med" type="none"/>
            </a:ln>
          </p:spPr>
        </p:cxnSp>
        <p:grpSp>
          <p:nvGrpSpPr>
            <p:cNvPr id="6563" name="Google Shape;6563;p59"/>
            <p:cNvGrpSpPr/>
            <p:nvPr/>
          </p:nvGrpSpPr>
          <p:grpSpPr>
            <a:xfrm>
              <a:off x="4570926" y="3361080"/>
              <a:ext cx="626338" cy="344849"/>
              <a:chOff x="7493876" y="2774731"/>
              <a:chExt cx="1481958" cy="894622"/>
            </a:xfrm>
          </p:grpSpPr>
          <p:sp>
            <p:nvSpPr>
              <p:cNvPr id="6564" name="Google Shape;6564;p5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565" name="Google Shape;6565;p5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566" name="Google Shape;6566;p59"/>
              <p:cNvGrpSpPr/>
              <p:nvPr/>
            </p:nvGrpSpPr>
            <p:grpSpPr>
              <a:xfrm>
                <a:off x="7713663" y="2848339"/>
                <a:ext cx="1042107" cy="425543"/>
                <a:chOff x="7786941" y="2884917"/>
                <a:chExt cx="897649" cy="353919"/>
              </a:xfrm>
            </p:grpSpPr>
            <p:sp>
              <p:nvSpPr>
                <p:cNvPr id="6562" name="Google Shape;6562;p5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67" name="Google Shape;6567;p5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68" name="Google Shape;6568;p5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69" name="Google Shape;6569;p5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grpSp>
        <p:nvGrpSpPr>
          <p:cNvPr id="6570" name="Google Shape;6570;p59"/>
          <p:cNvGrpSpPr/>
          <p:nvPr/>
        </p:nvGrpSpPr>
        <p:grpSpPr>
          <a:xfrm>
            <a:off x="1589588" y="1850610"/>
            <a:ext cx="8467869" cy="4691676"/>
            <a:chOff x="124589" y="1837771"/>
            <a:chExt cx="8466729" cy="4692037"/>
          </a:xfrm>
        </p:grpSpPr>
        <p:grpSp>
          <p:nvGrpSpPr>
            <p:cNvPr id="6571" name="Google Shape;6571;p59"/>
            <p:cNvGrpSpPr/>
            <p:nvPr/>
          </p:nvGrpSpPr>
          <p:grpSpPr>
            <a:xfrm>
              <a:off x="1529396" y="2297655"/>
              <a:ext cx="648422" cy="418253"/>
              <a:chOff x="3053396" y="4304255"/>
              <a:chExt cx="648422" cy="418253"/>
            </a:xfrm>
          </p:grpSpPr>
          <p:sp>
            <p:nvSpPr>
              <p:cNvPr id="6572" name="Google Shape;6572;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73" name="Google Shape;6573;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574" name="Google Shape;6574;p59"/>
            <p:cNvGrpSpPr/>
            <p:nvPr/>
          </p:nvGrpSpPr>
          <p:grpSpPr>
            <a:xfrm>
              <a:off x="373696" y="3097755"/>
              <a:ext cx="648422" cy="418253"/>
              <a:chOff x="3053396" y="4304255"/>
              <a:chExt cx="648422" cy="418253"/>
            </a:xfrm>
          </p:grpSpPr>
          <p:sp>
            <p:nvSpPr>
              <p:cNvPr id="6575" name="Google Shape;6575;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76" name="Google Shape;6576;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577" name="Google Shape;6577;p59"/>
            <p:cNvGrpSpPr/>
            <p:nvPr/>
          </p:nvGrpSpPr>
          <p:grpSpPr>
            <a:xfrm>
              <a:off x="6037896" y="2551655"/>
              <a:ext cx="648422" cy="418253"/>
              <a:chOff x="3053396" y="4304255"/>
              <a:chExt cx="648422" cy="418253"/>
            </a:xfrm>
          </p:grpSpPr>
          <p:sp>
            <p:nvSpPr>
              <p:cNvPr id="6578" name="Google Shape;6578;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79" name="Google Shape;6579;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580" name="Google Shape;6580;p59"/>
            <p:cNvGrpSpPr/>
            <p:nvPr/>
          </p:nvGrpSpPr>
          <p:grpSpPr>
            <a:xfrm>
              <a:off x="945196" y="5409155"/>
              <a:ext cx="648422" cy="418253"/>
              <a:chOff x="3053396" y="4304255"/>
              <a:chExt cx="648422" cy="418253"/>
            </a:xfrm>
          </p:grpSpPr>
          <p:sp>
            <p:nvSpPr>
              <p:cNvPr id="6581" name="Google Shape;6581;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2" name="Google Shape;6582;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583" name="Google Shape;6583;p59"/>
            <p:cNvGrpSpPr/>
            <p:nvPr/>
          </p:nvGrpSpPr>
          <p:grpSpPr>
            <a:xfrm>
              <a:off x="526096" y="4786855"/>
              <a:ext cx="648422" cy="418253"/>
              <a:chOff x="3053396" y="4304255"/>
              <a:chExt cx="648422" cy="418253"/>
            </a:xfrm>
          </p:grpSpPr>
          <p:sp>
            <p:nvSpPr>
              <p:cNvPr id="6584" name="Google Shape;6584;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5" name="Google Shape;6585;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586" name="Google Shape;6586;p59"/>
            <p:cNvGrpSpPr/>
            <p:nvPr/>
          </p:nvGrpSpPr>
          <p:grpSpPr>
            <a:xfrm>
              <a:off x="297496" y="4126455"/>
              <a:ext cx="648422" cy="418253"/>
              <a:chOff x="3053396" y="4304255"/>
              <a:chExt cx="648422" cy="418253"/>
            </a:xfrm>
          </p:grpSpPr>
          <p:sp>
            <p:nvSpPr>
              <p:cNvPr id="6587" name="Google Shape;6587;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8" name="Google Shape;6588;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589" name="Google Shape;6589;p59"/>
            <p:cNvGrpSpPr/>
            <p:nvPr/>
          </p:nvGrpSpPr>
          <p:grpSpPr>
            <a:xfrm>
              <a:off x="6787196" y="2983455"/>
              <a:ext cx="648422" cy="418253"/>
              <a:chOff x="3053396" y="4304255"/>
              <a:chExt cx="648422" cy="418253"/>
            </a:xfrm>
          </p:grpSpPr>
          <p:sp>
            <p:nvSpPr>
              <p:cNvPr id="6590" name="Google Shape;6590;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91" name="Google Shape;6591;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592" name="Google Shape;6592;p59"/>
            <p:cNvGrpSpPr/>
            <p:nvPr/>
          </p:nvGrpSpPr>
          <p:grpSpPr>
            <a:xfrm>
              <a:off x="3129596" y="2056355"/>
              <a:ext cx="648422" cy="418253"/>
              <a:chOff x="3053396" y="4304255"/>
              <a:chExt cx="648422" cy="418253"/>
            </a:xfrm>
          </p:grpSpPr>
          <p:sp>
            <p:nvSpPr>
              <p:cNvPr id="6593" name="Google Shape;6593;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94" name="Google Shape;6594;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595" name="Google Shape;6595;p59"/>
            <p:cNvGrpSpPr/>
            <p:nvPr/>
          </p:nvGrpSpPr>
          <p:grpSpPr>
            <a:xfrm>
              <a:off x="754696" y="2704055"/>
              <a:ext cx="648422" cy="418253"/>
              <a:chOff x="3053396" y="4304255"/>
              <a:chExt cx="648422" cy="418253"/>
            </a:xfrm>
          </p:grpSpPr>
          <p:sp>
            <p:nvSpPr>
              <p:cNvPr id="6596" name="Google Shape;6596;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97" name="Google Shape;6597;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598" name="Google Shape;6598;p59"/>
            <p:cNvGrpSpPr/>
            <p:nvPr/>
          </p:nvGrpSpPr>
          <p:grpSpPr>
            <a:xfrm>
              <a:off x="4043996" y="2030955"/>
              <a:ext cx="648422" cy="418253"/>
              <a:chOff x="3053396" y="4304255"/>
              <a:chExt cx="648422" cy="418253"/>
            </a:xfrm>
          </p:grpSpPr>
          <p:sp>
            <p:nvSpPr>
              <p:cNvPr id="6599" name="Google Shape;6599;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0" name="Google Shape;6600;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601" name="Google Shape;6601;p59"/>
            <p:cNvGrpSpPr/>
            <p:nvPr/>
          </p:nvGrpSpPr>
          <p:grpSpPr>
            <a:xfrm>
              <a:off x="7104696" y="5663155"/>
              <a:ext cx="648422" cy="418253"/>
              <a:chOff x="3053396" y="4304255"/>
              <a:chExt cx="648422" cy="418253"/>
            </a:xfrm>
          </p:grpSpPr>
          <p:sp>
            <p:nvSpPr>
              <p:cNvPr id="6602" name="Google Shape;6602;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3" name="Google Shape;6603;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604" name="Google Shape;6604;p59"/>
            <p:cNvGrpSpPr/>
            <p:nvPr/>
          </p:nvGrpSpPr>
          <p:grpSpPr>
            <a:xfrm>
              <a:off x="7942896" y="5015455"/>
              <a:ext cx="648422" cy="418253"/>
              <a:chOff x="3053396" y="4304255"/>
              <a:chExt cx="648422" cy="418253"/>
            </a:xfrm>
          </p:grpSpPr>
          <p:sp>
            <p:nvSpPr>
              <p:cNvPr id="6605" name="Google Shape;6605;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6" name="Google Shape;6606;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607" name="Google Shape;6607;p59"/>
            <p:cNvGrpSpPr/>
            <p:nvPr/>
          </p:nvGrpSpPr>
          <p:grpSpPr>
            <a:xfrm>
              <a:off x="7714296" y="4101055"/>
              <a:ext cx="648422" cy="418253"/>
              <a:chOff x="3053396" y="4304255"/>
              <a:chExt cx="648422" cy="418253"/>
            </a:xfrm>
          </p:grpSpPr>
          <p:sp>
            <p:nvSpPr>
              <p:cNvPr id="6608" name="Google Shape;6608;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9" name="Google Shape;6609;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610" name="Google Shape;6610;p59"/>
            <p:cNvGrpSpPr/>
            <p:nvPr/>
          </p:nvGrpSpPr>
          <p:grpSpPr>
            <a:xfrm>
              <a:off x="4869496" y="5904455"/>
              <a:ext cx="648422" cy="418253"/>
              <a:chOff x="3053396" y="4304255"/>
              <a:chExt cx="648422" cy="418253"/>
            </a:xfrm>
          </p:grpSpPr>
          <p:sp>
            <p:nvSpPr>
              <p:cNvPr id="6611" name="Google Shape;6611;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12" name="Google Shape;6612;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613" name="Google Shape;6613;p59"/>
            <p:cNvGrpSpPr/>
            <p:nvPr/>
          </p:nvGrpSpPr>
          <p:grpSpPr>
            <a:xfrm>
              <a:off x="3955096" y="6044155"/>
              <a:ext cx="648422" cy="418253"/>
              <a:chOff x="3053396" y="4304255"/>
              <a:chExt cx="648422" cy="418253"/>
            </a:xfrm>
          </p:grpSpPr>
          <p:sp>
            <p:nvSpPr>
              <p:cNvPr id="6614" name="Google Shape;6614;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15" name="Google Shape;6615;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616" name="Google Shape;6616;p59"/>
            <p:cNvGrpSpPr/>
            <p:nvPr/>
          </p:nvGrpSpPr>
          <p:grpSpPr>
            <a:xfrm>
              <a:off x="2735896" y="5891755"/>
              <a:ext cx="648422" cy="418253"/>
              <a:chOff x="3053396" y="4304255"/>
              <a:chExt cx="648422" cy="418253"/>
            </a:xfrm>
          </p:grpSpPr>
          <p:sp>
            <p:nvSpPr>
              <p:cNvPr id="6617" name="Google Shape;6617;p59"/>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18" name="Google Shape;6618;p59"/>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sp>
          <p:nvSpPr>
            <p:cNvPr id="6619" name="Google Shape;6619;p59"/>
            <p:cNvSpPr txBox="1"/>
            <p:nvPr/>
          </p:nvSpPr>
          <p:spPr>
            <a:xfrm rot="1053502">
              <a:off x="5143500" y="1955800"/>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620" name="Google Shape;6620;p59"/>
            <p:cNvSpPr txBox="1"/>
            <p:nvPr/>
          </p:nvSpPr>
          <p:spPr>
            <a:xfrm rot="2829263">
              <a:off x="7429500" y="3429000"/>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621" name="Google Shape;6621;p59"/>
            <p:cNvSpPr txBox="1"/>
            <p:nvPr/>
          </p:nvSpPr>
          <p:spPr>
            <a:xfrm rot="9845918">
              <a:off x="6098241" y="5942112"/>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622" name="Google Shape;6622;p59"/>
            <p:cNvSpPr txBox="1"/>
            <p:nvPr/>
          </p:nvSpPr>
          <p:spPr>
            <a:xfrm rot="-9948738">
              <a:off x="1730786" y="5845469"/>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623" name="Google Shape;6623;p59"/>
            <p:cNvSpPr txBox="1"/>
            <p:nvPr/>
          </p:nvSpPr>
          <p:spPr>
            <a:xfrm rot="-4992697">
              <a:off x="144631" y="3539025"/>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624" name="Google Shape;6624;p59"/>
            <p:cNvSpPr txBox="1"/>
            <p:nvPr/>
          </p:nvSpPr>
          <p:spPr>
            <a:xfrm rot="-1017263">
              <a:off x="2330376" y="1905681"/>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78"/>
                                        </p:tgtEl>
                                        <p:attrNameLst>
                                          <p:attrName>style.visibility</p:attrName>
                                        </p:attrNameLst>
                                      </p:cBhvr>
                                      <p:to>
                                        <p:strVal val="visible"/>
                                      </p:to>
                                    </p:set>
                                    <p:animEffect filter="fade" transition="in">
                                      <p:cBhvr>
                                        <p:cTn dur="500"/>
                                        <p:tgtEl>
                                          <p:spTgt spid="6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9" name="Shape 6629"/>
        <p:cNvGrpSpPr/>
        <p:nvPr/>
      </p:nvGrpSpPr>
      <p:grpSpPr>
        <a:xfrm>
          <a:off x="0" y="0"/>
          <a:ext cx="0" cy="0"/>
          <a:chOff x="0" y="0"/>
          <a:chExt cx="0" cy="0"/>
        </a:xfrm>
      </p:grpSpPr>
      <p:sp>
        <p:nvSpPr>
          <p:cNvPr id="6630" name="Google Shape;6630;p60"/>
          <p:cNvSpPr/>
          <p:nvPr/>
        </p:nvSpPr>
        <p:spPr>
          <a:xfrm>
            <a:off x="2884400" y="2782791"/>
            <a:ext cx="3475038" cy="13811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6631" name="Google Shape;6631;p60"/>
          <p:cNvCxnSpPr/>
          <p:nvPr/>
        </p:nvCxnSpPr>
        <p:spPr>
          <a:xfrm>
            <a:off x="4108363" y="3025678"/>
            <a:ext cx="1146175" cy="73025"/>
          </a:xfrm>
          <a:prstGeom prst="straightConnector1">
            <a:avLst/>
          </a:prstGeom>
          <a:noFill/>
          <a:ln cap="flat" cmpd="sng" w="15875">
            <a:solidFill>
              <a:srgbClr val="000000"/>
            </a:solidFill>
            <a:prstDash val="solid"/>
            <a:round/>
            <a:headEnd len="med" w="med" type="none"/>
            <a:tailEnd len="med" w="med" type="none"/>
          </a:ln>
        </p:spPr>
      </p:cxnSp>
      <p:cxnSp>
        <p:nvCxnSpPr>
          <p:cNvPr id="6632" name="Google Shape;6632;p60"/>
          <p:cNvCxnSpPr/>
          <p:nvPr/>
        </p:nvCxnSpPr>
        <p:spPr>
          <a:xfrm>
            <a:off x="4702088" y="3325716"/>
            <a:ext cx="130175" cy="84137"/>
          </a:xfrm>
          <a:prstGeom prst="straightConnector1">
            <a:avLst/>
          </a:prstGeom>
          <a:noFill/>
          <a:ln cap="flat" cmpd="sng" w="15875">
            <a:solidFill>
              <a:srgbClr val="000000"/>
            </a:solidFill>
            <a:prstDash val="solid"/>
            <a:round/>
            <a:headEnd len="med" w="med" type="none"/>
            <a:tailEnd len="med" w="med" type="none"/>
          </a:ln>
        </p:spPr>
      </p:cxnSp>
      <p:cxnSp>
        <p:nvCxnSpPr>
          <p:cNvPr id="6633" name="Google Shape;6633;p60"/>
          <p:cNvCxnSpPr/>
          <p:nvPr/>
        </p:nvCxnSpPr>
        <p:spPr>
          <a:xfrm flipH="1" rot="10800000">
            <a:off x="4486188" y="3530503"/>
            <a:ext cx="263525" cy="46038"/>
          </a:xfrm>
          <a:prstGeom prst="straightConnector1">
            <a:avLst/>
          </a:prstGeom>
          <a:noFill/>
          <a:ln cap="flat" cmpd="sng" w="15875">
            <a:solidFill>
              <a:srgbClr val="000000"/>
            </a:solidFill>
            <a:prstDash val="solid"/>
            <a:round/>
            <a:headEnd len="med" w="med" type="none"/>
            <a:tailEnd len="med" w="med" type="none"/>
          </a:ln>
        </p:spPr>
      </p:cxnSp>
      <p:cxnSp>
        <p:nvCxnSpPr>
          <p:cNvPr id="6634" name="Google Shape;6634;p60"/>
          <p:cNvCxnSpPr/>
          <p:nvPr/>
        </p:nvCxnSpPr>
        <p:spPr>
          <a:xfrm flipH="1" rot="10800000">
            <a:off x="4165513" y="3354291"/>
            <a:ext cx="209550" cy="109537"/>
          </a:xfrm>
          <a:prstGeom prst="straightConnector1">
            <a:avLst/>
          </a:prstGeom>
          <a:noFill/>
          <a:ln cap="flat" cmpd="sng" w="15875">
            <a:solidFill>
              <a:srgbClr val="000000"/>
            </a:solidFill>
            <a:prstDash val="solid"/>
            <a:round/>
            <a:headEnd len="med" w="med" type="none"/>
            <a:tailEnd len="med" w="med" type="none"/>
          </a:ln>
        </p:spPr>
      </p:cxnSp>
      <p:cxnSp>
        <p:nvCxnSpPr>
          <p:cNvPr id="6635" name="Google Shape;6635;p60"/>
          <p:cNvCxnSpPr/>
          <p:nvPr/>
        </p:nvCxnSpPr>
        <p:spPr>
          <a:xfrm flipH="1" rot="10800000">
            <a:off x="3827375" y="3654328"/>
            <a:ext cx="222250" cy="98425"/>
          </a:xfrm>
          <a:prstGeom prst="straightConnector1">
            <a:avLst/>
          </a:prstGeom>
          <a:noFill/>
          <a:ln cap="flat" cmpd="sng" w="15875">
            <a:solidFill>
              <a:srgbClr val="000000"/>
            </a:solidFill>
            <a:prstDash val="solid"/>
            <a:round/>
            <a:headEnd len="med" w="med" type="none"/>
            <a:tailEnd len="med" w="med" type="none"/>
          </a:ln>
        </p:spPr>
      </p:cxnSp>
      <p:cxnSp>
        <p:nvCxnSpPr>
          <p:cNvPr id="6636" name="Google Shape;6636;p60"/>
          <p:cNvCxnSpPr/>
          <p:nvPr/>
        </p:nvCxnSpPr>
        <p:spPr>
          <a:xfrm flipH="1" rot="10800000">
            <a:off x="4719550" y="3579716"/>
            <a:ext cx="273050" cy="254000"/>
          </a:xfrm>
          <a:prstGeom prst="straightConnector1">
            <a:avLst/>
          </a:prstGeom>
          <a:noFill/>
          <a:ln cap="flat" cmpd="sng" w="15875">
            <a:solidFill>
              <a:srgbClr val="000000"/>
            </a:solidFill>
            <a:prstDash val="solid"/>
            <a:round/>
            <a:headEnd len="med" w="med" type="none"/>
            <a:tailEnd len="med" w="med" type="none"/>
          </a:ln>
        </p:spPr>
      </p:cxnSp>
      <p:cxnSp>
        <p:nvCxnSpPr>
          <p:cNvPr id="6637" name="Google Shape;6637;p60"/>
          <p:cNvCxnSpPr/>
          <p:nvPr/>
        </p:nvCxnSpPr>
        <p:spPr>
          <a:xfrm rot="10800000">
            <a:off x="5251363" y="3565428"/>
            <a:ext cx="387350" cy="125413"/>
          </a:xfrm>
          <a:prstGeom prst="straightConnector1">
            <a:avLst/>
          </a:prstGeom>
          <a:noFill/>
          <a:ln cap="flat" cmpd="sng" w="15875">
            <a:solidFill>
              <a:srgbClr val="000000"/>
            </a:solidFill>
            <a:prstDash val="solid"/>
            <a:round/>
            <a:headEnd len="med" w="med" type="none"/>
            <a:tailEnd len="med" w="med" type="none"/>
          </a:ln>
        </p:spPr>
      </p:cxnSp>
      <p:cxnSp>
        <p:nvCxnSpPr>
          <p:cNvPr id="6638" name="Google Shape;6638;p60"/>
          <p:cNvCxnSpPr/>
          <p:nvPr/>
        </p:nvCxnSpPr>
        <p:spPr>
          <a:xfrm flipH="1" rot="10800000">
            <a:off x="5237075" y="3216178"/>
            <a:ext cx="307975" cy="198438"/>
          </a:xfrm>
          <a:prstGeom prst="straightConnector1">
            <a:avLst/>
          </a:prstGeom>
          <a:noFill/>
          <a:ln cap="flat" cmpd="sng" w="15875">
            <a:solidFill>
              <a:srgbClr val="000000"/>
            </a:solidFill>
            <a:prstDash val="solid"/>
            <a:round/>
            <a:headEnd len="med" w="med" type="none"/>
            <a:tailEnd len="med" w="med" type="none"/>
          </a:ln>
        </p:spPr>
      </p:cxnSp>
      <p:cxnSp>
        <p:nvCxnSpPr>
          <p:cNvPr id="6639" name="Google Shape;6639;p60"/>
          <p:cNvCxnSpPr/>
          <p:nvPr/>
        </p:nvCxnSpPr>
        <p:spPr>
          <a:xfrm rot="10800000">
            <a:off x="4109950" y="3086003"/>
            <a:ext cx="246063" cy="87313"/>
          </a:xfrm>
          <a:prstGeom prst="straightConnector1">
            <a:avLst/>
          </a:prstGeom>
          <a:noFill/>
          <a:ln cap="flat" cmpd="sng" w="15875">
            <a:solidFill>
              <a:srgbClr val="000000"/>
            </a:solidFill>
            <a:prstDash val="solid"/>
            <a:round/>
            <a:headEnd len="med" w="med" type="none"/>
            <a:tailEnd len="med" w="med" type="none"/>
          </a:ln>
        </p:spPr>
      </p:cxnSp>
      <p:sp>
        <p:nvSpPr>
          <p:cNvPr id="6640" name="Google Shape;6640;p60"/>
          <p:cNvSpPr txBox="1"/>
          <p:nvPr/>
        </p:nvSpPr>
        <p:spPr>
          <a:xfrm>
            <a:off x="3044738" y="3127278"/>
            <a:ext cx="80663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Calibri"/>
              <a:buNone/>
            </a:pPr>
            <a:r>
              <a:rPr b="0" i="1" lang="en-US" sz="2400" u="none" cap="none" strike="noStrike">
                <a:solidFill>
                  <a:schemeClr val="lt1"/>
                </a:solidFill>
                <a:latin typeface="Calibri"/>
                <a:ea typeface="Calibri"/>
                <a:cs typeface="Calibri"/>
                <a:sym typeface="Calibri"/>
              </a:rPr>
              <a:t>ISP A</a:t>
            </a:r>
            <a:endParaRPr/>
          </a:p>
        </p:txBody>
      </p:sp>
      <p:grpSp>
        <p:nvGrpSpPr>
          <p:cNvPr id="6641" name="Google Shape;6641;p60"/>
          <p:cNvGrpSpPr/>
          <p:nvPr/>
        </p:nvGrpSpPr>
        <p:grpSpPr>
          <a:xfrm>
            <a:off x="4779875" y="3395180"/>
            <a:ext cx="541338" cy="223023"/>
            <a:chOff x="7493876" y="2774731"/>
            <a:chExt cx="1481958" cy="894622"/>
          </a:xfrm>
        </p:grpSpPr>
        <p:sp>
          <p:nvSpPr>
            <p:cNvPr id="6642" name="Google Shape;6642;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643" name="Google Shape;6643;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644" name="Google Shape;6644;p60"/>
            <p:cNvGrpSpPr/>
            <p:nvPr/>
          </p:nvGrpSpPr>
          <p:grpSpPr>
            <a:xfrm>
              <a:off x="7713663" y="2848339"/>
              <a:ext cx="1042107" cy="425543"/>
              <a:chOff x="7786941" y="2884917"/>
              <a:chExt cx="897649" cy="353919"/>
            </a:xfrm>
          </p:grpSpPr>
          <p:sp>
            <p:nvSpPr>
              <p:cNvPr id="6645" name="Google Shape;6645;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46" name="Google Shape;6646;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47" name="Google Shape;6647;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48" name="Google Shape;6648;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649" name="Google Shape;6649;p60"/>
          <p:cNvGrpSpPr/>
          <p:nvPr/>
        </p:nvGrpSpPr>
        <p:grpSpPr>
          <a:xfrm>
            <a:off x="5457737" y="3639654"/>
            <a:ext cx="541338" cy="223023"/>
            <a:chOff x="7493876" y="2774731"/>
            <a:chExt cx="1481958" cy="894622"/>
          </a:xfrm>
        </p:grpSpPr>
        <p:sp>
          <p:nvSpPr>
            <p:cNvPr id="6650" name="Google Shape;6650;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651" name="Google Shape;6651;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652" name="Google Shape;6652;p60"/>
            <p:cNvGrpSpPr/>
            <p:nvPr/>
          </p:nvGrpSpPr>
          <p:grpSpPr>
            <a:xfrm>
              <a:off x="7713663" y="2848339"/>
              <a:ext cx="1042107" cy="425543"/>
              <a:chOff x="7786941" y="2884917"/>
              <a:chExt cx="897649" cy="353919"/>
            </a:xfrm>
          </p:grpSpPr>
          <p:sp>
            <p:nvSpPr>
              <p:cNvPr id="6653" name="Google Shape;6653;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54" name="Google Shape;6654;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55" name="Google Shape;6655;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56" name="Google Shape;6656;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657" name="Google Shape;6657;p60"/>
          <p:cNvGrpSpPr/>
          <p:nvPr/>
        </p:nvGrpSpPr>
        <p:grpSpPr>
          <a:xfrm>
            <a:off x="4228292" y="3150704"/>
            <a:ext cx="541338" cy="223023"/>
            <a:chOff x="7493876" y="2774731"/>
            <a:chExt cx="1481958" cy="894622"/>
          </a:xfrm>
        </p:grpSpPr>
        <p:sp>
          <p:nvSpPr>
            <p:cNvPr id="6658" name="Google Shape;6658;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659" name="Google Shape;6659;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660" name="Google Shape;6660;p60"/>
            <p:cNvGrpSpPr/>
            <p:nvPr/>
          </p:nvGrpSpPr>
          <p:grpSpPr>
            <a:xfrm>
              <a:off x="7713663" y="2848339"/>
              <a:ext cx="1042107" cy="425543"/>
              <a:chOff x="7786941" y="2884917"/>
              <a:chExt cx="897649" cy="353919"/>
            </a:xfrm>
          </p:grpSpPr>
          <p:sp>
            <p:nvSpPr>
              <p:cNvPr id="6661" name="Google Shape;6661;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62" name="Google Shape;6662;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63" name="Google Shape;6663;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64" name="Google Shape;6664;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665" name="Google Shape;6665;p60"/>
          <p:cNvGrpSpPr/>
          <p:nvPr/>
        </p:nvGrpSpPr>
        <p:grpSpPr>
          <a:xfrm>
            <a:off x="3972632" y="3451642"/>
            <a:ext cx="541338" cy="223023"/>
            <a:chOff x="7493876" y="2774731"/>
            <a:chExt cx="1481958" cy="894622"/>
          </a:xfrm>
        </p:grpSpPr>
        <p:sp>
          <p:nvSpPr>
            <p:cNvPr id="6666" name="Google Shape;6666;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667" name="Google Shape;6667;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668" name="Google Shape;6668;p60"/>
            <p:cNvGrpSpPr/>
            <p:nvPr/>
          </p:nvGrpSpPr>
          <p:grpSpPr>
            <a:xfrm>
              <a:off x="7713663" y="2848339"/>
              <a:ext cx="1042107" cy="425543"/>
              <a:chOff x="7786941" y="2884917"/>
              <a:chExt cx="897649" cy="353919"/>
            </a:xfrm>
          </p:grpSpPr>
          <p:sp>
            <p:nvSpPr>
              <p:cNvPr id="6669" name="Google Shape;6669;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70" name="Google Shape;6670;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71" name="Google Shape;6671;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72" name="Google Shape;6672;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673" name="Google Shape;6673;p60"/>
          <p:cNvGrpSpPr/>
          <p:nvPr/>
        </p:nvGrpSpPr>
        <p:grpSpPr>
          <a:xfrm>
            <a:off x="3355534" y="3674009"/>
            <a:ext cx="541338" cy="223023"/>
            <a:chOff x="7493876" y="2774731"/>
            <a:chExt cx="1481958" cy="894622"/>
          </a:xfrm>
        </p:grpSpPr>
        <p:sp>
          <p:nvSpPr>
            <p:cNvPr id="6674" name="Google Shape;6674;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675" name="Google Shape;6675;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676" name="Google Shape;6676;p60"/>
            <p:cNvGrpSpPr/>
            <p:nvPr/>
          </p:nvGrpSpPr>
          <p:grpSpPr>
            <a:xfrm>
              <a:off x="7713663" y="2848339"/>
              <a:ext cx="1042107" cy="425543"/>
              <a:chOff x="7786941" y="2884917"/>
              <a:chExt cx="897649" cy="353919"/>
            </a:xfrm>
          </p:grpSpPr>
          <p:sp>
            <p:nvSpPr>
              <p:cNvPr id="6677" name="Google Shape;6677;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78" name="Google Shape;6678;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79" name="Google Shape;6679;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80" name="Google Shape;6680;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681" name="Google Shape;6681;p60"/>
          <p:cNvGrpSpPr/>
          <p:nvPr/>
        </p:nvGrpSpPr>
        <p:grpSpPr>
          <a:xfrm>
            <a:off x="4400287" y="3826770"/>
            <a:ext cx="541338" cy="223023"/>
            <a:chOff x="7493876" y="2774731"/>
            <a:chExt cx="1481958" cy="894622"/>
          </a:xfrm>
        </p:grpSpPr>
        <p:sp>
          <p:nvSpPr>
            <p:cNvPr id="6682" name="Google Shape;6682;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683" name="Google Shape;6683;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684" name="Google Shape;6684;p60"/>
            <p:cNvGrpSpPr/>
            <p:nvPr/>
          </p:nvGrpSpPr>
          <p:grpSpPr>
            <a:xfrm>
              <a:off x="7713663" y="2848339"/>
              <a:ext cx="1042107" cy="425543"/>
              <a:chOff x="7786941" y="2884917"/>
              <a:chExt cx="897649" cy="353919"/>
            </a:xfrm>
          </p:grpSpPr>
          <p:sp>
            <p:nvSpPr>
              <p:cNvPr id="6685" name="Google Shape;6685;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86" name="Google Shape;6686;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87" name="Google Shape;6687;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88" name="Google Shape;6688;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6689" name="Google Shape;6689;p60"/>
          <p:cNvSpPr/>
          <p:nvPr/>
        </p:nvSpPr>
        <p:spPr>
          <a:xfrm>
            <a:off x="2671675" y="4260753"/>
            <a:ext cx="2941638" cy="132397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6690" name="Google Shape;6690;p60"/>
          <p:cNvCxnSpPr/>
          <p:nvPr/>
        </p:nvCxnSpPr>
        <p:spPr>
          <a:xfrm>
            <a:off x="3706725" y="4494116"/>
            <a:ext cx="969963" cy="68262"/>
          </a:xfrm>
          <a:prstGeom prst="straightConnector1">
            <a:avLst/>
          </a:prstGeom>
          <a:noFill/>
          <a:ln cap="flat" cmpd="sng" w="15875">
            <a:solidFill>
              <a:srgbClr val="000000"/>
            </a:solidFill>
            <a:prstDash val="solid"/>
            <a:round/>
            <a:headEnd len="med" w="med" type="none"/>
            <a:tailEnd len="med" w="med" type="none"/>
          </a:ln>
        </p:spPr>
      </p:cxnSp>
      <p:cxnSp>
        <p:nvCxnSpPr>
          <p:cNvPr id="6691" name="Google Shape;6691;p60"/>
          <p:cNvCxnSpPr/>
          <p:nvPr/>
        </p:nvCxnSpPr>
        <p:spPr>
          <a:xfrm>
            <a:off x="4209963" y="4781453"/>
            <a:ext cx="109537" cy="79375"/>
          </a:xfrm>
          <a:prstGeom prst="straightConnector1">
            <a:avLst/>
          </a:prstGeom>
          <a:noFill/>
          <a:ln cap="flat" cmpd="sng" w="15875">
            <a:solidFill>
              <a:srgbClr val="000000"/>
            </a:solidFill>
            <a:prstDash val="solid"/>
            <a:round/>
            <a:headEnd len="med" w="med" type="none"/>
            <a:tailEnd len="med" w="med" type="none"/>
          </a:ln>
        </p:spPr>
      </p:cxnSp>
      <p:cxnSp>
        <p:nvCxnSpPr>
          <p:cNvPr id="6692" name="Google Shape;6692;p60"/>
          <p:cNvCxnSpPr/>
          <p:nvPr/>
        </p:nvCxnSpPr>
        <p:spPr>
          <a:xfrm flipH="1" rot="10800000">
            <a:off x="4027400" y="4976716"/>
            <a:ext cx="222250" cy="44450"/>
          </a:xfrm>
          <a:prstGeom prst="straightConnector1">
            <a:avLst/>
          </a:prstGeom>
          <a:noFill/>
          <a:ln cap="flat" cmpd="sng" w="15875">
            <a:solidFill>
              <a:srgbClr val="000000"/>
            </a:solidFill>
            <a:prstDash val="solid"/>
            <a:round/>
            <a:headEnd len="med" w="med" type="none"/>
            <a:tailEnd len="med" w="med" type="none"/>
          </a:ln>
        </p:spPr>
      </p:cxnSp>
      <p:cxnSp>
        <p:nvCxnSpPr>
          <p:cNvPr id="6693" name="Google Shape;6693;p60"/>
          <p:cNvCxnSpPr/>
          <p:nvPr/>
        </p:nvCxnSpPr>
        <p:spPr>
          <a:xfrm flipH="1" rot="10800000">
            <a:off x="3754350" y="4808441"/>
            <a:ext cx="177800" cy="106362"/>
          </a:xfrm>
          <a:prstGeom prst="straightConnector1">
            <a:avLst/>
          </a:prstGeom>
          <a:noFill/>
          <a:ln cap="flat" cmpd="sng" w="15875">
            <a:solidFill>
              <a:srgbClr val="000000"/>
            </a:solidFill>
            <a:prstDash val="solid"/>
            <a:round/>
            <a:headEnd len="med" w="med" type="none"/>
            <a:tailEnd len="med" w="med" type="none"/>
          </a:ln>
        </p:spPr>
      </p:cxnSp>
      <p:cxnSp>
        <p:nvCxnSpPr>
          <p:cNvPr id="6694" name="Google Shape;6694;p60"/>
          <p:cNvCxnSpPr/>
          <p:nvPr/>
        </p:nvCxnSpPr>
        <p:spPr>
          <a:xfrm flipH="1" rot="10800000">
            <a:off x="3468600" y="5095778"/>
            <a:ext cx="188913" cy="95250"/>
          </a:xfrm>
          <a:prstGeom prst="straightConnector1">
            <a:avLst/>
          </a:prstGeom>
          <a:noFill/>
          <a:ln cap="flat" cmpd="sng" w="15875">
            <a:solidFill>
              <a:srgbClr val="000000"/>
            </a:solidFill>
            <a:prstDash val="solid"/>
            <a:round/>
            <a:headEnd len="med" w="med" type="none"/>
            <a:tailEnd len="med" w="med" type="none"/>
          </a:ln>
        </p:spPr>
      </p:cxnSp>
      <p:cxnSp>
        <p:nvCxnSpPr>
          <p:cNvPr id="6695" name="Google Shape;6695;p60"/>
          <p:cNvCxnSpPr/>
          <p:nvPr/>
        </p:nvCxnSpPr>
        <p:spPr>
          <a:xfrm flipH="1" rot="10800000">
            <a:off x="4224250" y="5024341"/>
            <a:ext cx="231775" cy="244475"/>
          </a:xfrm>
          <a:prstGeom prst="straightConnector1">
            <a:avLst/>
          </a:prstGeom>
          <a:noFill/>
          <a:ln cap="flat" cmpd="sng" w="15875">
            <a:solidFill>
              <a:srgbClr val="000000"/>
            </a:solidFill>
            <a:prstDash val="solid"/>
            <a:round/>
            <a:headEnd len="med" w="med" type="none"/>
            <a:tailEnd len="med" w="med" type="none"/>
          </a:ln>
        </p:spPr>
      </p:cxnSp>
      <p:cxnSp>
        <p:nvCxnSpPr>
          <p:cNvPr id="6696" name="Google Shape;6696;p60"/>
          <p:cNvCxnSpPr/>
          <p:nvPr/>
        </p:nvCxnSpPr>
        <p:spPr>
          <a:xfrm rot="10800000">
            <a:off x="4675100" y="5011641"/>
            <a:ext cx="327025" cy="119062"/>
          </a:xfrm>
          <a:prstGeom prst="straightConnector1">
            <a:avLst/>
          </a:prstGeom>
          <a:noFill/>
          <a:ln cap="flat" cmpd="sng" w="15875">
            <a:solidFill>
              <a:srgbClr val="000000"/>
            </a:solidFill>
            <a:prstDash val="solid"/>
            <a:round/>
            <a:headEnd len="med" w="med" type="none"/>
            <a:tailEnd len="med" w="med" type="none"/>
          </a:ln>
        </p:spPr>
      </p:cxnSp>
      <p:cxnSp>
        <p:nvCxnSpPr>
          <p:cNvPr id="6697" name="Google Shape;6697;p60"/>
          <p:cNvCxnSpPr/>
          <p:nvPr/>
        </p:nvCxnSpPr>
        <p:spPr>
          <a:xfrm flipH="1" rot="10800000">
            <a:off x="4662400" y="4676678"/>
            <a:ext cx="260350" cy="188913"/>
          </a:xfrm>
          <a:prstGeom prst="straightConnector1">
            <a:avLst/>
          </a:prstGeom>
          <a:noFill/>
          <a:ln cap="flat" cmpd="sng" w="15875">
            <a:solidFill>
              <a:srgbClr val="000000"/>
            </a:solidFill>
            <a:prstDash val="solid"/>
            <a:round/>
            <a:headEnd len="med" w="med" type="none"/>
            <a:tailEnd len="med" w="med" type="none"/>
          </a:ln>
        </p:spPr>
      </p:cxnSp>
      <p:cxnSp>
        <p:nvCxnSpPr>
          <p:cNvPr id="6698" name="Google Shape;6698;p60"/>
          <p:cNvCxnSpPr/>
          <p:nvPr/>
        </p:nvCxnSpPr>
        <p:spPr>
          <a:xfrm rot="10800000">
            <a:off x="3708313" y="4551266"/>
            <a:ext cx="207962" cy="84137"/>
          </a:xfrm>
          <a:prstGeom prst="straightConnector1">
            <a:avLst/>
          </a:prstGeom>
          <a:noFill/>
          <a:ln cap="flat" cmpd="sng" w="15875">
            <a:solidFill>
              <a:srgbClr val="000000"/>
            </a:solidFill>
            <a:prstDash val="solid"/>
            <a:round/>
            <a:headEnd len="med" w="med" type="none"/>
            <a:tailEnd len="med" w="med" type="none"/>
          </a:ln>
        </p:spPr>
      </p:cxnSp>
      <p:sp>
        <p:nvSpPr>
          <p:cNvPr id="6699" name="Google Shape;6699;p60"/>
          <p:cNvSpPr txBox="1"/>
          <p:nvPr/>
        </p:nvSpPr>
        <p:spPr>
          <a:xfrm>
            <a:off x="2806613" y="4590953"/>
            <a:ext cx="78899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Calibri"/>
              <a:buNone/>
            </a:pPr>
            <a:r>
              <a:rPr b="0" i="1" lang="en-US" sz="2400" u="none" cap="none" strike="noStrike">
                <a:solidFill>
                  <a:schemeClr val="lt1"/>
                </a:solidFill>
                <a:latin typeface="Calibri"/>
                <a:ea typeface="Calibri"/>
                <a:cs typeface="Calibri"/>
                <a:sym typeface="Calibri"/>
              </a:rPr>
              <a:t>ISP C</a:t>
            </a:r>
            <a:endParaRPr/>
          </a:p>
        </p:txBody>
      </p:sp>
      <p:sp>
        <p:nvSpPr>
          <p:cNvPr id="6700" name="Google Shape;6700;p60"/>
          <p:cNvSpPr/>
          <p:nvPr/>
        </p:nvSpPr>
        <p:spPr>
          <a:xfrm>
            <a:off x="5765713" y="3706716"/>
            <a:ext cx="3219450" cy="13430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6701" name="Google Shape;6701;p60"/>
          <p:cNvCxnSpPr/>
          <p:nvPr/>
        </p:nvCxnSpPr>
        <p:spPr>
          <a:xfrm>
            <a:off x="6899188" y="3943253"/>
            <a:ext cx="1062037" cy="69850"/>
          </a:xfrm>
          <a:prstGeom prst="straightConnector1">
            <a:avLst/>
          </a:prstGeom>
          <a:noFill/>
          <a:ln cap="flat" cmpd="sng" w="15875">
            <a:solidFill>
              <a:srgbClr val="000000"/>
            </a:solidFill>
            <a:prstDash val="solid"/>
            <a:round/>
            <a:headEnd len="med" w="med" type="none"/>
            <a:tailEnd len="med" w="med" type="none"/>
          </a:ln>
        </p:spPr>
      </p:cxnSp>
      <p:cxnSp>
        <p:nvCxnSpPr>
          <p:cNvPr id="6702" name="Google Shape;6702;p60"/>
          <p:cNvCxnSpPr/>
          <p:nvPr/>
        </p:nvCxnSpPr>
        <p:spPr>
          <a:xfrm>
            <a:off x="7450050" y="4233766"/>
            <a:ext cx="120650" cy="82550"/>
          </a:xfrm>
          <a:prstGeom prst="straightConnector1">
            <a:avLst/>
          </a:prstGeom>
          <a:noFill/>
          <a:ln cap="flat" cmpd="sng" w="15875">
            <a:solidFill>
              <a:srgbClr val="000000"/>
            </a:solidFill>
            <a:prstDash val="solid"/>
            <a:round/>
            <a:headEnd len="med" w="med" type="none"/>
            <a:tailEnd len="med" w="med" type="none"/>
          </a:ln>
        </p:spPr>
      </p:cxnSp>
      <p:cxnSp>
        <p:nvCxnSpPr>
          <p:cNvPr id="6703" name="Google Shape;6703;p60"/>
          <p:cNvCxnSpPr/>
          <p:nvPr/>
        </p:nvCxnSpPr>
        <p:spPr>
          <a:xfrm flipH="1" rot="10800000">
            <a:off x="7250025" y="4433791"/>
            <a:ext cx="242888" cy="44450"/>
          </a:xfrm>
          <a:prstGeom prst="straightConnector1">
            <a:avLst/>
          </a:prstGeom>
          <a:noFill/>
          <a:ln cap="flat" cmpd="sng" w="15875">
            <a:solidFill>
              <a:srgbClr val="000000"/>
            </a:solidFill>
            <a:prstDash val="solid"/>
            <a:round/>
            <a:headEnd len="med" w="med" type="none"/>
            <a:tailEnd len="med" w="med" type="none"/>
          </a:ln>
        </p:spPr>
      </p:cxnSp>
      <p:cxnSp>
        <p:nvCxnSpPr>
          <p:cNvPr id="6704" name="Google Shape;6704;p60"/>
          <p:cNvCxnSpPr/>
          <p:nvPr/>
        </p:nvCxnSpPr>
        <p:spPr>
          <a:xfrm flipH="1" rot="10800000">
            <a:off x="6951575" y="4262341"/>
            <a:ext cx="195263" cy="106362"/>
          </a:xfrm>
          <a:prstGeom prst="straightConnector1">
            <a:avLst/>
          </a:prstGeom>
          <a:noFill/>
          <a:ln cap="flat" cmpd="sng" w="15875">
            <a:solidFill>
              <a:srgbClr val="000000"/>
            </a:solidFill>
            <a:prstDash val="solid"/>
            <a:round/>
            <a:headEnd len="med" w="med" type="none"/>
            <a:tailEnd len="med" w="med" type="none"/>
          </a:ln>
        </p:spPr>
      </p:cxnSp>
      <p:cxnSp>
        <p:nvCxnSpPr>
          <p:cNvPr id="6705" name="Google Shape;6705;p60"/>
          <p:cNvCxnSpPr/>
          <p:nvPr/>
        </p:nvCxnSpPr>
        <p:spPr>
          <a:xfrm flipH="1" rot="10800000">
            <a:off x="6638838" y="4554441"/>
            <a:ext cx="206375" cy="95250"/>
          </a:xfrm>
          <a:prstGeom prst="straightConnector1">
            <a:avLst/>
          </a:prstGeom>
          <a:noFill/>
          <a:ln cap="flat" cmpd="sng" w="15875">
            <a:solidFill>
              <a:srgbClr val="000000"/>
            </a:solidFill>
            <a:prstDash val="solid"/>
            <a:round/>
            <a:headEnd len="med" w="med" type="none"/>
            <a:tailEnd len="med" w="med" type="none"/>
          </a:ln>
        </p:spPr>
      </p:cxnSp>
      <p:cxnSp>
        <p:nvCxnSpPr>
          <p:cNvPr id="6706" name="Google Shape;6706;p60"/>
          <p:cNvCxnSpPr/>
          <p:nvPr/>
        </p:nvCxnSpPr>
        <p:spPr>
          <a:xfrm flipH="1" rot="10800000">
            <a:off x="7465925" y="4481416"/>
            <a:ext cx="254000" cy="247650"/>
          </a:xfrm>
          <a:prstGeom prst="straightConnector1">
            <a:avLst/>
          </a:prstGeom>
          <a:noFill/>
          <a:ln cap="flat" cmpd="sng" w="15875">
            <a:solidFill>
              <a:srgbClr val="000000"/>
            </a:solidFill>
            <a:prstDash val="solid"/>
            <a:round/>
            <a:headEnd len="med" w="med" type="none"/>
            <a:tailEnd len="med" w="med" type="none"/>
          </a:ln>
        </p:spPr>
      </p:cxnSp>
      <p:cxnSp>
        <p:nvCxnSpPr>
          <p:cNvPr id="6707" name="Google Shape;6707;p60"/>
          <p:cNvCxnSpPr/>
          <p:nvPr/>
        </p:nvCxnSpPr>
        <p:spPr>
          <a:xfrm rot="10800000">
            <a:off x="7929475" y="4460778"/>
            <a:ext cx="358775" cy="120650"/>
          </a:xfrm>
          <a:prstGeom prst="straightConnector1">
            <a:avLst/>
          </a:prstGeom>
          <a:noFill/>
          <a:ln cap="flat" cmpd="sng" w="15875">
            <a:solidFill>
              <a:srgbClr val="000000"/>
            </a:solidFill>
            <a:prstDash val="solid"/>
            <a:round/>
            <a:headEnd len="med" w="med" type="none"/>
            <a:tailEnd len="med" w="med" type="none"/>
          </a:ln>
        </p:spPr>
      </p:cxnSp>
      <p:cxnSp>
        <p:nvCxnSpPr>
          <p:cNvPr id="6708" name="Google Shape;6708;p60"/>
          <p:cNvCxnSpPr/>
          <p:nvPr/>
        </p:nvCxnSpPr>
        <p:spPr>
          <a:xfrm flipH="1" rot="10800000">
            <a:off x="7945350" y="4127403"/>
            <a:ext cx="285750" cy="192088"/>
          </a:xfrm>
          <a:prstGeom prst="straightConnector1">
            <a:avLst/>
          </a:prstGeom>
          <a:noFill/>
          <a:ln cap="flat" cmpd="sng" w="15875">
            <a:solidFill>
              <a:srgbClr val="000000"/>
            </a:solidFill>
            <a:prstDash val="solid"/>
            <a:round/>
            <a:headEnd len="med" w="med" type="none"/>
            <a:tailEnd len="med" w="med" type="none"/>
          </a:ln>
        </p:spPr>
      </p:cxnSp>
      <p:cxnSp>
        <p:nvCxnSpPr>
          <p:cNvPr id="6709" name="Google Shape;6709;p60"/>
          <p:cNvCxnSpPr/>
          <p:nvPr/>
        </p:nvCxnSpPr>
        <p:spPr>
          <a:xfrm rot="10800000">
            <a:off x="6900775" y="4000403"/>
            <a:ext cx="227013" cy="85725"/>
          </a:xfrm>
          <a:prstGeom prst="straightConnector1">
            <a:avLst/>
          </a:prstGeom>
          <a:noFill/>
          <a:ln cap="flat" cmpd="sng" w="15875">
            <a:solidFill>
              <a:srgbClr val="000000"/>
            </a:solidFill>
            <a:prstDash val="solid"/>
            <a:round/>
            <a:headEnd len="med" w="med" type="none"/>
            <a:tailEnd len="med" w="med" type="none"/>
          </a:ln>
        </p:spPr>
      </p:cxnSp>
      <p:sp>
        <p:nvSpPr>
          <p:cNvPr id="6710" name="Google Shape;6710;p60"/>
          <p:cNvSpPr txBox="1"/>
          <p:nvPr/>
        </p:nvSpPr>
        <p:spPr>
          <a:xfrm>
            <a:off x="5914938" y="4040091"/>
            <a:ext cx="79541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Calibri"/>
              <a:buNone/>
            </a:pPr>
            <a:r>
              <a:rPr b="0" i="1" lang="en-US" sz="2400" u="none" cap="none" strike="noStrike">
                <a:solidFill>
                  <a:schemeClr val="lt1"/>
                </a:solidFill>
                <a:latin typeface="Calibri"/>
                <a:ea typeface="Calibri"/>
                <a:cs typeface="Calibri"/>
                <a:sym typeface="Calibri"/>
              </a:rPr>
              <a:t>ISP B</a:t>
            </a:r>
            <a:endParaRPr/>
          </a:p>
        </p:txBody>
      </p:sp>
      <p:cxnSp>
        <p:nvCxnSpPr>
          <p:cNvPr id="6711" name="Google Shape;6711;p60"/>
          <p:cNvCxnSpPr/>
          <p:nvPr/>
        </p:nvCxnSpPr>
        <p:spPr>
          <a:xfrm>
            <a:off x="3533688" y="2666903"/>
            <a:ext cx="238125" cy="261938"/>
          </a:xfrm>
          <a:prstGeom prst="straightConnector1">
            <a:avLst/>
          </a:prstGeom>
          <a:noFill/>
          <a:ln cap="flat" cmpd="sng" w="9525">
            <a:solidFill>
              <a:srgbClr val="000000"/>
            </a:solidFill>
            <a:prstDash val="solid"/>
            <a:round/>
            <a:headEnd len="med" w="med" type="none"/>
            <a:tailEnd len="med" w="med" type="none"/>
          </a:ln>
        </p:spPr>
      </p:cxnSp>
      <p:cxnSp>
        <p:nvCxnSpPr>
          <p:cNvPr id="6712" name="Google Shape;6712;p60"/>
          <p:cNvCxnSpPr/>
          <p:nvPr/>
        </p:nvCxnSpPr>
        <p:spPr>
          <a:xfrm>
            <a:off x="2789150" y="2906616"/>
            <a:ext cx="831850" cy="61912"/>
          </a:xfrm>
          <a:prstGeom prst="straightConnector1">
            <a:avLst/>
          </a:prstGeom>
          <a:noFill/>
          <a:ln cap="flat" cmpd="sng" w="9525">
            <a:solidFill>
              <a:srgbClr val="000000"/>
            </a:solidFill>
            <a:prstDash val="solid"/>
            <a:round/>
            <a:headEnd len="med" w="med" type="none"/>
            <a:tailEnd len="med" w="med" type="none"/>
          </a:ln>
        </p:spPr>
      </p:cxnSp>
      <p:cxnSp>
        <p:nvCxnSpPr>
          <p:cNvPr id="6713" name="Google Shape;6713;p60"/>
          <p:cNvCxnSpPr/>
          <p:nvPr/>
        </p:nvCxnSpPr>
        <p:spPr>
          <a:xfrm flipH="1" rot="10800000">
            <a:off x="2385925" y="3030441"/>
            <a:ext cx="1303338" cy="277812"/>
          </a:xfrm>
          <a:prstGeom prst="straightConnector1">
            <a:avLst/>
          </a:prstGeom>
          <a:noFill/>
          <a:ln cap="flat" cmpd="sng" w="9525">
            <a:solidFill>
              <a:srgbClr val="000000"/>
            </a:solidFill>
            <a:prstDash val="solid"/>
            <a:round/>
            <a:headEnd len="med" w="med" type="none"/>
            <a:tailEnd len="med" w="med" type="none"/>
          </a:ln>
        </p:spPr>
      </p:cxnSp>
      <p:cxnSp>
        <p:nvCxnSpPr>
          <p:cNvPr id="6714" name="Google Shape;6714;p60"/>
          <p:cNvCxnSpPr/>
          <p:nvPr/>
        </p:nvCxnSpPr>
        <p:spPr>
          <a:xfrm>
            <a:off x="5067213" y="2468466"/>
            <a:ext cx="307975" cy="573087"/>
          </a:xfrm>
          <a:prstGeom prst="straightConnector1">
            <a:avLst/>
          </a:prstGeom>
          <a:noFill/>
          <a:ln cap="flat" cmpd="sng" w="9525">
            <a:solidFill>
              <a:srgbClr val="000000"/>
            </a:solidFill>
            <a:prstDash val="solid"/>
            <a:round/>
            <a:headEnd len="med" w="med" type="none"/>
            <a:tailEnd len="med" w="med" type="none"/>
          </a:ln>
        </p:spPr>
      </p:cxnSp>
      <p:cxnSp>
        <p:nvCxnSpPr>
          <p:cNvPr id="6715" name="Google Shape;6715;p60"/>
          <p:cNvCxnSpPr/>
          <p:nvPr/>
        </p:nvCxnSpPr>
        <p:spPr>
          <a:xfrm flipH="1">
            <a:off x="5576800" y="2446241"/>
            <a:ext cx="384175" cy="579437"/>
          </a:xfrm>
          <a:prstGeom prst="straightConnector1">
            <a:avLst/>
          </a:prstGeom>
          <a:noFill/>
          <a:ln cap="flat" cmpd="sng" w="9525">
            <a:solidFill>
              <a:srgbClr val="000000"/>
            </a:solidFill>
            <a:prstDash val="solid"/>
            <a:round/>
            <a:headEnd len="med" w="med" type="none"/>
            <a:tailEnd len="med" w="med" type="none"/>
          </a:ln>
        </p:spPr>
      </p:cxnSp>
      <p:cxnSp>
        <p:nvCxnSpPr>
          <p:cNvPr id="6716" name="Google Shape;6716;p60"/>
          <p:cNvCxnSpPr/>
          <p:nvPr/>
        </p:nvCxnSpPr>
        <p:spPr>
          <a:xfrm>
            <a:off x="7921538" y="2957416"/>
            <a:ext cx="215900" cy="1046162"/>
          </a:xfrm>
          <a:prstGeom prst="straightConnector1">
            <a:avLst/>
          </a:prstGeom>
          <a:noFill/>
          <a:ln cap="flat" cmpd="sng" w="9525">
            <a:solidFill>
              <a:srgbClr val="000000"/>
            </a:solidFill>
            <a:prstDash val="solid"/>
            <a:round/>
            <a:headEnd len="med" w="med" type="none"/>
            <a:tailEnd len="med" w="med" type="none"/>
          </a:ln>
        </p:spPr>
      </p:cxnSp>
      <p:cxnSp>
        <p:nvCxnSpPr>
          <p:cNvPr id="6717" name="Google Shape;6717;p60"/>
          <p:cNvCxnSpPr/>
          <p:nvPr/>
        </p:nvCxnSpPr>
        <p:spPr>
          <a:xfrm flipH="1">
            <a:off x="8288250" y="3308253"/>
            <a:ext cx="241300" cy="692150"/>
          </a:xfrm>
          <a:prstGeom prst="straightConnector1">
            <a:avLst/>
          </a:prstGeom>
          <a:noFill/>
          <a:ln cap="flat" cmpd="sng" w="9525">
            <a:solidFill>
              <a:srgbClr val="000000"/>
            </a:solidFill>
            <a:prstDash val="solid"/>
            <a:round/>
            <a:headEnd len="med" w="med" type="none"/>
            <a:tailEnd len="med" w="med" type="none"/>
          </a:ln>
        </p:spPr>
      </p:cxnSp>
      <p:cxnSp>
        <p:nvCxnSpPr>
          <p:cNvPr id="6718" name="Google Shape;6718;p60"/>
          <p:cNvCxnSpPr/>
          <p:nvPr/>
        </p:nvCxnSpPr>
        <p:spPr>
          <a:xfrm rot="10800000">
            <a:off x="8605750" y="4630641"/>
            <a:ext cx="796925" cy="614362"/>
          </a:xfrm>
          <a:prstGeom prst="straightConnector1">
            <a:avLst/>
          </a:prstGeom>
          <a:noFill/>
          <a:ln cap="flat" cmpd="sng" w="9525">
            <a:solidFill>
              <a:srgbClr val="000000"/>
            </a:solidFill>
            <a:prstDash val="solid"/>
            <a:round/>
            <a:headEnd len="med" w="med" type="none"/>
            <a:tailEnd len="med" w="med" type="none"/>
          </a:ln>
        </p:spPr>
      </p:cxnSp>
      <p:cxnSp>
        <p:nvCxnSpPr>
          <p:cNvPr id="6719" name="Google Shape;6719;p60"/>
          <p:cNvCxnSpPr/>
          <p:nvPr/>
        </p:nvCxnSpPr>
        <p:spPr>
          <a:xfrm rot="10800000">
            <a:off x="6470563" y="4751291"/>
            <a:ext cx="285750" cy="1160462"/>
          </a:xfrm>
          <a:prstGeom prst="straightConnector1">
            <a:avLst/>
          </a:prstGeom>
          <a:noFill/>
          <a:ln cap="flat" cmpd="sng" w="9525">
            <a:solidFill>
              <a:srgbClr val="000000"/>
            </a:solidFill>
            <a:prstDash val="solid"/>
            <a:round/>
            <a:headEnd len="med" w="med" type="none"/>
            <a:tailEnd len="med" w="med" type="none"/>
          </a:ln>
        </p:spPr>
      </p:cxnSp>
      <p:cxnSp>
        <p:nvCxnSpPr>
          <p:cNvPr id="6720" name="Google Shape;6720;p60"/>
          <p:cNvCxnSpPr/>
          <p:nvPr/>
        </p:nvCxnSpPr>
        <p:spPr>
          <a:xfrm rot="10800000">
            <a:off x="5219613" y="5102128"/>
            <a:ext cx="371475" cy="973138"/>
          </a:xfrm>
          <a:prstGeom prst="straightConnector1">
            <a:avLst/>
          </a:prstGeom>
          <a:noFill/>
          <a:ln cap="flat" cmpd="sng" w="9525">
            <a:solidFill>
              <a:srgbClr val="000000"/>
            </a:solidFill>
            <a:prstDash val="solid"/>
            <a:round/>
            <a:headEnd len="med" w="med" type="none"/>
            <a:tailEnd len="med" w="med" type="none"/>
          </a:ln>
        </p:spPr>
      </p:cxnSp>
      <p:cxnSp>
        <p:nvCxnSpPr>
          <p:cNvPr id="6721" name="Google Shape;6721;p60"/>
          <p:cNvCxnSpPr/>
          <p:nvPr/>
        </p:nvCxnSpPr>
        <p:spPr>
          <a:xfrm rot="10800000">
            <a:off x="4295688" y="5249766"/>
            <a:ext cx="244475" cy="661987"/>
          </a:xfrm>
          <a:prstGeom prst="straightConnector1">
            <a:avLst/>
          </a:prstGeom>
          <a:noFill/>
          <a:ln cap="flat" cmpd="sng" w="9525">
            <a:solidFill>
              <a:srgbClr val="000000"/>
            </a:solidFill>
            <a:prstDash val="solid"/>
            <a:round/>
            <a:headEnd len="med" w="med" type="none"/>
            <a:tailEnd len="med" w="med" type="none"/>
          </a:ln>
        </p:spPr>
      </p:cxnSp>
      <p:cxnSp>
        <p:nvCxnSpPr>
          <p:cNvPr id="6722" name="Google Shape;6722;p60"/>
          <p:cNvCxnSpPr/>
          <p:nvPr/>
        </p:nvCxnSpPr>
        <p:spPr>
          <a:xfrm flipH="1" rot="10800000">
            <a:off x="2941550" y="5218016"/>
            <a:ext cx="401638" cy="209550"/>
          </a:xfrm>
          <a:prstGeom prst="straightConnector1">
            <a:avLst/>
          </a:prstGeom>
          <a:noFill/>
          <a:ln cap="flat" cmpd="sng" w="9525">
            <a:solidFill>
              <a:srgbClr val="000000"/>
            </a:solidFill>
            <a:prstDash val="solid"/>
            <a:round/>
            <a:headEnd len="med" w="med" type="none"/>
            <a:tailEnd len="med" w="med" type="none"/>
          </a:ln>
        </p:spPr>
      </p:cxnSp>
      <p:cxnSp>
        <p:nvCxnSpPr>
          <p:cNvPr id="6723" name="Google Shape;6723;p60"/>
          <p:cNvCxnSpPr/>
          <p:nvPr/>
        </p:nvCxnSpPr>
        <p:spPr>
          <a:xfrm>
            <a:off x="2535150" y="5075141"/>
            <a:ext cx="450850" cy="115887"/>
          </a:xfrm>
          <a:prstGeom prst="straightConnector1">
            <a:avLst/>
          </a:prstGeom>
          <a:noFill/>
          <a:ln cap="flat" cmpd="sng" w="9525">
            <a:solidFill>
              <a:srgbClr val="000000"/>
            </a:solidFill>
            <a:prstDash val="solid"/>
            <a:round/>
            <a:headEnd len="med" w="med" type="none"/>
            <a:tailEnd len="med" w="med" type="none"/>
          </a:ln>
        </p:spPr>
      </p:cxnSp>
      <p:cxnSp>
        <p:nvCxnSpPr>
          <p:cNvPr id="6724" name="Google Shape;6724;p60"/>
          <p:cNvCxnSpPr/>
          <p:nvPr/>
        </p:nvCxnSpPr>
        <p:spPr>
          <a:xfrm>
            <a:off x="2306550" y="4433791"/>
            <a:ext cx="996950" cy="4762"/>
          </a:xfrm>
          <a:prstGeom prst="straightConnector1">
            <a:avLst/>
          </a:prstGeom>
          <a:noFill/>
          <a:ln cap="flat" cmpd="sng" w="9525">
            <a:solidFill>
              <a:srgbClr val="000000"/>
            </a:solidFill>
            <a:prstDash val="solid"/>
            <a:round/>
            <a:headEnd len="med" w="med" type="none"/>
            <a:tailEnd len="med" w="med" type="none"/>
          </a:ln>
        </p:spPr>
      </p:cxnSp>
      <p:cxnSp>
        <p:nvCxnSpPr>
          <p:cNvPr id="6725" name="Google Shape;6725;p60"/>
          <p:cNvCxnSpPr/>
          <p:nvPr/>
        </p:nvCxnSpPr>
        <p:spPr>
          <a:xfrm rot="10800000">
            <a:off x="7646900" y="4779866"/>
            <a:ext cx="1047750" cy="966787"/>
          </a:xfrm>
          <a:prstGeom prst="straightConnector1">
            <a:avLst/>
          </a:prstGeom>
          <a:noFill/>
          <a:ln cap="flat" cmpd="sng" w="9525">
            <a:solidFill>
              <a:srgbClr val="000000"/>
            </a:solidFill>
            <a:prstDash val="solid"/>
            <a:round/>
            <a:headEnd len="med" w="med" type="none"/>
            <a:tailEnd len="med" w="med" type="none"/>
          </a:ln>
        </p:spPr>
      </p:cxnSp>
      <p:cxnSp>
        <p:nvCxnSpPr>
          <p:cNvPr id="6726" name="Google Shape;6726;p60"/>
          <p:cNvCxnSpPr/>
          <p:nvPr/>
        </p:nvCxnSpPr>
        <p:spPr>
          <a:xfrm flipH="1">
            <a:off x="8716875" y="4368703"/>
            <a:ext cx="541338" cy="249238"/>
          </a:xfrm>
          <a:prstGeom prst="straightConnector1">
            <a:avLst/>
          </a:prstGeom>
          <a:noFill/>
          <a:ln cap="flat" cmpd="sng" w="9525">
            <a:solidFill>
              <a:srgbClr val="000000"/>
            </a:solidFill>
            <a:prstDash val="solid"/>
            <a:round/>
            <a:headEnd len="med" w="med" type="none"/>
            <a:tailEnd len="med" w="med" type="none"/>
          </a:ln>
        </p:spPr>
      </p:cxnSp>
      <p:grpSp>
        <p:nvGrpSpPr>
          <p:cNvPr id="6727" name="Google Shape;6727;p60"/>
          <p:cNvGrpSpPr/>
          <p:nvPr/>
        </p:nvGrpSpPr>
        <p:grpSpPr>
          <a:xfrm>
            <a:off x="5192625" y="3007829"/>
            <a:ext cx="541338" cy="223023"/>
            <a:chOff x="7493876" y="2774731"/>
            <a:chExt cx="1481958" cy="894622"/>
          </a:xfrm>
        </p:grpSpPr>
        <p:sp>
          <p:nvSpPr>
            <p:cNvPr id="6728" name="Google Shape;6728;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729" name="Google Shape;6729;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730" name="Google Shape;6730;p60"/>
            <p:cNvGrpSpPr/>
            <p:nvPr/>
          </p:nvGrpSpPr>
          <p:grpSpPr>
            <a:xfrm>
              <a:off x="7713663" y="2848339"/>
              <a:ext cx="1042107" cy="425543"/>
              <a:chOff x="7786941" y="2884917"/>
              <a:chExt cx="897649" cy="353919"/>
            </a:xfrm>
          </p:grpSpPr>
          <p:sp>
            <p:nvSpPr>
              <p:cNvPr id="6731" name="Google Shape;6731;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32" name="Google Shape;6732;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33" name="Google Shape;6733;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34" name="Google Shape;6734;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735" name="Google Shape;6735;p60"/>
          <p:cNvGrpSpPr/>
          <p:nvPr/>
        </p:nvGrpSpPr>
        <p:grpSpPr>
          <a:xfrm>
            <a:off x="3621872" y="2908203"/>
            <a:ext cx="541338" cy="223023"/>
            <a:chOff x="7493876" y="2774731"/>
            <a:chExt cx="1481958" cy="894622"/>
          </a:xfrm>
        </p:grpSpPr>
        <p:sp>
          <p:nvSpPr>
            <p:cNvPr id="6736" name="Google Shape;6736;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737" name="Google Shape;6737;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738" name="Google Shape;6738;p60"/>
            <p:cNvGrpSpPr/>
            <p:nvPr/>
          </p:nvGrpSpPr>
          <p:grpSpPr>
            <a:xfrm>
              <a:off x="7713663" y="2848339"/>
              <a:ext cx="1042107" cy="425543"/>
              <a:chOff x="7786941" y="2884917"/>
              <a:chExt cx="897649" cy="353919"/>
            </a:xfrm>
          </p:grpSpPr>
          <p:sp>
            <p:nvSpPr>
              <p:cNvPr id="6739" name="Google Shape;6739;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40" name="Google Shape;6740;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41" name="Google Shape;6741;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42" name="Google Shape;6742;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743" name="Google Shape;6743;p60"/>
          <p:cNvGrpSpPr/>
          <p:nvPr/>
        </p:nvGrpSpPr>
        <p:grpSpPr>
          <a:xfrm>
            <a:off x="7929475" y="3939691"/>
            <a:ext cx="541338" cy="223023"/>
            <a:chOff x="7493876" y="2774731"/>
            <a:chExt cx="1481958" cy="894622"/>
          </a:xfrm>
        </p:grpSpPr>
        <p:sp>
          <p:nvSpPr>
            <p:cNvPr id="6744" name="Google Shape;6744;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745" name="Google Shape;6745;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746" name="Google Shape;6746;p60"/>
            <p:cNvGrpSpPr/>
            <p:nvPr/>
          </p:nvGrpSpPr>
          <p:grpSpPr>
            <a:xfrm>
              <a:off x="7713663" y="2848339"/>
              <a:ext cx="1042107" cy="425543"/>
              <a:chOff x="7786941" y="2884917"/>
              <a:chExt cx="897649" cy="353919"/>
            </a:xfrm>
          </p:grpSpPr>
          <p:sp>
            <p:nvSpPr>
              <p:cNvPr id="6747" name="Google Shape;6747;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48" name="Google Shape;6748;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49" name="Google Shape;6749;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50" name="Google Shape;6750;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751" name="Google Shape;6751;p60"/>
          <p:cNvGrpSpPr/>
          <p:nvPr/>
        </p:nvGrpSpPr>
        <p:grpSpPr>
          <a:xfrm>
            <a:off x="8182681" y="4501444"/>
            <a:ext cx="541338" cy="223023"/>
            <a:chOff x="7493876" y="2774731"/>
            <a:chExt cx="1481958" cy="894622"/>
          </a:xfrm>
        </p:grpSpPr>
        <p:sp>
          <p:nvSpPr>
            <p:cNvPr id="6752" name="Google Shape;6752;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753" name="Google Shape;6753;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754" name="Google Shape;6754;p60"/>
            <p:cNvGrpSpPr/>
            <p:nvPr/>
          </p:nvGrpSpPr>
          <p:grpSpPr>
            <a:xfrm>
              <a:off x="7713663" y="2848339"/>
              <a:ext cx="1042107" cy="425543"/>
              <a:chOff x="7786941" y="2884917"/>
              <a:chExt cx="897649" cy="353919"/>
            </a:xfrm>
          </p:grpSpPr>
          <p:sp>
            <p:nvSpPr>
              <p:cNvPr id="6755" name="Google Shape;6755;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56" name="Google Shape;6756;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57" name="Google Shape;6757;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58" name="Google Shape;6758;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759" name="Google Shape;6759;p60"/>
          <p:cNvGrpSpPr/>
          <p:nvPr/>
        </p:nvGrpSpPr>
        <p:grpSpPr>
          <a:xfrm>
            <a:off x="7469673" y="4278623"/>
            <a:ext cx="541338" cy="223023"/>
            <a:chOff x="7493876" y="2774731"/>
            <a:chExt cx="1481958" cy="894622"/>
          </a:xfrm>
        </p:grpSpPr>
        <p:sp>
          <p:nvSpPr>
            <p:cNvPr id="6760" name="Google Shape;6760;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761" name="Google Shape;6761;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762" name="Google Shape;6762;p60"/>
            <p:cNvGrpSpPr/>
            <p:nvPr/>
          </p:nvGrpSpPr>
          <p:grpSpPr>
            <a:xfrm>
              <a:off x="7713663" y="2848339"/>
              <a:ext cx="1042107" cy="425543"/>
              <a:chOff x="7786941" y="2884917"/>
              <a:chExt cx="897649" cy="353919"/>
            </a:xfrm>
          </p:grpSpPr>
          <p:sp>
            <p:nvSpPr>
              <p:cNvPr id="6763" name="Google Shape;6763;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64" name="Google Shape;6764;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65" name="Google Shape;6765;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66" name="Google Shape;6766;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767" name="Google Shape;6767;p60"/>
          <p:cNvGrpSpPr/>
          <p:nvPr/>
        </p:nvGrpSpPr>
        <p:grpSpPr>
          <a:xfrm>
            <a:off x="6979356" y="4059569"/>
            <a:ext cx="541338" cy="223023"/>
            <a:chOff x="7493876" y="2774731"/>
            <a:chExt cx="1481958" cy="894622"/>
          </a:xfrm>
        </p:grpSpPr>
        <p:sp>
          <p:nvSpPr>
            <p:cNvPr id="6768" name="Google Shape;6768;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769" name="Google Shape;6769;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770" name="Google Shape;6770;p60"/>
            <p:cNvGrpSpPr/>
            <p:nvPr/>
          </p:nvGrpSpPr>
          <p:grpSpPr>
            <a:xfrm>
              <a:off x="7713663" y="2848339"/>
              <a:ext cx="1042107" cy="425543"/>
              <a:chOff x="7786941" y="2884917"/>
              <a:chExt cx="897649" cy="353919"/>
            </a:xfrm>
          </p:grpSpPr>
          <p:sp>
            <p:nvSpPr>
              <p:cNvPr id="6771" name="Google Shape;6771;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72" name="Google Shape;6772;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73" name="Google Shape;6773;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74" name="Google Shape;6774;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775" name="Google Shape;6775;p60"/>
          <p:cNvGrpSpPr/>
          <p:nvPr/>
        </p:nvGrpSpPr>
        <p:grpSpPr>
          <a:xfrm>
            <a:off x="6723616" y="4366729"/>
            <a:ext cx="541338" cy="223023"/>
            <a:chOff x="7493876" y="2774731"/>
            <a:chExt cx="1481958" cy="894622"/>
          </a:xfrm>
        </p:grpSpPr>
        <p:sp>
          <p:nvSpPr>
            <p:cNvPr id="6776" name="Google Shape;6776;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777" name="Google Shape;6777;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778" name="Google Shape;6778;p60"/>
            <p:cNvGrpSpPr/>
            <p:nvPr/>
          </p:nvGrpSpPr>
          <p:grpSpPr>
            <a:xfrm>
              <a:off x="7713663" y="2848339"/>
              <a:ext cx="1042107" cy="425543"/>
              <a:chOff x="7786941" y="2884917"/>
              <a:chExt cx="897649" cy="353919"/>
            </a:xfrm>
          </p:grpSpPr>
          <p:sp>
            <p:nvSpPr>
              <p:cNvPr id="6779" name="Google Shape;6779;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80" name="Google Shape;6780;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81" name="Google Shape;6781;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82" name="Google Shape;6782;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783" name="Google Shape;6783;p60"/>
          <p:cNvGrpSpPr/>
          <p:nvPr/>
        </p:nvGrpSpPr>
        <p:grpSpPr>
          <a:xfrm>
            <a:off x="6244846" y="4607015"/>
            <a:ext cx="541338" cy="223023"/>
            <a:chOff x="7493876" y="2774731"/>
            <a:chExt cx="1481958" cy="894622"/>
          </a:xfrm>
        </p:grpSpPr>
        <p:sp>
          <p:nvSpPr>
            <p:cNvPr id="6784" name="Google Shape;6784;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785" name="Google Shape;6785;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786" name="Google Shape;6786;p60"/>
            <p:cNvGrpSpPr/>
            <p:nvPr/>
          </p:nvGrpSpPr>
          <p:grpSpPr>
            <a:xfrm>
              <a:off x="7713663" y="2848339"/>
              <a:ext cx="1042107" cy="425543"/>
              <a:chOff x="7786941" y="2884917"/>
              <a:chExt cx="897649" cy="353919"/>
            </a:xfrm>
          </p:grpSpPr>
          <p:sp>
            <p:nvSpPr>
              <p:cNvPr id="6787" name="Google Shape;6787;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88" name="Google Shape;6788;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89" name="Google Shape;6789;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90" name="Google Shape;6790;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791" name="Google Shape;6791;p60"/>
          <p:cNvGrpSpPr/>
          <p:nvPr/>
        </p:nvGrpSpPr>
        <p:grpSpPr>
          <a:xfrm>
            <a:off x="7291037" y="4658009"/>
            <a:ext cx="541338" cy="223023"/>
            <a:chOff x="7493876" y="2774731"/>
            <a:chExt cx="1481958" cy="894622"/>
          </a:xfrm>
        </p:grpSpPr>
        <p:sp>
          <p:nvSpPr>
            <p:cNvPr id="6792" name="Google Shape;6792;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793" name="Google Shape;6793;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794" name="Google Shape;6794;p60"/>
            <p:cNvGrpSpPr/>
            <p:nvPr/>
          </p:nvGrpSpPr>
          <p:grpSpPr>
            <a:xfrm>
              <a:off x="7713663" y="2848339"/>
              <a:ext cx="1042107" cy="425543"/>
              <a:chOff x="7786941" y="2884917"/>
              <a:chExt cx="897649" cy="353919"/>
            </a:xfrm>
          </p:grpSpPr>
          <p:sp>
            <p:nvSpPr>
              <p:cNvPr id="6795" name="Google Shape;6795;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96" name="Google Shape;6796;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97" name="Google Shape;6797;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98" name="Google Shape;6798;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799" name="Google Shape;6799;p60"/>
          <p:cNvGrpSpPr/>
          <p:nvPr/>
        </p:nvGrpSpPr>
        <p:grpSpPr>
          <a:xfrm>
            <a:off x="4568094" y="4497411"/>
            <a:ext cx="541338" cy="223023"/>
            <a:chOff x="7493876" y="2774731"/>
            <a:chExt cx="1481958" cy="894622"/>
          </a:xfrm>
        </p:grpSpPr>
        <p:sp>
          <p:nvSpPr>
            <p:cNvPr id="6800" name="Google Shape;6800;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801" name="Google Shape;6801;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802" name="Google Shape;6802;p60"/>
            <p:cNvGrpSpPr/>
            <p:nvPr/>
          </p:nvGrpSpPr>
          <p:grpSpPr>
            <a:xfrm>
              <a:off x="7713663" y="2848339"/>
              <a:ext cx="1042107" cy="425543"/>
              <a:chOff x="7786941" y="2884917"/>
              <a:chExt cx="897649" cy="353919"/>
            </a:xfrm>
          </p:grpSpPr>
          <p:sp>
            <p:nvSpPr>
              <p:cNvPr id="6803" name="Google Shape;6803;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04" name="Google Shape;6804;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05" name="Google Shape;6805;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06" name="Google Shape;6806;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807" name="Google Shape;6807;p60"/>
          <p:cNvGrpSpPr/>
          <p:nvPr/>
        </p:nvGrpSpPr>
        <p:grpSpPr>
          <a:xfrm>
            <a:off x="4812419" y="5011641"/>
            <a:ext cx="541338" cy="223023"/>
            <a:chOff x="7493876" y="2774731"/>
            <a:chExt cx="1481958" cy="894622"/>
          </a:xfrm>
        </p:grpSpPr>
        <p:sp>
          <p:nvSpPr>
            <p:cNvPr id="6808" name="Google Shape;6808;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809" name="Google Shape;6809;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810" name="Google Shape;6810;p60"/>
            <p:cNvGrpSpPr/>
            <p:nvPr/>
          </p:nvGrpSpPr>
          <p:grpSpPr>
            <a:xfrm>
              <a:off x="7713663" y="2848339"/>
              <a:ext cx="1042107" cy="425543"/>
              <a:chOff x="7786941" y="2884917"/>
              <a:chExt cx="897649" cy="353919"/>
            </a:xfrm>
          </p:grpSpPr>
          <p:sp>
            <p:nvSpPr>
              <p:cNvPr id="6811" name="Google Shape;6811;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12" name="Google Shape;6812;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13" name="Google Shape;6813;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14" name="Google Shape;6814;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815" name="Google Shape;6815;p60"/>
          <p:cNvGrpSpPr/>
          <p:nvPr/>
        </p:nvGrpSpPr>
        <p:grpSpPr>
          <a:xfrm>
            <a:off x="4220281" y="4826836"/>
            <a:ext cx="541338" cy="223023"/>
            <a:chOff x="7493876" y="2774731"/>
            <a:chExt cx="1481958" cy="894622"/>
          </a:xfrm>
        </p:grpSpPr>
        <p:sp>
          <p:nvSpPr>
            <p:cNvPr id="6816" name="Google Shape;6816;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817" name="Google Shape;6817;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818" name="Google Shape;6818;p60"/>
            <p:cNvGrpSpPr/>
            <p:nvPr/>
          </p:nvGrpSpPr>
          <p:grpSpPr>
            <a:xfrm>
              <a:off x="7713663" y="2848339"/>
              <a:ext cx="1042107" cy="425543"/>
              <a:chOff x="7786941" y="2884917"/>
              <a:chExt cx="897649" cy="353919"/>
            </a:xfrm>
          </p:grpSpPr>
          <p:sp>
            <p:nvSpPr>
              <p:cNvPr id="6819" name="Google Shape;6819;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20" name="Google Shape;6820;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21" name="Google Shape;6821;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22" name="Google Shape;6822;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823" name="Google Shape;6823;p60"/>
          <p:cNvGrpSpPr/>
          <p:nvPr/>
        </p:nvGrpSpPr>
        <p:grpSpPr>
          <a:xfrm>
            <a:off x="3292387" y="4376707"/>
            <a:ext cx="541338" cy="223023"/>
            <a:chOff x="7493876" y="2774731"/>
            <a:chExt cx="1481958" cy="894622"/>
          </a:xfrm>
        </p:grpSpPr>
        <p:sp>
          <p:nvSpPr>
            <p:cNvPr id="6824" name="Google Shape;6824;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825" name="Google Shape;6825;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826" name="Google Shape;6826;p60"/>
            <p:cNvGrpSpPr/>
            <p:nvPr/>
          </p:nvGrpSpPr>
          <p:grpSpPr>
            <a:xfrm>
              <a:off x="7713663" y="2848339"/>
              <a:ext cx="1042107" cy="425543"/>
              <a:chOff x="7786941" y="2884917"/>
              <a:chExt cx="897649" cy="353919"/>
            </a:xfrm>
          </p:grpSpPr>
          <p:sp>
            <p:nvSpPr>
              <p:cNvPr id="6827" name="Google Shape;6827;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28" name="Google Shape;6828;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29" name="Google Shape;6829;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30" name="Google Shape;6830;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831" name="Google Shape;6831;p60"/>
          <p:cNvGrpSpPr/>
          <p:nvPr/>
        </p:nvGrpSpPr>
        <p:grpSpPr>
          <a:xfrm>
            <a:off x="3740086" y="4631455"/>
            <a:ext cx="541338" cy="223023"/>
            <a:chOff x="7493876" y="2774731"/>
            <a:chExt cx="1481958" cy="894622"/>
          </a:xfrm>
        </p:grpSpPr>
        <p:sp>
          <p:nvSpPr>
            <p:cNvPr id="6832" name="Google Shape;6832;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833" name="Google Shape;6833;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834" name="Google Shape;6834;p60"/>
            <p:cNvGrpSpPr/>
            <p:nvPr/>
          </p:nvGrpSpPr>
          <p:grpSpPr>
            <a:xfrm>
              <a:off x="7713663" y="2848339"/>
              <a:ext cx="1042107" cy="425543"/>
              <a:chOff x="7786941" y="2884917"/>
              <a:chExt cx="897649" cy="353919"/>
            </a:xfrm>
          </p:grpSpPr>
          <p:sp>
            <p:nvSpPr>
              <p:cNvPr id="6835" name="Google Shape;6835;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36" name="Google Shape;6836;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37" name="Google Shape;6837;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38" name="Google Shape;6838;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839" name="Google Shape;6839;p60"/>
          <p:cNvGrpSpPr/>
          <p:nvPr/>
        </p:nvGrpSpPr>
        <p:grpSpPr>
          <a:xfrm>
            <a:off x="3500746" y="4902845"/>
            <a:ext cx="541338" cy="223023"/>
            <a:chOff x="7493876" y="2774731"/>
            <a:chExt cx="1481958" cy="894622"/>
          </a:xfrm>
        </p:grpSpPr>
        <p:sp>
          <p:nvSpPr>
            <p:cNvPr id="6840" name="Google Shape;6840;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841" name="Google Shape;6841;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842" name="Google Shape;6842;p60"/>
            <p:cNvGrpSpPr/>
            <p:nvPr/>
          </p:nvGrpSpPr>
          <p:grpSpPr>
            <a:xfrm>
              <a:off x="7713663" y="2848339"/>
              <a:ext cx="1042107" cy="425543"/>
              <a:chOff x="7786941" y="2884917"/>
              <a:chExt cx="897649" cy="353919"/>
            </a:xfrm>
          </p:grpSpPr>
          <p:sp>
            <p:nvSpPr>
              <p:cNvPr id="6843" name="Google Shape;6843;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44" name="Google Shape;6844;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45" name="Google Shape;6845;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46" name="Google Shape;6846;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847" name="Google Shape;6847;p60"/>
          <p:cNvGrpSpPr/>
          <p:nvPr/>
        </p:nvGrpSpPr>
        <p:grpSpPr>
          <a:xfrm>
            <a:off x="2989969" y="5089246"/>
            <a:ext cx="541338" cy="223023"/>
            <a:chOff x="7493876" y="2774731"/>
            <a:chExt cx="1481958" cy="894622"/>
          </a:xfrm>
        </p:grpSpPr>
        <p:sp>
          <p:nvSpPr>
            <p:cNvPr id="6848" name="Google Shape;6848;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849" name="Google Shape;6849;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850" name="Google Shape;6850;p60"/>
            <p:cNvGrpSpPr/>
            <p:nvPr/>
          </p:nvGrpSpPr>
          <p:grpSpPr>
            <a:xfrm>
              <a:off x="7713663" y="2848339"/>
              <a:ext cx="1042107" cy="425543"/>
              <a:chOff x="7786941" y="2884917"/>
              <a:chExt cx="897649" cy="353919"/>
            </a:xfrm>
          </p:grpSpPr>
          <p:sp>
            <p:nvSpPr>
              <p:cNvPr id="6851" name="Google Shape;6851;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52" name="Google Shape;6852;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53" name="Google Shape;6853;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54" name="Google Shape;6854;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855" name="Google Shape;6855;p60"/>
          <p:cNvGrpSpPr/>
          <p:nvPr/>
        </p:nvGrpSpPr>
        <p:grpSpPr>
          <a:xfrm>
            <a:off x="4023882" y="5178456"/>
            <a:ext cx="541338" cy="223023"/>
            <a:chOff x="7493876" y="2774731"/>
            <a:chExt cx="1481958" cy="894622"/>
          </a:xfrm>
        </p:grpSpPr>
        <p:sp>
          <p:nvSpPr>
            <p:cNvPr id="6856" name="Google Shape;6856;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857" name="Google Shape;6857;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858" name="Google Shape;6858;p60"/>
            <p:cNvGrpSpPr/>
            <p:nvPr/>
          </p:nvGrpSpPr>
          <p:grpSpPr>
            <a:xfrm>
              <a:off x="7713663" y="2848339"/>
              <a:ext cx="1042107" cy="425543"/>
              <a:chOff x="7786941" y="2884917"/>
              <a:chExt cx="897649" cy="353919"/>
            </a:xfrm>
          </p:grpSpPr>
          <p:sp>
            <p:nvSpPr>
              <p:cNvPr id="6859" name="Google Shape;6859;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60" name="Google Shape;6860;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61" name="Google Shape;6861;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62" name="Google Shape;6862;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6863" name="Google Shape;6863;p60"/>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sp>
        <p:nvSpPr>
          <p:cNvPr id="6864" name="Google Shape;6864;p6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grpSp>
        <p:nvGrpSpPr>
          <p:cNvPr id="6865" name="Google Shape;6865;p60"/>
          <p:cNvGrpSpPr/>
          <p:nvPr/>
        </p:nvGrpSpPr>
        <p:grpSpPr>
          <a:xfrm>
            <a:off x="1589588" y="1850610"/>
            <a:ext cx="8467869" cy="4691676"/>
            <a:chOff x="124589" y="1837771"/>
            <a:chExt cx="8466729" cy="4692037"/>
          </a:xfrm>
        </p:grpSpPr>
        <p:grpSp>
          <p:nvGrpSpPr>
            <p:cNvPr id="6866" name="Google Shape;6866;p60"/>
            <p:cNvGrpSpPr/>
            <p:nvPr/>
          </p:nvGrpSpPr>
          <p:grpSpPr>
            <a:xfrm>
              <a:off x="1529396" y="2297655"/>
              <a:ext cx="648422" cy="418253"/>
              <a:chOff x="3053396" y="4304255"/>
              <a:chExt cx="648422" cy="418253"/>
            </a:xfrm>
          </p:grpSpPr>
          <p:sp>
            <p:nvSpPr>
              <p:cNvPr id="6867" name="Google Shape;6867;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8" name="Google Shape;6868;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869" name="Google Shape;6869;p60"/>
            <p:cNvGrpSpPr/>
            <p:nvPr/>
          </p:nvGrpSpPr>
          <p:grpSpPr>
            <a:xfrm>
              <a:off x="373696" y="3097755"/>
              <a:ext cx="648422" cy="418253"/>
              <a:chOff x="3053396" y="4304255"/>
              <a:chExt cx="648422" cy="418253"/>
            </a:xfrm>
          </p:grpSpPr>
          <p:sp>
            <p:nvSpPr>
              <p:cNvPr id="6870" name="Google Shape;6870;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1" name="Google Shape;6871;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872" name="Google Shape;6872;p60"/>
            <p:cNvGrpSpPr/>
            <p:nvPr/>
          </p:nvGrpSpPr>
          <p:grpSpPr>
            <a:xfrm>
              <a:off x="6037896" y="2551655"/>
              <a:ext cx="648422" cy="418253"/>
              <a:chOff x="3053396" y="4304255"/>
              <a:chExt cx="648422" cy="418253"/>
            </a:xfrm>
          </p:grpSpPr>
          <p:sp>
            <p:nvSpPr>
              <p:cNvPr id="6873" name="Google Shape;6873;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4" name="Google Shape;6874;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875" name="Google Shape;6875;p60"/>
            <p:cNvGrpSpPr/>
            <p:nvPr/>
          </p:nvGrpSpPr>
          <p:grpSpPr>
            <a:xfrm>
              <a:off x="945196" y="5409155"/>
              <a:ext cx="648422" cy="418253"/>
              <a:chOff x="3053396" y="4304255"/>
              <a:chExt cx="648422" cy="418253"/>
            </a:xfrm>
          </p:grpSpPr>
          <p:sp>
            <p:nvSpPr>
              <p:cNvPr id="6876" name="Google Shape;6876;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7" name="Google Shape;6877;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878" name="Google Shape;6878;p60"/>
            <p:cNvGrpSpPr/>
            <p:nvPr/>
          </p:nvGrpSpPr>
          <p:grpSpPr>
            <a:xfrm>
              <a:off x="526096" y="4786855"/>
              <a:ext cx="648422" cy="418253"/>
              <a:chOff x="3053396" y="4304255"/>
              <a:chExt cx="648422" cy="418253"/>
            </a:xfrm>
          </p:grpSpPr>
          <p:sp>
            <p:nvSpPr>
              <p:cNvPr id="6879" name="Google Shape;6879;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0" name="Google Shape;6880;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881" name="Google Shape;6881;p60"/>
            <p:cNvGrpSpPr/>
            <p:nvPr/>
          </p:nvGrpSpPr>
          <p:grpSpPr>
            <a:xfrm>
              <a:off x="297496" y="4126455"/>
              <a:ext cx="648422" cy="418253"/>
              <a:chOff x="3053396" y="4304255"/>
              <a:chExt cx="648422" cy="418253"/>
            </a:xfrm>
          </p:grpSpPr>
          <p:sp>
            <p:nvSpPr>
              <p:cNvPr id="6882" name="Google Shape;6882;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3" name="Google Shape;6883;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884" name="Google Shape;6884;p60"/>
            <p:cNvGrpSpPr/>
            <p:nvPr/>
          </p:nvGrpSpPr>
          <p:grpSpPr>
            <a:xfrm>
              <a:off x="6787196" y="2983455"/>
              <a:ext cx="648422" cy="418253"/>
              <a:chOff x="3053396" y="4304255"/>
              <a:chExt cx="648422" cy="418253"/>
            </a:xfrm>
          </p:grpSpPr>
          <p:sp>
            <p:nvSpPr>
              <p:cNvPr id="6885" name="Google Shape;6885;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6" name="Google Shape;6886;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887" name="Google Shape;6887;p60"/>
            <p:cNvGrpSpPr/>
            <p:nvPr/>
          </p:nvGrpSpPr>
          <p:grpSpPr>
            <a:xfrm>
              <a:off x="3129596" y="2056355"/>
              <a:ext cx="648422" cy="418253"/>
              <a:chOff x="3053396" y="4304255"/>
              <a:chExt cx="648422" cy="418253"/>
            </a:xfrm>
          </p:grpSpPr>
          <p:sp>
            <p:nvSpPr>
              <p:cNvPr id="6888" name="Google Shape;6888;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9" name="Google Shape;6889;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890" name="Google Shape;6890;p60"/>
            <p:cNvGrpSpPr/>
            <p:nvPr/>
          </p:nvGrpSpPr>
          <p:grpSpPr>
            <a:xfrm>
              <a:off x="754696" y="2704055"/>
              <a:ext cx="648422" cy="418253"/>
              <a:chOff x="3053396" y="4304255"/>
              <a:chExt cx="648422" cy="418253"/>
            </a:xfrm>
          </p:grpSpPr>
          <p:sp>
            <p:nvSpPr>
              <p:cNvPr id="6891" name="Google Shape;6891;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92" name="Google Shape;6892;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893" name="Google Shape;6893;p60"/>
            <p:cNvGrpSpPr/>
            <p:nvPr/>
          </p:nvGrpSpPr>
          <p:grpSpPr>
            <a:xfrm>
              <a:off x="4043996" y="2030955"/>
              <a:ext cx="648422" cy="418253"/>
              <a:chOff x="3053396" y="4304255"/>
              <a:chExt cx="648422" cy="418253"/>
            </a:xfrm>
          </p:grpSpPr>
          <p:sp>
            <p:nvSpPr>
              <p:cNvPr id="6894" name="Google Shape;6894;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95" name="Google Shape;6895;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896" name="Google Shape;6896;p60"/>
            <p:cNvGrpSpPr/>
            <p:nvPr/>
          </p:nvGrpSpPr>
          <p:grpSpPr>
            <a:xfrm>
              <a:off x="7104696" y="5663155"/>
              <a:ext cx="648422" cy="418253"/>
              <a:chOff x="3053396" y="4304255"/>
              <a:chExt cx="648422" cy="418253"/>
            </a:xfrm>
          </p:grpSpPr>
          <p:sp>
            <p:nvSpPr>
              <p:cNvPr id="6897" name="Google Shape;6897;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98" name="Google Shape;6898;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899" name="Google Shape;6899;p60"/>
            <p:cNvGrpSpPr/>
            <p:nvPr/>
          </p:nvGrpSpPr>
          <p:grpSpPr>
            <a:xfrm>
              <a:off x="7942896" y="5015455"/>
              <a:ext cx="648422" cy="418253"/>
              <a:chOff x="3053396" y="4304255"/>
              <a:chExt cx="648422" cy="418253"/>
            </a:xfrm>
          </p:grpSpPr>
          <p:sp>
            <p:nvSpPr>
              <p:cNvPr id="6900" name="Google Shape;6900;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1" name="Google Shape;6901;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902" name="Google Shape;6902;p60"/>
            <p:cNvGrpSpPr/>
            <p:nvPr/>
          </p:nvGrpSpPr>
          <p:grpSpPr>
            <a:xfrm>
              <a:off x="7714296" y="4101055"/>
              <a:ext cx="648422" cy="418253"/>
              <a:chOff x="3053396" y="4304255"/>
              <a:chExt cx="648422" cy="418253"/>
            </a:xfrm>
          </p:grpSpPr>
          <p:sp>
            <p:nvSpPr>
              <p:cNvPr id="6903" name="Google Shape;6903;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4" name="Google Shape;6904;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905" name="Google Shape;6905;p60"/>
            <p:cNvGrpSpPr/>
            <p:nvPr/>
          </p:nvGrpSpPr>
          <p:grpSpPr>
            <a:xfrm>
              <a:off x="4869496" y="5904455"/>
              <a:ext cx="648422" cy="418253"/>
              <a:chOff x="3053396" y="4304255"/>
              <a:chExt cx="648422" cy="418253"/>
            </a:xfrm>
          </p:grpSpPr>
          <p:sp>
            <p:nvSpPr>
              <p:cNvPr id="6906" name="Google Shape;6906;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7" name="Google Shape;6907;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908" name="Google Shape;6908;p60"/>
            <p:cNvGrpSpPr/>
            <p:nvPr/>
          </p:nvGrpSpPr>
          <p:grpSpPr>
            <a:xfrm>
              <a:off x="3955096" y="6044155"/>
              <a:ext cx="648422" cy="418253"/>
              <a:chOff x="3053396" y="4304255"/>
              <a:chExt cx="648422" cy="418253"/>
            </a:xfrm>
          </p:grpSpPr>
          <p:sp>
            <p:nvSpPr>
              <p:cNvPr id="6909" name="Google Shape;6909;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10" name="Google Shape;6910;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6911" name="Google Shape;6911;p60"/>
            <p:cNvGrpSpPr/>
            <p:nvPr/>
          </p:nvGrpSpPr>
          <p:grpSpPr>
            <a:xfrm>
              <a:off x="2735896" y="5891755"/>
              <a:ext cx="648422" cy="418253"/>
              <a:chOff x="3053396" y="4304255"/>
              <a:chExt cx="648422" cy="418253"/>
            </a:xfrm>
          </p:grpSpPr>
          <p:sp>
            <p:nvSpPr>
              <p:cNvPr id="6912" name="Google Shape;6912;p60"/>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13" name="Google Shape;6913;p60"/>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sp>
          <p:nvSpPr>
            <p:cNvPr id="6914" name="Google Shape;6914;p60"/>
            <p:cNvSpPr txBox="1"/>
            <p:nvPr/>
          </p:nvSpPr>
          <p:spPr>
            <a:xfrm rot="1053502">
              <a:off x="5143500" y="1955800"/>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915" name="Google Shape;6915;p60"/>
            <p:cNvSpPr txBox="1"/>
            <p:nvPr/>
          </p:nvSpPr>
          <p:spPr>
            <a:xfrm rot="2829263">
              <a:off x="7429500" y="3429000"/>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916" name="Google Shape;6916;p60"/>
            <p:cNvSpPr txBox="1"/>
            <p:nvPr/>
          </p:nvSpPr>
          <p:spPr>
            <a:xfrm rot="9845918">
              <a:off x="6098241" y="5942112"/>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917" name="Google Shape;6917;p60"/>
            <p:cNvSpPr txBox="1"/>
            <p:nvPr/>
          </p:nvSpPr>
          <p:spPr>
            <a:xfrm rot="-9948738">
              <a:off x="1730786" y="5845469"/>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918" name="Google Shape;6918;p60"/>
            <p:cNvSpPr txBox="1"/>
            <p:nvPr/>
          </p:nvSpPr>
          <p:spPr>
            <a:xfrm rot="-4992697">
              <a:off x="144631" y="3539025"/>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6919" name="Google Shape;6919;p60"/>
            <p:cNvSpPr txBox="1"/>
            <p:nvPr/>
          </p:nvSpPr>
          <p:spPr>
            <a:xfrm rot="-1017263">
              <a:off x="2330376" y="1905681"/>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grpSp>
      <p:sp>
        <p:nvSpPr>
          <p:cNvPr id="6920" name="Google Shape;6920;p60"/>
          <p:cNvSpPr txBox="1"/>
          <p:nvPr/>
        </p:nvSpPr>
        <p:spPr>
          <a:xfrm>
            <a:off x="1499042" y="1163204"/>
            <a:ext cx="9720792" cy="6731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00"/>
              <a:buFont typeface="Noto Sans Symbols"/>
              <a:buNone/>
            </a:pPr>
            <a:r>
              <a:rPr lang="en-US" sz="2400">
                <a:solidFill>
                  <a:schemeClr val="dk1"/>
                </a:solidFill>
                <a:latin typeface="Calibri"/>
                <a:ea typeface="Calibri"/>
                <a:cs typeface="Calibri"/>
                <a:sym typeface="Calibri"/>
              </a:rPr>
              <a:t>But if one global ISP is viable business, there will be competitors ….</a:t>
            </a:r>
            <a:endParaRPr/>
          </a:p>
        </p:txBody>
      </p:sp>
      <p:grpSp>
        <p:nvGrpSpPr>
          <p:cNvPr id="6921" name="Google Shape;6921;p60"/>
          <p:cNvGrpSpPr/>
          <p:nvPr/>
        </p:nvGrpSpPr>
        <p:grpSpPr>
          <a:xfrm>
            <a:off x="6429198" y="3852093"/>
            <a:ext cx="541338" cy="223023"/>
            <a:chOff x="7493876" y="2774731"/>
            <a:chExt cx="1481958" cy="894622"/>
          </a:xfrm>
        </p:grpSpPr>
        <p:sp>
          <p:nvSpPr>
            <p:cNvPr id="6922" name="Google Shape;6922;p6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923" name="Google Shape;6923;p6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924" name="Google Shape;6924;p60"/>
            <p:cNvGrpSpPr/>
            <p:nvPr/>
          </p:nvGrpSpPr>
          <p:grpSpPr>
            <a:xfrm>
              <a:off x="7713663" y="2848339"/>
              <a:ext cx="1042107" cy="425543"/>
              <a:chOff x="7786941" y="2884917"/>
              <a:chExt cx="897649" cy="353919"/>
            </a:xfrm>
          </p:grpSpPr>
          <p:sp>
            <p:nvSpPr>
              <p:cNvPr id="6925" name="Google Shape;6925;p6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26" name="Google Shape;6926;p6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27" name="Google Shape;6927;p6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28" name="Google Shape;6928;p6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3" name="Shape 6933"/>
        <p:cNvGrpSpPr/>
        <p:nvPr/>
      </p:nvGrpSpPr>
      <p:grpSpPr>
        <a:xfrm>
          <a:off x="0" y="0"/>
          <a:ext cx="0" cy="0"/>
          <a:chOff x="0" y="0"/>
          <a:chExt cx="0" cy="0"/>
        </a:xfrm>
      </p:grpSpPr>
      <p:sp>
        <p:nvSpPr>
          <p:cNvPr id="6934" name="Google Shape;6934;p61"/>
          <p:cNvSpPr/>
          <p:nvPr/>
        </p:nvSpPr>
        <p:spPr>
          <a:xfrm>
            <a:off x="2884400" y="2782791"/>
            <a:ext cx="3475038" cy="13811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6935" name="Google Shape;6935;p61"/>
          <p:cNvCxnSpPr/>
          <p:nvPr/>
        </p:nvCxnSpPr>
        <p:spPr>
          <a:xfrm>
            <a:off x="4108363" y="3025678"/>
            <a:ext cx="1146175" cy="73025"/>
          </a:xfrm>
          <a:prstGeom prst="straightConnector1">
            <a:avLst/>
          </a:prstGeom>
          <a:noFill/>
          <a:ln cap="flat" cmpd="sng" w="15875">
            <a:solidFill>
              <a:srgbClr val="000000"/>
            </a:solidFill>
            <a:prstDash val="solid"/>
            <a:round/>
            <a:headEnd len="med" w="med" type="none"/>
            <a:tailEnd len="med" w="med" type="none"/>
          </a:ln>
        </p:spPr>
      </p:cxnSp>
      <p:cxnSp>
        <p:nvCxnSpPr>
          <p:cNvPr id="6936" name="Google Shape;6936;p61"/>
          <p:cNvCxnSpPr/>
          <p:nvPr/>
        </p:nvCxnSpPr>
        <p:spPr>
          <a:xfrm>
            <a:off x="4702088" y="3325716"/>
            <a:ext cx="130175" cy="84137"/>
          </a:xfrm>
          <a:prstGeom prst="straightConnector1">
            <a:avLst/>
          </a:prstGeom>
          <a:noFill/>
          <a:ln cap="flat" cmpd="sng" w="15875">
            <a:solidFill>
              <a:srgbClr val="000000"/>
            </a:solidFill>
            <a:prstDash val="solid"/>
            <a:round/>
            <a:headEnd len="med" w="med" type="none"/>
            <a:tailEnd len="med" w="med" type="none"/>
          </a:ln>
        </p:spPr>
      </p:cxnSp>
      <p:cxnSp>
        <p:nvCxnSpPr>
          <p:cNvPr id="6937" name="Google Shape;6937;p61"/>
          <p:cNvCxnSpPr/>
          <p:nvPr/>
        </p:nvCxnSpPr>
        <p:spPr>
          <a:xfrm flipH="1" rot="10800000">
            <a:off x="4486188" y="3530503"/>
            <a:ext cx="263525" cy="46038"/>
          </a:xfrm>
          <a:prstGeom prst="straightConnector1">
            <a:avLst/>
          </a:prstGeom>
          <a:noFill/>
          <a:ln cap="flat" cmpd="sng" w="15875">
            <a:solidFill>
              <a:srgbClr val="000000"/>
            </a:solidFill>
            <a:prstDash val="solid"/>
            <a:round/>
            <a:headEnd len="med" w="med" type="none"/>
            <a:tailEnd len="med" w="med" type="none"/>
          </a:ln>
        </p:spPr>
      </p:cxnSp>
      <p:cxnSp>
        <p:nvCxnSpPr>
          <p:cNvPr id="6938" name="Google Shape;6938;p61"/>
          <p:cNvCxnSpPr/>
          <p:nvPr/>
        </p:nvCxnSpPr>
        <p:spPr>
          <a:xfrm flipH="1" rot="10800000">
            <a:off x="4165513" y="3354291"/>
            <a:ext cx="209550" cy="109537"/>
          </a:xfrm>
          <a:prstGeom prst="straightConnector1">
            <a:avLst/>
          </a:prstGeom>
          <a:noFill/>
          <a:ln cap="flat" cmpd="sng" w="15875">
            <a:solidFill>
              <a:srgbClr val="000000"/>
            </a:solidFill>
            <a:prstDash val="solid"/>
            <a:round/>
            <a:headEnd len="med" w="med" type="none"/>
            <a:tailEnd len="med" w="med" type="none"/>
          </a:ln>
        </p:spPr>
      </p:cxnSp>
      <p:cxnSp>
        <p:nvCxnSpPr>
          <p:cNvPr id="6939" name="Google Shape;6939;p61"/>
          <p:cNvCxnSpPr/>
          <p:nvPr/>
        </p:nvCxnSpPr>
        <p:spPr>
          <a:xfrm flipH="1" rot="10800000">
            <a:off x="3827375" y="3654328"/>
            <a:ext cx="222250" cy="98425"/>
          </a:xfrm>
          <a:prstGeom prst="straightConnector1">
            <a:avLst/>
          </a:prstGeom>
          <a:noFill/>
          <a:ln cap="flat" cmpd="sng" w="15875">
            <a:solidFill>
              <a:srgbClr val="000000"/>
            </a:solidFill>
            <a:prstDash val="solid"/>
            <a:round/>
            <a:headEnd len="med" w="med" type="none"/>
            <a:tailEnd len="med" w="med" type="none"/>
          </a:ln>
        </p:spPr>
      </p:cxnSp>
      <p:cxnSp>
        <p:nvCxnSpPr>
          <p:cNvPr id="6940" name="Google Shape;6940;p61"/>
          <p:cNvCxnSpPr/>
          <p:nvPr/>
        </p:nvCxnSpPr>
        <p:spPr>
          <a:xfrm flipH="1" rot="10800000">
            <a:off x="4719550" y="3579716"/>
            <a:ext cx="273050" cy="254000"/>
          </a:xfrm>
          <a:prstGeom prst="straightConnector1">
            <a:avLst/>
          </a:prstGeom>
          <a:noFill/>
          <a:ln cap="flat" cmpd="sng" w="15875">
            <a:solidFill>
              <a:srgbClr val="000000"/>
            </a:solidFill>
            <a:prstDash val="solid"/>
            <a:round/>
            <a:headEnd len="med" w="med" type="none"/>
            <a:tailEnd len="med" w="med" type="none"/>
          </a:ln>
        </p:spPr>
      </p:cxnSp>
      <p:cxnSp>
        <p:nvCxnSpPr>
          <p:cNvPr id="6941" name="Google Shape;6941;p61"/>
          <p:cNvCxnSpPr/>
          <p:nvPr/>
        </p:nvCxnSpPr>
        <p:spPr>
          <a:xfrm rot="10800000">
            <a:off x="5251363" y="3565428"/>
            <a:ext cx="387350" cy="125413"/>
          </a:xfrm>
          <a:prstGeom prst="straightConnector1">
            <a:avLst/>
          </a:prstGeom>
          <a:noFill/>
          <a:ln cap="flat" cmpd="sng" w="15875">
            <a:solidFill>
              <a:srgbClr val="000000"/>
            </a:solidFill>
            <a:prstDash val="solid"/>
            <a:round/>
            <a:headEnd len="med" w="med" type="none"/>
            <a:tailEnd len="med" w="med" type="none"/>
          </a:ln>
        </p:spPr>
      </p:cxnSp>
      <p:cxnSp>
        <p:nvCxnSpPr>
          <p:cNvPr id="6942" name="Google Shape;6942;p61"/>
          <p:cNvCxnSpPr/>
          <p:nvPr/>
        </p:nvCxnSpPr>
        <p:spPr>
          <a:xfrm flipH="1" rot="10800000">
            <a:off x="5237075" y="3216178"/>
            <a:ext cx="307975" cy="198438"/>
          </a:xfrm>
          <a:prstGeom prst="straightConnector1">
            <a:avLst/>
          </a:prstGeom>
          <a:noFill/>
          <a:ln cap="flat" cmpd="sng" w="15875">
            <a:solidFill>
              <a:srgbClr val="000000"/>
            </a:solidFill>
            <a:prstDash val="solid"/>
            <a:round/>
            <a:headEnd len="med" w="med" type="none"/>
            <a:tailEnd len="med" w="med" type="none"/>
          </a:ln>
        </p:spPr>
      </p:cxnSp>
      <p:cxnSp>
        <p:nvCxnSpPr>
          <p:cNvPr id="6943" name="Google Shape;6943;p61"/>
          <p:cNvCxnSpPr/>
          <p:nvPr/>
        </p:nvCxnSpPr>
        <p:spPr>
          <a:xfrm rot="10800000">
            <a:off x="4109950" y="3086003"/>
            <a:ext cx="246063" cy="87313"/>
          </a:xfrm>
          <a:prstGeom prst="straightConnector1">
            <a:avLst/>
          </a:prstGeom>
          <a:noFill/>
          <a:ln cap="flat" cmpd="sng" w="15875">
            <a:solidFill>
              <a:srgbClr val="000000"/>
            </a:solidFill>
            <a:prstDash val="solid"/>
            <a:round/>
            <a:headEnd len="med" w="med" type="none"/>
            <a:tailEnd len="med" w="med" type="none"/>
          </a:ln>
        </p:spPr>
      </p:cxnSp>
      <p:sp>
        <p:nvSpPr>
          <p:cNvPr id="6944" name="Google Shape;6944;p61"/>
          <p:cNvSpPr txBox="1"/>
          <p:nvPr/>
        </p:nvSpPr>
        <p:spPr>
          <a:xfrm>
            <a:off x="3044738" y="3127278"/>
            <a:ext cx="80663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Calibri"/>
              <a:buNone/>
            </a:pPr>
            <a:r>
              <a:rPr b="0" i="1" lang="en-US" sz="2400" u="none" cap="none" strike="noStrike">
                <a:solidFill>
                  <a:schemeClr val="lt1"/>
                </a:solidFill>
                <a:latin typeface="Calibri"/>
                <a:ea typeface="Calibri"/>
                <a:cs typeface="Calibri"/>
                <a:sym typeface="Calibri"/>
              </a:rPr>
              <a:t>ISP A</a:t>
            </a:r>
            <a:endParaRPr/>
          </a:p>
        </p:txBody>
      </p:sp>
      <p:grpSp>
        <p:nvGrpSpPr>
          <p:cNvPr id="6945" name="Google Shape;6945;p61"/>
          <p:cNvGrpSpPr/>
          <p:nvPr/>
        </p:nvGrpSpPr>
        <p:grpSpPr>
          <a:xfrm>
            <a:off x="4779875" y="3395180"/>
            <a:ext cx="541338" cy="223023"/>
            <a:chOff x="7493876" y="2774731"/>
            <a:chExt cx="1481958" cy="894622"/>
          </a:xfrm>
        </p:grpSpPr>
        <p:sp>
          <p:nvSpPr>
            <p:cNvPr id="6946" name="Google Shape;6946;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947" name="Google Shape;6947;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948" name="Google Shape;6948;p61"/>
            <p:cNvGrpSpPr/>
            <p:nvPr/>
          </p:nvGrpSpPr>
          <p:grpSpPr>
            <a:xfrm>
              <a:off x="7713663" y="2848339"/>
              <a:ext cx="1042107" cy="425543"/>
              <a:chOff x="7786941" y="2884917"/>
              <a:chExt cx="897649" cy="353919"/>
            </a:xfrm>
          </p:grpSpPr>
          <p:sp>
            <p:nvSpPr>
              <p:cNvPr id="6949" name="Google Shape;6949;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50" name="Google Shape;6950;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51" name="Google Shape;6951;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52" name="Google Shape;6952;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953" name="Google Shape;6953;p61"/>
          <p:cNvGrpSpPr/>
          <p:nvPr/>
        </p:nvGrpSpPr>
        <p:grpSpPr>
          <a:xfrm>
            <a:off x="4228292" y="3150704"/>
            <a:ext cx="541338" cy="223023"/>
            <a:chOff x="7493876" y="2774731"/>
            <a:chExt cx="1481958" cy="894622"/>
          </a:xfrm>
        </p:grpSpPr>
        <p:sp>
          <p:nvSpPr>
            <p:cNvPr id="6954" name="Google Shape;6954;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955" name="Google Shape;6955;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956" name="Google Shape;6956;p61"/>
            <p:cNvGrpSpPr/>
            <p:nvPr/>
          </p:nvGrpSpPr>
          <p:grpSpPr>
            <a:xfrm>
              <a:off x="7713663" y="2848339"/>
              <a:ext cx="1042107" cy="425543"/>
              <a:chOff x="7786941" y="2884917"/>
              <a:chExt cx="897649" cy="353919"/>
            </a:xfrm>
          </p:grpSpPr>
          <p:sp>
            <p:nvSpPr>
              <p:cNvPr id="6957" name="Google Shape;6957;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58" name="Google Shape;6958;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59" name="Google Shape;6959;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60" name="Google Shape;6960;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6961" name="Google Shape;6961;p61"/>
          <p:cNvGrpSpPr/>
          <p:nvPr/>
        </p:nvGrpSpPr>
        <p:grpSpPr>
          <a:xfrm>
            <a:off x="3972632" y="3451642"/>
            <a:ext cx="541338" cy="223023"/>
            <a:chOff x="7493876" y="2774731"/>
            <a:chExt cx="1481958" cy="894622"/>
          </a:xfrm>
        </p:grpSpPr>
        <p:sp>
          <p:nvSpPr>
            <p:cNvPr id="6962" name="Google Shape;6962;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6963" name="Google Shape;6963;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6964" name="Google Shape;6964;p61"/>
            <p:cNvGrpSpPr/>
            <p:nvPr/>
          </p:nvGrpSpPr>
          <p:grpSpPr>
            <a:xfrm>
              <a:off x="7713663" y="2848339"/>
              <a:ext cx="1042107" cy="425543"/>
              <a:chOff x="7786941" y="2884917"/>
              <a:chExt cx="897649" cy="353919"/>
            </a:xfrm>
          </p:grpSpPr>
          <p:sp>
            <p:nvSpPr>
              <p:cNvPr id="6965" name="Google Shape;6965;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66" name="Google Shape;6966;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67" name="Google Shape;6967;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68" name="Google Shape;6968;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6969" name="Google Shape;6969;p61"/>
          <p:cNvSpPr/>
          <p:nvPr/>
        </p:nvSpPr>
        <p:spPr>
          <a:xfrm>
            <a:off x="2671675" y="4260753"/>
            <a:ext cx="2941638" cy="132397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6970" name="Google Shape;6970;p61"/>
          <p:cNvCxnSpPr/>
          <p:nvPr/>
        </p:nvCxnSpPr>
        <p:spPr>
          <a:xfrm>
            <a:off x="3706725" y="4494116"/>
            <a:ext cx="969963" cy="68262"/>
          </a:xfrm>
          <a:prstGeom prst="straightConnector1">
            <a:avLst/>
          </a:prstGeom>
          <a:noFill/>
          <a:ln cap="flat" cmpd="sng" w="15875">
            <a:solidFill>
              <a:srgbClr val="000000"/>
            </a:solidFill>
            <a:prstDash val="solid"/>
            <a:round/>
            <a:headEnd len="med" w="med" type="none"/>
            <a:tailEnd len="med" w="med" type="none"/>
          </a:ln>
        </p:spPr>
      </p:cxnSp>
      <p:cxnSp>
        <p:nvCxnSpPr>
          <p:cNvPr id="6971" name="Google Shape;6971;p61"/>
          <p:cNvCxnSpPr/>
          <p:nvPr/>
        </p:nvCxnSpPr>
        <p:spPr>
          <a:xfrm>
            <a:off x="4209963" y="4781453"/>
            <a:ext cx="109537" cy="79375"/>
          </a:xfrm>
          <a:prstGeom prst="straightConnector1">
            <a:avLst/>
          </a:prstGeom>
          <a:noFill/>
          <a:ln cap="flat" cmpd="sng" w="15875">
            <a:solidFill>
              <a:srgbClr val="000000"/>
            </a:solidFill>
            <a:prstDash val="solid"/>
            <a:round/>
            <a:headEnd len="med" w="med" type="none"/>
            <a:tailEnd len="med" w="med" type="none"/>
          </a:ln>
        </p:spPr>
      </p:cxnSp>
      <p:cxnSp>
        <p:nvCxnSpPr>
          <p:cNvPr id="6972" name="Google Shape;6972;p61"/>
          <p:cNvCxnSpPr/>
          <p:nvPr/>
        </p:nvCxnSpPr>
        <p:spPr>
          <a:xfrm flipH="1" rot="10800000">
            <a:off x="4027400" y="4976716"/>
            <a:ext cx="222250" cy="44450"/>
          </a:xfrm>
          <a:prstGeom prst="straightConnector1">
            <a:avLst/>
          </a:prstGeom>
          <a:noFill/>
          <a:ln cap="flat" cmpd="sng" w="15875">
            <a:solidFill>
              <a:srgbClr val="000000"/>
            </a:solidFill>
            <a:prstDash val="solid"/>
            <a:round/>
            <a:headEnd len="med" w="med" type="none"/>
            <a:tailEnd len="med" w="med" type="none"/>
          </a:ln>
        </p:spPr>
      </p:cxnSp>
      <p:cxnSp>
        <p:nvCxnSpPr>
          <p:cNvPr id="6973" name="Google Shape;6973;p61"/>
          <p:cNvCxnSpPr/>
          <p:nvPr/>
        </p:nvCxnSpPr>
        <p:spPr>
          <a:xfrm flipH="1" rot="10800000">
            <a:off x="3754350" y="4808441"/>
            <a:ext cx="177800" cy="106362"/>
          </a:xfrm>
          <a:prstGeom prst="straightConnector1">
            <a:avLst/>
          </a:prstGeom>
          <a:noFill/>
          <a:ln cap="flat" cmpd="sng" w="15875">
            <a:solidFill>
              <a:srgbClr val="000000"/>
            </a:solidFill>
            <a:prstDash val="solid"/>
            <a:round/>
            <a:headEnd len="med" w="med" type="none"/>
            <a:tailEnd len="med" w="med" type="none"/>
          </a:ln>
        </p:spPr>
      </p:cxnSp>
      <p:cxnSp>
        <p:nvCxnSpPr>
          <p:cNvPr id="6974" name="Google Shape;6974;p61"/>
          <p:cNvCxnSpPr/>
          <p:nvPr/>
        </p:nvCxnSpPr>
        <p:spPr>
          <a:xfrm flipH="1" rot="10800000">
            <a:off x="3468600" y="5095778"/>
            <a:ext cx="188913" cy="95250"/>
          </a:xfrm>
          <a:prstGeom prst="straightConnector1">
            <a:avLst/>
          </a:prstGeom>
          <a:noFill/>
          <a:ln cap="flat" cmpd="sng" w="15875">
            <a:solidFill>
              <a:srgbClr val="000000"/>
            </a:solidFill>
            <a:prstDash val="solid"/>
            <a:round/>
            <a:headEnd len="med" w="med" type="none"/>
            <a:tailEnd len="med" w="med" type="none"/>
          </a:ln>
        </p:spPr>
      </p:cxnSp>
      <p:cxnSp>
        <p:nvCxnSpPr>
          <p:cNvPr id="6975" name="Google Shape;6975;p61"/>
          <p:cNvCxnSpPr/>
          <p:nvPr/>
        </p:nvCxnSpPr>
        <p:spPr>
          <a:xfrm flipH="1" rot="10800000">
            <a:off x="4224250" y="5024341"/>
            <a:ext cx="231775" cy="244475"/>
          </a:xfrm>
          <a:prstGeom prst="straightConnector1">
            <a:avLst/>
          </a:prstGeom>
          <a:noFill/>
          <a:ln cap="flat" cmpd="sng" w="15875">
            <a:solidFill>
              <a:srgbClr val="000000"/>
            </a:solidFill>
            <a:prstDash val="solid"/>
            <a:round/>
            <a:headEnd len="med" w="med" type="none"/>
            <a:tailEnd len="med" w="med" type="none"/>
          </a:ln>
        </p:spPr>
      </p:cxnSp>
      <p:cxnSp>
        <p:nvCxnSpPr>
          <p:cNvPr id="6976" name="Google Shape;6976;p61"/>
          <p:cNvCxnSpPr/>
          <p:nvPr/>
        </p:nvCxnSpPr>
        <p:spPr>
          <a:xfrm rot="10800000">
            <a:off x="4675100" y="5011641"/>
            <a:ext cx="327025" cy="119062"/>
          </a:xfrm>
          <a:prstGeom prst="straightConnector1">
            <a:avLst/>
          </a:prstGeom>
          <a:noFill/>
          <a:ln cap="flat" cmpd="sng" w="15875">
            <a:solidFill>
              <a:srgbClr val="000000"/>
            </a:solidFill>
            <a:prstDash val="solid"/>
            <a:round/>
            <a:headEnd len="med" w="med" type="none"/>
            <a:tailEnd len="med" w="med" type="none"/>
          </a:ln>
        </p:spPr>
      </p:cxnSp>
      <p:cxnSp>
        <p:nvCxnSpPr>
          <p:cNvPr id="6977" name="Google Shape;6977;p61"/>
          <p:cNvCxnSpPr/>
          <p:nvPr/>
        </p:nvCxnSpPr>
        <p:spPr>
          <a:xfrm flipH="1" rot="10800000">
            <a:off x="4662400" y="4676678"/>
            <a:ext cx="260350" cy="188913"/>
          </a:xfrm>
          <a:prstGeom prst="straightConnector1">
            <a:avLst/>
          </a:prstGeom>
          <a:noFill/>
          <a:ln cap="flat" cmpd="sng" w="15875">
            <a:solidFill>
              <a:srgbClr val="000000"/>
            </a:solidFill>
            <a:prstDash val="solid"/>
            <a:round/>
            <a:headEnd len="med" w="med" type="none"/>
            <a:tailEnd len="med" w="med" type="none"/>
          </a:ln>
        </p:spPr>
      </p:cxnSp>
      <p:cxnSp>
        <p:nvCxnSpPr>
          <p:cNvPr id="6978" name="Google Shape;6978;p61"/>
          <p:cNvCxnSpPr/>
          <p:nvPr/>
        </p:nvCxnSpPr>
        <p:spPr>
          <a:xfrm rot="10800000">
            <a:off x="3708313" y="4551266"/>
            <a:ext cx="207962" cy="84137"/>
          </a:xfrm>
          <a:prstGeom prst="straightConnector1">
            <a:avLst/>
          </a:prstGeom>
          <a:noFill/>
          <a:ln cap="flat" cmpd="sng" w="15875">
            <a:solidFill>
              <a:srgbClr val="000000"/>
            </a:solidFill>
            <a:prstDash val="solid"/>
            <a:round/>
            <a:headEnd len="med" w="med" type="none"/>
            <a:tailEnd len="med" w="med" type="none"/>
          </a:ln>
        </p:spPr>
      </p:cxnSp>
      <p:sp>
        <p:nvSpPr>
          <p:cNvPr id="6979" name="Google Shape;6979;p61"/>
          <p:cNvSpPr txBox="1"/>
          <p:nvPr/>
        </p:nvSpPr>
        <p:spPr>
          <a:xfrm>
            <a:off x="2806613" y="4590953"/>
            <a:ext cx="78899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Calibri"/>
              <a:buNone/>
            </a:pPr>
            <a:r>
              <a:rPr b="0" i="1" lang="en-US" sz="2400" u="none" cap="none" strike="noStrike">
                <a:solidFill>
                  <a:schemeClr val="lt1"/>
                </a:solidFill>
                <a:latin typeface="Calibri"/>
                <a:ea typeface="Calibri"/>
                <a:cs typeface="Calibri"/>
                <a:sym typeface="Calibri"/>
              </a:rPr>
              <a:t>ISP C</a:t>
            </a:r>
            <a:endParaRPr/>
          </a:p>
        </p:txBody>
      </p:sp>
      <p:sp>
        <p:nvSpPr>
          <p:cNvPr id="6980" name="Google Shape;6980;p61"/>
          <p:cNvSpPr/>
          <p:nvPr/>
        </p:nvSpPr>
        <p:spPr>
          <a:xfrm>
            <a:off x="5765713" y="3706716"/>
            <a:ext cx="3219450" cy="13430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6981" name="Google Shape;6981;p61"/>
          <p:cNvCxnSpPr/>
          <p:nvPr/>
        </p:nvCxnSpPr>
        <p:spPr>
          <a:xfrm>
            <a:off x="6899188" y="3943253"/>
            <a:ext cx="1062037" cy="69850"/>
          </a:xfrm>
          <a:prstGeom prst="straightConnector1">
            <a:avLst/>
          </a:prstGeom>
          <a:noFill/>
          <a:ln cap="flat" cmpd="sng" w="15875">
            <a:solidFill>
              <a:srgbClr val="000000"/>
            </a:solidFill>
            <a:prstDash val="solid"/>
            <a:round/>
            <a:headEnd len="med" w="med" type="none"/>
            <a:tailEnd len="med" w="med" type="none"/>
          </a:ln>
        </p:spPr>
      </p:cxnSp>
      <p:cxnSp>
        <p:nvCxnSpPr>
          <p:cNvPr id="6982" name="Google Shape;6982;p61"/>
          <p:cNvCxnSpPr/>
          <p:nvPr/>
        </p:nvCxnSpPr>
        <p:spPr>
          <a:xfrm>
            <a:off x="7450050" y="4233766"/>
            <a:ext cx="120650" cy="82550"/>
          </a:xfrm>
          <a:prstGeom prst="straightConnector1">
            <a:avLst/>
          </a:prstGeom>
          <a:noFill/>
          <a:ln cap="flat" cmpd="sng" w="15875">
            <a:solidFill>
              <a:srgbClr val="000000"/>
            </a:solidFill>
            <a:prstDash val="solid"/>
            <a:round/>
            <a:headEnd len="med" w="med" type="none"/>
            <a:tailEnd len="med" w="med" type="none"/>
          </a:ln>
        </p:spPr>
      </p:cxnSp>
      <p:cxnSp>
        <p:nvCxnSpPr>
          <p:cNvPr id="6983" name="Google Shape;6983;p61"/>
          <p:cNvCxnSpPr/>
          <p:nvPr/>
        </p:nvCxnSpPr>
        <p:spPr>
          <a:xfrm flipH="1" rot="10800000">
            <a:off x="7250025" y="4433791"/>
            <a:ext cx="242888" cy="44450"/>
          </a:xfrm>
          <a:prstGeom prst="straightConnector1">
            <a:avLst/>
          </a:prstGeom>
          <a:noFill/>
          <a:ln cap="flat" cmpd="sng" w="15875">
            <a:solidFill>
              <a:srgbClr val="000000"/>
            </a:solidFill>
            <a:prstDash val="solid"/>
            <a:round/>
            <a:headEnd len="med" w="med" type="none"/>
            <a:tailEnd len="med" w="med" type="none"/>
          </a:ln>
        </p:spPr>
      </p:cxnSp>
      <p:cxnSp>
        <p:nvCxnSpPr>
          <p:cNvPr id="6984" name="Google Shape;6984;p61"/>
          <p:cNvCxnSpPr/>
          <p:nvPr/>
        </p:nvCxnSpPr>
        <p:spPr>
          <a:xfrm flipH="1" rot="10800000">
            <a:off x="6951575" y="4262341"/>
            <a:ext cx="195263" cy="106362"/>
          </a:xfrm>
          <a:prstGeom prst="straightConnector1">
            <a:avLst/>
          </a:prstGeom>
          <a:noFill/>
          <a:ln cap="flat" cmpd="sng" w="15875">
            <a:solidFill>
              <a:srgbClr val="000000"/>
            </a:solidFill>
            <a:prstDash val="solid"/>
            <a:round/>
            <a:headEnd len="med" w="med" type="none"/>
            <a:tailEnd len="med" w="med" type="none"/>
          </a:ln>
        </p:spPr>
      </p:cxnSp>
      <p:cxnSp>
        <p:nvCxnSpPr>
          <p:cNvPr id="6985" name="Google Shape;6985;p61"/>
          <p:cNvCxnSpPr/>
          <p:nvPr/>
        </p:nvCxnSpPr>
        <p:spPr>
          <a:xfrm flipH="1" rot="10800000">
            <a:off x="6638838" y="4554441"/>
            <a:ext cx="206375" cy="95250"/>
          </a:xfrm>
          <a:prstGeom prst="straightConnector1">
            <a:avLst/>
          </a:prstGeom>
          <a:noFill/>
          <a:ln cap="flat" cmpd="sng" w="15875">
            <a:solidFill>
              <a:srgbClr val="000000"/>
            </a:solidFill>
            <a:prstDash val="solid"/>
            <a:round/>
            <a:headEnd len="med" w="med" type="none"/>
            <a:tailEnd len="med" w="med" type="none"/>
          </a:ln>
        </p:spPr>
      </p:cxnSp>
      <p:cxnSp>
        <p:nvCxnSpPr>
          <p:cNvPr id="6986" name="Google Shape;6986;p61"/>
          <p:cNvCxnSpPr/>
          <p:nvPr/>
        </p:nvCxnSpPr>
        <p:spPr>
          <a:xfrm flipH="1" rot="10800000">
            <a:off x="7465925" y="4481416"/>
            <a:ext cx="254000" cy="247650"/>
          </a:xfrm>
          <a:prstGeom prst="straightConnector1">
            <a:avLst/>
          </a:prstGeom>
          <a:noFill/>
          <a:ln cap="flat" cmpd="sng" w="15875">
            <a:solidFill>
              <a:srgbClr val="000000"/>
            </a:solidFill>
            <a:prstDash val="solid"/>
            <a:round/>
            <a:headEnd len="med" w="med" type="none"/>
            <a:tailEnd len="med" w="med" type="none"/>
          </a:ln>
        </p:spPr>
      </p:cxnSp>
      <p:cxnSp>
        <p:nvCxnSpPr>
          <p:cNvPr id="6987" name="Google Shape;6987;p61"/>
          <p:cNvCxnSpPr/>
          <p:nvPr/>
        </p:nvCxnSpPr>
        <p:spPr>
          <a:xfrm rot="10800000">
            <a:off x="7929475" y="4460778"/>
            <a:ext cx="358775" cy="120650"/>
          </a:xfrm>
          <a:prstGeom prst="straightConnector1">
            <a:avLst/>
          </a:prstGeom>
          <a:noFill/>
          <a:ln cap="flat" cmpd="sng" w="15875">
            <a:solidFill>
              <a:srgbClr val="000000"/>
            </a:solidFill>
            <a:prstDash val="solid"/>
            <a:round/>
            <a:headEnd len="med" w="med" type="none"/>
            <a:tailEnd len="med" w="med" type="none"/>
          </a:ln>
        </p:spPr>
      </p:cxnSp>
      <p:cxnSp>
        <p:nvCxnSpPr>
          <p:cNvPr id="6988" name="Google Shape;6988;p61"/>
          <p:cNvCxnSpPr/>
          <p:nvPr/>
        </p:nvCxnSpPr>
        <p:spPr>
          <a:xfrm flipH="1" rot="10800000">
            <a:off x="7945350" y="4127403"/>
            <a:ext cx="285750" cy="192088"/>
          </a:xfrm>
          <a:prstGeom prst="straightConnector1">
            <a:avLst/>
          </a:prstGeom>
          <a:noFill/>
          <a:ln cap="flat" cmpd="sng" w="15875">
            <a:solidFill>
              <a:srgbClr val="000000"/>
            </a:solidFill>
            <a:prstDash val="solid"/>
            <a:round/>
            <a:headEnd len="med" w="med" type="none"/>
            <a:tailEnd len="med" w="med" type="none"/>
          </a:ln>
        </p:spPr>
      </p:cxnSp>
      <p:cxnSp>
        <p:nvCxnSpPr>
          <p:cNvPr id="6989" name="Google Shape;6989;p61"/>
          <p:cNvCxnSpPr/>
          <p:nvPr/>
        </p:nvCxnSpPr>
        <p:spPr>
          <a:xfrm rot="10800000">
            <a:off x="6900775" y="4000403"/>
            <a:ext cx="227013" cy="85725"/>
          </a:xfrm>
          <a:prstGeom prst="straightConnector1">
            <a:avLst/>
          </a:prstGeom>
          <a:noFill/>
          <a:ln cap="flat" cmpd="sng" w="15875">
            <a:solidFill>
              <a:srgbClr val="000000"/>
            </a:solidFill>
            <a:prstDash val="solid"/>
            <a:round/>
            <a:headEnd len="med" w="med" type="none"/>
            <a:tailEnd len="med" w="med" type="none"/>
          </a:ln>
        </p:spPr>
      </p:cxnSp>
      <p:sp>
        <p:nvSpPr>
          <p:cNvPr id="6990" name="Google Shape;6990;p61"/>
          <p:cNvSpPr txBox="1"/>
          <p:nvPr/>
        </p:nvSpPr>
        <p:spPr>
          <a:xfrm>
            <a:off x="5914938" y="4040091"/>
            <a:ext cx="79541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Calibri"/>
              <a:buNone/>
            </a:pPr>
            <a:r>
              <a:rPr b="0" i="1" lang="en-US" sz="2400" u="none" cap="none" strike="noStrike">
                <a:solidFill>
                  <a:schemeClr val="lt1"/>
                </a:solidFill>
                <a:latin typeface="Calibri"/>
                <a:ea typeface="Calibri"/>
                <a:cs typeface="Calibri"/>
                <a:sym typeface="Calibri"/>
              </a:rPr>
              <a:t>ISP B</a:t>
            </a:r>
            <a:endParaRPr/>
          </a:p>
        </p:txBody>
      </p:sp>
      <p:cxnSp>
        <p:nvCxnSpPr>
          <p:cNvPr id="6991" name="Google Shape;6991;p61"/>
          <p:cNvCxnSpPr/>
          <p:nvPr/>
        </p:nvCxnSpPr>
        <p:spPr>
          <a:xfrm>
            <a:off x="3533688" y="2666903"/>
            <a:ext cx="238125" cy="261938"/>
          </a:xfrm>
          <a:prstGeom prst="straightConnector1">
            <a:avLst/>
          </a:prstGeom>
          <a:noFill/>
          <a:ln cap="flat" cmpd="sng" w="9525">
            <a:solidFill>
              <a:srgbClr val="000000"/>
            </a:solidFill>
            <a:prstDash val="solid"/>
            <a:round/>
            <a:headEnd len="med" w="med" type="none"/>
            <a:tailEnd len="med" w="med" type="none"/>
          </a:ln>
        </p:spPr>
      </p:cxnSp>
      <p:cxnSp>
        <p:nvCxnSpPr>
          <p:cNvPr id="6992" name="Google Shape;6992;p61"/>
          <p:cNvCxnSpPr/>
          <p:nvPr/>
        </p:nvCxnSpPr>
        <p:spPr>
          <a:xfrm>
            <a:off x="2789150" y="2906616"/>
            <a:ext cx="831850" cy="61912"/>
          </a:xfrm>
          <a:prstGeom prst="straightConnector1">
            <a:avLst/>
          </a:prstGeom>
          <a:noFill/>
          <a:ln cap="flat" cmpd="sng" w="9525">
            <a:solidFill>
              <a:srgbClr val="000000"/>
            </a:solidFill>
            <a:prstDash val="solid"/>
            <a:round/>
            <a:headEnd len="med" w="med" type="none"/>
            <a:tailEnd len="med" w="med" type="none"/>
          </a:ln>
        </p:spPr>
      </p:cxnSp>
      <p:cxnSp>
        <p:nvCxnSpPr>
          <p:cNvPr id="6993" name="Google Shape;6993;p61"/>
          <p:cNvCxnSpPr/>
          <p:nvPr/>
        </p:nvCxnSpPr>
        <p:spPr>
          <a:xfrm flipH="1" rot="10800000">
            <a:off x="2385925" y="3030441"/>
            <a:ext cx="1303338" cy="277812"/>
          </a:xfrm>
          <a:prstGeom prst="straightConnector1">
            <a:avLst/>
          </a:prstGeom>
          <a:noFill/>
          <a:ln cap="flat" cmpd="sng" w="9525">
            <a:solidFill>
              <a:srgbClr val="000000"/>
            </a:solidFill>
            <a:prstDash val="solid"/>
            <a:round/>
            <a:headEnd len="med" w="med" type="none"/>
            <a:tailEnd len="med" w="med" type="none"/>
          </a:ln>
        </p:spPr>
      </p:cxnSp>
      <p:cxnSp>
        <p:nvCxnSpPr>
          <p:cNvPr id="6994" name="Google Shape;6994;p61"/>
          <p:cNvCxnSpPr/>
          <p:nvPr/>
        </p:nvCxnSpPr>
        <p:spPr>
          <a:xfrm>
            <a:off x="5067213" y="2468466"/>
            <a:ext cx="307975" cy="573087"/>
          </a:xfrm>
          <a:prstGeom prst="straightConnector1">
            <a:avLst/>
          </a:prstGeom>
          <a:noFill/>
          <a:ln cap="flat" cmpd="sng" w="9525">
            <a:solidFill>
              <a:srgbClr val="000000"/>
            </a:solidFill>
            <a:prstDash val="solid"/>
            <a:round/>
            <a:headEnd len="med" w="med" type="none"/>
            <a:tailEnd len="med" w="med" type="none"/>
          </a:ln>
        </p:spPr>
      </p:cxnSp>
      <p:cxnSp>
        <p:nvCxnSpPr>
          <p:cNvPr id="6995" name="Google Shape;6995;p61"/>
          <p:cNvCxnSpPr/>
          <p:nvPr/>
        </p:nvCxnSpPr>
        <p:spPr>
          <a:xfrm flipH="1">
            <a:off x="5576800" y="2446241"/>
            <a:ext cx="384175" cy="579437"/>
          </a:xfrm>
          <a:prstGeom prst="straightConnector1">
            <a:avLst/>
          </a:prstGeom>
          <a:noFill/>
          <a:ln cap="flat" cmpd="sng" w="9525">
            <a:solidFill>
              <a:srgbClr val="000000"/>
            </a:solidFill>
            <a:prstDash val="solid"/>
            <a:round/>
            <a:headEnd len="med" w="med" type="none"/>
            <a:tailEnd len="med" w="med" type="none"/>
          </a:ln>
        </p:spPr>
      </p:cxnSp>
      <p:cxnSp>
        <p:nvCxnSpPr>
          <p:cNvPr id="6996" name="Google Shape;6996;p61"/>
          <p:cNvCxnSpPr/>
          <p:nvPr/>
        </p:nvCxnSpPr>
        <p:spPr>
          <a:xfrm>
            <a:off x="7921538" y="2957416"/>
            <a:ext cx="215900" cy="1046162"/>
          </a:xfrm>
          <a:prstGeom prst="straightConnector1">
            <a:avLst/>
          </a:prstGeom>
          <a:noFill/>
          <a:ln cap="flat" cmpd="sng" w="9525">
            <a:solidFill>
              <a:srgbClr val="000000"/>
            </a:solidFill>
            <a:prstDash val="solid"/>
            <a:round/>
            <a:headEnd len="med" w="med" type="none"/>
            <a:tailEnd len="med" w="med" type="none"/>
          </a:ln>
        </p:spPr>
      </p:cxnSp>
      <p:cxnSp>
        <p:nvCxnSpPr>
          <p:cNvPr id="6997" name="Google Shape;6997;p61"/>
          <p:cNvCxnSpPr/>
          <p:nvPr/>
        </p:nvCxnSpPr>
        <p:spPr>
          <a:xfrm flipH="1">
            <a:off x="8288250" y="3308253"/>
            <a:ext cx="241300" cy="692150"/>
          </a:xfrm>
          <a:prstGeom prst="straightConnector1">
            <a:avLst/>
          </a:prstGeom>
          <a:noFill/>
          <a:ln cap="flat" cmpd="sng" w="9525">
            <a:solidFill>
              <a:srgbClr val="000000"/>
            </a:solidFill>
            <a:prstDash val="solid"/>
            <a:round/>
            <a:headEnd len="med" w="med" type="none"/>
            <a:tailEnd len="med" w="med" type="none"/>
          </a:ln>
        </p:spPr>
      </p:cxnSp>
      <p:cxnSp>
        <p:nvCxnSpPr>
          <p:cNvPr id="6998" name="Google Shape;6998;p61"/>
          <p:cNvCxnSpPr/>
          <p:nvPr/>
        </p:nvCxnSpPr>
        <p:spPr>
          <a:xfrm rot="10800000">
            <a:off x="8605750" y="4630641"/>
            <a:ext cx="796925" cy="614362"/>
          </a:xfrm>
          <a:prstGeom prst="straightConnector1">
            <a:avLst/>
          </a:prstGeom>
          <a:noFill/>
          <a:ln cap="flat" cmpd="sng" w="9525">
            <a:solidFill>
              <a:srgbClr val="000000"/>
            </a:solidFill>
            <a:prstDash val="solid"/>
            <a:round/>
            <a:headEnd len="med" w="med" type="none"/>
            <a:tailEnd len="med" w="med" type="none"/>
          </a:ln>
        </p:spPr>
      </p:cxnSp>
      <p:cxnSp>
        <p:nvCxnSpPr>
          <p:cNvPr id="6999" name="Google Shape;6999;p61"/>
          <p:cNvCxnSpPr/>
          <p:nvPr/>
        </p:nvCxnSpPr>
        <p:spPr>
          <a:xfrm rot="10800000">
            <a:off x="6470563" y="4751291"/>
            <a:ext cx="285750" cy="1160462"/>
          </a:xfrm>
          <a:prstGeom prst="straightConnector1">
            <a:avLst/>
          </a:prstGeom>
          <a:noFill/>
          <a:ln cap="flat" cmpd="sng" w="9525">
            <a:solidFill>
              <a:srgbClr val="000000"/>
            </a:solidFill>
            <a:prstDash val="solid"/>
            <a:round/>
            <a:headEnd len="med" w="med" type="none"/>
            <a:tailEnd len="med" w="med" type="none"/>
          </a:ln>
        </p:spPr>
      </p:cxnSp>
      <p:cxnSp>
        <p:nvCxnSpPr>
          <p:cNvPr id="7000" name="Google Shape;7000;p61"/>
          <p:cNvCxnSpPr/>
          <p:nvPr/>
        </p:nvCxnSpPr>
        <p:spPr>
          <a:xfrm rot="10800000">
            <a:off x="5219613" y="5102128"/>
            <a:ext cx="371475" cy="973138"/>
          </a:xfrm>
          <a:prstGeom prst="straightConnector1">
            <a:avLst/>
          </a:prstGeom>
          <a:noFill/>
          <a:ln cap="flat" cmpd="sng" w="9525">
            <a:solidFill>
              <a:srgbClr val="000000"/>
            </a:solidFill>
            <a:prstDash val="solid"/>
            <a:round/>
            <a:headEnd len="med" w="med" type="none"/>
            <a:tailEnd len="med" w="med" type="none"/>
          </a:ln>
        </p:spPr>
      </p:cxnSp>
      <p:cxnSp>
        <p:nvCxnSpPr>
          <p:cNvPr id="7001" name="Google Shape;7001;p61"/>
          <p:cNvCxnSpPr/>
          <p:nvPr/>
        </p:nvCxnSpPr>
        <p:spPr>
          <a:xfrm rot="10800000">
            <a:off x="4295688" y="5249766"/>
            <a:ext cx="244475" cy="661987"/>
          </a:xfrm>
          <a:prstGeom prst="straightConnector1">
            <a:avLst/>
          </a:prstGeom>
          <a:noFill/>
          <a:ln cap="flat" cmpd="sng" w="9525">
            <a:solidFill>
              <a:srgbClr val="000000"/>
            </a:solidFill>
            <a:prstDash val="solid"/>
            <a:round/>
            <a:headEnd len="med" w="med" type="none"/>
            <a:tailEnd len="med" w="med" type="none"/>
          </a:ln>
        </p:spPr>
      </p:cxnSp>
      <p:cxnSp>
        <p:nvCxnSpPr>
          <p:cNvPr id="7002" name="Google Shape;7002;p61"/>
          <p:cNvCxnSpPr/>
          <p:nvPr/>
        </p:nvCxnSpPr>
        <p:spPr>
          <a:xfrm flipH="1" rot="10800000">
            <a:off x="2941550" y="5218016"/>
            <a:ext cx="401638" cy="209550"/>
          </a:xfrm>
          <a:prstGeom prst="straightConnector1">
            <a:avLst/>
          </a:prstGeom>
          <a:noFill/>
          <a:ln cap="flat" cmpd="sng" w="9525">
            <a:solidFill>
              <a:srgbClr val="000000"/>
            </a:solidFill>
            <a:prstDash val="solid"/>
            <a:round/>
            <a:headEnd len="med" w="med" type="none"/>
            <a:tailEnd len="med" w="med" type="none"/>
          </a:ln>
        </p:spPr>
      </p:cxnSp>
      <p:cxnSp>
        <p:nvCxnSpPr>
          <p:cNvPr id="7003" name="Google Shape;7003;p61"/>
          <p:cNvCxnSpPr/>
          <p:nvPr/>
        </p:nvCxnSpPr>
        <p:spPr>
          <a:xfrm>
            <a:off x="2535150" y="5075141"/>
            <a:ext cx="450850" cy="115887"/>
          </a:xfrm>
          <a:prstGeom prst="straightConnector1">
            <a:avLst/>
          </a:prstGeom>
          <a:noFill/>
          <a:ln cap="flat" cmpd="sng" w="9525">
            <a:solidFill>
              <a:srgbClr val="000000"/>
            </a:solidFill>
            <a:prstDash val="solid"/>
            <a:round/>
            <a:headEnd len="med" w="med" type="none"/>
            <a:tailEnd len="med" w="med" type="none"/>
          </a:ln>
        </p:spPr>
      </p:cxnSp>
      <p:cxnSp>
        <p:nvCxnSpPr>
          <p:cNvPr id="7004" name="Google Shape;7004;p61"/>
          <p:cNvCxnSpPr/>
          <p:nvPr/>
        </p:nvCxnSpPr>
        <p:spPr>
          <a:xfrm>
            <a:off x="2306550" y="4433791"/>
            <a:ext cx="996950" cy="4762"/>
          </a:xfrm>
          <a:prstGeom prst="straightConnector1">
            <a:avLst/>
          </a:prstGeom>
          <a:noFill/>
          <a:ln cap="flat" cmpd="sng" w="9525">
            <a:solidFill>
              <a:srgbClr val="000000"/>
            </a:solidFill>
            <a:prstDash val="solid"/>
            <a:round/>
            <a:headEnd len="med" w="med" type="none"/>
            <a:tailEnd len="med" w="med" type="none"/>
          </a:ln>
        </p:spPr>
      </p:cxnSp>
      <p:cxnSp>
        <p:nvCxnSpPr>
          <p:cNvPr id="7005" name="Google Shape;7005;p61"/>
          <p:cNvCxnSpPr/>
          <p:nvPr/>
        </p:nvCxnSpPr>
        <p:spPr>
          <a:xfrm rot="10800000">
            <a:off x="7646900" y="4779866"/>
            <a:ext cx="1047750" cy="966787"/>
          </a:xfrm>
          <a:prstGeom prst="straightConnector1">
            <a:avLst/>
          </a:prstGeom>
          <a:noFill/>
          <a:ln cap="flat" cmpd="sng" w="9525">
            <a:solidFill>
              <a:srgbClr val="000000"/>
            </a:solidFill>
            <a:prstDash val="solid"/>
            <a:round/>
            <a:headEnd len="med" w="med" type="none"/>
            <a:tailEnd len="med" w="med" type="none"/>
          </a:ln>
        </p:spPr>
      </p:cxnSp>
      <p:cxnSp>
        <p:nvCxnSpPr>
          <p:cNvPr id="7006" name="Google Shape;7006;p61"/>
          <p:cNvCxnSpPr/>
          <p:nvPr/>
        </p:nvCxnSpPr>
        <p:spPr>
          <a:xfrm flipH="1">
            <a:off x="8716875" y="4368703"/>
            <a:ext cx="541338" cy="249238"/>
          </a:xfrm>
          <a:prstGeom prst="straightConnector1">
            <a:avLst/>
          </a:prstGeom>
          <a:noFill/>
          <a:ln cap="flat" cmpd="sng" w="9525">
            <a:solidFill>
              <a:srgbClr val="000000"/>
            </a:solidFill>
            <a:prstDash val="solid"/>
            <a:round/>
            <a:headEnd len="med" w="med" type="none"/>
            <a:tailEnd len="med" w="med" type="none"/>
          </a:ln>
        </p:spPr>
      </p:cxnSp>
      <p:grpSp>
        <p:nvGrpSpPr>
          <p:cNvPr id="7007" name="Google Shape;7007;p61"/>
          <p:cNvGrpSpPr/>
          <p:nvPr/>
        </p:nvGrpSpPr>
        <p:grpSpPr>
          <a:xfrm>
            <a:off x="5192625" y="3007829"/>
            <a:ext cx="541338" cy="223023"/>
            <a:chOff x="7493876" y="2774731"/>
            <a:chExt cx="1481958" cy="894622"/>
          </a:xfrm>
        </p:grpSpPr>
        <p:sp>
          <p:nvSpPr>
            <p:cNvPr id="7008" name="Google Shape;7008;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009" name="Google Shape;7009;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010" name="Google Shape;7010;p61"/>
            <p:cNvGrpSpPr/>
            <p:nvPr/>
          </p:nvGrpSpPr>
          <p:grpSpPr>
            <a:xfrm>
              <a:off x="7713663" y="2848339"/>
              <a:ext cx="1042107" cy="425543"/>
              <a:chOff x="7786941" y="2884917"/>
              <a:chExt cx="897649" cy="353919"/>
            </a:xfrm>
          </p:grpSpPr>
          <p:sp>
            <p:nvSpPr>
              <p:cNvPr id="7011" name="Google Shape;7011;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12" name="Google Shape;7012;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13" name="Google Shape;7013;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14" name="Google Shape;7014;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015" name="Google Shape;7015;p61"/>
          <p:cNvGrpSpPr/>
          <p:nvPr/>
        </p:nvGrpSpPr>
        <p:grpSpPr>
          <a:xfrm>
            <a:off x="3621872" y="2908203"/>
            <a:ext cx="541338" cy="223023"/>
            <a:chOff x="7493876" y="2774731"/>
            <a:chExt cx="1481958" cy="894622"/>
          </a:xfrm>
        </p:grpSpPr>
        <p:sp>
          <p:nvSpPr>
            <p:cNvPr id="7016" name="Google Shape;7016;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017" name="Google Shape;7017;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018" name="Google Shape;7018;p61"/>
            <p:cNvGrpSpPr/>
            <p:nvPr/>
          </p:nvGrpSpPr>
          <p:grpSpPr>
            <a:xfrm>
              <a:off x="7713663" y="2848339"/>
              <a:ext cx="1042107" cy="425543"/>
              <a:chOff x="7786941" y="2884917"/>
              <a:chExt cx="897649" cy="353919"/>
            </a:xfrm>
          </p:grpSpPr>
          <p:sp>
            <p:nvSpPr>
              <p:cNvPr id="7019" name="Google Shape;7019;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20" name="Google Shape;7020;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21" name="Google Shape;7021;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22" name="Google Shape;7022;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023" name="Google Shape;7023;p61"/>
          <p:cNvGrpSpPr/>
          <p:nvPr/>
        </p:nvGrpSpPr>
        <p:grpSpPr>
          <a:xfrm>
            <a:off x="8182681" y="4501444"/>
            <a:ext cx="541338" cy="223023"/>
            <a:chOff x="7493876" y="2774731"/>
            <a:chExt cx="1481958" cy="894622"/>
          </a:xfrm>
        </p:grpSpPr>
        <p:sp>
          <p:nvSpPr>
            <p:cNvPr id="7024" name="Google Shape;7024;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025" name="Google Shape;7025;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026" name="Google Shape;7026;p61"/>
            <p:cNvGrpSpPr/>
            <p:nvPr/>
          </p:nvGrpSpPr>
          <p:grpSpPr>
            <a:xfrm>
              <a:off x="7713663" y="2848339"/>
              <a:ext cx="1042107" cy="425543"/>
              <a:chOff x="7786941" y="2884917"/>
              <a:chExt cx="897649" cy="353919"/>
            </a:xfrm>
          </p:grpSpPr>
          <p:sp>
            <p:nvSpPr>
              <p:cNvPr id="7027" name="Google Shape;7027;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28" name="Google Shape;7028;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29" name="Google Shape;7029;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30" name="Google Shape;7030;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031" name="Google Shape;7031;p61"/>
          <p:cNvGrpSpPr/>
          <p:nvPr/>
        </p:nvGrpSpPr>
        <p:grpSpPr>
          <a:xfrm>
            <a:off x="7469673" y="4278623"/>
            <a:ext cx="541338" cy="223023"/>
            <a:chOff x="7493876" y="2774731"/>
            <a:chExt cx="1481958" cy="894622"/>
          </a:xfrm>
        </p:grpSpPr>
        <p:sp>
          <p:nvSpPr>
            <p:cNvPr id="7032" name="Google Shape;7032;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033" name="Google Shape;7033;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034" name="Google Shape;7034;p61"/>
            <p:cNvGrpSpPr/>
            <p:nvPr/>
          </p:nvGrpSpPr>
          <p:grpSpPr>
            <a:xfrm>
              <a:off x="7713663" y="2848339"/>
              <a:ext cx="1042107" cy="425543"/>
              <a:chOff x="7786941" y="2884917"/>
              <a:chExt cx="897649" cy="353919"/>
            </a:xfrm>
          </p:grpSpPr>
          <p:sp>
            <p:nvSpPr>
              <p:cNvPr id="7035" name="Google Shape;7035;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36" name="Google Shape;7036;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37" name="Google Shape;7037;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38" name="Google Shape;7038;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039" name="Google Shape;7039;p61"/>
          <p:cNvGrpSpPr/>
          <p:nvPr/>
        </p:nvGrpSpPr>
        <p:grpSpPr>
          <a:xfrm>
            <a:off x="6979356" y="4059569"/>
            <a:ext cx="541338" cy="223023"/>
            <a:chOff x="7493876" y="2774731"/>
            <a:chExt cx="1481958" cy="894622"/>
          </a:xfrm>
        </p:grpSpPr>
        <p:sp>
          <p:nvSpPr>
            <p:cNvPr id="7040" name="Google Shape;7040;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041" name="Google Shape;7041;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042" name="Google Shape;7042;p61"/>
            <p:cNvGrpSpPr/>
            <p:nvPr/>
          </p:nvGrpSpPr>
          <p:grpSpPr>
            <a:xfrm>
              <a:off x="7713663" y="2848339"/>
              <a:ext cx="1042107" cy="425543"/>
              <a:chOff x="7786941" y="2884917"/>
              <a:chExt cx="897649" cy="353919"/>
            </a:xfrm>
          </p:grpSpPr>
          <p:sp>
            <p:nvSpPr>
              <p:cNvPr id="7043" name="Google Shape;7043;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44" name="Google Shape;7044;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45" name="Google Shape;7045;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46" name="Google Shape;7046;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047" name="Google Shape;7047;p61"/>
          <p:cNvGrpSpPr/>
          <p:nvPr/>
        </p:nvGrpSpPr>
        <p:grpSpPr>
          <a:xfrm>
            <a:off x="6723616" y="4366729"/>
            <a:ext cx="541338" cy="223023"/>
            <a:chOff x="7493876" y="2774731"/>
            <a:chExt cx="1481958" cy="894622"/>
          </a:xfrm>
        </p:grpSpPr>
        <p:sp>
          <p:nvSpPr>
            <p:cNvPr id="7048" name="Google Shape;7048;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049" name="Google Shape;7049;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050" name="Google Shape;7050;p61"/>
            <p:cNvGrpSpPr/>
            <p:nvPr/>
          </p:nvGrpSpPr>
          <p:grpSpPr>
            <a:xfrm>
              <a:off x="7713663" y="2848339"/>
              <a:ext cx="1042107" cy="425543"/>
              <a:chOff x="7786941" y="2884917"/>
              <a:chExt cx="897649" cy="353919"/>
            </a:xfrm>
          </p:grpSpPr>
          <p:sp>
            <p:nvSpPr>
              <p:cNvPr id="7051" name="Google Shape;7051;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52" name="Google Shape;7052;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53" name="Google Shape;7053;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54" name="Google Shape;7054;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055" name="Google Shape;7055;p61"/>
          <p:cNvGrpSpPr/>
          <p:nvPr/>
        </p:nvGrpSpPr>
        <p:grpSpPr>
          <a:xfrm>
            <a:off x="7291037" y="4658009"/>
            <a:ext cx="541338" cy="223023"/>
            <a:chOff x="7493876" y="2774731"/>
            <a:chExt cx="1481958" cy="894622"/>
          </a:xfrm>
        </p:grpSpPr>
        <p:sp>
          <p:nvSpPr>
            <p:cNvPr id="7056" name="Google Shape;7056;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057" name="Google Shape;7057;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058" name="Google Shape;7058;p61"/>
            <p:cNvGrpSpPr/>
            <p:nvPr/>
          </p:nvGrpSpPr>
          <p:grpSpPr>
            <a:xfrm>
              <a:off x="7713663" y="2848339"/>
              <a:ext cx="1042107" cy="425543"/>
              <a:chOff x="7786941" y="2884917"/>
              <a:chExt cx="897649" cy="353919"/>
            </a:xfrm>
          </p:grpSpPr>
          <p:sp>
            <p:nvSpPr>
              <p:cNvPr id="7059" name="Google Shape;7059;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60" name="Google Shape;7060;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61" name="Google Shape;7061;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62" name="Google Shape;7062;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063" name="Google Shape;7063;p61"/>
          <p:cNvGrpSpPr/>
          <p:nvPr/>
        </p:nvGrpSpPr>
        <p:grpSpPr>
          <a:xfrm>
            <a:off x="4220281" y="4826836"/>
            <a:ext cx="541338" cy="223023"/>
            <a:chOff x="7493876" y="2774731"/>
            <a:chExt cx="1481958" cy="894622"/>
          </a:xfrm>
        </p:grpSpPr>
        <p:sp>
          <p:nvSpPr>
            <p:cNvPr id="7064" name="Google Shape;7064;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065" name="Google Shape;7065;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066" name="Google Shape;7066;p61"/>
            <p:cNvGrpSpPr/>
            <p:nvPr/>
          </p:nvGrpSpPr>
          <p:grpSpPr>
            <a:xfrm>
              <a:off x="7713663" y="2848339"/>
              <a:ext cx="1042107" cy="425543"/>
              <a:chOff x="7786941" y="2884917"/>
              <a:chExt cx="897649" cy="353919"/>
            </a:xfrm>
          </p:grpSpPr>
          <p:sp>
            <p:nvSpPr>
              <p:cNvPr id="7067" name="Google Shape;7067;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68" name="Google Shape;7068;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69" name="Google Shape;7069;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70" name="Google Shape;7070;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071" name="Google Shape;7071;p61"/>
          <p:cNvGrpSpPr/>
          <p:nvPr/>
        </p:nvGrpSpPr>
        <p:grpSpPr>
          <a:xfrm>
            <a:off x="3740086" y="4631455"/>
            <a:ext cx="541338" cy="223023"/>
            <a:chOff x="7493876" y="2774731"/>
            <a:chExt cx="1481958" cy="894622"/>
          </a:xfrm>
        </p:grpSpPr>
        <p:sp>
          <p:nvSpPr>
            <p:cNvPr id="7072" name="Google Shape;7072;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073" name="Google Shape;7073;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074" name="Google Shape;7074;p61"/>
            <p:cNvGrpSpPr/>
            <p:nvPr/>
          </p:nvGrpSpPr>
          <p:grpSpPr>
            <a:xfrm>
              <a:off x="7713663" y="2848339"/>
              <a:ext cx="1042107" cy="425543"/>
              <a:chOff x="7786941" y="2884917"/>
              <a:chExt cx="897649" cy="353919"/>
            </a:xfrm>
          </p:grpSpPr>
          <p:sp>
            <p:nvSpPr>
              <p:cNvPr id="7075" name="Google Shape;7075;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76" name="Google Shape;7076;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77" name="Google Shape;7077;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78" name="Google Shape;7078;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079" name="Google Shape;7079;p61"/>
          <p:cNvGrpSpPr/>
          <p:nvPr/>
        </p:nvGrpSpPr>
        <p:grpSpPr>
          <a:xfrm>
            <a:off x="3500746" y="4902845"/>
            <a:ext cx="541338" cy="223023"/>
            <a:chOff x="7493876" y="2774731"/>
            <a:chExt cx="1481958" cy="894622"/>
          </a:xfrm>
        </p:grpSpPr>
        <p:sp>
          <p:nvSpPr>
            <p:cNvPr id="7080" name="Google Shape;7080;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081" name="Google Shape;7081;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082" name="Google Shape;7082;p61"/>
            <p:cNvGrpSpPr/>
            <p:nvPr/>
          </p:nvGrpSpPr>
          <p:grpSpPr>
            <a:xfrm>
              <a:off x="7713663" y="2848339"/>
              <a:ext cx="1042107" cy="425543"/>
              <a:chOff x="7786941" y="2884917"/>
              <a:chExt cx="897649" cy="353919"/>
            </a:xfrm>
          </p:grpSpPr>
          <p:sp>
            <p:nvSpPr>
              <p:cNvPr id="7083" name="Google Shape;7083;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84" name="Google Shape;7084;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85" name="Google Shape;7085;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86" name="Google Shape;7086;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087" name="Google Shape;7087;p61"/>
          <p:cNvGrpSpPr/>
          <p:nvPr/>
        </p:nvGrpSpPr>
        <p:grpSpPr>
          <a:xfrm>
            <a:off x="2989969" y="5089246"/>
            <a:ext cx="541338" cy="223023"/>
            <a:chOff x="7493876" y="2774731"/>
            <a:chExt cx="1481958" cy="894622"/>
          </a:xfrm>
        </p:grpSpPr>
        <p:sp>
          <p:nvSpPr>
            <p:cNvPr id="7088" name="Google Shape;7088;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089" name="Google Shape;7089;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090" name="Google Shape;7090;p61"/>
            <p:cNvGrpSpPr/>
            <p:nvPr/>
          </p:nvGrpSpPr>
          <p:grpSpPr>
            <a:xfrm>
              <a:off x="7713663" y="2848339"/>
              <a:ext cx="1042107" cy="425543"/>
              <a:chOff x="7786941" y="2884917"/>
              <a:chExt cx="897649" cy="353919"/>
            </a:xfrm>
          </p:grpSpPr>
          <p:sp>
            <p:nvSpPr>
              <p:cNvPr id="7091" name="Google Shape;7091;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92" name="Google Shape;7092;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93" name="Google Shape;7093;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94" name="Google Shape;7094;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095" name="Google Shape;7095;p61"/>
          <p:cNvGrpSpPr/>
          <p:nvPr/>
        </p:nvGrpSpPr>
        <p:grpSpPr>
          <a:xfrm>
            <a:off x="4023882" y="5178456"/>
            <a:ext cx="541338" cy="223023"/>
            <a:chOff x="7493876" y="2774731"/>
            <a:chExt cx="1481958" cy="894622"/>
          </a:xfrm>
        </p:grpSpPr>
        <p:sp>
          <p:nvSpPr>
            <p:cNvPr id="7096" name="Google Shape;7096;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097" name="Google Shape;7097;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098" name="Google Shape;7098;p61"/>
            <p:cNvGrpSpPr/>
            <p:nvPr/>
          </p:nvGrpSpPr>
          <p:grpSpPr>
            <a:xfrm>
              <a:off x="7713663" y="2848339"/>
              <a:ext cx="1042107" cy="425543"/>
              <a:chOff x="7786941" y="2884917"/>
              <a:chExt cx="897649" cy="353919"/>
            </a:xfrm>
          </p:grpSpPr>
          <p:sp>
            <p:nvSpPr>
              <p:cNvPr id="7099" name="Google Shape;7099;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00" name="Google Shape;7100;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01" name="Google Shape;7101;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02" name="Google Shape;7102;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7103" name="Google Shape;7103;p61"/>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sp>
        <p:nvSpPr>
          <p:cNvPr id="7104" name="Google Shape;7104;p6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grpSp>
        <p:nvGrpSpPr>
          <p:cNvPr id="7105" name="Google Shape;7105;p61"/>
          <p:cNvGrpSpPr/>
          <p:nvPr/>
        </p:nvGrpSpPr>
        <p:grpSpPr>
          <a:xfrm>
            <a:off x="1589588" y="1850610"/>
            <a:ext cx="8467869" cy="4691676"/>
            <a:chOff x="124589" y="1837771"/>
            <a:chExt cx="8466729" cy="4692037"/>
          </a:xfrm>
        </p:grpSpPr>
        <p:grpSp>
          <p:nvGrpSpPr>
            <p:cNvPr id="7106" name="Google Shape;7106;p61"/>
            <p:cNvGrpSpPr/>
            <p:nvPr/>
          </p:nvGrpSpPr>
          <p:grpSpPr>
            <a:xfrm>
              <a:off x="1529396" y="2297655"/>
              <a:ext cx="648422" cy="418253"/>
              <a:chOff x="3053396" y="4304255"/>
              <a:chExt cx="648422" cy="418253"/>
            </a:xfrm>
          </p:grpSpPr>
          <p:sp>
            <p:nvSpPr>
              <p:cNvPr id="7107" name="Google Shape;7107;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8" name="Google Shape;7108;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09" name="Google Shape;7109;p61"/>
            <p:cNvGrpSpPr/>
            <p:nvPr/>
          </p:nvGrpSpPr>
          <p:grpSpPr>
            <a:xfrm>
              <a:off x="373696" y="3097755"/>
              <a:ext cx="648422" cy="418253"/>
              <a:chOff x="3053396" y="4304255"/>
              <a:chExt cx="648422" cy="418253"/>
            </a:xfrm>
          </p:grpSpPr>
          <p:sp>
            <p:nvSpPr>
              <p:cNvPr id="7110" name="Google Shape;7110;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1" name="Google Shape;7111;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12" name="Google Shape;7112;p61"/>
            <p:cNvGrpSpPr/>
            <p:nvPr/>
          </p:nvGrpSpPr>
          <p:grpSpPr>
            <a:xfrm>
              <a:off x="6037896" y="2551655"/>
              <a:ext cx="648422" cy="418253"/>
              <a:chOff x="3053396" y="4304255"/>
              <a:chExt cx="648422" cy="418253"/>
            </a:xfrm>
          </p:grpSpPr>
          <p:sp>
            <p:nvSpPr>
              <p:cNvPr id="7113" name="Google Shape;7113;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4" name="Google Shape;7114;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15" name="Google Shape;7115;p61"/>
            <p:cNvGrpSpPr/>
            <p:nvPr/>
          </p:nvGrpSpPr>
          <p:grpSpPr>
            <a:xfrm>
              <a:off x="945196" y="5409155"/>
              <a:ext cx="648422" cy="418253"/>
              <a:chOff x="3053396" y="4304255"/>
              <a:chExt cx="648422" cy="418253"/>
            </a:xfrm>
          </p:grpSpPr>
          <p:sp>
            <p:nvSpPr>
              <p:cNvPr id="7116" name="Google Shape;7116;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7" name="Google Shape;7117;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18" name="Google Shape;7118;p61"/>
            <p:cNvGrpSpPr/>
            <p:nvPr/>
          </p:nvGrpSpPr>
          <p:grpSpPr>
            <a:xfrm>
              <a:off x="526096" y="4786855"/>
              <a:ext cx="648422" cy="418253"/>
              <a:chOff x="3053396" y="4304255"/>
              <a:chExt cx="648422" cy="418253"/>
            </a:xfrm>
          </p:grpSpPr>
          <p:sp>
            <p:nvSpPr>
              <p:cNvPr id="7119" name="Google Shape;7119;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0" name="Google Shape;7120;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21" name="Google Shape;7121;p61"/>
            <p:cNvGrpSpPr/>
            <p:nvPr/>
          </p:nvGrpSpPr>
          <p:grpSpPr>
            <a:xfrm>
              <a:off x="297496" y="4126455"/>
              <a:ext cx="648422" cy="418253"/>
              <a:chOff x="3053396" y="4304255"/>
              <a:chExt cx="648422" cy="418253"/>
            </a:xfrm>
          </p:grpSpPr>
          <p:sp>
            <p:nvSpPr>
              <p:cNvPr id="7122" name="Google Shape;7122;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3" name="Google Shape;7123;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24" name="Google Shape;7124;p61"/>
            <p:cNvGrpSpPr/>
            <p:nvPr/>
          </p:nvGrpSpPr>
          <p:grpSpPr>
            <a:xfrm>
              <a:off x="6787196" y="2983455"/>
              <a:ext cx="648422" cy="418253"/>
              <a:chOff x="3053396" y="4304255"/>
              <a:chExt cx="648422" cy="418253"/>
            </a:xfrm>
          </p:grpSpPr>
          <p:sp>
            <p:nvSpPr>
              <p:cNvPr id="7125" name="Google Shape;7125;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6" name="Google Shape;7126;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27" name="Google Shape;7127;p61"/>
            <p:cNvGrpSpPr/>
            <p:nvPr/>
          </p:nvGrpSpPr>
          <p:grpSpPr>
            <a:xfrm>
              <a:off x="3129596" y="2056355"/>
              <a:ext cx="648422" cy="418253"/>
              <a:chOff x="3053396" y="4304255"/>
              <a:chExt cx="648422" cy="418253"/>
            </a:xfrm>
          </p:grpSpPr>
          <p:sp>
            <p:nvSpPr>
              <p:cNvPr id="7128" name="Google Shape;7128;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9" name="Google Shape;7129;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30" name="Google Shape;7130;p61"/>
            <p:cNvGrpSpPr/>
            <p:nvPr/>
          </p:nvGrpSpPr>
          <p:grpSpPr>
            <a:xfrm>
              <a:off x="754696" y="2704055"/>
              <a:ext cx="648422" cy="418253"/>
              <a:chOff x="3053396" y="4304255"/>
              <a:chExt cx="648422" cy="418253"/>
            </a:xfrm>
          </p:grpSpPr>
          <p:sp>
            <p:nvSpPr>
              <p:cNvPr id="7131" name="Google Shape;7131;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2" name="Google Shape;7132;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33" name="Google Shape;7133;p61"/>
            <p:cNvGrpSpPr/>
            <p:nvPr/>
          </p:nvGrpSpPr>
          <p:grpSpPr>
            <a:xfrm>
              <a:off x="4043996" y="2030955"/>
              <a:ext cx="648422" cy="418253"/>
              <a:chOff x="3053396" y="4304255"/>
              <a:chExt cx="648422" cy="418253"/>
            </a:xfrm>
          </p:grpSpPr>
          <p:sp>
            <p:nvSpPr>
              <p:cNvPr id="7134" name="Google Shape;7134;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5" name="Google Shape;7135;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36" name="Google Shape;7136;p61"/>
            <p:cNvGrpSpPr/>
            <p:nvPr/>
          </p:nvGrpSpPr>
          <p:grpSpPr>
            <a:xfrm>
              <a:off x="7104696" y="5663155"/>
              <a:ext cx="648422" cy="418253"/>
              <a:chOff x="3053396" y="4304255"/>
              <a:chExt cx="648422" cy="418253"/>
            </a:xfrm>
          </p:grpSpPr>
          <p:sp>
            <p:nvSpPr>
              <p:cNvPr id="7137" name="Google Shape;7137;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8" name="Google Shape;7138;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39" name="Google Shape;7139;p61"/>
            <p:cNvGrpSpPr/>
            <p:nvPr/>
          </p:nvGrpSpPr>
          <p:grpSpPr>
            <a:xfrm>
              <a:off x="7942896" y="5015455"/>
              <a:ext cx="648422" cy="418253"/>
              <a:chOff x="3053396" y="4304255"/>
              <a:chExt cx="648422" cy="418253"/>
            </a:xfrm>
          </p:grpSpPr>
          <p:sp>
            <p:nvSpPr>
              <p:cNvPr id="7140" name="Google Shape;7140;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1" name="Google Shape;7141;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42" name="Google Shape;7142;p61"/>
            <p:cNvGrpSpPr/>
            <p:nvPr/>
          </p:nvGrpSpPr>
          <p:grpSpPr>
            <a:xfrm>
              <a:off x="7714296" y="4101055"/>
              <a:ext cx="648422" cy="418253"/>
              <a:chOff x="3053396" y="4304255"/>
              <a:chExt cx="648422" cy="418253"/>
            </a:xfrm>
          </p:grpSpPr>
          <p:sp>
            <p:nvSpPr>
              <p:cNvPr id="7143" name="Google Shape;7143;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4" name="Google Shape;7144;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45" name="Google Shape;7145;p61"/>
            <p:cNvGrpSpPr/>
            <p:nvPr/>
          </p:nvGrpSpPr>
          <p:grpSpPr>
            <a:xfrm>
              <a:off x="4869496" y="5904455"/>
              <a:ext cx="648422" cy="418253"/>
              <a:chOff x="3053396" y="4304255"/>
              <a:chExt cx="648422" cy="418253"/>
            </a:xfrm>
          </p:grpSpPr>
          <p:sp>
            <p:nvSpPr>
              <p:cNvPr id="7146" name="Google Shape;7146;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7" name="Google Shape;7147;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48" name="Google Shape;7148;p61"/>
            <p:cNvGrpSpPr/>
            <p:nvPr/>
          </p:nvGrpSpPr>
          <p:grpSpPr>
            <a:xfrm>
              <a:off x="3955096" y="6044155"/>
              <a:ext cx="648422" cy="418253"/>
              <a:chOff x="3053396" y="4304255"/>
              <a:chExt cx="648422" cy="418253"/>
            </a:xfrm>
          </p:grpSpPr>
          <p:sp>
            <p:nvSpPr>
              <p:cNvPr id="7149" name="Google Shape;7149;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50" name="Google Shape;7150;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151" name="Google Shape;7151;p61"/>
            <p:cNvGrpSpPr/>
            <p:nvPr/>
          </p:nvGrpSpPr>
          <p:grpSpPr>
            <a:xfrm>
              <a:off x="2735896" y="5891755"/>
              <a:ext cx="648422" cy="418253"/>
              <a:chOff x="3053396" y="4304255"/>
              <a:chExt cx="648422" cy="418253"/>
            </a:xfrm>
          </p:grpSpPr>
          <p:sp>
            <p:nvSpPr>
              <p:cNvPr id="7152" name="Google Shape;7152;p61"/>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53" name="Google Shape;7153;p61"/>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sp>
          <p:nvSpPr>
            <p:cNvPr id="7154" name="Google Shape;7154;p61"/>
            <p:cNvSpPr txBox="1"/>
            <p:nvPr/>
          </p:nvSpPr>
          <p:spPr>
            <a:xfrm rot="1053502">
              <a:off x="5143500" y="1955800"/>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155" name="Google Shape;7155;p61"/>
            <p:cNvSpPr txBox="1"/>
            <p:nvPr/>
          </p:nvSpPr>
          <p:spPr>
            <a:xfrm rot="2829263">
              <a:off x="7429500" y="3429000"/>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156" name="Google Shape;7156;p61"/>
            <p:cNvSpPr txBox="1"/>
            <p:nvPr/>
          </p:nvSpPr>
          <p:spPr>
            <a:xfrm rot="9845918">
              <a:off x="6098241" y="5942112"/>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157" name="Google Shape;7157;p61"/>
            <p:cNvSpPr txBox="1"/>
            <p:nvPr/>
          </p:nvSpPr>
          <p:spPr>
            <a:xfrm rot="-9948738">
              <a:off x="1730786" y="5845469"/>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158" name="Google Shape;7158;p61"/>
            <p:cNvSpPr txBox="1"/>
            <p:nvPr/>
          </p:nvSpPr>
          <p:spPr>
            <a:xfrm rot="-4992697">
              <a:off x="144631" y="3539025"/>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159" name="Google Shape;7159;p61"/>
            <p:cNvSpPr txBox="1"/>
            <p:nvPr/>
          </p:nvSpPr>
          <p:spPr>
            <a:xfrm rot="-1017263">
              <a:off x="2330376" y="1905681"/>
              <a:ext cx="5437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grpSp>
      <p:sp>
        <p:nvSpPr>
          <p:cNvPr id="7160" name="Google Shape;7160;p61"/>
          <p:cNvSpPr txBox="1"/>
          <p:nvPr/>
        </p:nvSpPr>
        <p:spPr>
          <a:xfrm>
            <a:off x="1499042" y="1163204"/>
            <a:ext cx="9720792" cy="6731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9"/>
              </a:buClr>
              <a:buSzPts val="1800"/>
              <a:buFont typeface="Noto Sans Symbols"/>
              <a:buNone/>
            </a:pPr>
            <a:r>
              <a:rPr lang="en-US" sz="2400">
                <a:solidFill>
                  <a:schemeClr val="dk1"/>
                </a:solidFill>
                <a:latin typeface="Calibri"/>
                <a:ea typeface="Calibri"/>
                <a:cs typeface="Calibri"/>
                <a:sym typeface="Calibri"/>
              </a:rPr>
              <a:t>But if one global ISP is viable business, there will be competitors …. who will want to be connected</a:t>
            </a:r>
            <a:endParaRPr/>
          </a:p>
        </p:txBody>
      </p:sp>
      <p:grpSp>
        <p:nvGrpSpPr>
          <p:cNvPr id="7161" name="Google Shape;7161;p61"/>
          <p:cNvGrpSpPr/>
          <p:nvPr/>
        </p:nvGrpSpPr>
        <p:grpSpPr>
          <a:xfrm>
            <a:off x="5736579" y="2899825"/>
            <a:ext cx="2272389" cy="1061009"/>
            <a:chOff x="4696844" y="2871032"/>
            <a:chExt cx="2272671" cy="1061113"/>
          </a:xfrm>
        </p:grpSpPr>
        <p:grpSp>
          <p:nvGrpSpPr>
            <p:cNvPr id="7162" name="Google Shape;7162;p61"/>
            <p:cNvGrpSpPr/>
            <p:nvPr/>
          </p:nvGrpSpPr>
          <p:grpSpPr>
            <a:xfrm>
              <a:off x="5677190" y="2871032"/>
              <a:ext cx="530938" cy="338554"/>
              <a:chOff x="5573768" y="2726239"/>
              <a:chExt cx="530938" cy="338554"/>
            </a:xfrm>
          </p:grpSpPr>
          <p:sp>
            <p:nvSpPr>
              <p:cNvPr id="7163" name="Google Shape;7163;p61"/>
              <p:cNvSpPr/>
              <p:nvPr/>
            </p:nvSpPr>
            <p:spPr>
              <a:xfrm>
                <a:off x="5573768" y="2751297"/>
                <a:ext cx="528092" cy="304800"/>
              </a:xfrm>
              <a:prstGeom prst="ellipse">
                <a:avLst/>
              </a:prstGeom>
              <a:solidFill>
                <a:srgbClr val="0000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7164" name="Google Shape;7164;p61"/>
              <p:cNvSpPr txBox="1"/>
              <p:nvPr/>
            </p:nvSpPr>
            <p:spPr>
              <a:xfrm>
                <a:off x="5593027" y="2726239"/>
                <a:ext cx="51167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Arial"/>
                    <a:ea typeface="Arial"/>
                    <a:cs typeface="Arial"/>
                    <a:sym typeface="Arial"/>
                  </a:rPr>
                  <a:t>IXP</a:t>
                </a:r>
                <a:endParaRPr/>
              </a:p>
            </p:txBody>
          </p:sp>
        </p:grpSp>
        <p:cxnSp>
          <p:nvCxnSpPr>
            <p:cNvPr id="7165" name="Google Shape;7165;p61"/>
            <p:cNvCxnSpPr/>
            <p:nvPr/>
          </p:nvCxnSpPr>
          <p:spPr>
            <a:xfrm>
              <a:off x="4696844" y="3073933"/>
              <a:ext cx="980347" cy="3515"/>
            </a:xfrm>
            <a:prstGeom prst="straightConnector1">
              <a:avLst/>
            </a:prstGeom>
            <a:noFill/>
            <a:ln cap="flat" cmpd="sng" w="38100">
              <a:solidFill>
                <a:srgbClr val="CC0000"/>
              </a:solidFill>
              <a:prstDash val="solid"/>
              <a:round/>
              <a:headEnd len="med" w="med" type="none"/>
              <a:tailEnd len="med" w="med" type="none"/>
            </a:ln>
          </p:spPr>
        </p:cxnSp>
        <p:cxnSp>
          <p:nvCxnSpPr>
            <p:cNvPr id="7166" name="Google Shape;7166;p61"/>
            <p:cNvCxnSpPr>
              <a:endCxn id="7167" idx="1"/>
            </p:cNvCxnSpPr>
            <p:nvPr/>
          </p:nvCxnSpPr>
          <p:spPr>
            <a:xfrm>
              <a:off x="6137015" y="3146745"/>
              <a:ext cx="832500" cy="785400"/>
            </a:xfrm>
            <a:prstGeom prst="straightConnector1">
              <a:avLst/>
            </a:prstGeom>
            <a:noFill/>
            <a:ln cap="flat" cmpd="sng" w="38100">
              <a:solidFill>
                <a:srgbClr val="CC0000"/>
              </a:solidFill>
              <a:prstDash val="solid"/>
              <a:round/>
              <a:headEnd len="med" w="med" type="none"/>
              <a:tailEnd len="med" w="med" type="none"/>
            </a:ln>
          </p:spPr>
        </p:cxnSp>
      </p:grpSp>
      <p:grpSp>
        <p:nvGrpSpPr>
          <p:cNvPr id="7168" name="Google Shape;7168;p61"/>
          <p:cNvGrpSpPr/>
          <p:nvPr/>
        </p:nvGrpSpPr>
        <p:grpSpPr>
          <a:xfrm>
            <a:off x="3570106" y="3762886"/>
            <a:ext cx="2938633" cy="1357363"/>
            <a:chOff x="2746015" y="3733001"/>
            <a:chExt cx="2937190" cy="1359445"/>
          </a:xfrm>
        </p:grpSpPr>
        <p:cxnSp>
          <p:nvCxnSpPr>
            <p:cNvPr id="7169" name="Google Shape;7169;p61"/>
            <p:cNvCxnSpPr>
              <a:stCxn id="7170" idx="5"/>
              <a:endCxn id="7171" idx="3"/>
            </p:cNvCxnSpPr>
            <p:nvPr/>
          </p:nvCxnSpPr>
          <p:spPr>
            <a:xfrm>
              <a:off x="5094305" y="3733001"/>
              <a:ext cx="588900" cy="212700"/>
            </a:xfrm>
            <a:prstGeom prst="straightConnector1">
              <a:avLst/>
            </a:prstGeom>
            <a:noFill/>
            <a:ln cap="flat" cmpd="sng" w="38100">
              <a:solidFill>
                <a:srgbClr val="CC0000"/>
              </a:solidFill>
              <a:prstDash val="solid"/>
              <a:round/>
              <a:headEnd len="med" w="med" type="none"/>
              <a:tailEnd len="med" w="med" type="none"/>
            </a:ln>
          </p:spPr>
        </p:cxnSp>
        <p:cxnSp>
          <p:nvCxnSpPr>
            <p:cNvPr id="7172" name="Google Shape;7172;p61"/>
            <p:cNvCxnSpPr>
              <a:stCxn id="7173" idx="5"/>
            </p:cNvCxnSpPr>
            <p:nvPr/>
          </p:nvCxnSpPr>
          <p:spPr>
            <a:xfrm flipH="1">
              <a:off x="2746015" y="3789080"/>
              <a:ext cx="54600" cy="601800"/>
            </a:xfrm>
            <a:prstGeom prst="straightConnector1">
              <a:avLst/>
            </a:prstGeom>
            <a:noFill/>
            <a:ln cap="flat" cmpd="sng" w="38100">
              <a:solidFill>
                <a:srgbClr val="CC0000"/>
              </a:solidFill>
              <a:prstDash val="solid"/>
              <a:round/>
              <a:headEnd len="med" w="med" type="none"/>
              <a:tailEnd len="med" w="med" type="none"/>
            </a:ln>
          </p:spPr>
        </p:cxnSp>
        <p:cxnSp>
          <p:nvCxnSpPr>
            <p:cNvPr id="7174" name="Google Shape;7174;p61"/>
            <p:cNvCxnSpPr>
              <a:endCxn id="7175" idx="3"/>
            </p:cNvCxnSpPr>
            <p:nvPr/>
          </p:nvCxnSpPr>
          <p:spPr>
            <a:xfrm flipH="1" rot="10800000">
              <a:off x="4424295" y="4701847"/>
              <a:ext cx="1074600" cy="390600"/>
            </a:xfrm>
            <a:prstGeom prst="straightConnector1">
              <a:avLst/>
            </a:prstGeom>
            <a:noFill/>
            <a:ln cap="flat" cmpd="sng" w="38100">
              <a:solidFill>
                <a:srgbClr val="CC0000"/>
              </a:solidFill>
              <a:prstDash val="solid"/>
              <a:round/>
              <a:headEnd len="med" w="med" type="none"/>
              <a:tailEnd len="med" w="med" type="none"/>
            </a:ln>
          </p:spPr>
        </p:cxnSp>
      </p:grpSp>
      <p:grpSp>
        <p:nvGrpSpPr>
          <p:cNvPr id="7176" name="Google Shape;7176;p61"/>
          <p:cNvGrpSpPr/>
          <p:nvPr/>
        </p:nvGrpSpPr>
        <p:grpSpPr>
          <a:xfrm>
            <a:off x="5775500" y="5015078"/>
            <a:ext cx="1792625" cy="741248"/>
            <a:chOff x="4686300" y="4864100"/>
            <a:chExt cx="1792244" cy="740764"/>
          </a:xfrm>
        </p:grpSpPr>
        <p:sp>
          <p:nvSpPr>
            <p:cNvPr id="7177" name="Google Shape;7177;p61"/>
            <p:cNvSpPr txBox="1"/>
            <p:nvPr/>
          </p:nvSpPr>
          <p:spPr>
            <a:xfrm>
              <a:off x="4838700" y="5143500"/>
              <a:ext cx="1639844" cy="46136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CC0000"/>
                  </a:solidFill>
                  <a:latin typeface="Calibri"/>
                  <a:ea typeface="Calibri"/>
                  <a:cs typeface="Calibri"/>
                  <a:sym typeface="Calibri"/>
                </a:rPr>
                <a:t>peering link</a:t>
              </a:r>
              <a:endParaRPr/>
            </a:p>
          </p:txBody>
        </p:sp>
        <p:cxnSp>
          <p:nvCxnSpPr>
            <p:cNvPr id="7178" name="Google Shape;7178;p61"/>
            <p:cNvCxnSpPr/>
            <p:nvPr/>
          </p:nvCxnSpPr>
          <p:spPr>
            <a:xfrm>
              <a:off x="4686300" y="4864100"/>
              <a:ext cx="266700" cy="419100"/>
            </a:xfrm>
            <a:prstGeom prst="straightConnector1">
              <a:avLst/>
            </a:prstGeom>
            <a:noFill/>
            <a:ln cap="flat" cmpd="sng" w="9525">
              <a:solidFill>
                <a:srgbClr val="CC0000"/>
              </a:solidFill>
              <a:prstDash val="solid"/>
              <a:round/>
              <a:headEnd len="med" w="med" type="none"/>
              <a:tailEnd len="med" w="med" type="none"/>
            </a:ln>
          </p:spPr>
        </p:cxnSp>
      </p:grpSp>
      <p:grpSp>
        <p:nvGrpSpPr>
          <p:cNvPr id="7179" name="Google Shape;7179;p61"/>
          <p:cNvGrpSpPr/>
          <p:nvPr/>
        </p:nvGrpSpPr>
        <p:grpSpPr>
          <a:xfrm>
            <a:off x="6287088" y="1707261"/>
            <a:ext cx="3207609" cy="1166368"/>
            <a:chOff x="5270500" y="1701800"/>
            <a:chExt cx="3206604" cy="1165614"/>
          </a:xfrm>
        </p:grpSpPr>
        <p:sp>
          <p:nvSpPr>
            <p:cNvPr id="7180" name="Google Shape;7180;p61"/>
            <p:cNvSpPr txBox="1"/>
            <p:nvPr/>
          </p:nvSpPr>
          <p:spPr>
            <a:xfrm>
              <a:off x="5270500" y="1701800"/>
              <a:ext cx="3206604" cy="4613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rgbClr val="CC0000"/>
                  </a:solidFill>
                  <a:latin typeface="Calibri"/>
                  <a:ea typeface="Calibri"/>
                  <a:cs typeface="Calibri"/>
                  <a:sym typeface="Calibri"/>
                </a:rPr>
                <a:t>Internet exchange point </a:t>
              </a:r>
              <a:endParaRPr/>
            </a:p>
          </p:txBody>
        </p:sp>
        <p:cxnSp>
          <p:nvCxnSpPr>
            <p:cNvPr id="7181" name="Google Shape;7181;p61"/>
            <p:cNvCxnSpPr/>
            <p:nvPr/>
          </p:nvCxnSpPr>
          <p:spPr>
            <a:xfrm flipH="1">
              <a:off x="6141884" y="2155382"/>
              <a:ext cx="219911" cy="712032"/>
            </a:xfrm>
            <a:prstGeom prst="straightConnector1">
              <a:avLst/>
            </a:prstGeom>
            <a:noFill/>
            <a:ln cap="flat" cmpd="sng" w="9525">
              <a:solidFill>
                <a:srgbClr val="CC0000"/>
              </a:solidFill>
              <a:prstDash val="solid"/>
              <a:round/>
              <a:headEnd len="med" w="med" type="none"/>
              <a:tailEnd len="med" w="med" type="none"/>
            </a:ln>
          </p:spPr>
        </p:cxnSp>
      </p:grpSp>
      <p:grpSp>
        <p:nvGrpSpPr>
          <p:cNvPr id="7182" name="Google Shape;7182;p61"/>
          <p:cNvGrpSpPr/>
          <p:nvPr/>
        </p:nvGrpSpPr>
        <p:grpSpPr>
          <a:xfrm>
            <a:off x="7929475" y="3939691"/>
            <a:ext cx="541338" cy="223023"/>
            <a:chOff x="7493876" y="2774731"/>
            <a:chExt cx="1481958" cy="894622"/>
          </a:xfrm>
        </p:grpSpPr>
        <p:sp>
          <p:nvSpPr>
            <p:cNvPr id="7183" name="Google Shape;7183;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167" name="Google Shape;7167;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184" name="Google Shape;7184;p61"/>
            <p:cNvGrpSpPr/>
            <p:nvPr/>
          </p:nvGrpSpPr>
          <p:grpSpPr>
            <a:xfrm>
              <a:off x="7713663" y="2848339"/>
              <a:ext cx="1042107" cy="425543"/>
              <a:chOff x="7786941" y="2884917"/>
              <a:chExt cx="897649" cy="353919"/>
            </a:xfrm>
          </p:grpSpPr>
          <p:sp>
            <p:nvSpPr>
              <p:cNvPr id="7185" name="Google Shape;7185;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86" name="Google Shape;7186;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87" name="Google Shape;7187;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88" name="Google Shape;7188;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189" name="Google Shape;7189;p61"/>
          <p:cNvGrpSpPr/>
          <p:nvPr/>
        </p:nvGrpSpPr>
        <p:grpSpPr>
          <a:xfrm>
            <a:off x="6429198" y="3852093"/>
            <a:ext cx="541338" cy="223023"/>
            <a:chOff x="7493876" y="2774731"/>
            <a:chExt cx="1481958" cy="894622"/>
          </a:xfrm>
        </p:grpSpPr>
        <p:sp>
          <p:nvSpPr>
            <p:cNvPr id="7190" name="Google Shape;7190;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171" name="Google Shape;7171;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191" name="Google Shape;7191;p61"/>
            <p:cNvGrpSpPr/>
            <p:nvPr/>
          </p:nvGrpSpPr>
          <p:grpSpPr>
            <a:xfrm>
              <a:off x="7713663" y="2848339"/>
              <a:ext cx="1042107" cy="425543"/>
              <a:chOff x="7786941" y="2884917"/>
              <a:chExt cx="897649" cy="353919"/>
            </a:xfrm>
          </p:grpSpPr>
          <p:sp>
            <p:nvSpPr>
              <p:cNvPr id="7192" name="Google Shape;7192;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93" name="Google Shape;7193;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94" name="Google Shape;7194;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195" name="Google Shape;7195;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196" name="Google Shape;7196;p61"/>
          <p:cNvGrpSpPr/>
          <p:nvPr/>
        </p:nvGrpSpPr>
        <p:grpSpPr>
          <a:xfrm>
            <a:off x="5457737" y="3639654"/>
            <a:ext cx="541338" cy="223023"/>
            <a:chOff x="7493876" y="2774731"/>
            <a:chExt cx="1481958" cy="894622"/>
          </a:xfrm>
        </p:grpSpPr>
        <p:sp>
          <p:nvSpPr>
            <p:cNvPr id="7197" name="Google Shape;7197;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170" name="Google Shape;7170;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198" name="Google Shape;7198;p61"/>
            <p:cNvGrpSpPr/>
            <p:nvPr/>
          </p:nvGrpSpPr>
          <p:grpSpPr>
            <a:xfrm>
              <a:off x="7713663" y="2848339"/>
              <a:ext cx="1042107" cy="425543"/>
              <a:chOff x="7786941" y="2884917"/>
              <a:chExt cx="897649" cy="353919"/>
            </a:xfrm>
          </p:grpSpPr>
          <p:sp>
            <p:nvSpPr>
              <p:cNvPr id="7199" name="Google Shape;7199;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00" name="Google Shape;7200;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01" name="Google Shape;7201;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02" name="Google Shape;7202;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203" name="Google Shape;7203;p61"/>
          <p:cNvGrpSpPr/>
          <p:nvPr/>
        </p:nvGrpSpPr>
        <p:grpSpPr>
          <a:xfrm>
            <a:off x="4815073" y="3924252"/>
            <a:ext cx="1634942" cy="693432"/>
            <a:chOff x="4815073" y="3924252"/>
            <a:chExt cx="1634942" cy="693432"/>
          </a:xfrm>
        </p:grpSpPr>
        <p:cxnSp>
          <p:nvCxnSpPr>
            <p:cNvPr id="7204" name="Google Shape;7204;p61"/>
            <p:cNvCxnSpPr>
              <a:stCxn id="7205" idx="2"/>
            </p:cNvCxnSpPr>
            <p:nvPr/>
          </p:nvCxnSpPr>
          <p:spPr>
            <a:xfrm flipH="1" rot="10800000">
              <a:off x="4982880" y="4309884"/>
              <a:ext cx="309000" cy="307800"/>
            </a:xfrm>
            <a:prstGeom prst="straightConnector1">
              <a:avLst/>
            </a:prstGeom>
            <a:noFill/>
            <a:ln cap="flat" cmpd="sng" w="38100">
              <a:solidFill>
                <a:srgbClr val="CC0000"/>
              </a:solidFill>
              <a:prstDash val="solid"/>
              <a:round/>
              <a:headEnd len="med" w="med" type="none"/>
              <a:tailEnd len="med" w="med" type="none"/>
            </a:ln>
          </p:spPr>
        </p:cxnSp>
        <p:cxnSp>
          <p:nvCxnSpPr>
            <p:cNvPr id="7206" name="Google Shape;7206;p61"/>
            <p:cNvCxnSpPr/>
            <p:nvPr/>
          </p:nvCxnSpPr>
          <p:spPr>
            <a:xfrm flipH="1" rot="10800000">
              <a:off x="5520180" y="3924252"/>
              <a:ext cx="929835" cy="367084"/>
            </a:xfrm>
            <a:prstGeom prst="straightConnector1">
              <a:avLst/>
            </a:prstGeom>
            <a:noFill/>
            <a:ln cap="flat" cmpd="sng" w="38100">
              <a:solidFill>
                <a:srgbClr val="CC0000"/>
              </a:solidFill>
              <a:prstDash val="solid"/>
              <a:round/>
              <a:headEnd len="med" w="med" type="none"/>
              <a:tailEnd len="med" w="med" type="none"/>
            </a:ln>
          </p:spPr>
        </p:cxnSp>
        <p:cxnSp>
          <p:nvCxnSpPr>
            <p:cNvPr id="7207" name="Google Shape;7207;p61"/>
            <p:cNvCxnSpPr>
              <a:stCxn id="7208" idx="2"/>
            </p:cNvCxnSpPr>
            <p:nvPr/>
          </p:nvCxnSpPr>
          <p:spPr>
            <a:xfrm>
              <a:off x="4815073" y="3947043"/>
              <a:ext cx="477000" cy="277500"/>
            </a:xfrm>
            <a:prstGeom prst="straightConnector1">
              <a:avLst/>
            </a:prstGeom>
            <a:noFill/>
            <a:ln cap="flat" cmpd="sng" w="38100">
              <a:solidFill>
                <a:srgbClr val="CC0000"/>
              </a:solidFill>
              <a:prstDash val="solid"/>
              <a:round/>
              <a:headEnd len="med" w="med" type="none"/>
              <a:tailEnd len="med" w="med" type="none"/>
            </a:ln>
          </p:spPr>
        </p:cxnSp>
        <p:grpSp>
          <p:nvGrpSpPr>
            <p:cNvPr id="7209" name="Google Shape;7209;p61"/>
            <p:cNvGrpSpPr/>
            <p:nvPr/>
          </p:nvGrpSpPr>
          <p:grpSpPr>
            <a:xfrm>
              <a:off x="5119678" y="4119105"/>
              <a:ext cx="528442" cy="338554"/>
              <a:chOff x="5634518" y="2652249"/>
              <a:chExt cx="528092" cy="338174"/>
            </a:xfrm>
          </p:grpSpPr>
          <p:sp>
            <p:nvSpPr>
              <p:cNvPr id="7210" name="Google Shape;7210;p61"/>
              <p:cNvSpPr/>
              <p:nvPr/>
            </p:nvSpPr>
            <p:spPr>
              <a:xfrm>
                <a:off x="5634518" y="2672371"/>
                <a:ext cx="528092" cy="304800"/>
              </a:xfrm>
              <a:prstGeom prst="ellipse">
                <a:avLst/>
              </a:prstGeom>
              <a:solidFill>
                <a:srgbClr val="0000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7211" name="Google Shape;7211;p61"/>
              <p:cNvSpPr txBox="1"/>
              <p:nvPr/>
            </p:nvSpPr>
            <p:spPr>
              <a:xfrm>
                <a:off x="5685246" y="2652249"/>
                <a:ext cx="447262" cy="3381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IXP</a:t>
                </a:r>
                <a:endParaRPr/>
              </a:p>
            </p:txBody>
          </p:sp>
        </p:grpSp>
      </p:grpSp>
      <p:grpSp>
        <p:nvGrpSpPr>
          <p:cNvPr id="7212" name="Google Shape;7212;p61"/>
          <p:cNvGrpSpPr/>
          <p:nvPr/>
        </p:nvGrpSpPr>
        <p:grpSpPr>
          <a:xfrm>
            <a:off x="6244846" y="4607015"/>
            <a:ext cx="541338" cy="223023"/>
            <a:chOff x="7493876" y="2774731"/>
            <a:chExt cx="1481958" cy="894622"/>
          </a:xfrm>
        </p:grpSpPr>
        <p:sp>
          <p:nvSpPr>
            <p:cNvPr id="7213" name="Google Shape;7213;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175" name="Google Shape;7175;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214" name="Google Shape;7214;p61"/>
            <p:cNvGrpSpPr/>
            <p:nvPr/>
          </p:nvGrpSpPr>
          <p:grpSpPr>
            <a:xfrm>
              <a:off x="7713663" y="2848339"/>
              <a:ext cx="1042107" cy="425543"/>
              <a:chOff x="7786941" y="2884917"/>
              <a:chExt cx="897649" cy="353919"/>
            </a:xfrm>
          </p:grpSpPr>
          <p:sp>
            <p:nvSpPr>
              <p:cNvPr id="7215" name="Google Shape;7215;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16" name="Google Shape;7216;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17" name="Google Shape;7217;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18" name="Google Shape;7218;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219" name="Google Shape;7219;p61"/>
          <p:cNvGrpSpPr/>
          <p:nvPr/>
        </p:nvGrpSpPr>
        <p:grpSpPr>
          <a:xfrm>
            <a:off x="4812419" y="5011641"/>
            <a:ext cx="541338" cy="223023"/>
            <a:chOff x="7493876" y="2774731"/>
            <a:chExt cx="1481958" cy="894622"/>
          </a:xfrm>
        </p:grpSpPr>
        <p:sp>
          <p:nvSpPr>
            <p:cNvPr id="7220" name="Google Shape;7220;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221" name="Google Shape;7221;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222" name="Google Shape;7222;p61"/>
            <p:cNvGrpSpPr/>
            <p:nvPr/>
          </p:nvGrpSpPr>
          <p:grpSpPr>
            <a:xfrm>
              <a:off x="7713663" y="2848339"/>
              <a:ext cx="1042107" cy="425543"/>
              <a:chOff x="7786941" y="2884917"/>
              <a:chExt cx="897649" cy="353919"/>
            </a:xfrm>
          </p:grpSpPr>
          <p:sp>
            <p:nvSpPr>
              <p:cNvPr id="7223" name="Google Shape;7223;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24" name="Google Shape;7224;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25" name="Google Shape;7225;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26" name="Google Shape;7226;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227" name="Google Shape;7227;p61"/>
          <p:cNvGrpSpPr/>
          <p:nvPr/>
        </p:nvGrpSpPr>
        <p:grpSpPr>
          <a:xfrm>
            <a:off x="3355534" y="3674009"/>
            <a:ext cx="541338" cy="223023"/>
            <a:chOff x="7493876" y="2774731"/>
            <a:chExt cx="1481958" cy="894622"/>
          </a:xfrm>
        </p:grpSpPr>
        <p:sp>
          <p:nvSpPr>
            <p:cNvPr id="7173" name="Google Shape;7173;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228" name="Google Shape;7228;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229" name="Google Shape;7229;p61"/>
            <p:cNvGrpSpPr/>
            <p:nvPr/>
          </p:nvGrpSpPr>
          <p:grpSpPr>
            <a:xfrm>
              <a:off x="7713663" y="2848339"/>
              <a:ext cx="1042107" cy="425543"/>
              <a:chOff x="7786941" y="2884917"/>
              <a:chExt cx="897649" cy="353919"/>
            </a:xfrm>
          </p:grpSpPr>
          <p:sp>
            <p:nvSpPr>
              <p:cNvPr id="7230" name="Google Shape;7230;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31" name="Google Shape;7231;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32" name="Google Shape;7232;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33" name="Google Shape;7233;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234" name="Google Shape;7234;p61"/>
          <p:cNvGrpSpPr/>
          <p:nvPr/>
        </p:nvGrpSpPr>
        <p:grpSpPr>
          <a:xfrm>
            <a:off x="3292387" y="4376707"/>
            <a:ext cx="541338" cy="223023"/>
            <a:chOff x="7493876" y="2774731"/>
            <a:chExt cx="1481958" cy="894622"/>
          </a:xfrm>
        </p:grpSpPr>
        <p:sp>
          <p:nvSpPr>
            <p:cNvPr id="7235" name="Google Shape;7235;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236" name="Google Shape;7236;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237" name="Google Shape;7237;p61"/>
            <p:cNvGrpSpPr/>
            <p:nvPr/>
          </p:nvGrpSpPr>
          <p:grpSpPr>
            <a:xfrm>
              <a:off x="7713663" y="2848339"/>
              <a:ext cx="1042107" cy="425543"/>
              <a:chOff x="7786941" y="2884917"/>
              <a:chExt cx="897649" cy="353919"/>
            </a:xfrm>
          </p:grpSpPr>
          <p:sp>
            <p:nvSpPr>
              <p:cNvPr id="7238" name="Google Shape;7238;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39" name="Google Shape;7239;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40" name="Google Shape;7240;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41" name="Google Shape;7241;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242" name="Google Shape;7242;p61"/>
          <p:cNvGrpSpPr/>
          <p:nvPr/>
        </p:nvGrpSpPr>
        <p:grpSpPr>
          <a:xfrm>
            <a:off x="4400287" y="3826770"/>
            <a:ext cx="541338" cy="223023"/>
            <a:chOff x="7493876" y="2774731"/>
            <a:chExt cx="1481958" cy="894622"/>
          </a:xfrm>
        </p:grpSpPr>
        <p:sp>
          <p:nvSpPr>
            <p:cNvPr id="7243" name="Google Shape;7243;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244" name="Google Shape;7244;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245" name="Google Shape;7245;p61"/>
            <p:cNvGrpSpPr/>
            <p:nvPr/>
          </p:nvGrpSpPr>
          <p:grpSpPr>
            <a:xfrm>
              <a:off x="7713663" y="2848339"/>
              <a:ext cx="1042107" cy="425543"/>
              <a:chOff x="7786941" y="2884917"/>
              <a:chExt cx="897649" cy="353919"/>
            </a:xfrm>
          </p:grpSpPr>
          <p:sp>
            <p:nvSpPr>
              <p:cNvPr id="7246" name="Google Shape;7246;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08" name="Google Shape;7208;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47" name="Google Shape;7247;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48" name="Google Shape;7248;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249" name="Google Shape;7249;p61"/>
          <p:cNvGrpSpPr/>
          <p:nvPr/>
        </p:nvGrpSpPr>
        <p:grpSpPr>
          <a:xfrm>
            <a:off x="4568094" y="4497411"/>
            <a:ext cx="541338" cy="223023"/>
            <a:chOff x="7493876" y="2774731"/>
            <a:chExt cx="1481958" cy="894622"/>
          </a:xfrm>
        </p:grpSpPr>
        <p:sp>
          <p:nvSpPr>
            <p:cNvPr id="7250" name="Google Shape;7250;p6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251" name="Google Shape;7251;p6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252" name="Google Shape;7252;p61"/>
            <p:cNvGrpSpPr/>
            <p:nvPr/>
          </p:nvGrpSpPr>
          <p:grpSpPr>
            <a:xfrm>
              <a:off x="7713663" y="2848339"/>
              <a:ext cx="1042107" cy="425543"/>
              <a:chOff x="7786941" y="2884917"/>
              <a:chExt cx="897649" cy="353919"/>
            </a:xfrm>
          </p:grpSpPr>
          <p:sp>
            <p:nvSpPr>
              <p:cNvPr id="7253" name="Google Shape;7253;p6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05" name="Google Shape;7205;p6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54" name="Google Shape;7254;p6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55" name="Google Shape;7255;p6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03"/>
                                        </p:tgtEl>
                                        <p:attrNameLst>
                                          <p:attrName>style.visibility</p:attrName>
                                        </p:attrNameLst>
                                      </p:cBhvr>
                                      <p:to>
                                        <p:strVal val="visible"/>
                                      </p:to>
                                    </p:set>
                                    <p:animEffect filter="fade" transition="in">
                                      <p:cBhvr>
                                        <p:cTn dur="500"/>
                                        <p:tgtEl>
                                          <p:spTgt spid="7203"/>
                                        </p:tgtEl>
                                      </p:cBhvr>
                                    </p:animEffect>
                                  </p:childTnLst>
                                </p:cTn>
                              </p:par>
                              <p:par>
                                <p:cTn fill="hold" nodeType="withEffect" presetClass="entr" presetID="10" presetSubtype="0">
                                  <p:stCondLst>
                                    <p:cond delay="0"/>
                                  </p:stCondLst>
                                  <p:childTnLst>
                                    <p:set>
                                      <p:cBhvr>
                                        <p:cTn dur="1" fill="hold">
                                          <p:stCondLst>
                                            <p:cond delay="0"/>
                                          </p:stCondLst>
                                        </p:cTn>
                                        <p:tgtEl>
                                          <p:spTgt spid="7161"/>
                                        </p:tgtEl>
                                        <p:attrNameLst>
                                          <p:attrName>style.visibility</p:attrName>
                                        </p:attrNameLst>
                                      </p:cBhvr>
                                      <p:to>
                                        <p:strVal val="visible"/>
                                      </p:to>
                                    </p:set>
                                    <p:animEffect filter="fade" transition="in">
                                      <p:cBhvr>
                                        <p:cTn dur="500"/>
                                        <p:tgtEl>
                                          <p:spTgt spid="7161"/>
                                        </p:tgtEl>
                                      </p:cBhvr>
                                    </p:animEffect>
                                  </p:childTnLst>
                                </p:cTn>
                              </p:par>
                              <p:par>
                                <p:cTn fill="hold" nodeType="withEffect" presetClass="entr" presetID="10" presetSubtype="0">
                                  <p:stCondLst>
                                    <p:cond delay="0"/>
                                  </p:stCondLst>
                                  <p:childTnLst>
                                    <p:set>
                                      <p:cBhvr>
                                        <p:cTn dur="1" fill="hold">
                                          <p:stCondLst>
                                            <p:cond delay="0"/>
                                          </p:stCondLst>
                                        </p:cTn>
                                        <p:tgtEl>
                                          <p:spTgt spid="7179"/>
                                        </p:tgtEl>
                                        <p:attrNameLst>
                                          <p:attrName>style.visibility</p:attrName>
                                        </p:attrNameLst>
                                      </p:cBhvr>
                                      <p:to>
                                        <p:strVal val="visible"/>
                                      </p:to>
                                    </p:set>
                                    <p:animEffect filter="fade" transition="in">
                                      <p:cBhvr>
                                        <p:cTn dur="500"/>
                                        <p:tgtEl>
                                          <p:spTgt spid="7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68"/>
                                        </p:tgtEl>
                                        <p:attrNameLst>
                                          <p:attrName>style.visibility</p:attrName>
                                        </p:attrNameLst>
                                      </p:cBhvr>
                                      <p:to>
                                        <p:strVal val="visible"/>
                                      </p:to>
                                    </p:set>
                                    <p:animEffect filter="fade" transition="in">
                                      <p:cBhvr>
                                        <p:cTn dur="500"/>
                                        <p:tgtEl>
                                          <p:spTgt spid="7168"/>
                                        </p:tgtEl>
                                      </p:cBhvr>
                                    </p:animEffect>
                                  </p:childTnLst>
                                </p:cTn>
                              </p:par>
                              <p:par>
                                <p:cTn fill="hold" nodeType="withEffect" presetClass="entr" presetID="10" presetSubtype="0">
                                  <p:stCondLst>
                                    <p:cond delay="0"/>
                                  </p:stCondLst>
                                  <p:childTnLst>
                                    <p:set>
                                      <p:cBhvr>
                                        <p:cTn dur="1" fill="hold">
                                          <p:stCondLst>
                                            <p:cond delay="0"/>
                                          </p:stCondLst>
                                        </p:cTn>
                                        <p:tgtEl>
                                          <p:spTgt spid="7176"/>
                                        </p:tgtEl>
                                        <p:attrNameLst>
                                          <p:attrName>style.visibility</p:attrName>
                                        </p:attrNameLst>
                                      </p:cBhvr>
                                      <p:to>
                                        <p:strVal val="visible"/>
                                      </p:to>
                                    </p:set>
                                    <p:animEffect filter="fade" transition="in">
                                      <p:cBhvr>
                                        <p:cTn dur="500"/>
                                        <p:tgtEl>
                                          <p:spTgt spid="7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0" name="Shape 7260"/>
        <p:cNvGrpSpPr/>
        <p:nvPr/>
      </p:nvGrpSpPr>
      <p:grpSpPr>
        <a:xfrm>
          <a:off x="0" y="0"/>
          <a:ext cx="0" cy="0"/>
          <a:chOff x="0" y="0"/>
          <a:chExt cx="0" cy="0"/>
        </a:xfrm>
      </p:grpSpPr>
      <p:sp>
        <p:nvSpPr>
          <p:cNvPr id="7261" name="Google Shape;7261;p62"/>
          <p:cNvSpPr/>
          <p:nvPr/>
        </p:nvSpPr>
        <p:spPr>
          <a:xfrm>
            <a:off x="2884400" y="2782791"/>
            <a:ext cx="3475038" cy="13811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7262" name="Google Shape;7262;p62"/>
          <p:cNvCxnSpPr/>
          <p:nvPr/>
        </p:nvCxnSpPr>
        <p:spPr>
          <a:xfrm>
            <a:off x="4108363" y="3025678"/>
            <a:ext cx="1146175" cy="73025"/>
          </a:xfrm>
          <a:prstGeom prst="straightConnector1">
            <a:avLst/>
          </a:prstGeom>
          <a:noFill/>
          <a:ln cap="flat" cmpd="sng" w="15875">
            <a:solidFill>
              <a:srgbClr val="000000"/>
            </a:solidFill>
            <a:prstDash val="solid"/>
            <a:round/>
            <a:headEnd len="med" w="med" type="none"/>
            <a:tailEnd len="med" w="med" type="none"/>
          </a:ln>
        </p:spPr>
      </p:cxnSp>
      <p:cxnSp>
        <p:nvCxnSpPr>
          <p:cNvPr id="7263" name="Google Shape;7263;p62"/>
          <p:cNvCxnSpPr/>
          <p:nvPr/>
        </p:nvCxnSpPr>
        <p:spPr>
          <a:xfrm>
            <a:off x="4702088" y="3325716"/>
            <a:ext cx="130175" cy="84137"/>
          </a:xfrm>
          <a:prstGeom prst="straightConnector1">
            <a:avLst/>
          </a:prstGeom>
          <a:noFill/>
          <a:ln cap="flat" cmpd="sng" w="15875">
            <a:solidFill>
              <a:srgbClr val="000000"/>
            </a:solidFill>
            <a:prstDash val="solid"/>
            <a:round/>
            <a:headEnd len="med" w="med" type="none"/>
            <a:tailEnd len="med" w="med" type="none"/>
          </a:ln>
        </p:spPr>
      </p:cxnSp>
      <p:cxnSp>
        <p:nvCxnSpPr>
          <p:cNvPr id="7264" name="Google Shape;7264;p62"/>
          <p:cNvCxnSpPr/>
          <p:nvPr/>
        </p:nvCxnSpPr>
        <p:spPr>
          <a:xfrm flipH="1" rot="10800000">
            <a:off x="4486188" y="3530503"/>
            <a:ext cx="263525" cy="46038"/>
          </a:xfrm>
          <a:prstGeom prst="straightConnector1">
            <a:avLst/>
          </a:prstGeom>
          <a:noFill/>
          <a:ln cap="flat" cmpd="sng" w="15875">
            <a:solidFill>
              <a:srgbClr val="000000"/>
            </a:solidFill>
            <a:prstDash val="solid"/>
            <a:round/>
            <a:headEnd len="med" w="med" type="none"/>
            <a:tailEnd len="med" w="med" type="none"/>
          </a:ln>
        </p:spPr>
      </p:cxnSp>
      <p:cxnSp>
        <p:nvCxnSpPr>
          <p:cNvPr id="7265" name="Google Shape;7265;p62"/>
          <p:cNvCxnSpPr/>
          <p:nvPr/>
        </p:nvCxnSpPr>
        <p:spPr>
          <a:xfrm flipH="1" rot="10800000">
            <a:off x="4165513" y="3354291"/>
            <a:ext cx="209550" cy="109537"/>
          </a:xfrm>
          <a:prstGeom prst="straightConnector1">
            <a:avLst/>
          </a:prstGeom>
          <a:noFill/>
          <a:ln cap="flat" cmpd="sng" w="15875">
            <a:solidFill>
              <a:srgbClr val="000000"/>
            </a:solidFill>
            <a:prstDash val="solid"/>
            <a:round/>
            <a:headEnd len="med" w="med" type="none"/>
            <a:tailEnd len="med" w="med" type="none"/>
          </a:ln>
        </p:spPr>
      </p:cxnSp>
      <p:cxnSp>
        <p:nvCxnSpPr>
          <p:cNvPr id="7266" name="Google Shape;7266;p62"/>
          <p:cNvCxnSpPr/>
          <p:nvPr/>
        </p:nvCxnSpPr>
        <p:spPr>
          <a:xfrm flipH="1" rot="10800000">
            <a:off x="3827375" y="3654328"/>
            <a:ext cx="222250" cy="98425"/>
          </a:xfrm>
          <a:prstGeom prst="straightConnector1">
            <a:avLst/>
          </a:prstGeom>
          <a:noFill/>
          <a:ln cap="flat" cmpd="sng" w="15875">
            <a:solidFill>
              <a:srgbClr val="000000"/>
            </a:solidFill>
            <a:prstDash val="solid"/>
            <a:round/>
            <a:headEnd len="med" w="med" type="none"/>
            <a:tailEnd len="med" w="med" type="none"/>
          </a:ln>
        </p:spPr>
      </p:cxnSp>
      <p:cxnSp>
        <p:nvCxnSpPr>
          <p:cNvPr id="7267" name="Google Shape;7267;p62"/>
          <p:cNvCxnSpPr/>
          <p:nvPr/>
        </p:nvCxnSpPr>
        <p:spPr>
          <a:xfrm flipH="1" rot="10800000">
            <a:off x="4719550" y="3579716"/>
            <a:ext cx="273050" cy="254000"/>
          </a:xfrm>
          <a:prstGeom prst="straightConnector1">
            <a:avLst/>
          </a:prstGeom>
          <a:noFill/>
          <a:ln cap="flat" cmpd="sng" w="15875">
            <a:solidFill>
              <a:srgbClr val="000000"/>
            </a:solidFill>
            <a:prstDash val="solid"/>
            <a:round/>
            <a:headEnd len="med" w="med" type="none"/>
            <a:tailEnd len="med" w="med" type="none"/>
          </a:ln>
        </p:spPr>
      </p:cxnSp>
      <p:cxnSp>
        <p:nvCxnSpPr>
          <p:cNvPr id="7268" name="Google Shape;7268;p62"/>
          <p:cNvCxnSpPr/>
          <p:nvPr/>
        </p:nvCxnSpPr>
        <p:spPr>
          <a:xfrm rot="10800000">
            <a:off x="5251363" y="3565428"/>
            <a:ext cx="387350" cy="125413"/>
          </a:xfrm>
          <a:prstGeom prst="straightConnector1">
            <a:avLst/>
          </a:prstGeom>
          <a:noFill/>
          <a:ln cap="flat" cmpd="sng" w="15875">
            <a:solidFill>
              <a:srgbClr val="000000"/>
            </a:solidFill>
            <a:prstDash val="solid"/>
            <a:round/>
            <a:headEnd len="med" w="med" type="none"/>
            <a:tailEnd len="med" w="med" type="none"/>
          </a:ln>
        </p:spPr>
      </p:cxnSp>
      <p:cxnSp>
        <p:nvCxnSpPr>
          <p:cNvPr id="7269" name="Google Shape;7269;p62"/>
          <p:cNvCxnSpPr/>
          <p:nvPr/>
        </p:nvCxnSpPr>
        <p:spPr>
          <a:xfrm flipH="1" rot="10800000">
            <a:off x="5237075" y="3216178"/>
            <a:ext cx="307975" cy="198438"/>
          </a:xfrm>
          <a:prstGeom prst="straightConnector1">
            <a:avLst/>
          </a:prstGeom>
          <a:noFill/>
          <a:ln cap="flat" cmpd="sng" w="15875">
            <a:solidFill>
              <a:srgbClr val="000000"/>
            </a:solidFill>
            <a:prstDash val="solid"/>
            <a:round/>
            <a:headEnd len="med" w="med" type="none"/>
            <a:tailEnd len="med" w="med" type="none"/>
          </a:ln>
        </p:spPr>
      </p:cxnSp>
      <p:cxnSp>
        <p:nvCxnSpPr>
          <p:cNvPr id="7270" name="Google Shape;7270;p62"/>
          <p:cNvCxnSpPr/>
          <p:nvPr/>
        </p:nvCxnSpPr>
        <p:spPr>
          <a:xfrm rot="10800000">
            <a:off x="4109950" y="3086003"/>
            <a:ext cx="246063" cy="87313"/>
          </a:xfrm>
          <a:prstGeom prst="straightConnector1">
            <a:avLst/>
          </a:prstGeom>
          <a:noFill/>
          <a:ln cap="flat" cmpd="sng" w="15875">
            <a:solidFill>
              <a:srgbClr val="000000"/>
            </a:solidFill>
            <a:prstDash val="solid"/>
            <a:round/>
            <a:headEnd len="med" w="med" type="none"/>
            <a:tailEnd len="med" w="med" type="none"/>
          </a:ln>
        </p:spPr>
      </p:cxnSp>
      <p:sp>
        <p:nvSpPr>
          <p:cNvPr id="7271" name="Google Shape;7271;p62"/>
          <p:cNvSpPr txBox="1"/>
          <p:nvPr/>
        </p:nvSpPr>
        <p:spPr>
          <a:xfrm>
            <a:off x="3044738" y="3127278"/>
            <a:ext cx="80663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Calibri"/>
              <a:buNone/>
            </a:pPr>
            <a:r>
              <a:rPr b="0" i="1" lang="en-US" sz="2400" u="none" cap="none" strike="noStrike">
                <a:solidFill>
                  <a:schemeClr val="lt1"/>
                </a:solidFill>
                <a:latin typeface="Calibri"/>
                <a:ea typeface="Calibri"/>
                <a:cs typeface="Calibri"/>
                <a:sym typeface="Calibri"/>
              </a:rPr>
              <a:t>ISP A</a:t>
            </a:r>
            <a:endParaRPr/>
          </a:p>
        </p:txBody>
      </p:sp>
      <p:grpSp>
        <p:nvGrpSpPr>
          <p:cNvPr id="7272" name="Google Shape;7272;p62"/>
          <p:cNvGrpSpPr/>
          <p:nvPr/>
        </p:nvGrpSpPr>
        <p:grpSpPr>
          <a:xfrm>
            <a:off x="4779875" y="3395180"/>
            <a:ext cx="541338" cy="223023"/>
            <a:chOff x="7493876" y="2774731"/>
            <a:chExt cx="1481958" cy="894622"/>
          </a:xfrm>
        </p:grpSpPr>
        <p:sp>
          <p:nvSpPr>
            <p:cNvPr id="7273" name="Google Shape;7273;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274" name="Google Shape;7274;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275" name="Google Shape;7275;p62"/>
            <p:cNvGrpSpPr/>
            <p:nvPr/>
          </p:nvGrpSpPr>
          <p:grpSpPr>
            <a:xfrm>
              <a:off x="7713663" y="2848339"/>
              <a:ext cx="1042107" cy="425543"/>
              <a:chOff x="7786941" y="2884917"/>
              <a:chExt cx="897649" cy="353919"/>
            </a:xfrm>
          </p:grpSpPr>
          <p:sp>
            <p:nvSpPr>
              <p:cNvPr id="7276" name="Google Shape;7276;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77" name="Google Shape;7277;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78" name="Google Shape;7278;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79" name="Google Shape;7279;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280" name="Google Shape;7280;p62"/>
          <p:cNvGrpSpPr/>
          <p:nvPr/>
        </p:nvGrpSpPr>
        <p:grpSpPr>
          <a:xfrm>
            <a:off x="4228292" y="3150704"/>
            <a:ext cx="541338" cy="223023"/>
            <a:chOff x="7493876" y="2774731"/>
            <a:chExt cx="1481958" cy="894622"/>
          </a:xfrm>
        </p:grpSpPr>
        <p:sp>
          <p:nvSpPr>
            <p:cNvPr id="7281" name="Google Shape;7281;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282" name="Google Shape;7282;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283" name="Google Shape;7283;p62"/>
            <p:cNvGrpSpPr/>
            <p:nvPr/>
          </p:nvGrpSpPr>
          <p:grpSpPr>
            <a:xfrm>
              <a:off x="7713663" y="2848339"/>
              <a:ext cx="1042107" cy="425543"/>
              <a:chOff x="7786941" y="2884917"/>
              <a:chExt cx="897649" cy="353919"/>
            </a:xfrm>
          </p:grpSpPr>
          <p:sp>
            <p:nvSpPr>
              <p:cNvPr id="7284" name="Google Shape;7284;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85" name="Google Shape;7285;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86" name="Google Shape;7286;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87" name="Google Shape;7287;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288" name="Google Shape;7288;p62"/>
          <p:cNvGrpSpPr/>
          <p:nvPr/>
        </p:nvGrpSpPr>
        <p:grpSpPr>
          <a:xfrm>
            <a:off x="3972632" y="3451642"/>
            <a:ext cx="541338" cy="223023"/>
            <a:chOff x="7493876" y="2774731"/>
            <a:chExt cx="1481958" cy="894622"/>
          </a:xfrm>
        </p:grpSpPr>
        <p:sp>
          <p:nvSpPr>
            <p:cNvPr id="7289" name="Google Shape;7289;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290" name="Google Shape;7290;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291" name="Google Shape;7291;p62"/>
            <p:cNvGrpSpPr/>
            <p:nvPr/>
          </p:nvGrpSpPr>
          <p:grpSpPr>
            <a:xfrm>
              <a:off x="7713663" y="2848339"/>
              <a:ext cx="1042107" cy="425543"/>
              <a:chOff x="7786941" y="2884917"/>
              <a:chExt cx="897649" cy="353919"/>
            </a:xfrm>
          </p:grpSpPr>
          <p:sp>
            <p:nvSpPr>
              <p:cNvPr id="7292" name="Google Shape;7292;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93" name="Google Shape;7293;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94" name="Google Shape;7294;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295" name="Google Shape;7295;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7296" name="Google Shape;7296;p62"/>
          <p:cNvSpPr/>
          <p:nvPr/>
        </p:nvSpPr>
        <p:spPr>
          <a:xfrm>
            <a:off x="2671675" y="4260753"/>
            <a:ext cx="2941638" cy="132397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7297" name="Google Shape;7297;p62"/>
          <p:cNvCxnSpPr/>
          <p:nvPr/>
        </p:nvCxnSpPr>
        <p:spPr>
          <a:xfrm>
            <a:off x="3706725" y="4494116"/>
            <a:ext cx="969963" cy="68262"/>
          </a:xfrm>
          <a:prstGeom prst="straightConnector1">
            <a:avLst/>
          </a:prstGeom>
          <a:noFill/>
          <a:ln cap="flat" cmpd="sng" w="15875">
            <a:solidFill>
              <a:srgbClr val="000000"/>
            </a:solidFill>
            <a:prstDash val="solid"/>
            <a:round/>
            <a:headEnd len="med" w="med" type="none"/>
            <a:tailEnd len="med" w="med" type="none"/>
          </a:ln>
        </p:spPr>
      </p:cxnSp>
      <p:cxnSp>
        <p:nvCxnSpPr>
          <p:cNvPr id="7298" name="Google Shape;7298;p62"/>
          <p:cNvCxnSpPr/>
          <p:nvPr/>
        </p:nvCxnSpPr>
        <p:spPr>
          <a:xfrm>
            <a:off x="4209963" y="4781453"/>
            <a:ext cx="109537" cy="79375"/>
          </a:xfrm>
          <a:prstGeom prst="straightConnector1">
            <a:avLst/>
          </a:prstGeom>
          <a:noFill/>
          <a:ln cap="flat" cmpd="sng" w="15875">
            <a:solidFill>
              <a:srgbClr val="000000"/>
            </a:solidFill>
            <a:prstDash val="solid"/>
            <a:round/>
            <a:headEnd len="med" w="med" type="none"/>
            <a:tailEnd len="med" w="med" type="none"/>
          </a:ln>
        </p:spPr>
      </p:cxnSp>
      <p:cxnSp>
        <p:nvCxnSpPr>
          <p:cNvPr id="7299" name="Google Shape;7299;p62"/>
          <p:cNvCxnSpPr/>
          <p:nvPr/>
        </p:nvCxnSpPr>
        <p:spPr>
          <a:xfrm flipH="1" rot="10800000">
            <a:off x="4027400" y="4976716"/>
            <a:ext cx="222250" cy="44450"/>
          </a:xfrm>
          <a:prstGeom prst="straightConnector1">
            <a:avLst/>
          </a:prstGeom>
          <a:noFill/>
          <a:ln cap="flat" cmpd="sng" w="15875">
            <a:solidFill>
              <a:srgbClr val="000000"/>
            </a:solidFill>
            <a:prstDash val="solid"/>
            <a:round/>
            <a:headEnd len="med" w="med" type="none"/>
            <a:tailEnd len="med" w="med" type="none"/>
          </a:ln>
        </p:spPr>
      </p:cxnSp>
      <p:cxnSp>
        <p:nvCxnSpPr>
          <p:cNvPr id="7300" name="Google Shape;7300;p62"/>
          <p:cNvCxnSpPr/>
          <p:nvPr/>
        </p:nvCxnSpPr>
        <p:spPr>
          <a:xfrm flipH="1" rot="10800000">
            <a:off x="3754350" y="4808441"/>
            <a:ext cx="177800" cy="106362"/>
          </a:xfrm>
          <a:prstGeom prst="straightConnector1">
            <a:avLst/>
          </a:prstGeom>
          <a:noFill/>
          <a:ln cap="flat" cmpd="sng" w="15875">
            <a:solidFill>
              <a:srgbClr val="000000"/>
            </a:solidFill>
            <a:prstDash val="solid"/>
            <a:round/>
            <a:headEnd len="med" w="med" type="none"/>
            <a:tailEnd len="med" w="med" type="none"/>
          </a:ln>
        </p:spPr>
      </p:cxnSp>
      <p:cxnSp>
        <p:nvCxnSpPr>
          <p:cNvPr id="7301" name="Google Shape;7301;p62"/>
          <p:cNvCxnSpPr/>
          <p:nvPr/>
        </p:nvCxnSpPr>
        <p:spPr>
          <a:xfrm flipH="1" rot="10800000">
            <a:off x="3468600" y="5095778"/>
            <a:ext cx="188913" cy="95250"/>
          </a:xfrm>
          <a:prstGeom prst="straightConnector1">
            <a:avLst/>
          </a:prstGeom>
          <a:noFill/>
          <a:ln cap="flat" cmpd="sng" w="15875">
            <a:solidFill>
              <a:srgbClr val="000000"/>
            </a:solidFill>
            <a:prstDash val="solid"/>
            <a:round/>
            <a:headEnd len="med" w="med" type="none"/>
            <a:tailEnd len="med" w="med" type="none"/>
          </a:ln>
        </p:spPr>
      </p:cxnSp>
      <p:cxnSp>
        <p:nvCxnSpPr>
          <p:cNvPr id="7302" name="Google Shape;7302;p62"/>
          <p:cNvCxnSpPr/>
          <p:nvPr/>
        </p:nvCxnSpPr>
        <p:spPr>
          <a:xfrm flipH="1" rot="10800000">
            <a:off x="4224250" y="5024341"/>
            <a:ext cx="231775" cy="244475"/>
          </a:xfrm>
          <a:prstGeom prst="straightConnector1">
            <a:avLst/>
          </a:prstGeom>
          <a:noFill/>
          <a:ln cap="flat" cmpd="sng" w="15875">
            <a:solidFill>
              <a:srgbClr val="000000"/>
            </a:solidFill>
            <a:prstDash val="solid"/>
            <a:round/>
            <a:headEnd len="med" w="med" type="none"/>
            <a:tailEnd len="med" w="med" type="none"/>
          </a:ln>
        </p:spPr>
      </p:cxnSp>
      <p:cxnSp>
        <p:nvCxnSpPr>
          <p:cNvPr id="7303" name="Google Shape;7303;p62"/>
          <p:cNvCxnSpPr/>
          <p:nvPr/>
        </p:nvCxnSpPr>
        <p:spPr>
          <a:xfrm rot="10800000">
            <a:off x="4675100" y="5011641"/>
            <a:ext cx="327025" cy="119062"/>
          </a:xfrm>
          <a:prstGeom prst="straightConnector1">
            <a:avLst/>
          </a:prstGeom>
          <a:noFill/>
          <a:ln cap="flat" cmpd="sng" w="15875">
            <a:solidFill>
              <a:srgbClr val="000000"/>
            </a:solidFill>
            <a:prstDash val="solid"/>
            <a:round/>
            <a:headEnd len="med" w="med" type="none"/>
            <a:tailEnd len="med" w="med" type="none"/>
          </a:ln>
        </p:spPr>
      </p:cxnSp>
      <p:cxnSp>
        <p:nvCxnSpPr>
          <p:cNvPr id="7304" name="Google Shape;7304;p62"/>
          <p:cNvCxnSpPr/>
          <p:nvPr/>
        </p:nvCxnSpPr>
        <p:spPr>
          <a:xfrm flipH="1" rot="10800000">
            <a:off x="4662400" y="4676678"/>
            <a:ext cx="260350" cy="188913"/>
          </a:xfrm>
          <a:prstGeom prst="straightConnector1">
            <a:avLst/>
          </a:prstGeom>
          <a:noFill/>
          <a:ln cap="flat" cmpd="sng" w="15875">
            <a:solidFill>
              <a:srgbClr val="000000"/>
            </a:solidFill>
            <a:prstDash val="solid"/>
            <a:round/>
            <a:headEnd len="med" w="med" type="none"/>
            <a:tailEnd len="med" w="med" type="none"/>
          </a:ln>
        </p:spPr>
      </p:cxnSp>
      <p:cxnSp>
        <p:nvCxnSpPr>
          <p:cNvPr id="7305" name="Google Shape;7305;p62"/>
          <p:cNvCxnSpPr/>
          <p:nvPr/>
        </p:nvCxnSpPr>
        <p:spPr>
          <a:xfrm rot="10800000">
            <a:off x="3708313" y="4551266"/>
            <a:ext cx="207962" cy="84137"/>
          </a:xfrm>
          <a:prstGeom prst="straightConnector1">
            <a:avLst/>
          </a:prstGeom>
          <a:noFill/>
          <a:ln cap="flat" cmpd="sng" w="15875">
            <a:solidFill>
              <a:srgbClr val="000000"/>
            </a:solidFill>
            <a:prstDash val="solid"/>
            <a:round/>
            <a:headEnd len="med" w="med" type="none"/>
            <a:tailEnd len="med" w="med" type="none"/>
          </a:ln>
        </p:spPr>
      </p:cxnSp>
      <p:sp>
        <p:nvSpPr>
          <p:cNvPr id="7306" name="Google Shape;7306;p62"/>
          <p:cNvSpPr txBox="1"/>
          <p:nvPr/>
        </p:nvSpPr>
        <p:spPr>
          <a:xfrm>
            <a:off x="2806613" y="4590953"/>
            <a:ext cx="78899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Calibri"/>
              <a:buNone/>
            </a:pPr>
            <a:r>
              <a:rPr b="0" i="1" lang="en-US" sz="2400" u="none" cap="none" strike="noStrike">
                <a:solidFill>
                  <a:schemeClr val="lt1"/>
                </a:solidFill>
                <a:latin typeface="Calibri"/>
                <a:ea typeface="Calibri"/>
                <a:cs typeface="Calibri"/>
                <a:sym typeface="Calibri"/>
              </a:rPr>
              <a:t>ISP C</a:t>
            </a:r>
            <a:endParaRPr/>
          </a:p>
        </p:txBody>
      </p:sp>
      <p:sp>
        <p:nvSpPr>
          <p:cNvPr id="7307" name="Google Shape;7307;p62"/>
          <p:cNvSpPr/>
          <p:nvPr/>
        </p:nvSpPr>
        <p:spPr>
          <a:xfrm>
            <a:off x="5765713" y="3706716"/>
            <a:ext cx="3219450" cy="13430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7308" name="Google Shape;7308;p62"/>
          <p:cNvCxnSpPr/>
          <p:nvPr/>
        </p:nvCxnSpPr>
        <p:spPr>
          <a:xfrm>
            <a:off x="6899188" y="3943253"/>
            <a:ext cx="1062037" cy="69850"/>
          </a:xfrm>
          <a:prstGeom prst="straightConnector1">
            <a:avLst/>
          </a:prstGeom>
          <a:noFill/>
          <a:ln cap="flat" cmpd="sng" w="15875">
            <a:solidFill>
              <a:srgbClr val="000000"/>
            </a:solidFill>
            <a:prstDash val="solid"/>
            <a:round/>
            <a:headEnd len="med" w="med" type="none"/>
            <a:tailEnd len="med" w="med" type="none"/>
          </a:ln>
        </p:spPr>
      </p:cxnSp>
      <p:cxnSp>
        <p:nvCxnSpPr>
          <p:cNvPr id="7309" name="Google Shape;7309;p62"/>
          <p:cNvCxnSpPr/>
          <p:nvPr/>
        </p:nvCxnSpPr>
        <p:spPr>
          <a:xfrm>
            <a:off x="7450050" y="4233766"/>
            <a:ext cx="120650" cy="82550"/>
          </a:xfrm>
          <a:prstGeom prst="straightConnector1">
            <a:avLst/>
          </a:prstGeom>
          <a:noFill/>
          <a:ln cap="flat" cmpd="sng" w="15875">
            <a:solidFill>
              <a:srgbClr val="000000"/>
            </a:solidFill>
            <a:prstDash val="solid"/>
            <a:round/>
            <a:headEnd len="med" w="med" type="none"/>
            <a:tailEnd len="med" w="med" type="none"/>
          </a:ln>
        </p:spPr>
      </p:cxnSp>
      <p:cxnSp>
        <p:nvCxnSpPr>
          <p:cNvPr id="7310" name="Google Shape;7310;p62"/>
          <p:cNvCxnSpPr/>
          <p:nvPr/>
        </p:nvCxnSpPr>
        <p:spPr>
          <a:xfrm flipH="1" rot="10800000">
            <a:off x="7250025" y="4433791"/>
            <a:ext cx="242888" cy="44450"/>
          </a:xfrm>
          <a:prstGeom prst="straightConnector1">
            <a:avLst/>
          </a:prstGeom>
          <a:noFill/>
          <a:ln cap="flat" cmpd="sng" w="15875">
            <a:solidFill>
              <a:srgbClr val="000000"/>
            </a:solidFill>
            <a:prstDash val="solid"/>
            <a:round/>
            <a:headEnd len="med" w="med" type="none"/>
            <a:tailEnd len="med" w="med" type="none"/>
          </a:ln>
        </p:spPr>
      </p:cxnSp>
      <p:cxnSp>
        <p:nvCxnSpPr>
          <p:cNvPr id="7311" name="Google Shape;7311;p62"/>
          <p:cNvCxnSpPr/>
          <p:nvPr/>
        </p:nvCxnSpPr>
        <p:spPr>
          <a:xfrm flipH="1" rot="10800000">
            <a:off x="6951575" y="4262341"/>
            <a:ext cx="195263" cy="106362"/>
          </a:xfrm>
          <a:prstGeom prst="straightConnector1">
            <a:avLst/>
          </a:prstGeom>
          <a:noFill/>
          <a:ln cap="flat" cmpd="sng" w="15875">
            <a:solidFill>
              <a:srgbClr val="000000"/>
            </a:solidFill>
            <a:prstDash val="solid"/>
            <a:round/>
            <a:headEnd len="med" w="med" type="none"/>
            <a:tailEnd len="med" w="med" type="none"/>
          </a:ln>
        </p:spPr>
      </p:cxnSp>
      <p:cxnSp>
        <p:nvCxnSpPr>
          <p:cNvPr id="7312" name="Google Shape;7312;p62"/>
          <p:cNvCxnSpPr/>
          <p:nvPr/>
        </p:nvCxnSpPr>
        <p:spPr>
          <a:xfrm flipH="1" rot="10800000">
            <a:off x="6638838" y="4554441"/>
            <a:ext cx="206375" cy="95250"/>
          </a:xfrm>
          <a:prstGeom prst="straightConnector1">
            <a:avLst/>
          </a:prstGeom>
          <a:noFill/>
          <a:ln cap="flat" cmpd="sng" w="15875">
            <a:solidFill>
              <a:srgbClr val="000000"/>
            </a:solidFill>
            <a:prstDash val="solid"/>
            <a:round/>
            <a:headEnd len="med" w="med" type="none"/>
            <a:tailEnd len="med" w="med" type="none"/>
          </a:ln>
        </p:spPr>
      </p:cxnSp>
      <p:cxnSp>
        <p:nvCxnSpPr>
          <p:cNvPr id="7313" name="Google Shape;7313;p62"/>
          <p:cNvCxnSpPr/>
          <p:nvPr/>
        </p:nvCxnSpPr>
        <p:spPr>
          <a:xfrm flipH="1" rot="10800000">
            <a:off x="7465925" y="4481416"/>
            <a:ext cx="254000" cy="247650"/>
          </a:xfrm>
          <a:prstGeom prst="straightConnector1">
            <a:avLst/>
          </a:prstGeom>
          <a:noFill/>
          <a:ln cap="flat" cmpd="sng" w="15875">
            <a:solidFill>
              <a:srgbClr val="000000"/>
            </a:solidFill>
            <a:prstDash val="solid"/>
            <a:round/>
            <a:headEnd len="med" w="med" type="none"/>
            <a:tailEnd len="med" w="med" type="none"/>
          </a:ln>
        </p:spPr>
      </p:cxnSp>
      <p:cxnSp>
        <p:nvCxnSpPr>
          <p:cNvPr id="7314" name="Google Shape;7314;p62"/>
          <p:cNvCxnSpPr/>
          <p:nvPr/>
        </p:nvCxnSpPr>
        <p:spPr>
          <a:xfrm rot="10800000">
            <a:off x="7929475" y="4460778"/>
            <a:ext cx="358775" cy="120650"/>
          </a:xfrm>
          <a:prstGeom prst="straightConnector1">
            <a:avLst/>
          </a:prstGeom>
          <a:noFill/>
          <a:ln cap="flat" cmpd="sng" w="15875">
            <a:solidFill>
              <a:srgbClr val="000000"/>
            </a:solidFill>
            <a:prstDash val="solid"/>
            <a:round/>
            <a:headEnd len="med" w="med" type="none"/>
            <a:tailEnd len="med" w="med" type="none"/>
          </a:ln>
        </p:spPr>
      </p:cxnSp>
      <p:cxnSp>
        <p:nvCxnSpPr>
          <p:cNvPr id="7315" name="Google Shape;7315;p62"/>
          <p:cNvCxnSpPr/>
          <p:nvPr/>
        </p:nvCxnSpPr>
        <p:spPr>
          <a:xfrm flipH="1" rot="10800000">
            <a:off x="7945350" y="4127403"/>
            <a:ext cx="285750" cy="192088"/>
          </a:xfrm>
          <a:prstGeom prst="straightConnector1">
            <a:avLst/>
          </a:prstGeom>
          <a:noFill/>
          <a:ln cap="flat" cmpd="sng" w="15875">
            <a:solidFill>
              <a:srgbClr val="000000"/>
            </a:solidFill>
            <a:prstDash val="solid"/>
            <a:round/>
            <a:headEnd len="med" w="med" type="none"/>
            <a:tailEnd len="med" w="med" type="none"/>
          </a:ln>
        </p:spPr>
      </p:cxnSp>
      <p:cxnSp>
        <p:nvCxnSpPr>
          <p:cNvPr id="7316" name="Google Shape;7316;p62"/>
          <p:cNvCxnSpPr/>
          <p:nvPr/>
        </p:nvCxnSpPr>
        <p:spPr>
          <a:xfrm rot="10800000">
            <a:off x="6900775" y="4000403"/>
            <a:ext cx="227013" cy="85725"/>
          </a:xfrm>
          <a:prstGeom prst="straightConnector1">
            <a:avLst/>
          </a:prstGeom>
          <a:noFill/>
          <a:ln cap="flat" cmpd="sng" w="15875">
            <a:solidFill>
              <a:srgbClr val="000000"/>
            </a:solidFill>
            <a:prstDash val="solid"/>
            <a:round/>
            <a:headEnd len="med" w="med" type="none"/>
            <a:tailEnd len="med" w="med" type="none"/>
          </a:ln>
        </p:spPr>
      </p:cxnSp>
      <p:sp>
        <p:nvSpPr>
          <p:cNvPr id="7317" name="Google Shape;7317;p62"/>
          <p:cNvSpPr txBox="1"/>
          <p:nvPr/>
        </p:nvSpPr>
        <p:spPr>
          <a:xfrm>
            <a:off x="5914938" y="4040091"/>
            <a:ext cx="79541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Calibri"/>
              <a:buNone/>
            </a:pPr>
            <a:r>
              <a:rPr b="0" i="1" lang="en-US" sz="2400" u="none" cap="none" strike="noStrike">
                <a:solidFill>
                  <a:schemeClr val="lt1"/>
                </a:solidFill>
                <a:latin typeface="Calibri"/>
                <a:ea typeface="Calibri"/>
                <a:cs typeface="Calibri"/>
                <a:sym typeface="Calibri"/>
              </a:rPr>
              <a:t>ISP B</a:t>
            </a:r>
            <a:endParaRPr/>
          </a:p>
        </p:txBody>
      </p:sp>
      <p:cxnSp>
        <p:nvCxnSpPr>
          <p:cNvPr id="7318" name="Google Shape;7318;p62"/>
          <p:cNvCxnSpPr/>
          <p:nvPr/>
        </p:nvCxnSpPr>
        <p:spPr>
          <a:xfrm>
            <a:off x="3533688" y="2666903"/>
            <a:ext cx="238125" cy="261938"/>
          </a:xfrm>
          <a:prstGeom prst="straightConnector1">
            <a:avLst/>
          </a:prstGeom>
          <a:noFill/>
          <a:ln cap="flat" cmpd="sng" w="9525">
            <a:solidFill>
              <a:srgbClr val="000000"/>
            </a:solidFill>
            <a:prstDash val="solid"/>
            <a:round/>
            <a:headEnd len="med" w="med" type="none"/>
            <a:tailEnd len="med" w="med" type="none"/>
          </a:ln>
        </p:spPr>
      </p:cxnSp>
      <p:cxnSp>
        <p:nvCxnSpPr>
          <p:cNvPr id="7319" name="Google Shape;7319;p62"/>
          <p:cNvCxnSpPr/>
          <p:nvPr/>
        </p:nvCxnSpPr>
        <p:spPr>
          <a:xfrm>
            <a:off x="5067213" y="2468466"/>
            <a:ext cx="307975" cy="573087"/>
          </a:xfrm>
          <a:prstGeom prst="straightConnector1">
            <a:avLst/>
          </a:prstGeom>
          <a:noFill/>
          <a:ln cap="flat" cmpd="sng" w="9525">
            <a:solidFill>
              <a:srgbClr val="000000"/>
            </a:solidFill>
            <a:prstDash val="solid"/>
            <a:round/>
            <a:headEnd len="med" w="med" type="none"/>
            <a:tailEnd len="med" w="med" type="none"/>
          </a:ln>
        </p:spPr>
      </p:cxnSp>
      <p:cxnSp>
        <p:nvCxnSpPr>
          <p:cNvPr id="7320" name="Google Shape;7320;p62"/>
          <p:cNvCxnSpPr/>
          <p:nvPr/>
        </p:nvCxnSpPr>
        <p:spPr>
          <a:xfrm flipH="1">
            <a:off x="5576800" y="2446241"/>
            <a:ext cx="384175" cy="579437"/>
          </a:xfrm>
          <a:prstGeom prst="straightConnector1">
            <a:avLst/>
          </a:prstGeom>
          <a:noFill/>
          <a:ln cap="flat" cmpd="sng" w="9525">
            <a:solidFill>
              <a:srgbClr val="000000"/>
            </a:solidFill>
            <a:prstDash val="solid"/>
            <a:round/>
            <a:headEnd len="med" w="med" type="none"/>
            <a:tailEnd len="med" w="med" type="none"/>
          </a:ln>
        </p:spPr>
      </p:cxnSp>
      <p:cxnSp>
        <p:nvCxnSpPr>
          <p:cNvPr id="7321" name="Google Shape;7321;p62"/>
          <p:cNvCxnSpPr/>
          <p:nvPr/>
        </p:nvCxnSpPr>
        <p:spPr>
          <a:xfrm>
            <a:off x="7921538" y="2957416"/>
            <a:ext cx="215900" cy="1046162"/>
          </a:xfrm>
          <a:prstGeom prst="straightConnector1">
            <a:avLst/>
          </a:prstGeom>
          <a:noFill/>
          <a:ln cap="flat" cmpd="sng" w="9525">
            <a:solidFill>
              <a:srgbClr val="000000"/>
            </a:solidFill>
            <a:prstDash val="solid"/>
            <a:round/>
            <a:headEnd len="med" w="med" type="none"/>
            <a:tailEnd len="med" w="med" type="none"/>
          </a:ln>
        </p:spPr>
      </p:cxnSp>
      <p:cxnSp>
        <p:nvCxnSpPr>
          <p:cNvPr id="7322" name="Google Shape;7322;p62"/>
          <p:cNvCxnSpPr/>
          <p:nvPr/>
        </p:nvCxnSpPr>
        <p:spPr>
          <a:xfrm flipH="1">
            <a:off x="8288250" y="3308253"/>
            <a:ext cx="241300" cy="692150"/>
          </a:xfrm>
          <a:prstGeom prst="straightConnector1">
            <a:avLst/>
          </a:prstGeom>
          <a:noFill/>
          <a:ln cap="flat" cmpd="sng" w="9525">
            <a:solidFill>
              <a:srgbClr val="000000"/>
            </a:solidFill>
            <a:prstDash val="solid"/>
            <a:round/>
            <a:headEnd len="med" w="med" type="none"/>
            <a:tailEnd len="med" w="med" type="none"/>
          </a:ln>
        </p:spPr>
      </p:cxnSp>
      <p:cxnSp>
        <p:nvCxnSpPr>
          <p:cNvPr id="7323" name="Google Shape;7323;p62"/>
          <p:cNvCxnSpPr/>
          <p:nvPr/>
        </p:nvCxnSpPr>
        <p:spPr>
          <a:xfrm rot="10800000">
            <a:off x="8605750" y="4630641"/>
            <a:ext cx="796925" cy="614362"/>
          </a:xfrm>
          <a:prstGeom prst="straightConnector1">
            <a:avLst/>
          </a:prstGeom>
          <a:noFill/>
          <a:ln cap="flat" cmpd="sng" w="9525">
            <a:solidFill>
              <a:srgbClr val="000000"/>
            </a:solidFill>
            <a:prstDash val="solid"/>
            <a:round/>
            <a:headEnd len="med" w="med" type="none"/>
            <a:tailEnd len="med" w="med" type="none"/>
          </a:ln>
        </p:spPr>
      </p:cxnSp>
      <p:cxnSp>
        <p:nvCxnSpPr>
          <p:cNvPr id="7324" name="Google Shape;7324;p62"/>
          <p:cNvCxnSpPr/>
          <p:nvPr/>
        </p:nvCxnSpPr>
        <p:spPr>
          <a:xfrm flipH="1" rot="10800000">
            <a:off x="2941550" y="5218016"/>
            <a:ext cx="401638" cy="209550"/>
          </a:xfrm>
          <a:prstGeom prst="straightConnector1">
            <a:avLst/>
          </a:prstGeom>
          <a:noFill/>
          <a:ln cap="flat" cmpd="sng" w="9525">
            <a:solidFill>
              <a:srgbClr val="000000"/>
            </a:solidFill>
            <a:prstDash val="solid"/>
            <a:round/>
            <a:headEnd len="med" w="med" type="none"/>
            <a:tailEnd len="med" w="med" type="none"/>
          </a:ln>
        </p:spPr>
      </p:cxnSp>
      <p:cxnSp>
        <p:nvCxnSpPr>
          <p:cNvPr id="7325" name="Google Shape;7325;p62"/>
          <p:cNvCxnSpPr/>
          <p:nvPr/>
        </p:nvCxnSpPr>
        <p:spPr>
          <a:xfrm>
            <a:off x="2535150" y="5075141"/>
            <a:ext cx="450850" cy="115887"/>
          </a:xfrm>
          <a:prstGeom prst="straightConnector1">
            <a:avLst/>
          </a:prstGeom>
          <a:noFill/>
          <a:ln cap="flat" cmpd="sng" w="9525">
            <a:solidFill>
              <a:srgbClr val="000000"/>
            </a:solidFill>
            <a:prstDash val="solid"/>
            <a:round/>
            <a:headEnd len="med" w="med" type="none"/>
            <a:tailEnd len="med" w="med" type="none"/>
          </a:ln>
        </p:spPr>
      </p:cxnSp>
      <p:cxnSp>
        <p:nvCxnSpPr>
          <p:cNvPr id="7326" name="Google Shape;7326;p62"/>
          <p:cNvCxnSpPr/>
          <p:nvPr/>
        </p:nvCxnSpPr>
        <p:spPr>
          <a:xfrm rot="10800000">
            <a:off x="7646900" y="4779866"/>
            <a:ext cx="1047750" cy="966787"/>
          </a:xfrm>
          <a:prstGeom prst="straightConnector1">
            <a:avLst/>
          </a:prstGeom>
          <a:noFill/>
          <a:ln cap="flat" cmpd="sng" w="9525">
            <a:solidFill>
              <a:srgbClr val="000000"/>
            </a:solidFill>
            <a:prstDash val="solid"/>
            <a:round/>
            <a:headEnd len="med" w="med" type="none"/>
            <a:tailEnd len="med" w="med" type="none"/>
          </a:ln>
        </p:spPr>
      </p:cxnSp>
      <p:cxnSp>
        <p:nvCxnSpPr>
          <p:cNvPr id="7327" name="Google Shape;7327;p62"/>
          <p:cNvCxnSpPr/>
          <p:nvPr/>
        </p:nvCxnSpPr>
        <p:spPr>
          <a:xfrm flipH="1">
            <a:off x="8716875" y="4368703"/>
            <a:ext cx="541338" cy="249238"/>
          </a:xfrm>
          <a:prstGeom prst="straightConnector1">
            <a:avLst/>
          </a:prstGeom>
          <a:noFill/>
          <a:ln cap="flat" cmpd="sng" w="9525">
            <a:solidFill>
              <a:srgbClr val="000000"/>
            </a:solidFill>
            <a:prstDash val="solid"/>
            <a:round/>
            <a:headEnd len="med" w="med" type="none"/>
            <a:tailEnd len="med" w="med" type="none"/>
          </a:ln>
        </p:spPr>
      </p:cxnSp>
      <p:grpSp>
        <p:nvGrpSpPr>
          <p:cNvPr id="7328" name="Google Shape;7328;p62"/>
          <p:cNvGrpSpPr/>
          <p:nvPr/>
        </p:nvGrpSpPr>
        <p:grpSpPr>
          <a:xfrm>
            <a:off x="5192625" y="3007829"/>
            <a:ext cx="541338" cy="223023"/>
            <a:chOff x="7493876" y="2774731"/>
            <a:chExt cx="1481958" cy="894622"/>
          </a:xfrm>
        </p:grpSpPr>
        <p:sp>
          <p:nvSpPr>
            <p:cNvPr id="7329" name="Google Shape;7329;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330" name="Google Shape;7330;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331" name="Google Shape;7331;p62"/>
            <p:cNvGrpSpPr/>
            <p:nvPr/>
          </p:nvGrpSpPr>
          <p:grpSpPr>
            <a:xfrm>
              <a:off x="7713663" y="2848339"/>
              <a:ext cx="1042107" cy="425543"/>
              <a:chOff x="7786941" y="2884917"/>
              <a:chExt cx="897649" cy="353919"/>
            </a:xfrm>
          </p:grpSpPr>
          <p:sp>
            <p:nvSpPr>
              <p:cNvPr id="7332" name="Google Shape;7332;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33" name="Google Shape;7333;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34" name="Google Shape;7334;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35" name="Google Shape;7335;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336" name="Google Shape;7336;p62"/>
          <p:cNvGrpSpPr/>
          <p:nvPr/>
        </p:nvGrpSpPr>
        <p:grpSpPr>
          <a:xfrm>
            <a:off x="3621872" y="2908203"/>
            <a:ext cx="541338" cy="223023"/>
            <a:chOff x="7493876" y="2774731"/>
            <a:chExt cx="1481958" cy="894622"/>
          </a:xfrm>
        </p:grpSpPr>
        <p:sp>
          <p:nvSpPr>
            <p:cNvPr id="7337" name="Google Shape;7337;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338" name="Google Shape;7338;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339" name="Google Shape;7339;p62"/>
            <p:cNvGrpSpPr/>
            <p:nvPr/>
          </p:nvGrpSpPr>
          <p:grpSpPr>
            <a:xfrm>
              <a:off x="7713663" y="2848339"/>
              <a:ext cx="1042107" cy="425543"/>
              <a:chOff x="7786941" y="2884917"/>
              <a:chExt cx="897649" cy="353919"/>
            </a:xfrm>
          </p:grpSpPr>
          <p:sp>
            <p:nvSpPr>
              <p:cNvPr id="7340" name="Google Shape;7340;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41" name="Google Shape;7341;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42" name="Google Shape;7342;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43" name="Google Shape;7343;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344" name="Google Shape;7344;p62"/>
          <p:cNvGrpSpPr/>
          <p:nvPr/>
        </p:nvGrpSpPr>
        <p:grpSpPr>
          <a:xfrm>
            <a:off x="8182681" y="4501444"/>
            <a:ext cx="541338" cy="223023"/>
            <a:chOff x="7493876" y="2774731"/>
            <a:chExt cx="1481958" cy="894622"/>
          </a:xfrm>
        </p:grpSpPr>
        <p:sp>
          <p:nvSpPr>
            <p:cNvPr id="7345" name="Google Shape;7345;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346" name="Google Shape;7346;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347" name="Google Shape;7347;p62"/>
            <p:cNvGrpSpPr/>
            <p:nvPr/>
          </p:nvGrpSpPr>
          <p:grpSpPr>
            <a:xfrm>
              <a:off x="7713663" y="2848339"/>
              <a:ext cx="1042107" cy="425543"/>
              <a:chOff x="7786941" y="2884917"/>
              <a:chExt cx="897649" cy="353919"/>
            </a:xfrm>
          </p:grpSpPr>
          <p:sp>
            <p:nvSpPr>
              <p:cNvPr id="7348" name="Google Shape;7348;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49" name="Google Shape;7349;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50" name="Google Shape;7350;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51" name="Google Shape;7351;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352" name="Google Shape;7352;p62"/>
          <p:cNvGrpSpPr/>
          <p:nvPr/>
        </p:nvGrpSpPr>
        <p:grpSpPr>
          <a:xfrm>
            <a:off x="7469673" y="4278623"/>
            <a:ext cx="541338" cy="223023"/>
            <a:chOff x="7493876" y="2774731"/>
            <a:chExt cx="1481958" cy="894622"/>
          </a:xfrm>
        </p:grpSpPr>
        <p:sp>
          <p:nvSpPr>
            <p:cNvPr id="7353" name="Google Shape;7353;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354" name="Google Shape;7354;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355" name="Google Shape;7355;p62"/>
            <p:cNvGrpSpPr/>
            <p:nvPr/>
          </p:nvGrpSpPr>
          <p:grpSpPr>
            <a:xfrm>
              <a:off x="7713663" y="2848339"/>
              <a:ext cx="1042107" cy="425543"/>
              <a:chOff x="7786941" y="2884917"/>
              <a:chExt cx="897649" cy="353919"/>
            </a:xfrm>
          </p:grpSpPr>
          <p:sp>
            <p:nvSpPr>
              <p:cNvPr id="7356" name="Google Shape;7356;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57" name="Google Shape;7357;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58" name="Google Shape;7358;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59" name="Google Shape;7359;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360" name="Google Shape;7360;p62"/>
          <p:cNvGrpSpPr/>
          <p:nvPr/>
        </p:nvGrpSpPr>
        <p:grpSpPr>
          <a:xfrm>
            <a:off x="6979356" y="4059569"/>
            <a:ext cx="541338" cy="223023"/>
            <a:chOff x="7493876" y="2774731"/>
            <a:chExt cx="1481958" cy="894622"/>
          </a:xfrm>
        </p:grpSpPr>
        <p:sp>
          <p:nvSpPr>
            <p:cNvPr id="7361" name="Google Shape;7361;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362" name="Google Shape;7362;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363" name="Google Shape;7363;p62"/>
            <p:cNvGrpSpPr/>
            <p:nvPr/>
          </p:nvGrpSpPr>
          <p:grpSpPr>
            <a:xfrm>
              <a:off x="7713663" y="2848339"/>
              <a:ext cx="1042107" cy="425543"/>
              <a:chOff x="7786941" y="2884917"/>
              <a:chExt cx="897649" cy="353919"/>
            </a:xfrm>
          </p:grpSpPr>
          <p:sp>
            <p:nvSpPr>
              <p:cNvPr id="7364" name="Google Shape;7364;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65" name="Google Shape;7365;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66" name="Google Shape;7366;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67" name="Google Shape;7367;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368" name="Google Shape;7368;p62"/>
          <p:cNvGrpSpPr/>
          <p:nvPr/>
        </p:nvGrpSpPr>
        <p:grpSpPr>
          <a:xfrm>
            <a:off x="6723616" y="4366729"/>
            <a:ext cx="541338" cy="223023"/>
            <a:chOff x="7493876" y="2774731"/>
            <a:chExt cx="1481958" cy="894622"/>
          </a:xfrm>
        </p:grpSpPr>
        <p:sp>
          <p:nvSpPr>
            <p:cNvPr id="7369" name="Google Shape;7369;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370" name="Google Shape;7370;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371" name="Google Shape;7371;p62"/>
            <p:cNvGrpSpPr/>
            <p:nvPr/>
          </p:nvGrpSpPr>
          <p:grpSpPr>
            <a:xfrm>
              <a:off x="7713663" y="2848339"/>
              <a:ext cx="1042107" cy="425543"/>
              <a:chOff x="7786941" y="2884917"/>
              <a:chExt cx="897649" cy="353919"/>
            </a:xfrm>
          </p:grpSpPr>
          <p:sp>
            <p:nvSpPr>
              <p:cNvPr id="7372" name="Google Shape;7372;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73" name="Google Shape;7373;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74" name="Google Shape;7374;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75" name="Google Shape;7375;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376" name="Google Shape;7376;p62"/>
          <p:cNvGrpSpPr/>
          <p:nvPr/>
        </p:nvGrpSpPr>
        <p:grpSpPr>
          <a:xfrm>
            <a:off x="7291037" y="4658009"/>
            <a:ext cx="541338" cy="223023"/>
            <a:chOff x="7493876" y="2774731"/>
            <a:chExt cx="1481958" cy="894622"/>
          </a:xfrm>
        </p:grpSpPr>
        <p:sp>
          <p:nvSpPr>
            <p:cNvPr id="7377" name="Google Shape;7377;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378" name="Google Shape;7378;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379" name="Google Shape;7379;p62"/>
            <p:cNvGrpSpPr/>
            <p:nvPr/>
          </p:nvGrpSpPr>
          <p:grpSpPr>
            <a:xfrm>
              <a:off x="7713663" y="2848339"/>
              <a:ext cx="1042107" cy="425543"/>
              <a:chOff x="7786941" y="2884917"/>
              <a:chExt cx="897649" cy="353919"/>
            </a:xfrm>
          </p:grpSpPr>
          <p:sp>
            <p:nvSpPr>
              <p:cNvPr id="7380" name="Google Shape;7380;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81" name="Google Shape;7381;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82" name="Google Shape;7382;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83" name="Google Shape;7383;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384" name="Google Shape;7384;p62"/>
          <p:cNvGrpSpPr/>
          <p:nvPr/>
        </p:nvGrpSpPr>
        <p:grpSpPr>
          <a:xfrm>
            <a:off x="4220281" y="4826836"/>
            <a:ext cx="541338" cy="223023"/>
            <a:chOff x="7493876" y="2774731"/>
            <a:chExt cx="1481958" cy="894622"/>
          </a:xfrm>
        </p:grpSpPr>
        <p:sp>
          <p:nvSpPr>
            <p:cNvPr id="7385" name="Google Shape;7385;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386" name="Google Shape;7386;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387" name="Google Shape;7387;p62"/>
            <p:cNvGrpSpPr/>
            <p:nvPr/>
          </p:nvGrpSpPr>
          <p:grpSpPr>
            <a:xfrm>
              <a:off x="7713663" y="2848339"/>
              <a:ext cx="1042107" cy="425543"/>
              <a:chOff x="7786941" y="2884917"/>
              <a:chExt cx="897649" cy="353919"/>
            </a:xfrm>
          </p:grpSpPr>
          <p:sp>
            <p:nvSpPr>
              <p:cNvPr id="7388" name="Google Shape;7388;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89" name="Google Shape;7389;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90" name="Google Shape;7390;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91" name="Google Shape;7391;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392" name="Google Shape;7392;p62"/>
          <p:cNvGrpSpPr/>
          <p:nvPr/>
        </p:nvGrpSpPr>
        <p:grpSpPr>
          <a:xfrm>
            <a:off x="3740086" y="4631455"/>
            <a:ext cx="541338" cy="223023"/>
            <a:chOff x="7493876" y="2774731"/>
            <a:chExt cx="1481958" cy="894622"/>
          </a:xfrm>
        </p:grpSpPr>
        <p:sp>
          <p:nvSpPr>
            <p:cNvPr id="7393" name="Google Shape;7393;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394" name="Google Shape;7394;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395" name="Google Shape;7395;p62"/>
            <p:cNvGrpSpPr/>
            <p:nvPr/>
          </p:nvGrpSpPr>
          <p:grpSpPr>
            <a:xfrm>
              <a:off x="7713663" y="2848339"/>
              <a:ext cx="1042107" cy="425543"/>
              <a:chOff x="7786941" y="2884917"/>
              <a:chExt cx="897649" cy="353919"/>
            </a:xfrm>
          </p:grpSpPr>
          <p:sp>
            <p:nvSpPr>
              <p:cNvPr id="7396" name="Google Shape;7396;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97" name="Google Shape;7397;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98" name="Google Shape;7398;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399" name="Google Shape;7399;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400" name="Google Shape;7400;p62"/>
          <p:cNvGrpSpPr/>
          <p:nvPr/>
        </p:nvGrpSpPr>
        <p:grpSpPr>
          <a:xfrm>
            <a:off x="3500746" y="4902845"/>
            <a:ext cx="541338" cy="223023"/>
            <a:chOff x="7493876" y="2774731"/>
            <a:chExt cx="1481958" cy="894622"/>
          </a:xfrm>
        </p:grpSpPr>
        <p:sp>
          <p:nvSpPr>
            <p:cNvPr id="7401" name="Google Shape;7401;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402" name="Google Shape;7402;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403" name="Google Shape;7403;p62"/>
            <p:cNvGrpSpPr/>
            <p:nvPr/>
          </p:nvGrpSpPr>
          <p:grpSpPr>
            <a:xfrm>
              <a:off x="7713663" y="2848339"/>
              <a:ext cx="1042107" cy="425543"/>
              <a:chOff x="7786941" y="2884917"/>
              <a:chExt cx="897649" cy="353919"/>
            </a:xfrm>
          </p:grpSpPr>
          <p:sp>
            <p:nvSpPr>
              <p:cNvPr id="7404" name="Google Shape;7404;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05" name="Google Shape;7405;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06" name="Google Shape;7406;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07" name="Google Shape;7407;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408" name="Google Shape;7408;p62"/>
          <p:cNvGrpSpPr/>
          <p:nvPr/>
        </p:nvGrpSpPr>
        <p:grpSpPr>
          <a:xfrm>
            <a:off x="2989969" y="5089246"/>
            <a:ext cx="541338" cy="223023"/>
            <a:chOff x="7493876" y="2774731"/>
            <a:chExt cx="1481958" cy="894622"/>
          </a:xfrm>
        </p:grpSpPr>
        <p:sp>
          <p:nvSpPr>
            <p:cNvPr id="7409" name="Google Shape;7409;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410" name="Google Shape;7410;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411" name="Google Shape;7411;p62"/>
            <p:cNvGrpSpPr/>
            <p:nvPr/>
          </p:nvGrpSpPr>
          <p:grpSpPr>
            <a:xfrm>
              <a:off x="7713663" y="2848339"/>
              <a:ext cx="1042107" cy="425543"/>
              <a:chOff x="7786941" y="2884917"/>
              <a:chExt cx="897649" cy="353919"/>
            </a:xfrm>
          </p:grpSpPr>
          <p:sp>
            <p:nvSpPr>
              <p:cNvPr id="7412" name="Google Shape;7412;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13" name="Google Shape;7413;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14" name="Google Shape;7414;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15" name="Google Shape;7415;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416" name="Google Shape;7416;p62"/>
          <p:cNvGrpSpPr/>
          <p:nvPr/>
        </p:nvGrpSpPr>
        <p:grpSpPr>
          <a:xfrm>
            <a:off x="4023882" y="5178456"/>
            <a:ext cx="541338" cy="223023"/>
            <a:chOff x="7493876" y="2774731"/>
            <a:chExt cx="1481958" cy="894622"/>
          </a:xfrm>
        </p:grpSpPr>
        <p:sp>
          <p:nvSpPr>
            <p:cNvPr id="7417" name="Google Shape;7417;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418" name="Google Shape;7418;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419" name="Google Shape;7419;p62"/>
            <p:cNvGrpSpPr/>
            <p:nvPr/>
          </p:nvGrpSpPr>
          <p:grpSpPr>
            <a:xfrm>
              <a:off x="7713663" y="2848339"/>
              <a:ext cx="1042107" cy="425543"/>
              <a:chOff x="7786941" y="2884917"/>
              <a:chExt cx="897649" cy="353919"/>
            </a:xfrm>
          </p:grpSpPr>
          <p:sp>
            <p:nvSpPr>
              <p:cNvPr id="7420" name="Google Shape;7420;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21" name="Google Shape;7421;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22" name="Google Shape;7422;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23" name="Google Shape;7423;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7424" name="Google Shape;7424;p62"/>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sp>
        <p:nvSpPr>
          <p:cNvPr id="7425" name="Google Shape;7425;p6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grpSp>
        <p:nvGrpSpPr>
          <p:cNvPr id="7426" name="Google Shape;7426;p62"/>
          <p:cNvGrpSpPr/>
          <p:nvPr/>
        </p:nvGrpSpPr>
        <p:grpSpPr>
          <a:xfrm>
            <a:off x="2994584" y="2310458"/>
            <a:ext cx="648509" cy="418221"/>
            <a:chOff x="3053396" y="4304255"/>
            <a:chExt cx="648422" cy="418253"/>
          </a:xfrm>
        </p:grpSpPr>
        <p:sp>
          <p:nvSpPr>
            <p:cNvPr id="7427" name="Google Shape;7427;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28" name="Google Shape;7428;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429" name="Google Shape;7429;p62"/>
          <p:cNvGrpSpPr/>
          <p:nvPr/>
        </p:nvGrpSpPr>
        <p:grpSpPr>
          <a:xfrm>
            <a:off x="7503691" y="2564438"/>
            <a:ext cx="648509" cy="418221"/>
            <a:chOff x="3053396" y="4304255"/>
            <a:chExt cx="648422" cy="418253"/>
          </a:xfrm>
        </p:grpSpPr>
        <p:sp>
          <p:nvSpPr>
            <p:cNvPr id="7430" name="Google Shape;7430;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31" name="Google Shape;7431;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432" name="Google Shape;7432;p62"/>
          <p:cNvGrpSpPr/>
          <p:nvPr/>
        </p:nvGrpSpPr>
        <p:grpSpPr>
          <a:xfrm>
            <a:off x="2410305" y="5421718"/>
            <a:ext cx="648509" cy="418221"/>
            <a:chOff x="3053396" y="4304255"/>
            <a:chExt cx="648422" cy="418253"/>
          </a:xfrm>
        </p:grpSpPr>
        <p:sp>
          <p:nvSpPr>
            <p:cNvPr id="7433" name="Google Shape;7433;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34" name="Google Shape;7434;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435" name="Google Shape;7435;p62"/>
          <p:cNvGrpSpPr/>
          <p:nvPr/>
        </p:nvGrpSpPr>
        <p:grpSpPr>
          <a:xfrm>
            <a:off x="1991149" y="4799466"/>
            <a:ext cx="648509" cy="418221"/>
            <a:chOff x="3053396" y="4304255"/>
            <a:chExt cx="648422" cy="418253"/>
          </a:xfrm>
        </p:grpSpPr>
        <p:sp>
          <p:nvSpPr>
            <p:cNvPr id="7436" name="Google Shape;7436;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37" name="Google Shape;7437;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438" name="Google Shape;7438;p62"/>
          <p:cNvGrpSpPr/>
          <p:nvPr/>
        </p:nvGrpSpPr>
        <p:grpSpPr>
          <a:xfrm>
            <a:off x="1762518" y="4139117"/>
            <a:ext cx="648509" cy="418221"/>
            <a:chOff x="3053396" y="4304255"/>
            <a:chExt cx="648422" cy="418253"/>
          </a:xfrm>
        </p:grpSpPr>
        <p:sp>
          <p:nvSpPr>
            <p:cNvPr id="7439" name="Google Shape;7439;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40" name="Google Shape;7440;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441" name="Google Shape;7441;p62"/>
          <p:cNvGrpSpPr/>
          <p:nvPr/>
        </p:nvGrpSpPr>
        <p:grpSpPr>
          <a:xfrm>
            <a:off x="8253092" y="2996205"/>
            <a:ext cx="648509" cy="418221"/>
            <a:chOff x="3053396" y="4304255"/>
            <a:chExt cx="648422" cy="418253"/>
          </a:xfrm>
        </p:grpSpPr>
        <p:sp>
          <p:nvSpPr>
            <p:cNvPr id="7442" name="Google Shape;7442;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43" name="Google Shape;7443;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444" name="Google Shape;7444;p62"/>
          <p:cNvGrpSpPr/>
          <p:nvPr/>
        </p:nvGrpSpPr>
        <p:grpSpPr>
          <a:xfrm>
            <a:off x="4595000" y="2069176"/>
            <a:ext cx="648509" cy="418221"/>
            <a:chOff x="3053396" y="4304255"/>
            <a:chExt cx="648422" cy="418253"/>
          </a:xfrm>
        </p:grpSpPr>
        <p:sp>
          <p:nvSpPr>
            <p:cNvPr id="7445" name="Google Shape;7445;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46" name="Google Shape;7446;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447" name="Google Shape;7447;p62"/>
          <p:cNvGrpSpPr/>
          <p:nvPr/>
        </p:nvGrpSpPr>
        <p:grpSpPr>
          <a:xfrm>
            <a:off x="5509523" y="2043778"/>
            <a:ext cx="648509" cy="418221"/>
            <a:chOff x="3053396" y="4304255"/>
            <a:chExt cx="648422" cy="418253"/>
          </a:xfrm>
        </p:grpSpPr>
        <p:sp>
          <p:nvSpPr>
            <p:cNvPr id="7448" name="Google Shape;7448;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49" name="Google Shape;7449;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450" name="Google Shape;7450;p62"/>
          <p:cNvGrpSpPr/>
          <p:nvPr/>
        </p:nvGrpSpPr>
        <p:grpSpPr>
          <a:xfrm>
            <a:off x="8570635" y="5675699"/>
            <a:ext cx="648509" cy="418221"/>
            <a:chOff x="3053396" y="4304255"/>
            <a:chExt cx="648422" cy="418253"/>
          </a:xfrm>
        </p:grpSpPr>
        <p:sp>
          <p:nvSpPr>
            <p:cNvPr id="7451" name="Google Shape;7451;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52" name="Google Shape;7452;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453" name="Google Shape;7453;p62"/>
          <p:cNvGrpSpPr/>
          <p:nvPr/>
        </p:nvGrpSpPr>
        <p:grpSpPr>
          <a:xfrm>
            <a:off x="9408948" y="5028049"/>
            <a:ext cx="648509" cy="418221"/>
            <a:chOff x="3053396" y="4304255"/>
            <a:chExt cx="648422" cy="418253"/>
          </a:xfrm>
        </p:grpSpPr>
        <p:sp>
          <p:nvSpPr>
            <p:cNvPr id="7454" name="Google Shape;7454;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55" name="Google Shape;7455;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456" name="Google Shape;7456;p62"/>
          <p:cNvGrpSpPr/>
          <p:nvPr/>
        </p:nvGrpSpPr>
        <p:grpSpPr>
          <a:xfrm>
            <a:off x="9180317" y="4113719"/>
            <a:ext cx="648509" cy="418221"/>
            <a:chOff x="3053396" y="4304255"/>
            <a:chExt cx="648422" cy="418253"/>
          </a:xfrm>
        </p:grpSpPr>
        <p:sp>
          <p:nvSpPr>
            <p:cNvPr id="7457" name="Google Shape;7457;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58" name="Google Shape;7458;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sp>
        <p:nvSpPr>
          <p:cNvPr id="7459" name="Google Shape;7459;p62"/>
          <p:cNvSpPr txBox="1"/>
          <p:nvPr/>
        </p:nvSpPr>
        <p:spPr>
          <a:xfrm rot="1053502">
            <a:off x="6609175" y="1968629"/>
            <a:ext cx="543812" cy="5231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460" name="Google Shape;7460;p62"/>
          <p:cNvSpPr txBox="1"/>
          <p:nvPr/>
        </p:nvSpPr>
        <p:spPr>
          <a:xfrm rot="2829263">
            <a:off x="8895540" y="3441660"/>
            <a:ext cx="543697" cy="5232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461" name="Google Shape;7461;p62"/>
          <p:cNvSpPr txBox="1"/>
          <p:nvPr/>
        </p:nvSpPr>
        <p:spPr>
          <a:xfrm rot="9845918">
            <a:off x="7564044" y="5954634"/>
            <a:ext cx="543812" cy="5231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462" name="Google Shape;7462;p62"/>
          <p:cNvSpPr txBox="1"/>
          <p:nvPr/>
        </p:nvSpPr>
        <p:spPr>
          <a:xfrm rot="-9948738">
            <a:off x="3196001" y="5857999"/>
            <a:ext cx="543812" cy="5231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463" name="Google Shape;7463;p62"/>
          <p:cNvSpPr txBox="1"/>
          <p:nvPr/>
        </p:nvSpPr>
        <p:spPr>
          <a:xfrm rot="-4992697">
            <a:off x="1609690" y="3551677"/>
            <a:ext cx="543697" cy="5232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464" name="Google Shape;7464;p62"/>
          <p:cNvSpPr txBox="1"/>
          <p:nvPr/>
        </p:nvSpPr>
        <p:spPr>
          <a:xfrm rot="-1017263">
            <a:off x="3795672" y="1918514"/>
            <a:ext cx="543812" cy="5231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465" name="Google Shape;7465;p62"/>
          <p:cNvSpPr txBox="1"/>
          <p:nvPr/>
        </p:nvSpPr>
        <p:spPr>
          <a:xfrm>
            <a:off x="1499042" y="1197749"/>
            <a:ext cx="9720792" cy="67310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None/>
            </a:pPr>
            <a:r>
              <a:rPr lang="en-US" sz="2800">
                <a:solidFill>
                  <a:schemeClr val="dk1"/>
                </a:solidFill>
                <a:latin typeface="Calibri"/>
                <a:ea typeface="Calibri"/>
                <a:cs typeface="Calibri"/>
                <a:sym typeface="Calibri"/>
              </a:rPr>
              <a:t>… and regional networks may arise to connect access nets to ISPs </a:t>
            </a:r>
            <a:endParaRPr/>
          </a:p>
        </p:txBody>
      </p:sp>
      <p:grpSp>
        <p:nvGrpSpPr>
          <p:cNvPr id="7466" name="Google Shape;7466;p62"/>
          <p:cNvGrpSpPr/>
          <p:nvPr/>
        </p:nvGrpSpPr>
        <p:grpSpPr>
          <a:xfrm>
            <a:off x="5736579" y="2899825"/>
            <a:ext cx="2272389" cy="1061009"/>
            <a:chOff x="4696844" y="2871032"/>
            <a:chExt cx="2272671" cy="1061113"/>
          </a:xfrm>
        </p:grpSpPr>
        <p:grpSp>
          <p:nvGrpSpPr>
            <p:cNvPr id="7467" name="Google Shape;7467;p62"/>
            <p:cNvGrpSpPr/>
            <p:nvPr/>
          </p:nvGrpSpPr>
          <p:grpSpPr>
            <a:xfrm>
              <a:off x="5677190" y="2871032"/>
              <a:ext cx="530938" cy="338554"/>
              <a:chOff x="5573768" y="2726239"/>
              <a:chExt cx="530938" cy="338554"/>
            </a:xfrm>
          </p:grpSpPr>
          <p:sp>
            <p:nvSpPr>
              <p:cNvPr id="7468" name="Google Shape;7468;p62"/>
              <p:cNvSpPr/>
              <p:nvPr/>
            </p:nvSpPr>
            <p:spPr>
              <a:xfrm>
                <a:off x="5573768" y="2751297"/>
                <a:ext cx="528092" cy="304800"/>
              </a:xfrm>
              <a:prstGeom prst="ellipse">
                <a:avLst/>
              </a:prstGeom>
              <a:solidFill>
                <a:srgbClr val="0000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7469" name="Google Shape;7469;p62"/>
              <p:cNvSpPr txBox="1"/>
              <p:nvPr/>
            </p:nvSpPr>
            <p:spPr>
              <a:xfrm>
                <a:off x="5593027" y="2726239"/>
                <a:ext cx="51167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Arial"/>
                    <a:ea typeface="Arial"/>
                    <a:cs typeface="Arial"/>
                    <a:sym typeface="Arial"/>
                  </a:rPr>
                  <a:t>IXP</a:t>
                </a:r>
                <a:endParaRPr/>
              </a:p>
            </p:txBody>
          </p:sp>
        </p:grpSp>
        <p:cxnSp>
          <p:nvCxnSpPr>
            <p:cNvPr id="7470" name="Google Shape;7470;p62"/>
            <p:cNvCxnSpPr/>
            <p:nvPr/>
          </p:nvCxnSpPr>
          <p:spPr>
            <a:xfrm>
              <a:off x="4696844" y="3073933"/>
              <a:ext cx="980347" cy="3515"/>
            </a:xfrm>
            <a:prstGeom prst="straightConnector1">
              <a:avLst/>
            </a:prstGeom>
            <a:noFill/>
            <a:ln cap="flat" cmpd="sng" w="38100">
              <a:solidFill>
                <a:srgbClr val="CC0000"/>
              </a:solidFill>
              <a:prstDash val="solid"/>
              <a:round/>
              <a:headEnd len="med" w="med" type="none"/>
              <a:tailEnd len="med" w="med" type="none"/>
            </a:ln>
          </p:spPr>
        </p:cxnSp>
        <p:cxnSp>
          <p:nvCxnSpPr>
            <p:cNvPr id="7471" name="Google Shape;7471;p62"/>
            <p:cNvCxnSpPr>
              <a:endCxn id="7472" idx="1"/>
            </p:cNvCxnSpPr>
            <p:nvPr/>
          </p:nvCxnSpPr>
          <p:spPr>
            <a:xfrm>
              <a:off x="6137015" y="3146745"/>
              <a:ext cx="832500" cy="785400"/>
            </a:xfrm>
            <a:prstGeom prst="straightConnector1">
              <a:avLst/>
            </a:prstGeom>
            <a:noFill/>
            <a:ln cap="flat" cmpd="sng" w="38100">
              <a:solidFill>
                <a:srgbClr val="CC0000"/>
              </a:solidFill>
              <a:prstDash val="solid"/>
              <a:round/>
              <a:headEnd len="med" w="med" type="none"/>
              <a:tailEnd len="med" w="med" type="none"/>
            </a:ln>
          </p:spPr>
        </p:cxnSp>
      </p:grpSp>
      <p:grpSp>
        <p:nvGrpSpPr>
          <p:cNvPr id="7473" name="Google Shape;7473;p62"/>
          <p:cNvGrpSpPr/>
          <p:nvPr/>
        </p:nvGrpSpPr>
        <p:grpSpPr>
          <a:xfrm>
            <a:off x="3570106" y="3762886"/>
            <a:ext cx="2938633" cy="1357363"/>
            <a:chOff x="2746015" y="3733001"/>
            <a:chExt cx="2937190" cy="1359445"/>
          </a:xfrm>
        </p:grpSpPr>
        <p:cxnSp>
          <p:nvCxnSpPr>
            <p:cNvPr id="7474" name="Google Shape;7474;p62"/>
            <p:cNvCxnSpPr>
              <a:stCxn id="7475" idx="5"/>
              <a:endCxn id="7476" idx="3"/>
            </p:cNvCxnSpPr>
            <p:nvPr/>
          </p:nvCxnSpPr>
          <p:spPr>
            <a:xfrm>
              <a:off x="5094305" y="3733001"/>
              <a:ext cx="588900" cy="212700"/>
            </a:xfrm>
            <a:prstGeom prst="straightConnector1">
              <a:avLst/>
            </a:prstGeom>
            <a:noFill/>
            <a:ln cap="flat" cmpd="sng" w="38100">
              <a:solidFill>
                <a:srgbClr val="CC0000"/>
              </a:solidFill>
              <a:prstDash val="solid"/>
              <a:round/>
              <a:headEnd len="med" w="med" type="none"/>
              <a:tailEnd len="med" w="med" type="none"/>
            </a:ln>
          </p:spPr>
        </p:cxnSp>
        <p:cxnSp>
          <p:nvCxnSpPr>
            <p:cNvPr id="7477" name="Google Shape;7477;p62"/>
            <p:cNvCxnSpPr>
              <a:stCxn id="7478" idx="5"/>
            </p:cNvCxnSpPr>
            <p:nvPr/>
          </p:nvCxnSpPr>
          <p:spPr>
            <a:xfrm flipH="1">
              <a:off x="2746015" y="3789080"/>
              <a:ext cx="54600" cy="601800"/>
            </a:xfrm>
            <a:prstGeom prst="straightConnector1">
              <a:avLst/>
            </a:prstGeom>
            <a:noFill/>
            <a:ln cap="flat" cmpd="sng" w="38100">
              <a:solidFill>
                <a:srgbClr val="CC0000"/>
              </a:solidFill>
              <a:prstDash val="solid"/>
              <a:round/>
              <a:headEnd len="med" w="med" type="none"/>
              <a:tailEnd len="med" w="med" type="none"/>
            </a:ln>
          </p:spPr>
        </p:cxnSp>
        <p:cxnSp>
          <p:nvCxnSpPr>
            <p:cNvPr id="7479" name="Google Shape;7479;p62"/>
            <p:cNvCxnSpPr>
              <a:endCxn id="7480" idx="3"/>
            </p:cNvCxnSpPr>
            <p:nvPr/>
          </p:nvCxnSpPr>
          <p:spPr>
            <a:xfrm flipH="1" rot="10800000">
              <a:off x="4424295" y="4701847"/>
              <a:ext cx="1074600" cy="390600"/>
            </a:xfrm>
            <a:prstGeom prst="straightConnector1">
              <a:avLst/>
            </a:prstGeom>
            <a:noFill/>
            <a:ln cap="flat" cmpd="sng" w="38100">
              <a:solidFill>
                <a:srgbClr val="CC0000"/>
              </a:solidFill>
              <a:prstDash val="solid"/>
              <a:round/>
              <a:headEnd len="med" w="med" type="none"/>
              <a:tailEnd len="med" w="med" type="none"/>
            </a:ln>
          </p:spPr>
        </p:cxnSp>
      </p:grpSp>
      <p:cxnSp>
        <p:nvCxnSpPr>
          <p:cNvPr id="7481" name="Google Shape;7481;p62"/>
          <p:cNvCxnSpPr>
            <a:stCxn id="7482" idx="2"/>
          </p:cNvCxnSpPr>
          <p:nvPr/>
        </p:nvCxnSpPr>
        <p:spPr>
          <a:xfrm flipH="1" rot="10800000">
            <a:off x="4982880" y="4309884"/>
            <a:ext cx="309000" cy="307800"/>
          </a:xfrm>
          <a:prstGeom prst="straightConnector1">
            <a:avLst/>
          </a:prstGeom>
          <a:noFill/>
          <a:ln cap="flat" cmpd="sng" w="38100">
            <a:solidFill>
              <a:srgbClr val="CC0000"/>
            </a:solidFill>
            <a:prstDash val="solid"/>
            <a:round/>
            <a:headEnd len="med" w="med" type="none"/>
            <a:tailEnd len="med" w="med" type="none"/>
          </a:ln>
        </p:spPr>
      </p:cxnSp>
      <p:cxnSp>
        <p:nvCxnSpPr>
          <p:cNvPr id="7483" name="Google Shape;7483;p62"/>
          <p:cNvCxnSpPr/>
          <p:nvPr/>
        </p:nvCxnSpPr>
        <p:spPr>
          <a:xfrm flipH="1" rot="10800000">
            <a:off x="5520180" y="3924252"/>
            <a:ext cx="929835" cy="367084"/>
          </a:xfrm>
          <a:prstGeom prst="straightConnector1">
            <a:avLst/>
          </a:prstGeom>
          <a:noFill/>
          <a:ln cap="flat" cmpd="sng" w="38100">
            <a:solidFill>
              <a:srgbClr val="CC0000"/>
            </a:solidFill>
            <a:prstDash val="solid"/>
            <a:round/>
            <a:headEnd len="med" w="med" type="none"/>
            <a:tailEnd len="med" w="med" type="none"/>
          </a:ln>
        </p:spPr>
      </p:cxnSp>
      <p:cxnSp>
        <p:nvCxnSpPr>
          <p:cNvPr id="7484" name="Google Shape;7484;p62"/>
          <p:cNvCxnSpPr>
            <a:stCxn id="7485" idx="2"/>
          </p:cNvCxnSpPr>
          <p:nvPr/>
        </p:nvCxnSpPr>
        <p:spPr>
          <a:xfrm>
            <a:off x="4815073" y="3947043"/>
            <a:ext cx="477000" cy="277500"/>
          </a:xfrm>
          <a:prstGeom prst="straightConnector1">
            <a:avLst/>
          </a:prstGeom>
          <a:noFill/>
          <a:ln cap="flat" cmpd="sng" w="38100">
            <a:solidFill>
              <a:srgbClr val="CC0000"/>
            </a:solidFill>
            <a:prstDash val="solid"/>
            <a:round/>
            <a:headEnd len="med" w="med" type="none"/>
            <a:tailEnd len="med" w="med" type="none"/>
          </a:ln>
        </p:spPr>
      </p:cxnSp>
      <p:grpSp>
        <p:nvGrpSpPr>
          <p:cNvPr id="7486" name="Google Shape;7486;p62"/>
          <p:cNvGrpSpPr/>
          <p:nvPr/>
        </p:nvGrpSpPr>
        <p:grpSpPr>
          <a:xfrm>
            <a:off x="7929475" y="3939691"/>
            <a:ext cx="541338" cy="223023"/>
            <a:chOff x="7493876" y="2774731"/>
            <a:chExt cx="1481958" cy="894622"/>
          </a:xfrm>
        </p:grpSpPr>
        <p:sp>
          <p:nvSpPr>
            <p:cNvPr id="7487" name="Google Shape;7487;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472" name="Google Shape;7472;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488" name="Google Shape;7488;p62"/>
            <p:cNvGrpSpPr/>
            <p:nvPr/>
          </p:nvGrpSpPr>
          <p:grpSpPr>
            <a:xfrm>
              <a:off x="7713663" y="2848339"/>
              <a:ext cx="1042107" cy="425543"/>
              <a:chOff x="7786941" y="2884917"/>
              <a:chExt cx="897649" cy="353919"/>
            </a:xfrm>
          </p:grpSpPr>
          <p:sp>
            <p:nvSpPr>
              <p:cNvPr id="7489" name="Google Shape;7489;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90" name="Google Shape;7490;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91" name="Google Shape;7491;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92" name="Google Shape;7492;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493" name="Google Shape;7493;p62"/>
          <p:cNvGrpSpPr/>
          <p:nvPr/>
        </p:nvGrpSpPr>
        <p:grpSpPr>
          <a:xfrm>
            <a:off x="4400287" y="3826770"/>
            <a:ext cx="541338" cy="223023"/>
            <a:chOff x="7493876" y="2774731"/>
            <a:chExt cx="1481958" cy="894622"/>
          </a:xfrm>
        </p:grpSpPr>
        <p:sp>
          <p:nvSpPr>
            <p:cNvPr id="7494" name="Google Shape;7494;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495" name="Google Shape;7495;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496" name="Google Shape;7496;p62"/>
            <p:cNvGrpSpPr/>
            <p:nvPr/>
          </p:nvGrpSpPr>
          <p:grpSpPr>
            <a:xfrm>
              <a:off x="7713663" y="2848339"/>
              <a:ext cx="1042107" cy="425543"/>
              <a:chOff x="7786941" y="2884917"/>
              <a:chExt cx="897649" cy="353919"/>
            </a:xfrm>
          </p:grpSpPr>
          <p:sp>
            <p:nvSpPr>
              <p:cNvPr id="7497" name="Google Shape;7497;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85" name="Google Shape;7485;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98" name="Google Shape;7498;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99" name="Google Shape;7499;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500" name="Google Shape;7500;p62"/>
          <p:cNvGrpSpPr/>
          <p:nvPr/>
        </p:nvGrpSpPr>
        <p:grpSpPr>
          <a:xfrm>
            <a:off x="4568094" y="4497411"/>
            <a:ext cx="541338" cy="223023"/>
            <a:chOff x="7493876" y="2774731"/>
            <a:chExt cx="1481958" cy="894622"/>
          </a:xfrm>
        </p:grpSpPr>
        <p:sp>
          <p:nvSpPr>
            <p:cNvPr id="7501" name="Google Shape;7501;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502" name="Google Shape;7502;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503" name="Google Shape;7503;p62"/>
            <p:cNvGrpSpPr/>
            <p:nvPr/>
          </p:nvGrpSpPr>
          <p:grpSpPr>
            <a:xfrm>
              <a:off x="7713663" y="2848339"/>
              <a:ext cx="1042107" cy="425543"/>
              <a:chOff x="7786941" y="2884917"/>
              <a:chExt cx="897649" cy="353919"/>
            </a:xfrm>
          </p:grpSpPr>
          <p:sp>
            <p:nvSpPr>
              <p:cNvPr id="7504" name="Google Shape;7504;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82" name="Google Shape;7482;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05" name="Google Shape;7505;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06" name="Google Shape;7506;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507" name="Google Shape;7507;p62"/>
          <p:cNvGrpSpPr/>
          <p:nvPr/>
        </p:nvGrpSpPr>
        <p:grpSpPr>
          <a:xfrm>
            <a:off x="6429198" y="3852093"/>
            <a:ext cx="541338" cy="223023"/>
            <a:chOff x="7493876" y="2774731"/>
            <a:chExt cx="1481958" cy="894622"/>
          </a:xfrm>
        </p:grpSpPr>
        <p:sp>
          <p:nvSpPr>
            <p:cNvPr id="7508" name="Google Shape;7508;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476" name="Google Shape;7476;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509" name="Google Shape;7509;p62"/>
            <p:cNvGrpSpPr/>
            <p:nvPr/>
          </p:nvGrpSpPr>
          <p:grpSpPr>
            <a:xfrm>
              <a:off x="7713663" y="2848339"/>
              <a:ext cx="1042107" cy="425543"/>
              <a:chOff x="7786941" y="2884917"/>
              <a:chExt cx="897649" cy="353919"/>
            </a:xfrm>
          </p:grpSpPr>
          <p:sp>
            <p:nvSpPr>
              <p:cNvPr id="7510" name="Google Shape;7510;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11" name="Google Shape;7511;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12" name="Google Shape;7512;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13" name="Google Shape;7513;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514" name="Google Shape;7514;p62"/>
          <p:cNvGrpSpPr/>
          <p:nvPr/>
        </p:nvGrpSpPr>
        <p:grpSpPr>
          <a:xfrm>
            <a:off x="5457737" y="3639654"/>
            <a:ext cx="541338" cy="223023"/>
            <a:chOff x="7493876" y="2774731"/>
            <a:chExt cx="1481958" cy="894622"/>
          </a:xfrm>
        </p:grpSpPr>
        <p:sp>
          <p:nvSpPr>
            <p:cNvPr id="7515" name="Google Shape;7515;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475" name="Google Shape;7475;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516" name="Google Shape;7516;p62"/>
            <p:cNvGrpSpPr/>
            <p:nvPr/>
          </p:nvGrpSpPr>
          <p:grpSpPr>
            <a:xfrm>
              <a:off x="7713663" y="2848339"/>
              <a:ext cx="1042107" cy="425543"/>
              <a:chOff x="7786941" y="2884917"/>
              <a:chExt cx="897649" cy="353919"/>
            </a:xfrm>
          </p:grpSpPr>
          <p:sp>
            <p:nvSpPr>
              <p:cNvPr id="7517" name="Google Shape;7517;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18" name="Google Shape;7518;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19" name="Google Shape;7519;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20" name="Google Shape;7520;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521" name="Google Shape;7521;p62"/>
          <p:cNvGrpSpPr/>
          <p:nvPr/>
        </p:nvGrpSpPr>
        <p:grpSpPr>
          <a:xfrm>
            <a:off x="5119678" y="4119105"/>
            <a:ext cx="528442" cy="338554"/>
            <a:chOff x="5634518" y="2652249"/>
            <a:chExt cx="528092" cy="338174"/>
          </a:xfrm>
        </p:grpSpPr>
        <p:sp>
          <p:nvSpPr>
            <p:cNvPr id="7522" name="Google Shape;7522;p62"/>
            <p:cNvSpPr/>
            <p:nvPr/>
          </p:nvSpPr>
          <p:spPr>
            <a:xfrm>
              <a:off x="5634518" y="2672371"/>
              <a:ext cx="528092" cy="304800"/>
            </a:xfrm>
            <a:prstGeom prst="ellipse">
              <a:avLst/>
            </a:prstGeom>
            <a:solidFill>
              <a:srgbClr val="0000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7523" name="Google Shape;7523;p62"/>
            <p:cNvSpPr txBox="1"/>
            <p:nvPr/>
          </p:nvSpPr>
          <p:spPr>
            <a:xfrm>
              <a:off x="5685246" y="2652249"/>
              <a:ext cx="447262" cy="3381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IXP</a:t>
              </a:r>
              <a:endParaRPr/>
            </a:p>
          </p:txBody>
        </p:sp>
      </p:grpSp>
      <p:grpSp>
        <p:nvGrpSpPr>
          <p:cNvPr id="7524" name="Google Shape;7524;p62"/>
          <p:cNvGrpSpPr/>
          <p:nvPr/>
        </p:nvGrpSpPr>
        <p:grpSpPr>
          <a:xfrm>
            <a:off x="6244846" y="4607015"/>
            <a:ext cx="541338" cy="223023"/>
            <a:chOff x="7493876" y="2774731"/>
            <a:chExt cx="1481958" cy="894622"/>
          </a:xfrm>
        </p:grpSpPr>
        <p:sp>
          <p:nvSpPr>
            <p:cNvPr id="7525" name="Google Shape;7525;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480" name="Google Shape;7480;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526" name="Google Shape;7526;p62"/>
            <p:cNvGrpSpPr/>
            <p:nvPr/>
          </p:nvGrpSpPr>
          <p:grpSpPr>
            <a:xfrm>
              <a:off x="7713663" y="2848339"/>
              <a:ext cx="1042107" cy="425543"/>
              <a:chOff x="7786941" y="2884917"/>
              <a:chExt cx="897649" cy="353919"/>
            </a:xfrm>
          </p:grpSpPr>
          <p:sp>
            <p:nvSpPr>
              <p:cNvPr id="7527" name="Google Shape;7527;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28" name="Google Shape;7528;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29" name="Google Shape;7529;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30" name="Google Shape;7530;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531" name="Google Shape;7531;p62"/>
          <p:cNvGrpSpPr/>
          <p:nvPr/>
        </p:nvGrpSpPr>
        <p:grpSpPr>
          <a:xfrm>
            <a:off x="3355534" y="3674009"/>
            <a:ext cx="541338" cy="223023"/>
            <a:chOff x="7493876" y="2774731"/>
            <a:chExt cx="1481958" cy="894622"/>
          </a:xfrm>
        </p:grpSpPr>
        <p:sp>
          <p:nvSpPr>
            <p:cNvPr id="7478" name="Google Shape;7478;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532" name="Google Shape;7532;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533" name="Google Shape;7533;p62"/>
            <p:cNvGrpSpPr/>
            <p:nvPr/>
          </p:nvGrpSpPr>
          <p:grpSpPr>
            <a:xfrm>
              <a:off x="7713663" y="2848339"/>
              <a:ext cx="1042107" cy="425543"/>
              <a:chOff x="7786941" y="2884917"/>
              <a:chExt cx="897649" cy="353919"/>
            </a:xfrm>
          </p:grpSpPr>
          <p:sp>
            <p:nvSpPr>
              <p:cNvPr id="7534" name="Google Shape;7534;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35" name="Google Shape;7535;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36" name="Google Shape;7536;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37" name="Google Shape;7537;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cxnSp>
        <p:nvCxnSpPr>
          <p:cNvPr id="7538" name="Google Shape;7538;p62"/>
          <p:cNvCxnSpPr/>
          <p:nvPr/>
        </p:nvCxnSpPr>
        <p:spPr>
          <a:xfrm>
            <a:off x="2622407" y="3016153"/>
            <a:ext cx="38100" cy="309563"/>
          </a:xfrm>
          <a:prstGeom prst="straightConnector1">
            <a:avLst/>
          </a:prstGeom>
          <a:noFill/>
          <a:ln cap="flat" cmpd="sng" w="9525">
            <a:solidFill>
              <a:schemeClr val="dk1"/>
            </a:solidFill>
            <a:prstDash val="solid"/>
            <a:round/>
            <a:headEnd len="med" w="med" type="none"/>
            <a:tailEnd len="med" w="med" type="none"/>
          </a:ln>
        </p:spPr>
      </p:cxnSp>
      <p:cxnSp>
        <p:nvCxnSpPr>
          <p:cNvPr id="7539" name="Google Shape;7539;p62"/>
          <p:cNvCxnSpPr/>
          <p:nvPr/>
        </p:nvCxnSpPr>
        <p:spPr>
          <a:xfrm>
            <a:off x="2401745" y="3297141"/>
            <a:ext cx="123825" cy="212725"/>
          </a:xfrm>
          <a:prstGeom prst="straightConnector1">
            <a:avLst/>
          </a:prstGeom>
          <a:noFill/>
          <a:ln cap="flat" cmpd="sng" w="9525">
            <a:solidFill>
              <a:schemeClr val="dk1"/>
            </a:solidFill>
            <a:prstDash val="solid"/>
            <a:round/>
            <a:headEnd len="med" w="med" type="none"/>
            <a:tailEnd len="med" w="med" type="none"/>
          </a:ln>
        </p:spPr>
      </p:cxnSp>
      <p:cxnSp>
        <p:nvCxnSpPr>
          <p:cNvPr id="7540" name="Google Shape;7540;p62"/>
          <p:cNvCxnSpPr/>
          <p:nvPr/>
        </p:nvCxnSpPr>
        <p:spPr>
          <a:xfrm flipH="1" rot="10800000">
            <a:off x="2322370" y="4394103"/>
            <a:ext cx="203200" cy="7938"/>
          </a:xfrm>
          <a:prstGeom prst="straightConnector1">
            <a:avLst/>
          </a:prstGeom>
          <a:noFill/>
          <a:ln cap="flat" cmpd="sng" w="9525">
            <a:solidFill>
              <a:schemeClr val="dk1"/>
            </a:solidFill>
            <a:prstDash val="solid"/>
            <a:round/>
            <a:headEnd len="med" w="med" type="none"/>
            <a:tailEnd len="med" w="med" type="none"/>
          </a:ln>
        </p:spPr>
      </p:cxnSp>
      <p:cxnSp>
        <p:nvCxnSpPr>
          <p:cNvPr id="7541" name="Google Shape;7541;p62"/>
          <p:cNvCxnSpPr/>
          <p:nvPr/>
        </p:nvCxnSpPr>
        <p:spPr>
          <a:xfrm flipH="1" rot="10800000">
            <a:off x="2851007" y="3849591"/>
            <a:ext cx="430213" cy="101600"/>
          </a:xfrm>
          <a:prstGeom prst="straightConnector1">
            <a:avLst/>
          </a:prstGeom>
          <a:noFill/>
          <a:ln cap="flat" cmpd="sng" w="9525">
            <a:solidFill>
              <a:schemeClr val="dk1"/>
            </a:solidFill>
            <a:prstDash val="solid"/>
            <a:round/>
            <a:headEnd len="med" w="med" type="none"/>
            <a:tailEnd len="med" w="med" type="none"/>
          </a:ln>
        </p:spPr>
      </p:cxnSp>
      <p:grpSp>
        <p:nvGrpSpPr>
          <p:cNvPr id="7542" name="Google Shape;7542;p62"/>
          <p:cNvGrpSpPr/>
          <p:nvPr/>
        </p:nvGrpSpPr>
        <p:grpSpPr>
          <a:xfrm>
            <a:off x="2219780" y="2716827"/>
            <a:ext cx="648509" cy="418221"/>
            <a:chOff x="3053396" y="4304255"/>
            <a:chExt cx="648422" cy="418253"/>
          </a:xfrm>
        </p:grpSpPr>
        <p:sp>
          <p:nvSpPr>
            <p:cNvPr id="7543" name="Google Shape;7543;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44" name="Google Shape;7544;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545" name="Google Shape;7545;p62"/>
          <p:cNvGrpSpPr/>
          <p:nvPr/>
        </p:nvGrpSpPr>
        <p:grpSpPr>
          <a:xfrm>
            <a:off x="1838728" y="3110496"/>
            <a:ext cx="648509" cy="418221"/>
            <a:chOff x="3053396" y="4304255"/>
            <a:chExt cx="648422" cy="418253"/>
          </a:xfrm>
        </p:grpSpPr>
        <p:sp>
          <p:nvSpPr>
            <p:cNvPr id="7546" name="Google Shape;7546;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47" name="Google Shape;7547;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cxnSp>
        <p:nvCxnSpPr>
          <p:cNvPr id="7548" name="Google Shape;7548;p62"/>
          <p:cNvCxnSpPr/>
          <p:nvPr/>
        </p:nvCxnSpPr>
        <p:spPr>
          <a:xfrm>
            <a:off x="2801850" y="4156772"/>
            <a:ext cx="560912" cy="298733"/>
          </a:xfrm>
          <a:prstGeom prst="straightConnector1">
            <a:avLst/>
          </a:prstGeom>
          <a:noFill/>
          <a:ln cap="flat" cmpd="sng" w="9525">
            <a:solidFill>
              <a:schemeClr val="dk1"/>
            </a:solidFill>
            <a:prstDash val="solid"/>
            <a:round/>
            <a:headEnd len="med" w="med" type="none"/>
            <a:tailEnd len="med" w="med" type="none"/>
          </a:ln>
        </p:spPr>
      </p:cxnSp>
      <p:grpSp>
        <p:nvGrpSpPr>
          <p:cNvPr id="7549" name="Google Shape;7549;p62"/>
          <p:cNvGrpSpPr/>
          <p:nvPr/>
        </p:nvGrpSpPr>
        <p:grpSpPr>
          <a:xfrm>
            <a:off x="3292387" y="4376707"/>
            <a:ext cx="541338" cy="223023"/>
            <a:chOff x="7493876" y="2774731"/>
            <a:chExt cx="1481958" cy="894622"/>
          </a:xfrm>
        </p:grpSpPr>
        <p:sp>
          <p:nvSpPr>
            <p:cNvPr id="7550" name="Google Shape;7550;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551" name="Google Shape;7551;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552" name="Google Shape;7552;p62"/>
            <p:cNvGrpSpPr/>
            <p:nvPr/>
          </p:nvGrpSpPr>
          <p:grpSpPr>
            <a:xfrm>
              <a:off x="7713663" y="2848339"/>
              <a:ext cx="1042107" cy="425543"/>
              <a:chOff x="7786941" y="2884917"/>
              <a:chExt cx="897649" cy="353919"/>
            </a:xfrm>
          </p:grpSpPr>
          <p:sp>
            <p:nvSpPr>
              <p:cNvPr id="7553" name="Google Shape;7553;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54" name="Google Shape;7554;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55" name="Google Shape;7555;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56" name="Google Shape;7556;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cxnSp>
        <p:nvCxnSpPr>
          <p:cNvPr id="7557" name="Google Shape;7557;p62"/>
          <p:cNvCxnSpPr/>
          <p:nvPr/>
        </p:nvCxnSpPr>
        <p:spPr>
          <a:xfrm rot="10800000">
            <a:off x="5179131" y="5171184"/>
            <a:ext cx="371475" cy="973138"/>
          </a:xfrm>
          <a:prstGeom prst="straightConnector1">
            <a:avLst/>
          </a:prstGeom>
          <a:noFill/>
          <a:ln cap="flat" cmpd="sng" w="9525">
            <a:solidFill>
              <a:schemeClr val="dk1"/>
            </a:solidFill>
            <a:prstDash val="solid"/>
            <a:round/>
            <a:headEnd len="med" w="med" type="none"/>
            <a:tailEnd len="med" w="med" type="none"/>
          </a:ln>
        </p:spPr>
      </p:cxnSp>
      <p:grpSp>
        <p:nvGrpSpPr>
          <p:cNvPr id="7558" name="Google Shape;7558;p62"/>
          <p:cNvGrpSpPr/>
          <p:nvPr/>
        </p:nvGrpSpPr>
        <p:grpSpPr>
          <a:xfrm>
            <a:off x="4461581" y="5447247"/>
            <a:ext cx="2216150" cy="533562"/>
            <a:chOff x="4461581" y="5447247"/>
            <a:chExt cx="2216150" cy="533562"/>
          </a:xfrm>
        </p:grpSpPr>
        <p:cxnSp>
          <p:nvCxnSpPr>
            <p:cNvPr id="7559" name="Google Shape;7559;p62"/>
            <p:cNvCxnSpPr/>
            <p:nvPr/>
          </p:nvCxnSpPr>
          <p:spPr>
            <a:xfrm rot="10800000">
              <a:off x="6157031" y="5810947"/>
              <a:ext cx="520700" cy="169862"/>
            </a:xfrm>
            <a:prstGeom prst="straightConnector1">
              <a:avLst/>
            </a:prstGeom>
            <a:noFill/>
            <a:ln cap="flat" cmpd="sng" w="9525">
              <a:solidFill>
                <a:schemeClr val="dk1"/>
              </a:solidFill>
              <a:prstDash val="solid"/>
              <a:round/>
              <a:headEnd len="med" w="med" type="none"/>
              <a:tailEnd len="med" w="med" type="none"/>
            </a:ln>
          </p:spPr>
        </p:cxnSp>
        <p:sp>
          <p:nvSpPr>
            <p:cNvPr id="7560" name="Google Shape;7560;p62"/>
            <p:cNvSpPr/>
            <p:nvPr/>
          </p:nvSpPr>
          <p:spPr>
            <a:xfrm rot="10800000">
              <a:off x="4545099" y="5447247"/>
              <a:ext cx="1807203" cy="495366"/>
            </a:xfrm>
            <a:prstGeom prst="ellipse">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595959"/>
                </a:solidFill>
                <a:latin typeface="Arial"/>
                <a:ea typeface="Arial"/>
                <a:cs typeface="Arial"/>
                <a:sym typeface="Arial"/>
              </a:endParaRPr>
            </a:p>
          </p:txBody>
        </p:sp>
        <p:cxnSp>
          <p:nvCxnSpPr>
            <p:cNvPr id="7561" name="Google Shape;7561;p62"/>
            <p:cNvCxnSpPr/>
            <p:nvPr/>
          </p:nvCxnSpPr>
          <p:spPr>
            <a:xfrm flipH="1" rot="10800000">
              <a:off x="4461581" y="5815709"/>
              <a:ext cx="306387" cy="165100"/>
            </a:xfrm>
            <a:prstGeom prst="straightConnector1">
              <a:avLst/>
            </a:prstGeom>
            <a:noFill/>
            <a:ln cap="flat" cmpd="sng" w="9525">
              <a:solidFill>
                <a:schemeClr val="dk1"/>
              </a:solidFill>
              <a:prstDash val="solid"/>
              <a:round/>
              <a:headEnd len="med" w="med" type="none"/>
              <a:tailEnd len="med" w="med" type="none"/>
            </a:ln>
          </p:spPr>
        </p:cxnSp>
        <p:sp>
          <p:nvSpPr>
            <p:cNvPr id="7562" name="Google Shape;7562;p62"/>
            <p:cNvSpPr txBox="1"/>
            <p:nvPr/>
          </p:nvSpPr>
          <p:spPr>
            <a:xfrm>
              <a:off x="4662400" y="5488195"/>
              <a:ext cx="158248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Arial"/>
                  <a:ea typeface="Arial"/>
                  <a:cs typeface="Arial"/>
                  <a:sym typeface="Arial"/>
                </a:rPr>
                <a:t>regional ISP</a:t>
              </a:r>
              <a:endParaRPr/>
            </a:p>
          </p:txBody>
        </p:sp>
      </p:grpSp>
      <p:grpSp>
        <p:nvGrpSpPr>
          <p:cNvPr id="7563" name="Google Shape;7563;p62"/>
          <p:cNvGrpSpPr/>
          <p:nvPr/>
        </p:nvGrpSpPr>
        <p:grpSpPr>
          <a:xfrm>
            <a:off x="4201247" y="5904281"/>
            <a:ext cx="648509" cy="418221"/>
            <a:chOff x="3053396" y="4304255"/>
            <a:chExt cx="648422" cy="418253"/>
          </a:xfrm>
        </p:grpSpPr>
        <p:sp>
          <p:nvSpPr>
            <p:cNvPr id="7564" name="Google Shape;7564;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65" name="Google Shape;7565;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566" name="Google Shape;7566;p62"/>
          <p:cNvGrpSpPr/>
          <p:nvPr/>
        </p:nvGrpSpPr>
        <p:grpSpPr>
          <a:xfrm>
            <a:off x="5420611" y="6056669"/>
            <a:ext cx="648509" cy="418221"/>
            <a:chOff x="3053396" y="4304255"/>
            <a:chExt cx="648422" cy="418253"/>
          </a:xfrm>
        </p:grpSpPr>
        <p:sp>
          <p:nvSpPr>
            <p:cNvPr id="7567" name="Google Shape;7567;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68" name="Google Shape;7568;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569" name="Google Shape;7569;p62"/>
          <p:cNvGrpSpPr/>
          <p:nvPr/>
        </p:nvGrpSpPr>
        <p:grpSpPr>
          <a:xfrm>
            <a:off x="6335134" y="5916980"/>
            <a:ext cx="648509" cy="418221"/>
            <a:chOff x="3053396" y="4304255"/>
            <a:chExt cx="648422" cy="418253"/>
          </a:xfrm>
        </p:grpSpPr>
        <p:sp>
          <p:nvSpPr>
            <p:cNvPr id="7570" name="Google Shape;7570;p62"/>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71" name="Google Shape;7571;p62"/>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572" name="Google Shape;7572;p62"/>
          <p:cNvGrpSpPr/>
          <p:nvPr/>
        </p:nvGrpSpPr>
        <p:grpSpPr>
          <a:xfrm>
            <a:off x="4812419" y="5011641"/>
            <a:ext cx="541338" cy="223023"/>
            <a:chOff x="7493876" y="2774731"/>
            <a:chExt cx="1481958" cy="894622"/>
          </a:xfrm>
        </p:grpSpPr>
        <p:sp>
          <p:nvSpPr>
            <p:cNvPr id="7573" name="Google Shape;7573;p62"/>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574" name="Google Shape;7574;p62"/>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575" name="Google Shape;7575;p62"/>
            <p:cNvGrpSpPr/>
            <p:nvPr/>
          </p:nvGrpSpPr>
          <p:grpSpPr>
            <a:xfrm>
              <a:off x="7713663" y="2848339"/>
              <a:ext cx="1042107" cy="425543"/>
              <a:chOff x="7786941" y="2884917"/>
              <a:chExt cx="897649" cy="353919"/>
            </a:xfrm>
          </p:grpSpPr>
          <p:sp>
            <p:nvSpPr>
              <p:cNvPr id="7576" name="Google Shape;7576;p62"/>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77" name="Google Shape;7577;p62"/>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78" name="Google Shape;7578;p62"/>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79" name="Google Shape;7579;p62"/>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7580" name="Google Shape;7580;p62"/>
          <p:cNvSpPr/>
          <p:nvPr/>
        </p:nvSpPr>
        <p:spPr>
          <a:xfrm rot="5400000">
            <a:off x="2030588" y="3754605"/>
            <a:ext cx="1252537" cy="381000"/>
          </a:xfrm>
          <a:prstGeom prst="ellipse">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595959"/>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5" name="Shape 7585"/>
        <p:cNvGrpSpPr/>
        <p:nvPr/>
      </p:nvGrpSpPr>
      <p:grpSpPr>
        <a:xfrm>
          <a:off x="0" y="0"/>
          <a:ext cx="0" cy="0"/>
          <a:chOff x="0" y="0"/>
          <a:chExt cx="0" cy="0"/>
        </a:xfrm>
      </p:grpSpPr>
      <p:sp>
        <p:nvSpPr>
          <p:cNvPr id="7586" name="Google Shape;7586;p63"/>
          <p:cNvSpPr/>
          <p:nvPr/>
        </p:nvSpPr>
        <p:spPr>
          <a:xfrm rot="5400000">
            <a:off x="2030588" y="3754605"/>
            <a:ext cx="1252537" cy="381000"/>
          </a:xfrm>
          <a:prstGeom prst="ellipse">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595959"/>
              </a:solidFill>
              <a:latin typeface="Arial"/>
              <a:ea typeface="Arial"/>
              <a:cs typeface="Arial"/>
              <a:sym typeface="Arial"/>
            </a:endParaRPr>
          </a:p>
        </p:txBody>
      </p:sp>
      <p:sp>
        <p:nvSpPr>
          <p:cNvPr id="7587" name="Google Shape;7587;p63"/>
          <p:cNvSpPr/>
          <p:nvPr/>
        </p:nvSpPr>
        <p:spPr>
          <a:xfrm>
            <a:off x="2884400" y="2782791"/>
            <a:ext cx="3475038" cy="13811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7588" name="Google Shape;7588;p63"/>
          <p:cNvCxnSpPr/>
          <p:nvPr/>
        </p:nvCxnSpPr>
        <p:spPr>
          <a:xfrm>
            <a:off x="4108363" y="3025678"/>
            <a:ext cx="1146175" cy="73025"/>
          </a:xfrm>
          <a:prstGeom prst="straightConnector1">
            <a:avLst/>
          </a:prstGeom>
          <a:noFill/>
          <a:ln cap="flat" cmpd="sng" w="15875">
            <a:solidFill>
              <a:srgbClr val="000000"/>
            </a:solidFill>
            <a:prstDash val="solid"/>
            <a:round/>
            <a:headEnd len="med" w="med" type="none"/>
            <a:tailEnd len="med" w="med" type="none"/>
          </a:ln>
        </p:spPr>
      </p:cxnSp>
      <p:cxnSp>
        <p:nvCxnSpPr>
          <p:cNvPr id="7589" name="Google Shape;7589;p63"/>
          <p:cNvCxnSpPr/>
          <p:nvPr/>
        </p:nvCxnSpPr>
        <p:spPr>
          <a:xfrm>
            <a:off x="4702088" y="3325716"/>
            <a:ext cx="130175" cy="84137"/>
          </a:xfrm>
          <a:prstGeom prst="straightConnector1">
            <a:avLst/>
          </a:prstGeom>
          <a:noFill/>
          <a:ln cap="flat" cmpd="sng" w="15875">
            <a:solidFill>
              <a:srgbClr val="000000"/>
            </a:solidFill>
            <a:prstDash val="solid"/>
            <a:round/>
            <a:headEnd len="med" w="med" type="none"/>
            <a:tailEnd len="med" w="med" type="none"/>
          </a:ln>
        </p:spPr>
      </p:cxnSp>
      <p:cxnSp>
        <p:nvCxnSpPr>
          <p:cNvPr id="7590" name="Google Shape;7590;p63"/>
          <p:cNvCxnSpPr/>
          <p:nvPr/>
        </p:nvCxnSpPr>
        <p:spPr>
          <a:xfrm flipH="1" rot="10800000">
            <a:off x="4486188" y="3530503"/>
            <a:ext cx="263525" cy="46038"/>
          </a:xfrm>
          <a:prstGeom prst="straightConnector1">
            <a:avLst/>
          </a:prstGeom>
          <a:noFill/>
          <a:ln cap="flat" cmpd="sng" w="15875">
            <a:solidFill>
              <a:srgbClr val="000000"/>
            </a:solidFill>
            <a:prstDash val="solid"/>
            <a:round/>
            <a:headEnd len="med" w="med" type="none"/>
            <a:tailEnd len="med" w="med" type="none"/>
          </a:ln>
        </p:spPr>
      </p:cxnSp>
      <p:cxnSp>
        <p:nvCxnSpPr>
          <p:cNvPr id="7591" name="Google Shape;7591;p63"/>
          <p:cNvCxnSpPr/>
          <p:nvPr/>
        </p:nvCxnSpPr>
        <p:spPr>
          <a:xfrm flipH="1" rot="10800000">
            <a:off x="4165513" y="3354291"/>
            <a:ext cx="209550" cy="109537"/>
          </a:xfrm>
          <a:prstGeom prst="straightConnector1">
            <a:avLst/>
          </a:prstGeom>
          <a:noFill/>
          <a:ln cap="flat" cmpd="sng" w="15875">
            <a:solidFill>
              <a:srgbClr val="000000"/>
            </a:solidFill>
            <a:prstDash val="solid"/>
            <a:round/>
            <a:headEnd len="med" w="med" type="none"/>
            <a:tailEnd len="med" w="med" type="none"/>
          </a:ln>
        </p:spPr>
      </p:cxnSp>
      <p:cxnSp>
        <p:nvCxnSpPr>
          <p:cNvPr id="7592" name="Google Shape;7592;p63"/>
          <p:cNvCxnSpPr/>
          <p:nvPr/>
        </p:nvCxnSpPr>
        <p:spPr>
          <a:xfrm flipH="1" rot="10800000">
            <a:off x="3827375" y="3654328"/>
            <a:ext cx="222250" cy="98425"/>
          </a:xfrm>
          <a:prstGeom prst="straightConnector1">
            <a:avLst/>
          </a:prstGeom>
          <a:noFill/>
          <a:ln cap="flat" cmpd="sng" w="15875">
            <a:solidFill>
              <a:srgbClr val="000000"/>
            </a:solidFill>
            <a:prstDash val="solid"/>
            <a:round/>
            <a:headEnd len="med" w="med" type="none"/>
            <a:tailEnd len="med" w="med" type="none"/>
          </a:ln>
        </p:spPr>
      </p:cxnSp>
      <p:cxnSp>
        <p:nvCxnSpPr>
          <p:cNvPr id="7593" name="Google Shape;7593;p63"/>
          <p:cNvCxnSpPr/>
          <p:nvPr/>
        </p:nvCxnSpPr>
        <p:spPr>
          <a:xfrm flipH="1" rot="10800000">
            <a:off x="4719550" y="3579716"/>
            <a:ext cx="273050" cy="254000"/>
          </a:xfrm>
          <a:prstGeom prst="straightConnector1">
            <a:avLst/>
          </a:prstGeom>
          <a:noFill/>
          <a:ln cap="flat" cmpd="sng" w="15875">
            <a:solidFill>
              <a:srgbClr val="000000"/>
            </a:solidFill>
            <a:prstDash val="solid"/>
            <a:round/>
            <a:headEnd len="med" w="med" type="none"/>
            <a:tailEnd len="med" w="med" type="none"/>
          </a:ln>
        </p:spPr>
      </p:cxnSp>
      <p:cxnSp>
        <p:nvCxnSpPr>
          <p:cNvPr id="7594" name="Google Shape;7594;p63"/>
          <p:cNvCxnSpPr/>
          <p:nvPr/>
        </p:nvCxnSpPr>
        <p:spPr>
          <a:xfrm rot="10800000">
            <a:off x="5251363" y="3565428"/>
            <a:ext cx="387350" cy="125413"/>
          </a:xfrm>
          <a:prstGeom prst="straightConnector1">
            <a:avLst/>
          </a:prstGeom>
          <a:noFill/>
          <a:ln cap="flat" cmpd="sng" w="15875">
            <a:solidFill>
              <a:srgbClr val="000000"/>
            </a:solidFill>
            <a:prstDash val="solid"/>
            <a:round/>
            <a:headEnd len="med" w="med" type="none"/>
            <a:tailEnd len="med" w="med" type="none"/>
          </a:ln>
        </p:spPr>
      </p:cxnSp>
      <p:cxnSp>
        <p:nvCxnSpPr>
          <p:cNvPr id="7595" name="Google Shape;7595;p63"/>
          <p:cNvCxnSpPr/>
          <p:nvPr/>
        </p:nvCxnSpPr>
        <p:spPr>
          <a:xfrm flipH="1" rot="10800000">
            <a:off x="5237075" y="3216178"/>
            <a:ext cx="307975" cy="198438"/>
          </a:xfrm>
          <a:prstGeom prst="straightConnector1">
            <a:avLst/>
          </a:prstGeom>
          <a:noFill/>
          <a:ln cap="flat" cmpd="sng" w="15875">
            <a:solidFill>
              <a:srgbClr val="000000"/>
            </a:solidFill>
            <a:prstDash val="solid"/>
            <a:round/>
            <a:headEnd len="med" w="med" type="none"/>
            <a:tailEnd len="med" w="med" type="none"/>
          </a:ln>
        </p:spPr>
      </p:cxnSp>
      <p:cxnSp>
        <p:nvCxnSpPr>
          <p:cNvPr id="7596" name="Google Shape;7596;p63"/>
          <p:cNvCxnSpPr/>
          <p:nvPr/>
        </p:nvCxnSpPr>
        <p:spPr>
          <a:xfrm rot="10800000">
            <a:off x="4109950" y="3086003"/>
            <a:ext cx="246063" cy="87313"/>
          </a:xfrm>
          <a:prstGeom prst="straightConnector1">
            <a:avLst/>
          </a:prstGeom>
          <a:noFill/>
          <a:ln cap="flat" cmpd="sng" w="15875">
            <a:solidFill>
              <a:srgbClr val="000000"/>
            </a:solidFill>
            <a:prstDash val="solid"/>
            <a:round/>
            <a:headEnd len="med" w="med" type="none"/>
            <a:tailEnd len="med" w="med" type="none"/>
          </a:ln>
        </p:spPr>
      </p:cxnSp>
      <p:sp>
        <p:nvSpPr>
          <p:cNvPr id="7597" name="Google Shape;7597;p63"/>
          <p:cNvSpPr txBox="1"/>
          <p:nvPr/>
        </p:nvSpPr>
        <p:spPr>
          <a:xfrm>
            <a:off x="3044738" y="3127278"/>
            <a:ext cx="80663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Calibri"/>
              <a:buNone/>
            </a:pPr>
            <a:r>
              <a:rPr b="0" i="1" lang="en-US" sz="2400" u="none" cap="none" strike="noStrike">
                <a:solidFill>
                  <a:schemeClr val="lt1"/>
                </a:solidFill>
                <a:latin typeface="Calibri"/>
                <a:ea typeface="Calibri"/>
                <a:cs typeface="Calibri"/>
                <a:sym typeface="Calibri"/>
              </a:rPr>
              <a:t>ISP A</a:t>
            </a:r>
            <a:endParaRPr/>
          </a:p>
        </p:txBody>
      </p:sp>
      <p:grpSp>
        <p:nvGrpSpPr>
          <p:cNvPr id="7598" name="Google Shape;7598;p63"/>
          <p:cNvGrpSpPr/>
          <p:nvPr/>
        </p:nvGrpSpPr>
        <p:grpSpPr>
          <a:xfrm>
            <a:off x="4779875" y="3395180"/>
            <a:ext cx="541338" cy="223023"/>
            <a:chOff x="7493876" y="2774731"/>
            <a:chExt cx="1481958" cy="894622"/>
          </a:xfrm>
        </p:grpSpPr>
        <p:sp>
          <p:nvSpPr>
            <p:cNvPr id="7599" name="Google Shape;7599;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600" name="Google Shape;7600;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601" name="Google Shape;7601;p63"/>
            <p:cNvGrpSpPr/>
            <p:nvPr/>
          </p:nvGrpSpPr>
          <p:grpSpPr>
            <a:xfrm>
              <a:off x="7713663" y="2848339"/>
              <a:ext cx="1042107" cy="425543"/>
              <a:chOff x="7786941" y="2884917"/>
              <a:chExt cx="897649" cy="353919"/>
            </a:xfrm>
          </p:grpSpPr>
          <p:sp>
            <p:nvSpPr>
              <p:cNvPr id="7602" name="Google Shape;7602;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03" name="Google Shape;7603;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04" name="Google Shape;7604;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05" name="Google Shape;7605;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606" name="Google Shape;7606;p63"/>
          <p:cNvGrpSpPr/>
          <p:nvPr/>
        </p:nvGrpSpPr>
        <p:grpSpPr>
          <a:xfrm>
            <a:off x="4228292" y="3150704"/>
            <a:ext cx="541338" cy="223023"/>
            <a:chOff x="7493876" y="2774731"/>
            <a:chExt cx="1481958" cy="894622"/>
          </a:xfrm>
        </p:grpSpPr>
        <p:sp>
          <p:nvSpPr>
            <p:cNvPr id="7607" name="Google Shape;7607;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608" name="Google Shape;7608;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609" name="Google Shape;7609;p63"/>
            <p:cNvGrpSpPr/>
            <p:nvPr/>
          </p:nvGrpSpPr>
          <p:grpSpPr>
            <a:xfrm>
              <a:off x="7713663" y="2848339"/>
              <a:ext cx="1042107" cy="425543"/>
              <a:chOff x="7786941" y="2884917"/>
              <a:chExt cx="897649" cy="353919"/>
            </a:xfrm>
          </p:grpSpPr>
          <p:sp>
            <p:nvSpPr>
              <p:cNvPr id="7610" name="Google Shape;7610;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11" name="Google Shape;7611;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12" name="Google Shape;7612;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13" name="Google Shape;7613;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614" name="Google Shape;7614;p63"/>
          <p:cNvGrpSpPr/>
          <p:nvPr/>
        </p:nvGrpSpPr>
        <p:grpSpPr>
          <a:xfrm>
            <a:off x="3972632" y="3451642"/>
            <a:ext cx="541338" cy="223023"/>
            <a:chOff x="7493876" y="2774731"/>
            <a:chExt cx="1481958" cy="894622"/>
          </a:xfrm>
        </p:grpSpPr>
        <p:sp>
          <p:nvSpPr>
            <p:cNvPr id="7615" name="Google Shape;7615;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616" name="Google Shape;7616;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617" name="Google Shape;7617;p63"/>
            <p:cNvGrpSpPr/>
            <p:nvPr/>
          </p:nvGrpSpPr>
          <p:grpSpPr>
            <a:xfrm>
              <a:off x="7713663" y="2848339"/>
              <a:ext cx="1042107" cy="425543"/>
              <a:chOff x="7786941" y="2884917"/>
              <a:chExt cx="897649" cy="353919"/>
            </a:xfrm>
          </p:grpSpPr>
          <p:sp>
            <p:nvSpPr>
              <p:cNvPr id="7618" name="Google Shape;7618;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19" name="Google Shape;7619;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20" name="Google Shape;7620;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21" name="Google Shape;7621;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7622" name="Google Shape;7622;p63"/>
          <p:cNvSpPr/>
          <p:nvPr/>
        </p:nvSpPr>
        <p:spPr>
          <a:xfrm>
            <a:off x="2671675" y="4260753"/>
            <a:ext cx="2941638" cy="132397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7623" name="Google Shape;7623;p63"/>
          <p:cNvCxnSpPr/>
          <p:nvPr/>
        </p:nvCxnSpPr>
        <p:spPr>
          <a:xfrm>
            <a:off x="3706725" y="4494116"/>
            <a:ext cx="969963" cy="68262"/>
          </a:xfrm>
          <a:prstGeom prst="straightConnector1">
            <a:avLst/>
          </a:prstGeom>
          <a:noFill/>
          <a:ln cap="flat" cmpd="sng" w="15875">
            <a:solidFill>
              <a:srgbClr val="000000"/>
            </a:solidFill>
            <a:prstDash val="solid"/>
            <a:round/>
            <a:headEnd len="med" w="med" type="none"/>
            <a:tailEnd len="med" w="med" type="none"/>
          </a:ln>
        </p:spPr>
      </p:cxnSp>
      <p:cxnSp>
        <p:nvCxnSpPr>
          <p:cNvPr id="7624" name="Google Shape;7624;p63"/>
          <p:cNvCxnSpPr/>
          <p:nvPr/>
        </p:nvCxnSpPr>
        <p:spPr>
          <a:xfrm>
            <a:off x="4209963" y="4781453"/>
            <a:ext cx="109537" cy="79375"/>
          </a:xfrm>
          <a:prstGeom prst="straightConnector1">
            <a:avLst/>
          </a:prstGeom>
          <a:noFill/>
          <a:ln cap="flat" cmpd="sng" w="15875">
            <a:solidFill>
              <a:srgbClr val="000000"/>
            </a:solidFill>
            <a:prstDash val="solid"/>
            <a:round/>
            <a:headEnd len="med" w="med" type="none"/>
            <a:tailEnd len="med" w="med" type="none"/>
          </a:ln>
        </p:spPr>
      </p:cxnSp>
      <p:cxnSp>
        <p:nvCxnSpPr>
          <p:cNvPr id="7625" name="Google Shape;7625;p63"/>
          <p:cNvCxnSpPr/>
          <p:nvPr/>
        </p:nvCxnSpPr>
        <p:spPr>
          <a:xfrm flipH="1" rot="10800000">
            <a:off x="4027400" y="4976716"/>
            <a:ext cx="222250" cy="44450"/>
          </a:xfrm>
          <a:prstGeom prst="straightConnector1">
            <a:avLst/>
          </a:prstGeom>
          <a:noFill/>
          <a:ln cap="flat" cmpd="sng" w="15875">
            <a:solidFill>
              <a:srgbClr val="000000"/>
            </a:solidFill>
            <a:prstDash val="solid"/>
            <a:round/>
            <a:headEnd len="med" w="med" type="none"/>
            <a:tailEnd len="med" w="med" type="none"/>
          </a:ln>
        </p:spPr>
      </p:cxnSp>
      <p:cxnSp>
        <p:nvCxnSpPr>
          <p:cNvPr id="7626" name="Google Shape;7626;p63"/>
          <p:cNvCxnSpPr/>
          <p:nvPr/>
        </p:nvCxnSpPr>
        <p:spPr>
          <a:xfrm flipH="1" rot="10800000">
            <a:off x="3754350" y="4808441"/>
            <a:ext cx="177800" cy="106362"/>
          </a:xfrm>
          <a:prstGeom prst="straightConnector1">
            <a:avLst/>
          </a:prstGeom>
          <a:noFill/>
          <a:ln cap="flat" cmpd="sng" w="15875">
            <a:solidFill>
              <a:srgbClr val="000000"/>
            </a:solidFill>
            <a:prstDash val="solid"/>
            <a:round/>
            <a:headEnd len="med" w="med" type="none"/>
            <a:tailEnd len="med" w="med" type="none"/>
          </a:ln>
        </p:spPr>
      </p:cxnSp>
      <p:cxnSp>
        <p:nvCxnSpPr>
          <p:cNvPr id="7627" name="Google Shape;7627;p63"/>
          <p:cNvCxnSpPr/>
          <p:nvPr/>
        </p:nvCxnSpPr>
        <p:spPr>
          <a:xfrm flipH="1" rot="10800000">
            <a:off x="3468600" y="5095778"/>
            <a:ext cx="188913" cy="95250"/>
          </a:xfrm>
          <a:prstGeom prst="straightConnector1">
            <a:avLst/>
          </a:prstGeom>
          <a:noFill/>
          <a:ln cap="flat" cmpd="sng" w="15875">
            <a:solidFill>
              <a:srgbClr val="000000"/>
            </a:solidFill>
            <a:prstDash val="solid"/>
            <a:round/>
            <a:headEnd len="med" w="med" type="none"/>
            <a:tailEnd len="med" w="med" type="none"/>
          </a:ln>
        </p:spPr>
      </p:cxnSp>
      <p:cxnSp>
        <p:nvCxnSpPr>
          <p:cNvPr id="7628" name="Google Shape;7628;p63"/>
          <p:cNvCxnSpPr/>
          <p:nvPr/>
        </p:nvCxnSpPr>
        <p:spPr>
          <a:xfrm flipH="1" rot="10800000">
            <a:off x="4224250" y="5024341"/>
            <a:ext cx="231775" cy="244475"/>
          </a:xfrm>
          <a:prstGeom prst="straightConnector1">
            <a:avLst/>
          </a:prstGeom>
          <a:noFill/>
          <a:ln cap="flat" cmpd="sng" w="15875">
            <a:solidFill>
              <a:srgbClr val="000000"/>
            </a:solidFill>
            <a:prstDash val="solid"/>
            <a:round/>
            <a:headEnd len="med" w="med" type="none"/>
            <a:tailEnd len="med" w="med" type="none"/>
          </a:ln>
        </p:spPr>
      </p:cxnSp>
      <p:cxnSp>
        <p:nvCxnSpPr>
          <p:cNvPr id="7629" name="Google Shape;7629;p63"/>
          <p:cNvCxnSpPr/>
          <p:nvPr/>
        </p:nvCxnSpPr>
        <p:spPr>
          <a:xfrm rot="10800000">
            <a:off x="4675100" y="5011641"/>
            <a:ext cx="327025" cy="119062"/>
          </a:xfrm>
          <a:prstGeom prst="straightConnector1">
            <a:avLst/>
          </a:prstGeom>
          <a:noFill/>
          <a:ln cap="flat" cmpd="sng" w="15875">
            <a:solidFill>
              <a:srgbClr val="000000"/>
            </a:solidFill>
            <a:prstDash val="solid"/>
            <a:round/>
            <a:headEnd len="med" w="med" type="none"/>
            <a:tailEnd len="med" w="med" type="none"/>
          </a:ln>
        </p:spPr>
      </p:cxnSp>
      <p:cxnSp>
        <p:nvCxnSpPr>
          <p:cNvPr id="7630" name="Google Shape;7630;p63"/>
          <p:cNvCxnSpPr/>
          <p:nvPr/>
        </p:nvCxnSpPr>
        <p:spPr>
          <a:xfrm flipH="1" rot="10800000">
            <a:off x="4662400" y="4676678"/>
            <a:ext cx="260350" cy="188913"/>
          </a:xfrm>
          <a:prstGeom prst="straightConnector1">
            <a:avLst/>
          </a:prstGeom>
          <a:noFill/>
          <a:ln cap="flat" cmpd="sng" w="15875">
            <a:solidFill>
              <a:srgbClr val="000000"/>
            </a:solidFill>
            <a:prstDash val="solid"/>
            <a:round/>
            <a:headEnd len="med" w="med" type="none"/>
            <a:tailEnd len="med" w="med" type="none"/>
          </a:ln>
        </p:spPr>
      </p:cxnSp>
      <p:cxnSp>
        <p:nvCxnSpPr>
          <p:cNvPr id="7631" name="Google Shape;7631;p63"/>
          <p:cNvCxnSpPr/>
          <p:nvPr/>
        </p:nvCxnSpPr>
        <p:spPr>
          <a:xfrm rot="10800000">
            <a:off x="3708313" y="4551266"/>
            <a:ext cx="207962" cy="84137"/>
          </a:xfrm>
          <a:prstGeom prst="straightConnector1">
            <a:avLst/>
          </a:prstGeom>
          <a:noFill/>
          <a:ln cap="flat" cmpd="sng" w="15875">
            <a:solidFill>
              <a:srgbClr val="000000"/>
            </a:solidFill>
            <a:prstDash val="solid"/>
            <a:round/>
            <a:headEnd len="med" w="med" type="none"/>
            <a:tailEnd len="med" w="med" type="none"/>
          </a:ln>
        </p:spPr>
      </p:cxnSp>
      <p:sp>
        <p:nvSpPr>
          <p:cNvPr id="7632" name="Google Shape;7632;p63"/>
          <p:cNvSpPr txBox="1"/>
          <p:nvPr/>
        </p:nvSpPr>
        <p:spPr>
          <a:xfrm>
            <a:off x="2806613" y="4590953"/>
            <a:ext cx="78899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Calibri"/>
              <a:buNone/>
            </a:pPr>
            <a:r>
              <a:rPr b="0" i="1" lang="en-US" sz="2400" u="none" cap="none" strike="noStrike">
                <a:solidFill>
                  <a:schemeClr val="lt1"/>
                </a:solidFill>
                <a:latin typeface="Calibri"/>
                <a:ea typeface="Calibri"/>
                <a:cs typeface="Calibri"/>
                <a:sym typeface="Calibri"/>
              </a:rPr>
              <a:t>ISP C</a:t>
            </a:r>
            <a:endParaRPr/>
          </a:p>
        </p:txBody>
      </p:sp>
      <p:sp>
        <p:nvSpPr>
          <p:cNvPr id="7633" name="Google Shape;7633;p63"/>
          <p:cNvSpPr/>
          <p:nvPr/>
        </p:nvSpPr>
        <p:spPr>
          <a:xfrm>
            <a:off x="5765713" y="3706716"/>
            <a:ext cx="3219450" cy="1343025"/>
          </a:xfrm>
          <a:prstGeom prst="ellipse">
            <a:avLst/>
          </a:prstGeom>
          <a:solidFill>
            <a:srgbClr val="3C6C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cxnSp>
        <p:nvCxnSpPr>
          <p:cNvPr id="7634" name="Google Shape;7634;p63"/>
          <p:cNvCxnSpPr/>
          <p:nvPr/>
        </p:nvCxnSpPr>
        <p:spPr>
          <a:xfrm>
            <a:off x="6899188" y="3943253"/>
            <a:ext cx="1062037" cy="69850"/>
          </a:xfrm>
          <a:prstGeom prst="straightConnector1">
            <a:avLst/>
          </a:prstGeom>
          <a:noFill/>
          <a:ln cap="flat" cmpd="sng" w="15875">
            <a:solidFill>
              <a:srgbClr val="000000"/>
            </a:solidFill>
            <a:prstDash val="solid"/>
            <a:round/>
            <a:headEnd len="med" w="med" type="none"/>
            <a:tailEnd len="med" w="med" type="none"/>
          </a:ln>
        </p:spPr>
      </p:cxnSp>
      <p:cxnSp>
        <p:nvCxnSpPr>
          <p:cNvPr id="7635" name="Google Shape;7635;p63"/>
          <p:cNvCxnSpPr/>
          <p:nvPr/>
        </p:nvCxnSpPr>
        <p:spPr>
          <a:xfrm>
            <a:off x="7450050" y="4233766"/>
            <a:ext cx="120650" cy="82550"/>
          </a:xfrm>
          <a:prstGeom prst="straightConnector1">
            <a:avLst/>
          </a:prstGeom>
          <a:noFill/>
          <a:ln cap="flat" cmpd="sng" w="15875">
            <a:solidFill>
              <a:srgbClr val="000000"/>
            </a:solidFill>
            <a:prstDash val="solid"/>
            <a:round/>
            <a:headEnd len="med" w="med" type="none"/>
            <a:tailEnd len="med" w="med" type="none"/>
          </a:ln>
        </p:spPr>
      </p:cxnSp>
      <p:cxnSp>
        <p:nvCxnSpPr>
          <p:cNvPr id="7636" name="Google Shape;7636;p63"/>
          <p:cNvCxnSpPr/>
          <p:nvPr/>
        </p:nvCxnSpPr>
        <p:spPr>
          <a:xfrm flipH="1" rot="10800000">
            <a:off x="7250025" y="4433791"/>
            <a:ext cx="242888" cy="44450"/>
          </a:xfrm>
          <a:prstGeom prst="straightConnector1">
            <a:avLst/>
          </a:prstGeom>
          <a:noFill/>
          <a:ln cap="flat" cmpd="sng" w="15875">
            <a:solidFill>
              <a:srgbClr val="000000"/>
            </a:solidFill>
            <a:prstDash val="solid"/>
            <a:round/>
            <a:headEnd len="med" w="med" type="none"/>
            <a:tailEnd len="med" w="med" type="none"/>
          </a:ln>
        </p:spPr>
      </p:cxnSp>
      <p:cxnSp>
        <p:nvCxnSpPr>
          <p:cNvPr id="7637" name="Google Shape;7637;p63"/>
          <p:cNvCxnSpPr/>
          <p:nvPr/>
        </p:nvCxnSpPr>
        <p:spPr>
          <a:xfrm flipH="1" rot="10800000">
            <a:off x="6951575" y="4262341"/>
            <a:ext cx="195263" cy="106362"/>
          </a:xfrm>
          <a:prstGeom prst="straightConnector1">
            <a:avLst/>
          </a:prstGeom>
          <a:noFill/>
          <a:ln cap="flat" cmpd="sng" w="15875">
            <a:solidFill>
              <a:srgbClr val="000000"/>
            </a:solidFill>
            <a:prstDash val="solid"/>
            <a:round/>
            <a:headEnd len="med" w="med" type="none"/>
            <a:tailEnd len="med" w="med" type="none"/>
          </a:ln>
        </p:spPr>
      </p:cxnSp>
      <p:cxnSp>
        <p:nvCxnSpPr>
          <p:cNvPr id="7638" name="Google Shape;7638;p63"/>
          <p:cNvCxnSpPr/>
          <p:nvPr/>
        </p:nvCxnSpPr>
        <p:spPr>
          <a:xfrm flipH="1" rot="10800000">
            <a:off x="6638838" y="4554441"/>
            <a:ext cx="206375" cy="95250"/>
          </a:xfrm>
          <a:prstGeom prst="straightConnector1">
            <a:avLst/>
          </a:prstGeom>
          <a:noFill/>
          <a:ln cap="flat" cmpd="sng" w="15875">
            <a:solidFill>
              <a:srgbClr val="000000"/>
            </a:solidFill>
            <a:prstDash val="solid"/>
            <a:round/>
            <a:headEnd len="med" w="med" type="none"/>
            <a:tailEnd len="med" w="med" type="none"/>
          </a:ln>
        </p:spPr>
      </p:cxnSp>
      <p:cxnSp>
        <p:nvCxnSpPr>
          <p:cNvPr id="7639" name="Google Shape;7639;p63"/>
          <p:cNvCxnSpPr/>
          <p:nvPr/>
        </p:nvCxnSpPr>
        <p:spPr>
          <a:xfrm flipH="1" rot="10800000">
            <a:off x="7465925" y="4481416"/>
            <a:ext cx="254000" cy="247650"/>
          </a:xfrm>
          <a:prstGeom prst="straightConnector1">
            <a:avLst/>
          </a:prstGeom>
          <a:noFill/>
          <a:ln cap="flat" cmpd="sng" w="15875">
            <a:solidFill>
              <a:srgbClr val="000000"/>
            </a:solidFill>
            <a:prstDash val="solid"/>
            <a:round/>
            <a:headEnd len="med" w="med" type="none"/>
            <a:tailEnd len="med" w="med" type="none"/>
          </a:ln>
        </p:spPr>
      </p:cxnSp>
      <p:cxnSp>
        <p:nvCxnSpPr>
          <p:cNvPr id="7640" name="Google Shape;7640;p63"/>
          <p:cNvCxnSpPr/>
          <p:nvPr/>
        </p:nvCxnSpPr>
        <p:spPr>
          <a:xfrm rot="10800000">
            <a:off x="7929475" y="4460778"/>
            <a:ext cx="358775" cy="120650"/>
          </a:xfrm>
          <a:prstGeom prst="straightConnector1">
            <a:avLst/>
          </a:prstGeom>
          <a:noFill/>
          <a:ln cap="flat" cmpd="sng" w="15875">
            <a:solidFill>
              <a:srgbClr val="000000"/>
            </a:solidFill>
            <a:prstDash val="solid"/>
            <a:round/>
            <a:headEnd len="med" w="med" type="none"/>
            <a:tailEnd len="med" w="med" type="none"/>
          </a:ln>
        </p:spPr>
      </p:cxnSp>
      <p:cxnSp>
        <p:nvCxnSpPr>
          <p:cNvPr id="7641" name="Google Shape;7641;p63"/>
          <p:cNvCxnSpPr/>
          <p:nvPr/>
        </p:nvCxnSpPr>
        <p:spPr>
          <a:xfrm flipH="1" rot="10800000">
            <a:off x="7945350" y="4127403"/>
            <a:ext cx="285750" cy="192088"/>
          </a:xfrm>
          <a:prstGeom prst="straightConnector1">
            <a:avLst/>
          </a:prstGeom>
          <a:noFill/>
          <a:ln cap="flat" cmpd="sng" w="15875">
            <a:solidFill>
              <a:srgbClr val="000000"/>
            </a:solidFill>
            <a:prstDash val="solid"/>
            <a:round/>
            <a:headEnd len="med" w="med" type="none"/>
            <a:tailEnd len="med" w="med" type="none"/>
          </a:ln>
        </p:spPr>
      </p:cxnSp>
      <p:cxnSp>
        <p:nvCxnSpPr>
          <p:cNvPr id="7642" name="Google Shape;7642;p63"/>
          <p:cNvCxnSpPr/>
          <p:nvPr/>
        </p:nvCxnSpPr>
        <p:spPr>
          <a:xfrm rot="10800000">
            <a:off x="6900775" y="4000403"/>
            <a:ext cx="227013" cy="85725"/>
          </a:xfrm>
          <a:prstGeom prst="straightConnector1">
            <a:avLst/>
          </a:prstGeom>
          <a:noFill/>
          <a:ln cap="flat" cmpd="sng" w="15875">
            <a:solidFill>
              <a:srgbClr val="000000"/>
            </a:solidFill>
            <a:prstDash val="solid"/>
            <a:round/>
            <a:headEnd len="med" w="med" type="none"/>
            <a:tailEnd len="med" w="med" type="none"/>
          </a:ln>
        </p:spPr>
      </p:cxnSp>
      <p:sp>
        <p:nvSpPr>
          <p:cNvPr id="7643" name="Google Shape;7643;p63"/>
          <p:cNvSpPr txBox="1"/>
          <p:nvPr/>
        </p:nvSpPr>
        <p:spPr>
          <a:xfrm>
            <a:off x="5914938" y="4040091"/>
            <a:ext cx="79541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Calibri"/>
              <a:buNone/>
            </a:pPr>
            <a:r>
              <a:rPr b="0" i="1" lang="en-US" sz="2400" u="none" cap="none" strike="noStrike">
                <a:solidFill>
                  <a:schemeClr val="lt1"/>
                </a:solidFill>
                <a:latin typeface="Calibri"/>
                <a:ea typeface="Calibri"/>
                <a:cs typeface="Calibri"/>
                <a:sym typeface="Calibri"/>
              </a:rPr>
              <a:t>ISP B</a:t>
            </a:r>
            <a:endParaRPr/>
          </a:p>
        </p:txBody>
      </p:sp>
      <p:cxnSp>
        <p:nvCxnSpPr>
          <p:cNvPr id="7644" name="Google Shape;7644;p63"/>
          <p:cNvCxnSpPr/>
          <p:nvPr/>
        </p:nvCxnSpPr>
        <p:spPr>
          <a:xfrm>
            <a:off x="3533688" y="2666903"/>
            <a:ext cx="238125" cy="261938"/>
          </a:xfrm>
          <a:prstGeom prst="straightConnector1">
            <a:avLst/>
          </a:prstGeom>
          <a:noFill/>
          <a:ln cap="flat" cmpd="sng" w="9525">
            <a:solidFill>
              <a:srgbClr val="000000"/>
            </a:solidFill>
            <a:prstDash val="solid"/>
            <a:round/>
            <a:headEnd len="med" w="med" type="none"/>
            <a:tailEnd len="med" w="med" type="none"/>
          </a:ln>
        </p:spPr>
      </p:cxnSp>
      <p:cxnSp>
        <p:nvCxnSpPr>
          <p:cNvPr id="7645" name="Google Shape;7645;p63"/>
          <p:cNvCxnSpPr/>
          <p:nvPr/>
        </p:nvCxnSpPr>
        <p:spPr>
          <a:xfrm>
            <a:off x="5067213" y="2468466"/>
            <a:ext cx="307975" cy="573087"/>
          </a:xfrm>
          <a:prstGeom prst="straightConnector1">
            <a:avLst/>
          </a:prstGeom>
          <a:noFill/>
          <a:ln cap="flat" cmpd="sng" w="9525">
            <a:solidFill>
              <a:srgbClr val="000000"/>
            </a:solidFill>
            <a:prstDash val="solid"/>
            <a:round/>
            <a:headEnd len="med" w="med" type="none"/>
            <a:tailEnd len="med" w="med" type="none"/>
          </a:ln>
        </p:spPr>
      </p:cxnSp>
      <p:cxnSp>
        <p:nvCxnSpPr>
          <p:cNvPr id="7646" name="Google Shape;7646;p63"/>
          <p:cNvCxnSpPr/>
          <p:nvPr/>
        </p:nvCxnSpPr>
        <p:spPr>
          <a:xfrm flipH="1">
            <a:off x="5576800" y="2446241"/>
            <a:ext cx="384175" cy="579437"/>
          </a:xfrm>
          <a:prstGeom prst="straightConnector1">
            <a:avLst/>
          </a:prstGeom>
          <a:noFill/>
          <a:ln cap="flat" cmpd="sng" w="9525">
            <a:solidFill>
              <a:srgbClr val="000000"/>
            </a:solidFill>
            <a:prstDash val="solid"/>
            <a:round/>
            <a:headEnd len="med" w="med" type="none"/>
            <a:tailEnd len="med" w="med" type="none"/>
          </a:ln>
        </p:spPr>
      </p:cxnSp>
      <p:cxnSp>
        <p:nvCxnSpPr>
          <p:cNvPr id="7647" name="Google Shape;7647;p63"/>
          <p:cNvCxnSpPr/>
          <p:nvPr/>
        </p:nvCxnSpPr>
        <p:spPr>
          <a:xfrm>
            <a:off x="7921538" y="2957416"/>
            <a:ext cx="215900" cy="1046162"/>
          </a:xfrm>
          <a:prstGeom prst="straightConnector1">
            <a:avLst/>
          </a:prstGeom>
          <a:noFill/>
          <a:ln cap="flat" cmpd="sng" w="9525">
            <a:solidFill>
              <a:srgbClr val="000000"/>
            </a:solidFill>
            <a:prstDash val="solid"/>
            <a:round/>
            <a:headEnd len="med" w="med" type="none"/>
            <a:tailEnd len="med" w="med" type="none"/>
          </a:ln>
        </p:spPr>
      </p:cxnSp>
      <p:cxnSp>
        <p:nvCxnSpPr>
          <p:cNvPr id="7648" name="Google Shape;7648;p63"/>
          <p:cNvCxnSpPr/>
          <p:nvPr/>
        </p:nvCxnSpPr>
        <p:spPr>
          <a:xfrm flipH="1">
            <a:off x="8288250" y="3308253"/>
            <a:ext cx="241300" cy="692150"/>
          </a:xfrm>
          <a:prstGeom prst="straightConnector1">
            <a:avLst/>
          </a:prstGeom>
          <a:noFill/>
          <a:ln cap="flat" cmpd="sng" w="9525">
            <a:solidFill>
              <a:srgbClr val="000000"/>
            </a:solidFill>
            <a:prstDash val="solid"/>
            <a:round/>
            <a:headEnd len="med" w="med" type="none"/>
            <a:tailEnd len="med" w="med" type="none"/>
          </a:ln>
        </p:spPr>
      </p:cxnSp>
      <p:cxnSp>
        <p:nvCxnSpPr>
          <p:cNvPr id="7649" name="Google Shape;7649;p63"/>
          <p:cNvCxnSpPr/>
          <p:nvPr/>
        </p:nvCxnSpPr>
        <p:spPr>
          <a:xfrm rot="10800000">
            <a:off x="8605750" y="4630641"/>
            <a:ext cx="796925" cy="614362"/>
          </a:xfrm>
          <a:prstGeom prst="straightConnector1">
            <a:avLst/>
          </a:prstGeom>
          <a:noFill/>
          <a:ln cap="flat" cmpd="sng" w="9525">
            <a:solidFill>
              <a:srgbClr val="000000"/>
            </a:solidFill>
            <a:prstDash val="solid"/>
            <a:round/>
            <a:headEnd len="med" w="med" type="none"/>
            <a:tailEnd len="med" w="med" type="none"/>
          </a:ln>
        </p:spPr>
      </p:cxnSp>
      <p:cxnSp>
        <p:nvCxnSpPr>
          <p:cNvPr id="7650" name="Google Shape;7650;p63"/>
          <p:cNvCxnSpPr/>
          <p:nvPr/>
        </p:nvCxnSpPr>
        <p:spPr>
          <a:xfrm flipH="1" rot="10800000">
            <a:off x="2941550" y="5218016"/>
            <a:ext cx="401638" cy="209550"/>
          </a:xfrm>
          <a:prstGeom prst="straightConnector1">
            <a:avLst/>
          </a:prstGeom>
          <a:noFill/>
          <a:ln cap="flat" cmpd="sng" w="9525">
            <a:solidFill>
              <a:srgbClr val="000000"/>
            </a:solidFill>
            <a:prstDash val="solid"/>
            <a:round/>
            <a:headEnd len="med" w="med" type="none"/>
            <a:tailEnd len="med" w="med" type="none"/>
          </a:ln>
        </p:spPr>
      </p:cxnSp>
      <p:cxnSp>
        <p:nvCxnSpPr>
          <p:cNvPr id="7651" name="Google Shape;7651;p63"/>
          <p:cNvCxnSpPr/>
          <p:nvPr/>
        </p:nvCxnSpPr>
        <p:spPr>
          <a:xfrm>
            <a:off x="2535150" y="5075141"/>
            <a:ext cx="450850" cy="115887"/>
          </a:xfrm>
          <a:prstGeom prst="straightConnector1">
            <a:avLst/>
          </a:prstGeom>
          <a:noFill/>
          <a:ln cap="flat" cmpd="sng" w="9525">
            <a:solidFill>
              <a:srgbClr val="000000"/>
            </a:solidFill>
            <a:prstDash val="solid"/>
            <a:round/>
            <a:headEnd len="med" w="med" type="none"/>
            <a:tailEnd len="med" w="med" type="none"/>
          </a:ln>
        </p:spPr>
      </p:cxnSp>
      <p:cxnSp>
        <p:nvCxnSpPr>
          <p:cNvPr id="7652" name="Google Shape;7652;p63"/>
          <p:cNvCxnSpPr/>
          <p:nvPr/>
        </p:nvCxnSpPr>
        <p:spPr>
          <a:xfrm rot="10800000">
            <a:off x="7646900" y="4779866"/>
            <a:ext cx="1047750" cy="966787"/>
          </a:xfrm>
          <a:prstGeom prst="straightConnector1">
            <a:avLst/>
          </a:prstGeom>
          <a:noFill/>
          <a:ln cap="flat" cmpd="sng" w="9525">
            <a:solidFill>
              <a:srgbClr val="000000"/>
            </a:solidFill>
            <a:prstDash val="solid"/>
            <a:round/>
            <a:headEnd len="med" w="med" type="none"/>
            <a:tailEnd len="med" w="med" type="none"/>
          </a:ln>
        </p:spPr>
      </p:cxnSp>
      <p:cxnSp>
        <p:nvCxnSpPr>
          <p:cNvPr id="7653" name="Google Shape;7653;p63"/>
          <p:cNvCxnSpPr/>
          <p:nvPr/>
        </p:nvCxnSpPr>
        <p:spPr>
          <a:xfrm flipH="1">
            <a:off x="8716875" y="4368703"/>
            <a:ext cx="541338" cy="249238"/>
          </a:xfrm>
          <a:prstGeom prst="straightConnector1">
            <a:avLst/>
          </a:prstGeom>
          <a:noFill/>
          <a:ln cap="flat" cmpd="sng" w="9525">
            <a:solidFill>
              <a:srgbClr val="000000"/>
            </a:solidFill>
            <a:prstDash val="solid"/>
            <a:round/>
            <a:headEnd len="med" w="med" type="none"/>
            <a:tailEnd len="med" w="med" type="none"/>
          </a:ln>
        </p:spPr>
      </p:cxnSp>
      <p:grpSp>
        <p:nvGrpSpPr>
          <p:cNvPr id="7654" name="Google Shape;7654;p63"/>
          <p:cNvGrpSpPr/>
          <p:nvPr/>
        </p:nvGrpSpPr>
        <p:grpSpPr>
          <a:xfrm>
            <a:off x="5192625" y="3007829"/>
            <a:ext cx="541338" cy="223023"/>
            <a:chOff x="7493876" y="2774731"/>
            <a:chExt cx="1481958" cy="894622"/>
          </a:xfrm>
        </p:grpSpPr>
        <p:sp>
          <p:nvSpPr>
            <p:cNvPr id="7655" name="Google Shape;7655;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656" name="Google Shape;7656;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657" name="Google Shape;7657;p63"/>
            <p:cNvGrpSpPr/>
            <p:nvPr/>
          </p:nvGrpSpPr>
          <p:grpSpPr>
            <a:xfrm>
              <a:off x="7713663" y="2848339"/>
              <a:ext cx="1042107" cy="425543"/>
              <a:chOff x="7786941" y="2884917"/>
              <a:chExt cx="897649" cy="353919"/>
            </a:xfrm>
          </p:grpSpPr>
          <p:sp>
            <p:nvSpPr>
              <p:cNvPr id="7658" name="Google Shape;7658;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59" name="Google Shape;7659;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60" name="Google Shape;7660;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61" name="Google Shape;7661;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662" name="Google Shape;7662;p63"/>
          <p:cNvGrpSpPr/>
          <p:nvPr/>
        </p:nvGrpSpPr>
        <p:grpSpPr>
          <a:xfrm>
            <a:off x="3621872" y="2908203"/>
            <a:ext cx="541338" cy="223023"/>
            <a:chOff x="7493876" y="2774731"/>
            <a:chExt cx="1481958" cy="894622"/>
          </a:xfrm>
        </p:grpSpPr>
        <p:sp>
          <p:nvSpPr>
            <p:cNvPr id="7663" name="Google Shape;7663;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664" name="Google Shape;7664;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665" name="Google Shape;7665;p63"/>
            <p:cNvGrpSpPr/>
            <p:nvPr/>
          </p:nvGrpSpPr>
          <p:grpSpPr>
            <a:xfrm>
              <a:off x="7713663" y="2848339"/>
              <a:ext cx="1042107" cy="425543"/>
              <a:chOff x="7786941" y="2884917"/>
              <a:chExt cx="897649" cy="353919"/>
            </a:xfrm>
          </p:grpSpPr>
          <p:sp>
            <p:nvSpPr>
              <p:cNvPr id="7666" name="Google Shape;7666;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67" name="Google Shape;7667;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68" name="Google Shape;7668;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69" name="Google Shape;7669;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670" name="Google Shape;7670;p63"/>
          <p:cNvGrpSpPr/>
          <p:nvPr/>
        </p:nvGrpSpPr>
        <p:grpSpPr>
          <a:xfrm>
            <a:off x="8182681" y="4501444"/>
            <a:ext cx="541338" cy="223023"/>
            <a:chOff x="7493876" y="2774731"/>
            <a:chExt cx="1481958" cy="894622"/>
          </a:xfrm>
        </p:grpSpPr>
        <p:sp>
          <p:nvSpPr>
            <p:cNvPr id="7671" name="Google Shape;7671;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672" name="Google Shape;7672;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673" name="Google Shape;7673;p63"/>
            <p:cNvGrpSpPr/>
            <p:nvPr/>
          </p:nvGrpSpPr>
          <p:grpSpPr>
            <a:xfrm>
              <a:off x="7713663" y="2848339"/>
              <a:ext cx="1042107" cy="425543"/>
              <a:chOff x="7786941" y="2884917"/>
              <a:chExt cx="897649" cy="353919"/>
            </a:xfrm>
          </p:grpSpPr>
          <p:sp>
            <p:nvSpPr>
              <p:cNvPr id="7674" name="Google Shape;7674;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75" name="Google Shape;7675;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76" name="Google Shape;7676;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77" name="Google Shape;7677;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678" name="Google Shape;7678;p63"/>
          <p:cNvGrpSpPr/>
          <p:nvPr/>
        </p:nvGrpSpPr>
        <p:grpSpPr>
          <a:xfrm>
            <a:off x="7469673" y="4278623"/>
            <a:ext cx="541338" cy="223023"/>
            <a:chOff x="7493876" y="2774731"/>
            <a:chExt cx="1481958" cy="894622"/>
          </a:xfrm>
        </p:grpSpPr>
        <p:sp>
          <p:nvSpPr>
            <p:cNvPr id="7679" name="Google Shape;7679;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680" name="Google Shape;7680;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681" name="Google Shape;7681;p63"/>
            <p:cNvGrpSpPr/>
            <p:nvPr/>
          </p:nvGrpSpPr>
          <p:grpSpPr>
            <a:xfrm>
              <a:off x="7713663" y="2848339"/>
              <a:ext cx="1042107" cy="425543"/>
              <a:chOff x="7786941" y="2884917"/>
              <a:chExt cx="897649" cy="353919"/>
            </a:xfrm>
          </p:grpSpPr>
          <p:sp>
            <p:nvSpPr>
              <p:cNvPr id="7682" name="Google Shape;7682;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83" name="Google Shape;7683;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84" name="Google Shape;7684;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85" name="Google Shape;7685;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686" name="Google Shape;7686;p63"/>
          <p:cNvGrpSpPr/>
          <p:nvPr/>
        </p:nvGrpSpPr>
        <p:grpSpPr>
          <a:xfrm>
            <a:off x="6979356" y="4059569"/>
            <a:ext cx="541338" cy="223023"/>
            <a:chOff x="7493876" y="2774731"/>
            <a:chExt cx="1481958" cy="894622"/>
          </a:xfrm>
        </p:grpSpPr>
        <p:sp>
          <p:nvSpPr>
            <p:cNvPr id="7687" name="Google Shape;7687;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688" name="Google Shape;7688;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689" name="Google Shape;7689;p63"/>
            <p:cNvGrpSpPr/>
            <p:nvPr/>
          </p:nvGrpSpPr>
          <p:grpSpPr>
            <a:xfrm>
              <a:off x="7713663" y="2848339"/>
              <a:ext cx="1042107" cy="425543"/>
              <a:chOff x="7786941" y="2884917"/>
              <a:chExt cx="897649" cy="353919"/>
            </a:xfrm>
          </p:grpSpPr>
          <p:sp>
            <p:nvSpPr>
              <p:cNvPr id="7690" name="Google Shape;7690;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91" name="Google Shape;7691;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92" name="Google Shape;7692;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93" name="Google Shape;7693;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694" name="Google Shape;7694;p63"/>
          <p:cNvGrpSpPr/>
          <p:nvPr/>
        </p:nvGrpSpPr>
        <p:grpSpPr>
          <a:xfrm>
            <a:off x="6723616" y="4366729"/>
            <a:ext cx="541338" cy="223023"/>
            <a:chOff x="7493876" y="2774731"/>
            <a:chExt cx="1481958" cy="894622"/>
          </a:xfrm>
        </p:grpSpPr>
        <p:sp>
          <p:nvSpPr>
            <p:cNvPr id="7695" name="Google Shape;7695;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696" name="Google Shape;7696;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697" name="Google Shape;7697;p63"/>
            <p:cNvGrpSpPr/>
            <p:nvPr/>
          </p:nvGrpSpPr>
          <p:grpSpPr>
            <a:xfrm>
              <a:off x="7713663" y="2848339"/>
              <a:ext cx="1042107" cy="425543"/>
              <a:chOff x="7786941" y="2884917"/>
              <a:chExt cx="897649" cy="353919"/>
            </a:xfrm>
          </p:grpSpPr>
          <p:sp>
            <p:nvSpPr>
              <p:cNvPr id="7698" name="Google Shape;7698;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99" name="Google Shape;7699;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00" name="Google Shape;7700;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01" name="Google Shape;7701;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702" name="Google Shape;7702;p63"/>
          <p:cNvGrpSpPr/>
          <p:nvPr/>
        </p:nvGrpSpPr>
        <p:grpSpPr>
          <a:xfrm>
            <a:off x="3740086" y="4631455"/>
            <a:ext cx="541338" cy="223023"/>
            <a:chOff x="7493876" y="2774731"/>
            <a:chExt cx="1481958" cy="894622"/>
          </a:xfrm>
        </p:grpSpPr>
        <p:sp>
          <p:nvSpPr>
            <p:cNvPr id="7703" name="Google Shape;7703;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704" name="Google Shape;7704;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705" name="Google Shape;7705;p63"/>
            <p:cNvGrpSpPr/>
            <p:nvPr/>
          </p:nvGrpSpPr>
          <p:grpSpPr>
            <a:xfrm>
              <a:off x="7713663" y="2848339"/>
              <a:ext cx="1042107" cy="425543"/>
              <a:chOff x="7786941" y="2884917"/>
              <a:chExt cx="897649" cy="353919"/>
            </a:xfrm>
          </p:grpSpPr>
          <p:sp>
            <p:nvSpPr>
              <p:cNvPr id="7706" name="Google Shape;7706;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07" name="Google Shape;7707;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08" name="Google Shape;7708;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09" name="Google Shape;7709;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710" name="Google Shape;7710;p63"/>
          <p:cNvGrpSpPr/>
          <p:nvPr/>
        </p:nvGrpSpPr>
        <p:grpSpPr>
          <a:xfrm>
            <a:off x="3500746" y="4902845"/>
            <a:ext cx="541338" cy="223023"/>
            <a:chOff x="7493876" y="2774731"/>
            <a:chExt cx="1481958" cy="894622"/>
          </a:xfrm>
        </p:grpSpPr>
        <p:sp>
          <p:nvSpPr>
            <p:cNvPr id="7711" name="Google Shape;7711;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712" name="Google Shape;7712;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713" name="Google Shape;7713;p63"/>
            <p:cNvGrpSpPr/>
            <p:nvPr/>
          </p:nvGrpSpPr>
          <p:grpSpPr>
            <a:xfrm>
              <a:off x="7713663" y="2848339"/>
              <a:ext cx="1042107" cy="425543"/>
              <a:chOff x="7786941" y="2884917"/>
              <a:chExt cx="897649" cy="353919"/>
            </a:xfrm>
          </p:grpSpPr>
          <p:sp>
            <p:nvSpPr>
              <p:cNvPr id="7714" name="Google Shape;7714;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15" name="Google Shape;7715;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16" name="Google Shape;7716;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17" name="Google Shape;7717;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718" name="Google Shape;7718;p63"/>
          <p:cNvGrpSpPr/>
          <p:nvPr/>
        </p:nvGrpSpPr>
        <p:grpSpPr>
          <a:xfrm>
            <a:off x="2989969" y="5089246"/>
            <a:ext cx="541338" cy="223023"/>
            <a:chOff x="7493876" y="2774731"/>
            <a:chExt cx="1481958" cy="894622"/>
          </a:xfrm>
        </p:grpSpPr>
        <p:sp>
          <p:nvSpPr>
            <p:cNvPr id="7719" name="Google Shape;7719;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720" name="Google Shape;7720;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721" name="Google Shape;7721;p63"/>
            <p:cNvGrpSpPr/>
            <p:nvPr/>
          </p:nvGrpSpPr>
          <p:grpSpPr>
            <a:xfrm>
              <a:off x="7713663" y="2848339"/>
              <a:ext cx="1042107" cy="425543"/>
              <a:chOff x="7786941" y="2884917"/>
              <a:chExt cx="897649" cy="353919"/>
            </a:xfrm>
          </p:grpSpPr>
          <p:sp>
            <p:nvSpPr>
              <p:cNvPr id="7722" name="Google Shape;7722;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23" name="Google Shape;7723;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24" name="Google Shape;7724;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25" name="Google Shape;7725;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726" name="Google Shape;7726;p63"/>
          <p:cNvGrpSpPr/>
          <p:nvPr/>
        </p:nvGrpSpPr>
        <p:grpSpPr>
          <a:xfrm>
            <a:off x="4023882" y="5178456"/>
            <a:ext cx="541338" cy="223023"/>
            <a:chOff x="7493876" y="2774731"/>
            <a:chExt cx="1481958" cy="894622"/>
          </a:xfrm>
        </p:grpSpPr>
        <p:sp>
          <p:nvSpPr>
            <p:cNvPr id="7727" name="Google Shape;7727;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728" name="Google Shape;7728;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729" name="Google Shape;7729;p63"/>
            <p:cNvGrpSpPr/>
            <p:nvPr/>
          </p:nvGrpSpPr>
          <p:grpSpPr>
            <a:xfrm>
              <a:off x="7713663" y="2848339"/>
              <a:ext cx="1042107" cy="425543"/>
              <a:chOff x="7786941" y="2884917"/>
              <a:chExt cx="897649" cy="353919"/>
            </a:xfrm>
          </p:grpSpPr>
          <p:sp>
            <p:nvSpPr>
              <p:cNvPr id="7730" name="Google Shape;7730;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31" name="Google Shape;7731;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32" name="Google Shape;7732;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33" name="Google Shape;7733;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7734" name="Google Shape;7734;p63"/>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sp>
        <p:nvSpPr>
          <p:cNvPr id="7735" name="Google Shape;7735;p6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grpSp>
        <p:nvGrpSpPr>
          <p:cNvPr id="7736" name="Google Shape;7736;p63"/>
          <p:cNvGrpSpPr/>
          <p:nvPr/>
        </p:nvGrpSpPr>
        <p:grpSpPr>
          <a:xfrm>
            <a:off x="2994584" y="2310458"/>
            <a:ext cx="648509" cy="418221"/>
            <a:chOff x="3053396" y="4304255"/>
            <a:chExt cx="648422" cy="418253"/>
          </a:xfrm>
        </p:grpSpPr>
        <p:sp>
          <p:nvSpPr>
            <p:cNvPr id="7737" name="Google Shape;7737;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38" name="Google Shape;7738;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739" name="Google Shape;7739;p63"/>
          <p:cNvGrpSpPr/>
          <p:nvPr/>
        </p:nvGrpSpPr>
        <p:grpSpPr>
          <a:xfrm>
            <a:off x="7503691" y="2564438"/>
            <a:ext cx="648509" cy="418221"/>
            <a:chOff x="3053396" y="4304255"/>
            <a:chExt cx="648422" cy="418253"/>
          </a:xfrm>
        </p:grpSpPr>
        <p:sp>
          <p:nvSpPr>
            <p:cNvPr id="7740" name="Google Shape;7740;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41" name="Google Shape;7741;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742" name="Google Shape;7742;p63"/>
          <p:cNvGrpSpPr/>
          <p:nvPr/>
        </p:nvGrpSpPr>
        <p:grpSpPr>
          <a:xfrm>
            <a:off x="2410305" y="5421718"/>
            <a:ext cx="648509" cy="418221"/>
            <a:chOff x="3053396" y="4304255"/>
            <a:chExt cx="648422" cy="418253"/>
          </a:xfrm>
        </p:grpSpPr>
        <p:sp>
          <p:nvSpPr>
            <p:cNvPr id="7743" name="Google Shape;7743;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44" name="Google Shape;7744;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745" name="Google Shape;7745;p63"/>
          <p:cNvGrpSpPr/>
          <p:nvPr/>
        </p:nvGrpSpPr>
        <p:grpSpPr>
          <a:xfrm>
            <a:off x="1991149" y="4799466"/>
            <a:ext cx="648509" cy="418221"/>
            <a:chOff x="3053396" y="4304255"/>
            <a:chExt cx="648422" cy="418253"/>
          </a:xfrm>
        </p:grpSpPr>
        <p:sp>
          <p:nvSpPr>
            <p:cNvPr id="7746" name="Google Shape;7746;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47" name="Google Shape;7747;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748" name="Google Shape;7748;p63"/>
          <p:cNvGrpSpPr/>
          <p:nvPr/>
        </p:nvGrpSpPr>
        <p:grpSpPr>
          <a:xfrm>
            <a:off x="1762518" y="4139117"/>
            <a:ext cx="648509" cy="418221"/>
            <a:chOff x="3053396" y="4304255"/>
            <a:chExt cx="648422" cy="418253"/>
          </a:xfrm>
        </p:grpSpPr>
        <p:sp>
          <p:nvSpPr>
            <p:cNvPr id="7749" name="Google Shape;7749;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50" name="Google Shape;7750;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751" name="Google Shape;7751;p63"/>
          <p:cNvGrpSpPr/>
          <p:nvPr/>
        </p:nvGrpSpPr>
        <p:grpSpPr>
          <a:xfrm>
            <a:off x="8253092" y="2996205"/>
            <a:ext cx="648509" cy="418221"/>
            <a:chOff x="3053396" y="4304255"/>
            <a:chExt cx="648422" cy="418253"/>
          </a:xfrm>
        </p:grpSpPr>
        <p:sp>
          <p:nvSpPr>
            <p:cNvPr id="7752" name="Google Shape;7752;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53" name="Google Shape;7753;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754" name="Google Shape;7754;p63"/>
          <p:cNvGrpSpPr/>
          <p:nvPr/>
        </p:nvGrpSpPr>
        <p:grpSpPr>
          <a:xfrm>
            <a:off x="4595000" y="2069176"/>
            <a:ext cx="648509" cy="418221"/>
            <a:chOff x="3053396" y="4304255"/>
            <a:chExt cx="648422" cy="418253"/>
          </a:xfrm>
        </p:grpSpPr>
        <p:sp>
          <p:nvSpPr>
            <p:cNvPr id="7755" name="Google Shape;7755;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56" name="Google Shape;7756;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757" name="Google Shape;7757;p63"/>
          <p:cNvGrpSpPr/>
          <p:nvPr/>
        </p:nvGrpSpPr>
        <p:grpSpPr>
          <a:xfrm>
            <a:off x="5509523" y="2043778"/>
            <a:ext cx="648509" cy="418221"/>
            <a:chOff x="3053396" y="4304255"/>
            <a:chExt cx="648422" cy="418253"/>
          </a:xfrm>
        </p:grpSpPr>
        <p:sp>
          <p:nvSpPr>
            <p:cNvPr id="7758" name="Google Shape;7758;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59" name="Google Shape;7759;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760" name="Google Shape;7760;p63"/>
          <p:cNvGrpSpPr/>
          <p:nvPr/>
        </p:nvGrpSpPr>
        <p:grpSpPr>
          <a:xfrm>
            <a:off x="8570635" y="5675699"/>
            <a:ext cx="648509" cy="418221"/>
            <a:chOff x="3053396" y="4304255"/>
            <a:chExt cx="648422" cy="418253"/>
          </a:xfrm>
        </p:grpSpPr>
        <p:sp>
          <p:nvSpPr>
            <p:cNvPr id="7761" name="Google Shape;7761;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62" name="Google Shape;7762;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763" name="Google Shape;7763;p63"/>
          <p:cNvGrpSpPr/>
          <p:nvPr/>
        </p:nvGrpSpPr>
        <p:grpSpPr>
          <a:xfrm>
            <a:off x="9408948" y="5028049"/>
            <a:ext cx="648509" cy="418221"/>
            <a:chOff x="3053396" y="4304255"/>
            <a:chExt cx="648422" cy="418253"/>
          </a:xfrm>
        </p:grpSpPr>
        <p:sp>
          <p:nvSpPr>
            <p:cNvPr id="7764" name="Google Shape;7764;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65" name="Google Shape;7765;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766" name="Google Shape;7766;p63"/>
          <p:cNvGrpSpPr/>
          <p:nvPr/>
        </p:nvGrpSpPr>
        <p:grpSpPr>
          <a:xfrm>
            <a:off x="9180317" y="4113719"/>
            <a:ext cx="648509" cy="418221"/>
            <a:chOff x="3053396" y="4304255"/>
            <a:chExt cx="648422" cy="418253"/>
          </a:xfrm>
        </p:grpSpPr>
        <p:sp>
          <p:nvSpPr>
            <p:cNvPr id="7767" name="Google Shape;7767;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68" name="Google Shape;7768;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sp>
        <p:nvSpPr>
          <p:cNvPr id="7769" name="Google Shape;7769;p63"/>
          <p:cNvSpPr txBox="1"/>
          <p:nvPr/>
        </p:nvSpPr>
        <p:spPr>
          <a:xfrm rot="1053502">
            <a:off x="6609175" y="1968629"/>
            <a:ext cx="543812" cy="5231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770" name="Google Shape;7770;p63"/>
          <p:cNvSpPr txBox="1"/>
          <p:nvPr/>
        </p:nvSpPr>
        <p:spPr>
          <a:xfrm rot="2829263">
            <a:off x="8895540" y="3441660"/>
            <a:ext cx="543697" cy="5232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771" name="Google Shape;7771;p63"/>
          <p:cNvSpPr txBox="1"/>
          <p:nvPr/>
        </p:nvSpPr>
        <p:spPr>
          <a:xfrm rot="9845918">
            <a:off x="7564044" y="5954634"/>
            <a:ext cx="543812" cy="5231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772" name="Google Shape;7772;p63"/>
          <p:cNvSpPr txBox="1"/>
          <p:nvPr/>
        </p:nvSpPr>
        <p:spPr>
          <a:xfrm rot="-9948738">
            <a:off x="3196001" y="5857999"/>
            <a:ext cx="543812" cy="5231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773" name="Google Shape;7773;p63"/>
          <p:cNvSpPr txBox="1"/>
          <p:nvPr/>
        </p:nvSpPr>
        <p:spPr>
          <a:xfrm rot="-4992697">
            <a:off x="1609690" y="3551677"/>
            <a:ext cx="543697" cy="5232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774" name="Google Shape;7774;p63"/>
          <p:cNvSpPr txBox="1"/>
          <p:nvPr/>
        </p:nvSpPr>
        <p:spPr>
          <a:xfrm rot="-1017263">
            <a:off x="3795672" y="1918514"/>
            <a:ext cx="543812" cy="5231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FF"/>
                </a:solidFill>
                <a:latin typeface="Arial"/>
                <a:ea typeface="Arial"/>
                <a:cs typeface="Arial"/>
                <a:sym typeface="Arial"/>
              </a:rPr>
              <a:t>…</a:t>
            </a:r>
            <a:endParaRPr/>
          </a:p>
        </p:txBody>
      </p:sp>
      <p:sp>
        <p:nvSpPr>
          <p:cNvPr id="7775" name="Google Shape;7775;p63"/>
          <p:cNvSpPr txBox="1"/>
          <p:nvPr/>
        </p:nvSpPr>
        <p:spPr>
          <a:xfrm>
            <a:off x="851133" y="1142095"/>
            <a:ext cx="10824866" cy="834047"/>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None/>
            </a:pPr>
            <a:r>
              <a:rPr lang="en-US" sz="2800">
                <a:solidFill>
                  <a:schemeClr val="dk1"/>
                </a:solidFill>
                <a:latin typeface="Calibri"/>
                <a:ea typeface="Calibri"/>
                <a:cs typeface="Calibri"/>
                <a:sym typeface="Calibri"/>
              </a:rPr>
              <a:t>… and content provider networks  (e.g., Google, Microsoft,  Akamai) may run their own network, to bring services, content close to end users</a:t>
            </a:r>
            <a:endParaRPr/>
          </a:p>
        </p:txBody>
      </p:sp>
      <p:grpSp>
        <p:nvGrpSpPr>
          <p:cNvPr id="7776" name="Google Shape;7776;p63"/>
          <p:cNvGrpSpPr/>
          <p:nvPr/>
        </p:nvGrpSpPr>
        <p:grpSpPr>
          <a:xfrm>
            <a:off x="5736579" y="2899825"/>
            <a:ext cx="2272389" cy="1061009"/>
            <a:chOff x="4696844" y="2871032"/>
            <a:chExt cx="2272671" cy="1061113"/>
          </a:xfrm>
        </p:grpSpPr>
        <p:grpSp>
          <p:nvGrpSpPr>
            <p:cNvPr id="7777" name="Google Shape;7777;p63"/>
            <p:cNvGrpSpPr/>
            <p:nvPr/>
          </p:nvGrpSpPr>
          <p:grpSpPr>
            <a:xfrm>
              <a:off x="5677190" y="2871032"/>
              <a:ext cx="530938" cy="338554"/>
              <a:chOff x="5573768" y="2726239"/>
              <a:chExt cx="530938" cy="338554"/>
            </a:xfrm>
          </p:grpSpPr>
          <p:sp>
            <p:nvSpPr>
              <p:cNvPr id="7778" name="Google Shape;7778;p63"/>
              <p:cNvSpPr/>
              <p:nvPr/>
            </p:nvSpPr>
            <p:spPr>
              <a:xfrm>
                <a:off x="5573768" y="2751297"/>
                <a:ext cx="528092" cy="304800"/>
              </a:xfrm>
              <a:prstGeom prst="ellipse">
                <a:avLst/>
              </a:prstGeom>
              <a:solidFill>
                <a:srgbClr val="0000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7779" name="Google Shape;7779;p63"/>
              <p:cNvSpPr txBox="1"/>
              <p:nvPr/>
            </p:nvSpPr>
            <p:spPr>
              <a:xfrm>
                <a:off x="5593027" y="2726239"/>
                <a:ext cx="51167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Arial"/>
                    <a:ea typeface="Arial"/>
                    <a:cs typeface="Arial"/>
                    <a:sym typeface="Arial"/>
                  </a:rPr>
                  <a:t>IXP</a:t>
                </a:r>
                <a:endParaRPr/>
              </a:p>
            </p:txBody>
          </p:sp>
        </p:grpSp>
        <p:cxnSp>
          <p:nvCxnSpPr>
            <p:cNvPr id="7780" name="Google Shape;7780;p63"/>
            <p:cNvCxnSpPr/>
            <p:nvPr/>
          </p:nvCxnSpPr>
          <p:spPr>
            <a:xfrm>
              <a:off x="4696844" y="3073933"/>
              <a:ext cx="980347" cy="3515"/>
            </a:xfrm>
            <a:prstGeom prst="straightConnector1">
              <a:avLst/>
            </a:prstGeom>
            <a:noFill/>
            <a:ln cap="flat" cmpd="sng" w="38100">
              <a:solidFill>
                <a:srgbClr val="CC0000"/>
              </a:solidFill>
              <a:prstDash val="solid"/>
              <a:round/>
              <a:headEnd len="med" w="med" type="none"/>
              <a:tailEnd len="med" w="med" type="none"/>
            </a:ln>
          </p:spPr>
        </p:cxnSp>
        <p:cxnSp>
          <p:nvCxnSpPr>
            <p:cNvPr id="7781" name="Google Shape;7781;p63"/>
            <p:cNvCxnSpPr>
              <a:endCxn id="7782" idx="1"/>
            </p:cNvCxnSpPr>
            <p:nvPr/>
          </p:nvCxnSpPr>
          <p:spPr>
            <a:xfrm>
              <a:off x="6137015" y="3146745"/>
              <a:ext cx="832500" cy="785400"/>
            </a:xfrm>
            <a:prstGeom prst="straightConnector1">
              <a:avLst/>
            </a:prstGeom>
            <a:noFill/>
            <a:ln cap="flat" cmpd="sng" w="38100">
              <a:solidFill>
                <a:srgbClr val="CC0000"/>
              </a:solidFill>
              <a:prstDash val="solid"/>
              <a:round/>
              <a:headEnd len="med" w="med" type="none"/>
              <a:tailEnd len="med" w="med" type="none"/>
            </a:ln>
          </p:spPr>
        </p:cxnSp>
      </p:grpSp>
      <p:grpSp>
        <p:nvGrpSpPr>
          <p:cNvPr id="7783" name="Google Shape;7783;p63"/>
          <p:cNvGrpSpPr/>
          <p:nvPr/>
        </p:nvGrpSpPr>
        <p:grpSpPr>
          <a:xfrm>
            <a:off x="3570106" y="3762886"/>
            <a:ext cx="2938633" cy="1357363"/>
            <a:chOff x="2746015" y="3733001"/>
            <a:chExt cx="2937190" cy="1359445"/>
          </a:xfrm>
        </p:grpSpPr>
        <p:cxnSp>
          <p:nvCxnSpPr>
            <p:cNvPr id="7784" name="Google Shape;7784;p63"/>
            <p:cNvCxnSpPr>
              <a:stCxn id="7785" idx="5"/>
              <a:endCxn id="7786" idx="3"/>
            </p:cNvCxnSpPr>
            <p:nvPr/>
          </p:nvCxnSpPr>
          <p:spPr>
            <a:xfrm>
              <a:off x="5094305" y="3733001"/>
              <a:ext cx="588900" cy="212700"/>
            </a:xfrm>
            <a:prstGeom prst="straightConnector1">
              <a:avLst/>
            </a:prstGeom>
            <a:noFill/>
            <a:ln cap="flat" cmpd="sng" w="38100">
              <a:solidFill>
                <a:srgbClr val="CC0000"/>
              </a:solidFill>
              <a:prstDash val="solid"/>
              <a:round/>
              <a:headEnd len="med" w="med" type="none"/>
              <a:tailEnd len="med" w="med" type="none"/>
            </a:ln>
          </p:spPr>
        </p:cxnSp>
        <p:cxnSp>
          <p:nvCxnSpPr>
            <p:cNvPr id="7787" name="Google Shape;7787;p63"/>
            <p:cNvCxnSpPr>
              <a:stCxn id="7788" idx="5"/>
            </p:cNvCxnSpPr>
            <p:nvPr/>
          </p:nvCxnSpPr>
          <p:spPr>
            <a:xfrm flipH="1">
              <a:off x="2746015" y="3789080"/>
              <a:ext cx="54600" cy="601800"/>
            </a:xfrm>
            <a:prstGeom prst="straightConnector1">
              <a:avLst/>
            </a:prstGeom>
            <a:noFill/>
            <a:ln cap="flat" cmpd="sng" w="38100">
              <a:solidFill>
                <a:srgbClr val="CC0000"/>
              </a:solidFill>
              <a:prstDash val="solid"/>
              <a:round/>
              <a:headEnd len="med" w="med" type="none"/>
              <a:tailEnd len="med" w="med" type="none"/>
            </a:ln>
          </p:spPr>
        </p:cxnSp>
        <p:cxnSp>
          <p:nvCxnSpPr>
            <p:cNvPr id="7789" name="Google Shape;7789;p63"/>
            <p:cNvCxnSpPr>
              <a:endCxn id="7790" idx="3"/>
            </p:cNvCxnSpPr>
            <p:nvPr/>
          </p:nvCxnSpPr>
          <p:spPr>
            <a:xfrm flipH="1" rot="10800000">
              <a:off x="4424295" y="4701847"/>
              <a:ext cx="1074600" cy="390600"/>
            </a:xfrm>
            <a:prstGeom prst="straightConnector1">
              <a:avLst/>
            </a:prstGeom>
            <a:noFill/>
            <a:ln cap="flat" cmpd="sng" w="38100">
              <a:solidFill>
                <a:srgbClr val="CC0000"/>
              </a:solidFill>
              <a:prstDash val="solid"/>
              <a:round/>
              <a:headEnd len="med" w="med" type="none"/>
              <a:tailEnd len="med" w="med" type="none"/>
            </a:ln>
          </p:spPr>
        </p:cxnSp>
      </p:grpSp>
      <p:cxnSp>
        <p:nvCxnSpPr>
          <p:cNvPr id="7791" name="Google Shape;7791;p63"/>
          <p:cNvCxnSpPr>
            <a:stCxn id="7792" idx="2"/>
          </p:cNvCxnSpPr>
          <p:nvPr/>
        </p:nvCxnSpPr>
        <p:spPr>
          <a:xfrm flipH="1" rot="10800000">
            <a:off x="4982880" y="4309884"/>
            <a:ext cx="309000" cy="307800"/>
          </a:xfrm>
          <a:prstGeom prst="straightConnector1">
            <a:avLst/>
          </a:prstGeom>
          <a:noFill/>
          <a:ln cap="flat" cmpd="sng" w="38100">
            <a:solidFill>
              <a:srgbClr val="CC0000"/>
            </a:solidFill>
            <a:prstDash val="solid"/>
            <a:round/>
            <a:headEnd len="med" w="med" type="none"/>
            <a:tailEnd len="med" w="med" type="none"/>
          </a:ln>
        </p:spPr>
      </p:cxnSp>
      <p:cxnSp>
        <p:nvCxnSpPr>
          <p:cNvPr id="7793" name="Google Shape;7793;p63"/>
          <p:cNvCxnSpPr/>
          <p:nvPr/>
        </p:nvCxnSpPr>
        <p:spPr>
          <a:xfrm flipH="1" rot="10800000">
            <a:off x="5520180" y="3924252"/>
            <a:ext cx="929835" cy="367084"/>
          </a:xfrm>
          <a:prstGeom prst="straightConnector1">
            <a:avLst/>
          </a:prstGeom>
          <a:noFill/>
          <a:ln cap="flat" cmpd="sng" w="38100">
            <a:solidFill>
              <a:srgbClr val="CC0000"/>
            </a:solidFill>
            <a:prstDash val="solid"/>
            <a:round/>
            <a:headEnd len="med" w="med" type="none"/>
            <a:tailEnd len="med" w="med" type="none"/>
          </a:ln>
        </p:spPr>
      </p:cxnSp>
      <p:cxnSp>
        <p:nvCxnSpPr>
          <p:cNvPr id="7794" name="Google Shape;7794;p63"/>
          <p:cNvCxnSpPr>
            <a:stCxn id="7795" idx="2"/>
          </p:cNvCxnSpPr>
          <p:nvPr/>
        </p:nvCxnSpPr>
        <p:spPr>
          <a:xfrm>
            <a:off x="4815073" y="3947043"/>
            <a:ext cx="477000" cy="277500"/>
          </a:xfrm>
          <a:prstGeom prst="straightConnector1">
            <a:avLst/>
          </a:prstGeom>
          <a:noFill/>
          <a:ln cap="flat" cmpd="sng" w="38100">
            <a:solidFill>
              <a:srgbClr val="CC0000"/>
            </a:solidFill>
            <a:prstDash val="solid"/>
            <a:round/>
            <a:headEnd len="med" w="med" type="none"/>
            <a:tailEnd len="med" w="med" type="none"/>
          </a:ln>
        </p:spPr>
      </p:cxnSp>
      <p:grpSp>
        <p:nvGrpSpPr>
          <p:cNvPr id="7796" name="Google Shape;7796;p63"/>
          <p:cNvGrpSpPr/>
          <p:nvPr/>
        </p:nvGrpSpPr>
        <p:grpSpPr>
          <a:xfrm>
            <a:off x="7929475" y="3939691"/>
            <a:ext cx="541338" cy="223023"/>
            <a:chOff x="7493876" y="2774731"/>
            <a:chExt cx="1481958" cy="894622"/>
          </a:xfrm>
        </p:grpSpPr>
        <p:sp>
          <p:nvSpPr>
            <p:cNvPr id="7797" name="Google Shape;7797;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782" name="Google Shape;7782;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798" name="Google Shape;7798;p63"/>
            <p:cNvGrpSpPr/>
            <p:nvPr/>
          </p:nvGrpSpPr>
          <p:grpSpPr>
            <a:xfrm>
              <a:off x="7713663" y="2848339"/>
              <a:ext cx="1042107" cy="425543"/>
              <a:chOff x="7786941" y="2884917"/>
              <a:chExt cx="897649" cy="353919"/>
            </a:xfrm>
          </p:grpSpPr>
          <p:sp>
            <p:nvSpPr>
              <p:cNvPr id="7799" name="Google Shape;7799;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00" name="Google Shape;7800;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01" name="Google Shape;7801;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02" name="Google Shape;7802;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803" name="Google Shape;7803;p63"/>
          <p:cNvGrpSpPr/>
          <p:nvPr/>
        </p:nvGrpSpPr>
        <p:grpSpPr>
          <a:xfrm>
            <a:off x="4400287" y="3826770"/>
            <a:ext cx="541338" cy="223023"/>
            <a:chOff x="7493876" y="2774731"/>
            <a:chExt cx="1481958" cy="894622"/>
          </a:xfrm>
        </p:grpSpPr>
        <p:sp>
          <p:nvSpPr>
            <p:cNvPr id="7804" name="Google Shape;7804;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805" name="Google Shape;7805;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806" name="Google Shape;7806;p63"/>
            <p:cNvGrpSpPr/>
            <p:nvPr/>
          </p:nvGrpSpPr>
          <p:grpSpPr>
            <a:xfrm>
              <a:off x="7713663" y="2848339"/>
              <a:ext cx="1042107" cy="425543"/>
              <a:chOff x="7786941" y="2884917"/>
              <a:chExt cx="897649" cy="353919"/>
            </a:xfrm>
          </p:grpSpPr>
          <p:sp>
            <p:nvSpPr>
              <p:cNvPr id="7807" name="Google Shape;7807;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95" name="Google Shape;7795;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08" name="Google Shape;7808;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09" name="Google Shape;7809;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810" name="Google Shape;7810;p63"/>
          <p:cNvGrpSpPr/>
          <p:nvPr/>
        </p:nvGrpSpPr>
        <p:grpSpPr>
          <a:xfrm>
            <a:off x="4568094" y="4497411"/>
            <a:ext cx="541338" cy="223023"/>
            <a:chOff x="7493876" y="2774731"/>
            <a:chExt cx="1481958" cy="894622"/>
          </a:xfrm>
        </p:grpSpPr>
        <p:sp>
          <p:nvSpPr>
            <p:cNvPr id="7811" name="Google Shape;7811;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812" name="Google Shape;7812;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813" name="Google Shape;7813;p63"/>
            <p:cNvGrpSpPr/>
            <p:nvPr/>
          </p:nvGrpSpPr>
          <p:grpSpPr>
            <a:xfrm>
              <a:off x="7713663" y="2848339"/>
              <a:ext cx="1042107" cy="425543"/>
              <a:chOff x="7786941" y="2884917"/>
              <a:chExt cx="897649" cy="353919"/>
            </a:xfrm>
          </p:grpSpPr>
          <p:sp>
            <p:nvSpPr>
              <p:cNvPr id="7814" name="Google Shape;7814;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92" name="Google Shape;7792;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15" name="Google Shape;7815;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16" name="Google Shape;7816;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817" name="Google Shape;7817;p63"/>
          <p:cNvGrpSpPr/>
          <p:nvPr/>
        </p:nvGrpSpPr>
        <p:grpSpPr>
          <a:xfrm>
            <a:off x="6429198" y="3852093"/>
            <a:ext cx="541338" cy="223023"/>
            <a:chOff x="7493876" y="2774731"/>
            <a:chExt cx="1481958" cy="894622"/>
          </a:xfrm>
        </p:grpSpPr>
        <p:sp>
          <p:nvSpPr>
            <p:cNvPr id="7818" name="Google Shape;7818;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786" name="Google Shape;7786;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819" name="Google Shape;7819;p63"/>
            <p:cNvGrpSpPr/>
            <p:nvPr/>
          </p:nvGrpSpPr>
          <p:grpSpPr>
            <a:xfrm>
              <a:off x="7713663" y="2848339"/>
              <a:ext cx="1042107" cy="425543"/>
              <a:chOff x="7786941" y="2884917"/>
              <a:chExt cx="897649" cy="353919"/>
            </a:xfrm>
          </p:grpSpPr>
          <p:sp>
            <p:nvSpPr>
              <p:cNvPr id="7820" name="Google Shape;7820;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21" name="Google Shape;7821;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22" name="Google Shape;7822;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23" name="Google Shape;7823;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824" name="Google Shape;7824;p63"/>
          <p:cNvGrpSpPr/>
          <p:nvPr/>
        </p:nvGrpSpPr>
        <p:grpSpPr>
          <a:xfrm>
            <a:off x="5457737" y="3639654"/>
            <a:ext cx="541338" cy="223023"/>
            <a:chOff x="7493876" y="2774731"/>
            <a:chExt cx="1481958" cy="894622"/>
          </a:xfrm>
        </p:grpSpPr>
        <p:sp>
          <p:nvSpPr>
            <p:cNvPr id="7825" name="Google Shape;7825;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785" name="Google Shape;7785;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826" name="Google Shape;7826;p63"/>
            <p:cNvGrpSpPr/>
            <p:nvPr/>
          </p:nvGrpSpPr>
          <p:grpSpPr>
            <a:xfrm>
              <a:off x="7713663" y="2848339"/>
              <a:ext cx="1042107" cy="425543"/>
              <a:chOff x="7786941" y="2884917"/>
              <a:chExt cx="897649" cy="353919"/>
            </a:xfrm>
          </p:grpSpPr>
          <p:sp>
            <p:nvSpPr>
              <p:cNvPr id="7827" name="Google Shape;7827;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28" name="Google Shape;7828;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29" name="Google Shape;7829;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30" name="Google Shape;7830;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831" name="Google Shape;7831;p63"/>
          <p:cNvGrpSpPr/>
          <p:nvPr/>
        </p:nvGrpSpPr>
        <p:grpSpPr>
          <a:xfrm>
            <a:off x="5119678" y="4119105"/>
            <a:ext cx="528442" cy="338554"/>
            <a:chOff x="5634518" y="2652249"/>
            <a:chExt cx="528092" cy="338174"/>
          </a:xfrm>
        </p:grpSpPr>
        <p:sp>
          <p:nvSpPr>
            <p:cNvPr id="7832" name="Google Shape;7832;p63"/>
            <p:cNvSpPr/>
            <p:nvPr/>
          </p:nvSpPr>
          <p:spPr>
            <a:xfrm>
              <a:off x="5634518" y="2672371"/>
              <a:ext cx="528092" cy="304800"/>
            </a:xfrm>
            <a:prstGeom prst="ellipse">
              <a:avLst/>
            </a:prstGeom>
            <a:solidFill>
              <a:srgbClr val="0000FF"/>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7833" name="Google Shape;7833;p63"/>
            <p:cNvSpPr txBox="1"/>
            <p:nvPr/>
          </p:nvSpPr>
          <p:spPr>
            <a:xfrm>
              <a:off x="5685246" y="2652249"/>
              <a:ext cx="447262" cy="3381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lt1"/>
                  </a:solidFill>
                  <a:latin typeface="Calibri"/>
                  <a:ea typeface="Calibri"/>
                  <a:cs typeface="Calibri"/>
                  <a:sym typeface="Calibri"/>
                </a:rPr>
                <a:t>IXP</a:t>
              </a:r>
              <a:endParaRPr/>
            </a:p>
          </p:txBody>
        </p:sp>
      </p:grpSp>
      <p:grpSp>
        <p:nvGrpSpPr>
          <p:cNvPr id="7834" name="Google Shape;7834;p63"/>
          <p:cNvGrpSpPr/>
          <p:nvPr/>
        </p:nvGrpSpPr>
        <p:grpSpPr>
          <a:xfrm>
            <a:off x="6244846" y="4607015"/>
            <a:ext cx="541338" cy="223023"/>
            <a:chOff x="7493876" y="2774731"/>
            <a:chExt cx="1481958" cy="894622"/>
          </a:xfrm>
        </p:grpSpPr>
        <p:sp>
          <p:nvSpPr>
            <p:cNvPr id="7835" name="Google Shape;7835;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790" name="Google Shape;7790;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836" name="Google Shape;7836;p63"/>
            <p:cNvGrpSpPr/>
            <p:nvPr/>
          </p:nvGrpSpPr>
          <p:grpSpPr>
            <a:xfrm>
              <a:off x="7713663" y="2848339"/>
              <a:ext cx="1042107" cy="425543"/>
              <a:chOff x="7786941" y="2884917"/>
              <a:chExt cx="897649" cy="353919"/>
            </a:xfrm>
          </p:grpSpPr>
          <p:sp>
            <p:nvSpPr>
              <p:cNvPr id="7837" name="Google Shape;7837;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38" name="Google Shape;7838;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39" name="Google Shape;7839;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40" name="Google Shape;7840;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841" name="Google Shape;7841;p63"/>
          <p:cNvGrpSpPr/>
          <p:nvPr/>
        </p:nvGrpSpPr>
        <p:grpSpPr>
          <a:xfrm>
            <a:off x="3355534" y="3674009"/>
            <a:ext cx="541338" cy="223023"/>
            <a:chOff x="7493876" y="2774731"/>
            <a:chExt cx="1481958" cy="894622"/>
          </a:xfrm>
        </p:grpSpPr>
        <p:sp>
          <p:nvSpPr>
            <p:cNvPr id="7788" name="Google Shape;7788;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842" name="Google Shape;7842;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843" name="Google Shape;7843;p63"/>
            <p:cNvGrpSpPr/>
            <p:nvPr/>
          </p:nvGrpSpPr>
          <p:grpSpPr>
            <a:xfrm>
              <a:off x="7713663" y="2848339"/>
              <a:ext cx="1042107" cy="425543"/>
              <a:chOff x="7786941" y="2884917"/>
              <a:chExt cx="897649" cy="353919"/>
            </a:xfrm>
          </p:grpSpPr>
          <p:sp>
            <p:nvSpPr>
              <p:cNvPr id="7844" name="Google Shape;7844;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45" name="Google Shape;7845;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46" name="Google Shape;7846;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47" name="Google Shape;7847;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cxnSp>
        <p:nvCxnSpPr>
          <p:cNvPr id="7848" name="Google Shape;7848;p63"/>
          <p:cNvCxnSpPr/>
          <p:nvPr/>
        </p:nvCxnSpPr>
        <p:spPr>
          <a:xfrm>
            <a:off x="2622407" y="3016153"/>
            <a:ext cx="38100" cy="309563"/>
          </a:xfrm>
          <a:prstGeom prst="straightConnector1">
            <a:avLst/>
          </a:prstGeom>
          <a:noFill/>
          <a:ln cap="flat" cmpd="sng" w="9525">
            <a:solidFill>
              <a:schemeClr val="dk1"/>
            </a:solidFill>
            <a:prstDash val="solid"/>
            <a:round/>
            <a:headEnd len="med" w="med" type="none"/>
            <a:tailEnd len="med" w="med" type="none"/>
          </a:ln>
        </p:spPr>
      </p:cxnSp>
      <p:cxnSp>
        <p:nvCxnSpPr>
          <p:cNvPr id="7849" name="Google Shape;7849;p63"/>
          <p:cNvCxnSpPr/>
          <p:nvPr/>
        </p:nvCxnSpPr>
        <p:spPr>
          <a:xfrm>
            <a:off x="2401745" y="3297141"/>
            <a:ext cx="123825" cy="212725"/>
          </a:xfrm>
          <a:prstGeom prst="straightConnector1">
            <a:avLst/>
          </a:prstGeom>
          <a:noFill/>
          <a:ln cap="flat" cmpd="sng" w="9525">
            <a:solidFill>
              <a:schemeClr val="dk1"/>
            </a:solidFill>
            <a:prstDash val="solid"/>
            <a:round/>
            <a:headEnd len="med" w="med" type="none"/>
            <a:tailEnd len="med" w="med" type="none"/>
          </a:ln>
        </p:spPr>
      </p:cxnSp>
      <p:cxnSp>
        <p:nvCxnSpPr>
          <p:cNvPr id="7850" name="Google Shape;7850;p63"/>
          <p:cNvCxnSpPr/>
          <p:nvPr/>
        </p:nvCxnSpPr>
        <p:spPr>
          <a:xfrm flipH="1" rot="10800000">
            <a:off x="2322370" y="4394103"/>
            <a:ext cx="203200" cy="7938"/>
          </a:xfrm>
          <a:prstGeom prst="straightConnector1">
            <a:avLst/>
          </a:prstGeom>
          <a:noFill/>
          <a:ln cap="flat" cmpd="sng" w="9525">
            <a:solidFill>
              <a:schemeClr val="dk1"/>
            </a:solidFill>
            <a:prstDash val="solid"/>
            <a:round/>
            <a:headEnd len="med" w="med" type="none"/>
            <a:tailEnd len="med" w="med" type="none"/>
          </a:ln>
        </p:spPr>
      </p:cxnSp>
      <p:cxnSp>
        <p:nvCxnSpPr>
          <p:cNvPr id="7851" name="Google Shape;7851;p63"/>
          <p:cNvCxnSpPr/>
          <p:nvPr/>
        </p:nvCxnSpPr>
        <p:spPr>
          <a:xfrm flipH="1" rot="10800000">
            <a:off x="2851007" y="3849591"/>
            <a:ext cx="430213" cy="101600"/>
          </a:xfrm>
          <a:prstGeom prst="straightConnector1">
            <a:avLst/>
          </a:prstGeom>
          <a:noFill/>
          <a:ln cap="flat" cmpd="sng" w="9525">
            <a:solidFill>
              <a:schemeClr val="dk1"/>
            </a:solidFill>
            <a:prstDash val="solid"/>
            <a:round/>
            <a:headEnd len="med" w="med" type="none"/>
            <a:tailEnd len="med" w="med" type="none"/>
          </a:ln>
        </p:spPr>
      </p:cxnSp>
      <p:grpSp>
        <p:nvGrpSpPr>
          <p:cNvPr id="7852" name="Google Shape;7852;p63"/>
          <p:cNvGrpSpPr/>
          <p:nvPr/>
        </p:nvGrpSpPr>
        <p:grpSpPr>
          <a:xfrm>
            <a:off x="2219780" y="2716827"/>
            <a:ext cx="648509" cy="418221"/>
            <a:chOff x="3053396" y="4304255"/>
            <a:chExt cx="648422" cy="418253"/>
          </a:xfrm>
        </p:grpSpPr>
        <p:sp>
          <p:nvSpPr>
            <p:cNvPr id="7853" name="Google Shape;7853;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54" name="Google Shape;7854;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855" name="Google Shape;7855;p63"/>
          <p:cNvGrpSpPr/>
          <p:nvPr/>
        </p:nvGrpSpPr>
        <p:grpSpPr>
          <a:xfrm>
            <a:off x="1838728" y="3110496"/>
            <a:ext cx="648509" cy="418221"/>
            <a:chOff x="3053396" y="4304255"/>
            <a:chExt cx="648422" cy="418253"/>
          </a:xfrm>
        </p:grpSpPr>
        <p:sp>
          <p:nvSpPr>
            <p:cNvPr id="7856" name="Google Shape;7856;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57" name="Google Shape;7857;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cxnSp>
        <p:nvCxnSpPr>
          <p:cNvPr id="7858" name="Google Shape;7858;p63"/>
          <p:cNvCxnSpPr/>
          <p:nvPr/>
        </p:nvCxnSpPr>
        <p:spPr>
          <a:xfrm>
            <a:off x="2828782" y="4163916"/>
            <a:ext cx="533980" cy="291589"/>
          </a:xfrm>
          <a:prstGeom prst="straightConnector1">
            <a:avLst/>
          </a:prstGeom>
          <a:noFill/>
          <a:ln cap="flat" cmpd="sng" w="9525">
            <a:solidFill>
              <a:schemeClr val="dk1"/>
            </a:solidFill>
            <a:prstDash val="solid"/>
            <a:round/>
            <a:headEnd len="med" w="med" type="none"/>
            <a:tailEnd len="med" w="med" type="none"/>
          </a:ln>
        </p:spPr>
      </p:cxnSp>
      <p:grpSp>
        <p:nvGrpSpPr>
          <p:cNvPr id="7859" name="Google Shape;7859;p63"/>
          <p:cNvGrpSpPr/>
          <p:nvPr/>
        </p:nvGrpSpPr>
        <p:grpSpPr>
          <a:xfrm>
            <a:off x="3292387" y="4376707"/>
            <a:ext cx="541338" cy="223023"/>
            <a:chOff x="7493876" y="2774731"/>
            <a:chExt cx="1481958" cy="894622"/>
          </a:xfrm>
        </p:grpSpPr>
        <p:sp>
          <p:nvSpPr>
            <p:cNvPr id="7860" name="Google Shape;7860;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861" name="Google Shape;7861;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862" name="Google Shape;7862;p63"/>
            <p:cNvGrpSpPr/>
            <p:nvPr/>
          </p:nvGrpSpPr>
          <p:grpSpPr>
            <a:xfrm>
              <a:off x="7713663" y="2848339"/>
              <a:ext cx="1042107" cy="425543"/>
              <a:chOff x="7786941" y="2884917"/>
              <a:chExt cx="897649" cy="353919"/>
            </a:xfrm>
          </p:grpSpPr>
          <p:sp>
            <p:nvSpPr>
              <p:cNvPr id="7863" name="Google Shape;7863;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64" name="Google Shape;7864;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65" name="Google Shape;7865;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66" name="Google Shape;7866;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cxnSp>
        <p:nvCxnSpPr>
          <p:cNvPr id="7867" name="Google Shape;7867;p63"/>
          <p:cNvCxnSpPr/>
          <p:nvPr/>
        </p:nvCxnSpPr>
        <p:spPr>
          <a:xfrm rot="10800000">
            <a:off x="5179131" y="5171184"/>
            <a:ext cx="371475" cy="973138"/>
          </a:xfrm>
          <a:prstGeom prst="straightConnector1">
            <a:avLst/>
          </a:prstGeom>
          <a:noFill/>
          <a:ln cap="flat" cmpd="sng" w="9525">
            <a:solidFill>
              <a:schemeClr val="dk1"/>
            </a:solidFill>
            <a:prstDash val="solid"/>
            <a:round/>
            <a:headEnd len="med" w="med" type="none"/>
            <a:tailEnd len="med" w="med" type="none"/>
          </a:ln>
        </p:spPr>
      </p:cxnSp>
      <p:cxnSp>
        <p:nvCxnSpPr>
          <p:cNvPr id="7868" name="Google Shape;7868;p63"/>
          <p:cNvCxnSpPr/>
          <p:nvPr/>
        </p:nvCxnSpPr>
        <p:spPr>
          <a:xfrm rot="10800000">
            <a:off x="6157031" y="5810947"/>
            <a:ext cx="520700" cy="169862"/>
          </a:xfrm>
          <a:prstGeom prst="straightConnector1">
            <a:avLst/>
          </a:prstGeom>
          <a:noFill/>
          <a:ln cap="flat" cmpd="sng" w="9525">
            <a:solidFill>
              <a:schemeClr val="dk1"/>
            </a:solidFill>
            <a:prstDash val="solid"/>
            <a:round/>
            <a:headEnd len="med" w="med" type="none"/>
            <a:tailEnd len="med" w="med" type="none"/>
          </a:ln>
        </p:spPr>
      </p:cxnSp>
      <p:cxnSp>
        <p:nvCxnSpPr>
          <p:cNvPr id="7869" name="Google Shape;7869;p63"/>
          <p:cNvCxnSpPr/>
          <p:nvPr/>
        </p:nvCxnSpPr>
        <p:spPr>
          <a:xfrm flipH="1" rot="10800000">
            <a:off x="4461581" y="5815709"/>
            <a:ext cx="306387" cy="165100"/>
          </a:xfrm>
          <a:prstGeom prst="straightConnector1">
            <a:avLst/>
          </a:prstGeom>
          <a:noFill/>
          <a:ln cap="flat" cmpd="sng" w="9525">
            <a:solidFill>
              <a:schemeClr val="dk1"/>
            </a:solidFill>
            <a:prstDash val="solid"/>
            <a:round/>
            <a:headEnd len="med" w="med" type="none"/>
            <a:tailEnd len="med" w="med" type="none"/>
          </a:ln>
        </p:spPr>
      </p:cxnSp>
      <p:grpSp>
        <p:nvGrpSpPr>
          <p:cNvPr id="7870" name="Google Shape;7870;p63"/>
          <p:cNvGrpSpPr/>
          <p:nvPr/>
        </p:nvGrpSpPr>
        <p:grpSpPr>
          <a:xfrm>
            <a:off x="4201247" y="5904281"/>
            <a:ext cx="648509" cy="418221"/>
            <a:chOff x="3053396" y="4304255"/>
            <a:chExt cx="648422" cy="418253"/>
          </a:xfrm>
        </p:grpSpPr>
        <p:sp>
          <p:nvSpPr>
            <p:cNvPr id="7871" name="Google Shape;7871;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72" name="Google Shape;7872;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873" name="Google Shape;7873;p63"/>
          <p:cNvGrpSpPr/>
          <p:nvPr/>
        </p:nvGrpSpPr>
        <p:grpSpPr>
          <a:xfrm>
            <a:off x="5420611" y="6056669"/>
            <a:ext cx="648509" cy="418221"/>
            <a:chOff x="3053396" y="4304255"/>
            <a:chExt cx="648422" cy="418253"/>
          </a:xfrm>
        </p:grpSpPr>
        <p:sp>
          <p:nvSpPr>
            <p:cNvPr id="7874" name="Google Shape;7874;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75" name="Google Shape;7875;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876" name="Google Shape;7876;p63"/>
          <p:cNvGrpSpPr/>
          <p:nvPr/>
        </p:nvGrpSpPr>
        <p:grpSpPr>
          <a:xfrm>
            <a:off x="6335134" y="5916980"/>
            <a:ext cx="648509" cy="418221"/>
            <a:chOff x="3053396" y="4304255"/>
            <a:chExt cx="648422" cy="418253"/>
          </a:xfrm>
        </p:grpSpPr>
        <p:sp>
          <p:nvSpPr>
            <p:cNvPr id="7877" name="Google Shape;7877;p63"/>
            <p:cNvSpPr/>
            <p:nvPr/>
          </p:nvSpPr>
          <p:spPr>
            <a:xfrm>
              <a:off x="3053396" y="4304255"/>
              <a:ext cx="596988" cy="418253"/>
            </a:xfrm>
            <a:custGeom>
              <a:rect b="b" l="l" r="r" t="t"/>
              <a:pathLst>
                <a:path extrusionOk="0" h="675" w="1036">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78" name="Google Shape;7878;p63"/>
            <p:cNvSpPr txBox="1"/>
            <p:nvPr/>
          </p:nvSpPr>
          <p:spPr>
            <a:xfrm>
              <a:off x="3118029" y="4323258"/>
              <a:ext cx="583789" cy="3530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access</a:t>
              </a:r>
              <a:endParaRPr/>
            </a:p>
            <a:p>
              <a:pPr indent="0" lvl="0" marL="0" marR="0" rtl="0" algn="ctr">
                <a:lnSpc>
                  <a:spcPct val="100000"/>
                </a:lnSpc>
                <a:spcBef>
                  <a:spcPts val="0"/>
                </a:spcBef>
                <a:spcAft>
                  <a:spcPts val="0"/>
                </a:spcAft>
                <a:buNone/>
              </a:pPr>
              <a:r>
                <a:rPr lang="en-US" sz="1000">
                  <a:solidFill>
                    <a:schemeClr val="dk1"/>
                  </a:solidFill>
                  <a:latin typeface="Arial"/>
                  <a:ea typeface="Arial"/>
                  <a:cs typeface="Arial"/>
                  <a:sym typeface="Arial"/>
                </a:rPr>
                <a:t>net</a:t>
              </a:r>
              <a:endParaRPr/>
            </a:p>
          </p:txBody>
        </p:sp>
      </p:grpSp>
      <p:grpSp>
        <p:nvGrpSpPr>
          <p:cNvPr id="7879" name="Google Shape;7879;p63"/>
          <p:cNvGrpSpPr/>
          <p:nvPr/>
        </p:nvGrpSpPr>
        <p:grpSpPr>
          <a:xfrm>
            <a:off x="4812419" y="5011641"/>
            <a:ext cx="541338" cy="223023"/>
            <a:chOff x="7493876" y="2774731"/>
            <a:chExt cx="1481958" cy="894622"/>
          </a:xfrm>
        </p:grpSpPr>
        <p:sp>
          <p:nvSpPr>
            <p:cNvPr id="7880" name="Google Shape;7880;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881" name="Google Shape;7881;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882" name="Google Shape;7882;p63"/>
            <p:cNvGrpSpPr/>
            <p:nvPr/>
          </p:nvGrpSpPr>
          <p:grpSpPr>
            <a:xfrm>
              <a:off x="7713663" y="2848339"/>
              <a:ext cx="1042107" cy="425543"/>
              <a:chOff x="7786941" y="2884917"/>
              <a:chExt cx="897649" cy="353919"/>
            </a:xfrm>
          </p:grpSpPr>
          <p:sp>
            <p:nvSpPr>
              <p:cNvPr id="7883" name="Google Shape;7883;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84" name="Google Shape;7884;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85" name="Google Shape;7885;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86" name="Google Shape;7886;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887" name="Google Shape;7887;p63"/>
          <p:cNvGrpSpPr/>
          <p:nvPr/>
        </p:nvGrpSpPr>
        <p:grpSpPr>
          <a:xfrm>
            <a:off x="2344724" y="2457440"/>
            <a:ext cx="6847328" cy="3478542"/>
            <a:chOff x="2344724" y="2457440"/>
            <a:chExt cx="6847328" cy="3478542"/>
          </a:xfrm>
        </p:grpSpPr>
        <p:grpSp>
          <p:nvGrpSpPr>
            <p:cNvPr id="7888" name="Google Shape;7888;p63"/>
            <p:cNvGrpSpPr/>
            <p:nvPr/>
          </p:nvGrpSpPr>
          <p:grpSpPr>
            <a:xfrm>
              <a:off x="2557552" y="3624662"/>
              <a:ext cx="6096000" cy="799432"/>
              <a:chOff x="1031788" y="6401642"/>
              <a:chExt cx="6096000" cy="799432"/>
            </a:xfrm>
          </p:grpSpPr>
          <p:sp>
            <p:nvSpPr>
              <p:cNvPr id="7889" name="Google Shape;7889;p63"/>
              <p:cNvSpPr/>
              <p:nvPr/>
            </p:nvSpPr>
            <p:spPr>
              <a:xfrm>
                <a:off x="1031788" y="6471664"/>
                <a:ext cx="6096000" cy="729410"/>
              </a:xfrm>
              <a:prstGeom prst="ellipse">
                <a:avLst/>
              </a:prstGeom>
              <a:solidFill>
                <a:srgbClr val="FF6600">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     </a:t>
                </a:r>
                <a:endParaRPr/>
              </a:p>
            </p:txBody>
          </p:sp>
          <p:sp>
            <p:nvSpPr>
              <p:cNvPr id="7890" name="Google Shape;7890;p63"/>
              <p:cNvSpPr txBox="1"/>
              <p:nvPr/>
            </p:nvSpPr>
            <p:spPr>
              <a:xfrm>
                <a:off x="2317167" y="6584898"/>
                <a:ext cx="344402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lt1"/>
                    </a:solidFill>
                    <a:latin typeface="Calibri"/>
                    <a:ea typeface="Calibri"/>
                    <a:cs typeface="Calibri"/>
                    <a:sym typeface="Calibri"/>
                  </a:rPr>
                  <a:t>Content provider network</a:t>
                </a:r>
                <a:endParaRPr/>
              </a:p>
            </p:txBody>
          </p:sp>
          <p:grpSp>
            <p:nvGrpSpPr>
              <p:cNvPr id="7891" name="Google Shape;7891;p63"/>
              <p:cNvGrpSpPr/>
              <p:nvPr/>
            </p:nvGrpSpPr>
            <p:grpSpPr>
              <a:xfrm>
                <a:off x="1602338" y="6401642"/>
                <a:ext cx="666346" cy="673100"/>
                <a:chOff x="940359" y="5691959"/>
                <a:chExt cx="692498" cy="672474"/>
              </a:xfrm>
            </p:grpSpPr>
            <p:grpSp>
              <p:nvGrpSpPr>
                <p:cNvPr id="7892" name="Google Shape;7892;p63"/>
                <p:cNvGrpSpPr/>
                <p:nvPr/>
              </p:nvGrpSpPr>
              <p:grpSpPr>
                <a:xfrm>
                  <a:off x="940359" y="5691959"/>
                  <a:ext cx="594613" cy="648336"/>
                  <a:chOff x="5203089" y="1751190"/>
                  <a:chExt cx="858331" cy="662414"/>
                </a:xfrm>
              </p:grpSpPr>
              <p:sp>
                <p:nvSpPr>
                  <p:cNvPr id="7893" name="Google Shape;7893;p6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94" name="Google Shape;7894;p6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895" name="Google Shape;7895;p6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896" name="Google Shape;7896;p6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897" name="Google Shape;7897;p6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898" name="Google Shape;7898;p6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899" name="Google Shape;7899;p6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900" name="Google Shape;7900;p6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901" name="Google Shape;7901;p63"/>
                <p:cNvGrpSpPr/>
                <p:nvPr/>
              </p:nvGrpSpPr>
              <p:grpSpPr>
                <a:xfrm>
                  <a:off x="940359" y="5691959"/>
                  <a:ext cx="692498" cy="672474"/>
                  <a:chOff x="10771171" y="3194171"/>
                  <a:chExt cx="692498" cy="672474"/>
                </a:xfrm>
              </p:grpSpPr>
              <p:grpSp>
                <p:nvGrpSpPr>
                  <p:cNvPr id="7902" name="Google Shape;7902;p63"/>
                  <p:cNvGrpSpPr/>
                  <p:nvPr/>
                </p:nvGrpSpPr>
                <p:grpSpPr>
                  <a:xfrm>
                    <a:off x="10771171" y="3194171"/>
                    <a:ext cx="594613" cy="648336"/>
                    <a:chOff x="5203089" y="1751190"/>
                    <a:chExt cx="858331" cy="662414"/>
                  </a:xfrm>
                </p:grpSpPr>
                <p:sp>
                  <p:nvSpPr>
                    <p:cNvPr id="7903" name="Google Shape;7903;p6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04" name="Google Shape;7904;p6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905" name="Google Shape;7905;p6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906" name="Google Shape;7906;p6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907" name="Google Shape;7907;p6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908" name="Google Shape;7908;p6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909" name="Google Shape;7909;p6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910" name="Google Shape;7910;p6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911" name="Google Shape;7911;p63"/>
                  <p:cNvGrpSpPr/>
                  <p:nvPr/>
                </p:nvGrpSpPr>
                <p:grpSpPr>
                  <a:xfrm>
                    <a:off x="11158881" y="3460672"/>
                    <a:ext cx="304788" cy="405973"/>
                    <a:chOff x="5275406" y="2711455"/>
                    <a:chExt cx="452949" cy="405518"/>
                  </a:xfrm>
                </p:grpSpPr>
                <p:pic>
                  <p:nvPicPr>
                    <p:cNvPr descr="server_rack.png" id="7912" name="Google Shape;7912;p63"/>
                    <p:cNvPicPr preferRelativeResize="0"/>
                    <p:nvPr/>
                  </p:nvPicPr>
                  <p:blipFill rotWithShape="1">
                    <a:blip r:embed="rId3">
                      <a:alphaModFix/>
                    </a:blip>
                    <a:srcRect b="0" l="0" r="0" t="0"/>
                    <a:stretch/>
                  </p:blipFill>
                  <p:spPr>
                    <a:xfrm>
                      <a:off x="5537367" y="2770786"/>
                      <a:ext cx="190988" cy="313366"/>
                    </a:xfrm>
                    <a:prstGeom prst="rect">
                      <a:avLst/>
                    </a:prstGeom>
                    <a:noFill/>
                    <a:ln>
                      <a:noFill/>
                    </a:ln>
                  </p:spPr>
                </p:pic>
                <p:pic>
                  <p:nvPicPr>
                    <p:cNvPr descr="server_rack.png" id="7913" name="Google Shape;7913;p63"/>
                    <p:cNvPicPr preferRelativeResize="0"/>
                    <p:nvPr/>
                  </p:nvPicPr>
                  <p:blipFill rotWithShape="1">
                    <a:blip r:embed="rId3">
                      <a:alphaModFix/>
                    </a:blip>
                    <a:srcRect b="0" l="0" r="0" t="0"/>
                    <a:stretch/>
                  </p:blipFill>
                  <p:spPr>
                    <a:xfrm>
                      <a:off x="5275406" y="2764002"/>
                      <a:ext cx="190988" cy="313366"/>
                    </a:xfrm>
                    <a:prstGeom prst="rect">
                      <a:avLst/>
                    </a:prstGeom>
                    <a:noFill/>
                    <a:ln>
                      <a:noFill/>
                    </a:ln>
                  </p:spPr>
                </p:pic>
                <p:pic>
                  <p:nvPicPr>
                    <p:cNvPr descr="server_rack.png" id="7914" name="Google Shape;7914;p63"/>
                    <p:cNvPicPr preferRelativeResize="0"/>
                    <p:nvPr/>
                  </p:nvPicPr>
                  <p:blipFill rotWithShape="1">
                    <a:blip r:embed="rId3">
                      <a:alphaModFix/>
                    </a:blip>
                    <a:srcRect b="0" l="0" r="0" t="0"/>
                    <a:stretch/>
                  </p:blipFill>
                  <p:spPr>
                    <a:xfrm>
                      <a:off x="5385676" y="2711455"/>
                      <a:ext cx="247152" cy="405518"/>
                    </a:xfrm>
                    <a:prstGeom prst="rect">
                      <a:avLst/>
                    </a:prstGeom>
                    <a:noFill/>
                    <a:ln>
                      <a:noFill/>
                    </a:ln>
                  </p:spPr>
                </p:pic>
              </p:grpSp>
            </p:grpSp>
          </p:grpSp>
          <p:grpSp>
            <p:nvGrpSpPr>
              <p:cNvPr id="7915" name="Google Shape;7915;p63"/>
              <p:cNvGrpSpPr/>
              <p:nvPr/>
            </p:nvGrpSpPr>
            <p:grpSpPr>
              <a:xfrm>
                <a:off x="5694561" y="6441153"/>
                <a:ext cx="666346" cy="673100"/>
                <a:chOff x="940359" y="5691959"/>
                <a:chExt cx="692498" cy="672474"/>
              </a:xfrm>
            </p:grpSpPr>
            <p:grpSp>
              <p:nvGrpSpPr>
                <p:cNvPr id="7916" name="Google Shape;7916;p63"/>
                <p:cNvGrpSpPr/>
                <p:nvPr/>
              </p:nvGrpSpPr>
              <p:grpSpPr>
                <a:xfrm>
                  <a:off x="940359" y="5691959"/>
                  <a:ext cx="594613" cy="648336"/>
                  <a:chOff x="5203089" y="1751190"/>
                  <a:chExt cx="858331" cy="662414"/>
                </a:xfrm>
              </p:grpSpPr>
              <p:sp>
                <p:nvSpPr>
                  <p:cNvPr id="7917" name="Google Shape;7917;p6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18" name="Google Shape;7918;p6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919" name="Google Shape;7919;p6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920" name="Google Shape;7920;p6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921" name="Google Shape;7921;p6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922" name="Google Shape;7922;p6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923" name="Google Shape;7923;p6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924" name="Google Shape;7924;p6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925" name="Google Shape;7925;p63"/>
                <p:cNvGrpSpPr/>
                <p:nvPr/>
              </p:nvGrpSpPr>
              <p:grpSpPr>
                <a:xfrm>
                  <a:off x="940359" y="5691959"/>
                  <a:ext cx="692498" cy="672474"/>
                  <a:chOff x="10771171" y="3194171"/>
                  <a:chExt cx="692498" cy="672474"/>
                </a:xfrm>
              </p:grpSpPr>
              <p:grpSp>
                <p:nvGrpSpPr>
                  <p:cNvPr id="7926" name="Google Shape;7926;p63"/>
                  <p:cNvGrpSpPr/>
                  <p:nvPr/>
                </p:nvGrpSpPr>
                <p:grpSpPr>
                  <a:xfrm>
                    <a:off x="10771171" y="3194171"/>
                    <a:ext cx="594613" cy="648336"/>
                    <a:chOff x="5203089" y="1751190"/>
                    <a:chExt cx="858331" cy="662414"/>
                  </a:xfrm>
                </p:grpSpPr>
                <p:sp>
                  <p:nvSpPr>
                    <p:cNvPr id="7927" name="Google Shape;7927;p63"/>
                    <p:cNvSpPr/>
                    <p:nvPr/>
                  </p:nvSpPr>
                  <p:spPr>
                    <a:xfrm>
                      <a:off x="5536769" y="1751190"/>
                      <a:ext cx="524651" cy="662124"/>
                    </a:xfrm>
                    <a:custGeom>
                      <a:rect b="b" l="l" r="r" t="t"/>
                      <a:pathLst>
                        <a:path extrusionOk="0" h="662124" w="524651">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cap="flat" cmpd="sng" w="12700">
                      <a:solidFill>
                        <a:srgbClr val="0000A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28" name="Google Shape;7928;p63"/>
                    <p:cNvSpPr/>
                    <p:nvPr/>
                  </p:nvSpPr>
                  <p:spPr>
                    <a:xfrm>
                      <a:off x="5203089" y="1921244"/>
                      <a:ext cx="651290" cy="492070"/>
                    </a:xfrm>
                    <a:custGeom>
                      <a:rect b="b" l="l" r="r" t="t"/>
                      <a:pathLst>
                        <a:path extrusionOk="0" h="492070" w="651290">
                          <a:moveTo>
                            <a:pt x="3618" y="492070"/>
                          </a:moveTo>
                          <a:lnTo>
                            <a:pt x="0" y="141108"/>
                          </a:lnTo>
                          <a:lnTo>
                            <a:pt x="423338" y="0"/>
                          </a:lnTo>
                          <a:lnTo>
                            <a:pt x="647672" y="57891"/>
                          </a:lnTo>
                          <a:lnTo>
                            <a:pt x="651290" y="492070"/>
                          </a:lnTo>
                          <a:lnTo>
                            <a:pt x="3618" y="492070"/>
                          </a:lnTo>
                          <a:close/>
                        </a:path>
                      </a:pathLst>
                    </a:custGeom>
                    <a:solidFill>
                      <a:srgbClr val="E0EBF1"/>
                    </a:solidFill>
                    <a:ln cap="flat" cmpd="sng" w="12700">
                      <a:solidFill>
                        <a:srgbClr val="0000A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929" name="Google Shape;7929;p63"/>
                    <p:cNvCxnSpPr/>
                    <p:nvPr/>
                  </p:nvCxnSpPr>
                  <p:spPr>
                    <a:xfrm flipH="1" rot="10800000">
                      <a:off x="5270526" y="2029553"/>
                      <a:ext cx="295249" cy="73468"/>
                    </a:xfrm>
                    <a:prstGeom prst="straightConnector1">
                      <a:avLst/>
                    </a:prstGeom>
                    <a:noFill/>
                    <a:ln cap="flat" cmpd="sng" w="44450">
                      <a:solidFill>
                        <a:schemeClr val="lt1"/>
                      </a:solidFill>
                      <a:prstDash val="solid"/>
                      <a:miter lim="800000"/>
                      <a:headEnd len="sm" w="sm" type="none"/>
                      <a:tailEnd len="sm" w="sm" type="none"/>
                    </a:ln>
                  </p:spPr>
                </p:cxnSp>
                <p:cxnSp>
                  <p:nvCxnSpPr>
                    <p:cNvPr id="7930" name="Google Shape;7930;p63"/>
                    <p:cNvCxnSpPr/>
                    <p:nvPr/>
                  </p:nvCxnSpPr>
                  <p:spPr>
                    <a:xfrm flipH="1" rot="10800000">
                      <a:off x="5275406" y="2261710"/>
                      <a:ext cx="290369" cy="16752"/>
                    </a:xfrm>
                    <a:prstGeom prst="straightConnector1">
                      <a:avLst/>
                    </a:prstGeom>
                    <a:noFill/>
                    <a:ln cap="flat" cmpd="sng" w="44450">
                      <a:solidFill>
                        <a:schemeClr val="lt1"/>
                      </a:solidFill>
                      <a:prstDash val="solid"/>
                      <a:miter lim="800000"/>
                      <a:headEnd len="sm" w="sm" type="none"/>
                      <a:tailEnd len="sm" w="sm" type="none"/>
                    </a:ln>
                  </p:spPr>
                </p:cxnSp>
                <p:cxnSp>
                  <p:nvCxnSpPr>
                    <p:cNvPr id="7931" name="Google Shape;7931;p63"/>
                    <p:cNvCxnSpPr/>
                    <p:nvPr/>
                  </p:nvCxnSpPr>
                  <p:spPr>
                    <a:xfrm flipH="1" rot="10800000">
                      <a:off x="5275406" y="2151772"/>
                      <a:ext cx="290369" cy="48402"/>
                    </a:xfrm>
                    <a:prstGeom prst="straightConnector1">
                      <a:avLst/>
                    </a:prstGeom>
                    <a:noFill/>
                    <a:ln cap="flat" cmpd="sng" w="44450">
                      <a:solidFill>
                        <a:schemeClr val="lt1"/>
                      </a:solidFill>
                      <a:prstDash val="solid"/>
                      <a:miter lim="800000"/>
                      <a:headEnd len="sm" w="sm" type="none"/>
                      <a:tailEnd len="sm" w="sm" type="none"/>
                    </a:ln>
                  </p:spPr>
                </p:cxnSp>
                <p:cxnSp>
                  <p:nvCxnSpPr>
                    <p:cNvPr id="7932" name="Google Shape;7932;p63"/>
                    <p:cNvCxnSpPr/>
                    <p:nvPr/>
                  </p:nvCxnSpPr>
                  <p:spPr>
                    <a:xfrm>
                      <a:off x="5270094" y="2354086"/>
                      <a:ext cx="295681" cy="0"/>
                    </a:xfrm>
                    <a:prstGeom prst="straightConnector1">
                      <a:avLst/>
                    </a:prstGeom>
                    <a:noFill/>
                    <a:ln cap="flat" cmpd="sng" w="44450">
                      <a:solidFill>
                        <a:schemeClr val="lt1"/>
                      </a:solidFill>
                      <a:prstDash val="solid"/>
                      <a:miter lim="800000"/>
                      <a:headEnd len="sm" w="sm" type="none"/>
                      <a:tailEnd len="sm" w="sm" type="none"/>
                    </a:ln>
                  </p:spPr>
                </p:cxnSp>
                <p:cxnSp>
                  <p:nvCxnSpPr>
                    <p:cNvPr id="7933" name="Google Shape;7933;p63"/>
                    <p:cNvCxnSpPr/>
                    <p:nvPr/>
                  </p:nvCxnSpPr>
                  <p:spPr>
                    <a:xfrm rot="10800000">
                      <a:off x="5950242" y="1866900"/>
                      <a:ext cx="0" cy="465273"/>
                    </a:xfrm>
                    <a:prstGeom prst="straightConnector1">
                      <a:avLst/>
                    </a:prstGeom>
                    <a:noFill/>
                    <a:ln cap="flat" cmpd="sng" w="44450">
                      <a:solidFill>
                        <a:schemeClr val="lt1"/>
                      </a:solidFill>
                      <a:prstDash val="dash"/>
                      <a:miter lim="800000"/>
                      <a:headEnd len="sm" w="sm" type="none"/>
                      <a:tailEnd len="sm" w="sm" type="none"/>
                    </a:ln>
                  </p:spPr>
                </p:cxnSp>
                <p:cxnSp>
                  <p:nvCxnSpPr>
                    <p:cNvPr id="7934" name="Google Shape;7934;p63"/>
                    <p:cNvCxnSpPr/>
                    <p:nvPr/>
                  </p:nvCxnSpPr>
                  <p:spPr>
                    <a:xfrm>
                      <a:off x="5628589" y="1936750"/>
                      <a:ext cx="0" cy="476854"/>
                    </a:xfrm>
                    <a:prstGeom prst="straightConnector1">
                      <a:avLst/>
                    </a:prstGeom>
                    <a:noFill/>
                    <a:ln cap="flat" cmpd="sng" w="15875">
                      <a:solidFill>
                        <a:srgbClr val="0000A8"/>
                      </a:solidFill>
                      <a:prstDash val="solid"/>
                      <a:miter lim="800000"/>
                      <a:headEnd len="sm" w="sm" type="none"/>
                      <a:tailEnd len="sm" w="sm" type="none"/>
                    </a:ln>
                  </p:spPr>
                </p:cxnSp>
              </p:grpSp>
              <p:grpSp>
                <p:nvGrpSpPr>
                  <p:cNvPr id="7935" name="Google Shape;7935;p63"/>
                  <p:cNvGrpSpPr/>
                  <p:nvPr/>
                </p:nvGrpSpPr>
                <p:grpSpPr>
                  <a:xfrm>
                    <a:off x="11158881" y="3460672"/>
                    <a:ext cx="304788" cy="405973"/>
                    <a:chOff x="5275406" y="2711455"/>
                    <a:chExt cx="452949" cy="405518"/>
                  </a:xfrm>
                </p:grpSpPr>
                <p:pic>
                  <p:nvPicPr>
                    <p:cNvPr descr="server_rack.png" id="7936" name="Google Shape;7936;p63"/>
                    <p:cNvPicPr preferRelativeResize="0"/>
                    <p:nvPr/>
                  </p:nvPicPr>
                  <p:blipFill rotWithShape="1">
                    <a:blip r:embed="rId3">
                      <a:alphaModFix/>
                    </a:blip>
                    <a:srcRect b="0" l="0" r="0" t="0"/>
                    <a:stretch/>
                  </p:blipFill>
                  <p:spPr>
                    <a:xfrm>
                      <a:off x="5537367" y="2770786"/>
                      <a:ext cx="190988" cy="313366"/>
                    </a:xfrm>
                    <a:prstGeom prst="rect">
                      <a:avLst/>
                    </a:prstGeom>
                    <a:noFill/>
                    <a:ln>
                      <a:noFill/>
                    </a:ln>
                  </p:spPr>
                </p:pic>
                <p:pic>
                  <p:nvPicPr>
                    <p:cNvPr descr="server_rack.png" id="7937" name="Google Shape;7937;p63"/>
                    <p:cNvPicPr preferRelativeResize="0"/>
                    <p:nvPr/>
                  </p:nvPicPr>
                  <p:blipFill rotWithShape="1">
                    <a:blip r:embed="rId3">
                      <a:alphaModFix/>
                    </a:blip>
                    <a:srcRect b="0" l="0" r="0" t="0"/>
                    <a:stretch/>
                  </p:blipFill>
                  <p:spPr>
                    <a:xfrm>
                      <a:off x="5275406" y="2764002"/>
                      <a:ext cx="190988" cy="313366"/>
                    </a:xfrm>
                    <a:prstGeom prst="rect">
                      <a:avLst/>
                    </a:prstGeom>
                    <a:noFill/>
                    <a:ln>
                      <a:noFill/>
                    </a:ln>
                  </p:spPr>
                </p:pic>
                <p:pic>
                  <p:nvPicPr>
                    <p:cNvPr descr="server_rack.png" id="7938" name="Google Shape;7938;p63"/>
                    <p:cNvPicPr preferRelativeResize="0"/>
                    <p:nvPr/>
                  </p:nvPicPr>
                  <p:blipFill rotWithShape="1">
                    <a:blip r:embed="rId3">
                      <a:alphaModFix/>
                    </a:blip>
                    <a:srcRect b="0" l="0" r="0" t="0"/>
                    <a:stretch/>
                  </p:blipFill>
                  <p:spPr>
                    <a:xfrm>
                      <a:off x="5385676" y="2711455"/>
                      <a:ext cx="247152" cy="405518"/>
                    </a:xfrm>
                    <a:prstGeom prst="rect">
                      <a:avLst/>
                    </a:prstGeom>
                    <a:noFill/>
                    <a:ln>
                      <a:noFill/>
                    </a:ln>
                  </p:spPr>
                </p:pic>
              </p:grpSp>
            </p:grpSp>
          </p:grpSp>
        </p:grpSp>
        <p:cxnSp>
          <p:nvCxnSpPr>
            <p:cNvPr id="7939" name="Google Shape;7939;p63"/>
            <p:cNvCxnSpPr/>
            <p:nvPr/>
          </p:nvCxnSpPr>
          <p:spPr>
            <a:xfrm flipH="1" rot="10800000">
              <a:off x="8373177" y="3325716"/>
              <a:ext cx="210562" cy="606179"/>
            </a:xfrm>
            <a:prstGeom prst="straightConnector1">
              <a:avLst/>
            </a:prstGeom>
            <a:noFill/>
            <a:ln cap="flat" cmpd="sng" w="9525">
              <a:solidFill>
                <a:srgbClr val="C55A11"/>
              </a:solidFill>
              <a:prstDash val="solid"/>
              <a:miter lim="800000"/>
              <a:headEnd len="sm" w="sm" type="none"/>
              <a:tailEnd len="sm" w="sm" type="none"/>
            </a:ln>
          </p:spPr>
        </p:cxnSp>
        <p:cxnSp>
          <p:nvCxnSpPr>
            <p:cNvPr id="7940" name="Google Shape;7940;p63"/>
            <p:cNvCxnSpPr>
              <a:stCxn id="7889" idx="6"/>
            </p:cNvCxnSpPr>
            <p:nvPr/>
          </p:nvCxnSpPr>
          <p:spPr>
            <a:xfrm>
              <a:off x="8653552" y="4059389"/>
              <a:ext cx="538500" cy="237000"/>
            </a:xfrm>
            <a:prstGeom prst="straightConnector1">
              <a:avLst/>
            </a:prstGeom>
            <a:noFill/>
            <a:ln cap="flat" cmpd="sng" w="9525">
              <a:solidFill>
                <a:srgbClr val="C55A11"/>
              </a:solidFill>
              <a:prstDash val="solid"/>
              <a:miter lim="800000"/>
              <a:headEnd len="sm" w="sm" type="none"/>
              <a:tailEnd len="sm" w="sm" type="none"/>
            </a:ln>
          </p:spPr>
        </p:cxnSp>
        <p:cxnSp>
          <p:nvCxnSpPr>
            <p:cNvPr id="7941" name="Google Shape;7941;p63"/>
            <p:cNvCxnSpPr/>
            <p:nvPr/>
          </p:nvCxnSpPr>
          <p:spPr>
            <a:xfrm rot="10800000">
              <a:off x="7981407" y="2971505"/>
              <a:ext cx="180081" cy="928886"/>
            </a:xfrm>
            <a:prstGeom prst="straightConnector1">
              <a:avLst/>
            </a:prstGeom>
            <a:noFill/>
            <a:ln cap="flat" cmpd="sng" w="9525">
              <a:solidFill>
                <a:srgbClr val="C55A11"/>
              </a:solidFill>
              <a:prstDash val="solid"/>
              <a:miter lim="800000"/>
              <a:headEnd len="sm" w="sm" type="none"/>
              <a:tailEnd len="sm" w="sm" type="none"/>
            </a:ln>
          </p:spPr>
        </p:cxnSp>
        <p:cxnSp>
          <p:nvCxnSpPr>
            <p:cNvPr id="7942" name="Google Shape;7942;p63"/>
            <p:cNvCxnSpPr/>
            <p:nvPr/>
          </p:nvCxnSpPr>
          <p:spPr>
            <a:xfrm flipH="1" rot="10800000">
              <a:off x="6000693" y="2457440"/>
              <a:ext cx="3285" cy="1256298"/>
            </a:xfrm>
            <a:prstGeom prst="straightConnector1">
              <a:avLst/>
            </a:prstGeom>
            <a:noFill/>
            <a:ln cap="flat" cmpd="sng" w="9525">
              <a:solidFill>
                <a:srgbClr val="C55A11"/>
              </a:solidFill>
              <a:prstDash val="solid"/>
              <a:miter lim="800000"/>
              <a:headEnd len="sm" w="sm" type="none"/>
              <a:tailEnd len="sm" w="sm" type="none"/>
            </a:ln>
          </p:spPr>
        </p:cxnSp>
        <p:cxnSp>
          <p:nvCxnSpPr>
            <p:cNvPr id="7943" name="Google Shape;7943;p63"/>
            <p:cNvCxnSpPr/>
            <p:nvPr/>
          </p:nvCxnSpPr>
          <p:spPr>
            <a:xfrm rot="10800000">
              <a:off x="3490770" y="2709766"/>
              <a:ext cx="350837" cy="1056148"/>
            </a:xfrm>
            <a:prstGeom prst="straightConnector1">
              <a:avLst/>
            </a:prstGeom>
            <a:noFill/>
            <a:ln cap="flat" cmpd="sng" w="9525">
              <a:solidFill>
                <a:srgbClr val="C55A11"/>
              </a:solidFill>
              <a:prstDash val="solid"/>
              <a:miter lim="800000"/>
              <a:headEnd len="sm" w="sm" type="none"/>
              <a:tailEnd len="sm" w="sm" type="none"/>
            </a:ln>
          </p:spPr>
        </p:cxnSp>
        <p:cxnSp>
          <p:nvCxnSpPr>
            <p:cNvPr id="7944" name="Google Shape;7944;p63"/>
            <p:cNvCxnSpPr/>
            <p:nvPr/>
          </p:nvCxnSpPr>
          <p:spPr>
            <a:xfrm rot="10800000">
              <a:off x="2733590" y="3084939"/>
              <a:ext cx="184530" cy="786742"/>
            </a:xfrm>
            <a:prstGeom prst="straightConnector1">
              <a:avLst/>
            </a:prstGeom>
            <a:noFill/>
            <a:ln cap="flat" cmpd="sng" w="9525">
              <a:solidFill>
                <a:srgbClr val="C55A11"/>
              </a:solidFill>
              <a:prstDash val="solid"/>
              <a:miter lim="800000"/>
              <a:headEnd len="sm" w="sm" type="none"/>
              <a:tailEnd len="sm" w="sm" type="none"/>
            </a:ln>
          </p:spPr>
        </p:cxnSp>
        <p:cxnSp>
          <p:nvCxnSpPr>
            <p:cNvPr id="7945" name="Google Shape;7945;p63"/>
            <p:cNvCxnSpPr/>
            <p:nvPr/>
          </p:nvCxnSpPr>
          <p:spPr>
            <a:xfrm flipH="1" rot="10800000">
              <a:off x="2537108" y="4260753"/>
              <a:ext cx="477027" cy="550561"/>
            </a:xfrm>
            <a:prstGeom prst="straightConnector1">
              <a:avLst/>
            </a:prstGeom>
            <a:noFill/>
            <a:ln cap="flat" cmpd="sng" w="9525">
              <a:solidFill>
                <a:srgbClr val="C55A11"/>
              </a:solidFill>
              <a:prstDash val="solid"/>
              <a:miter lim="800000"/>
              <a:headEnd len="sm" w="sm" type="none"/>
              <a:tailEnd len="sm" w="sm" type="none"/>
            </a:ln>
          </p:spPr>
        </p:cxnSp>
        <p:cxnSp>
          <p:nvCxnSpPr>
            <p:cNvPr id="7946" name="Google Shape;7946;p63"/>
            <p:cNvCxnSpPr/>
            <p:nvPr/>
          </p:nvCxnSpPr>
          <p:spPr>
            <a:xfrm flipH="1" rot="10800000">
              <a:off x="5720123" y="4417447"/>
              <a:ext cx="5022" cy="1030757"/>
            </a:xfrm>
            <a:prstGeom prst="straightConnector1">
              <a:avLst/>
            </a:prstGeom>
            <a:noFill/>
            <a:ln cap="flat" cmpd="sng" w="9525">
              <a:solidFill>
                <a:srgbClr val="C55A11"/>
              </a:solidFill>
              <a:prstDash val="solid"/>
              <a:miter lim="800000"/>
              <a:headEnd len="sm" w="sm" type="none"/>
              <a:tailEnd len="sm" w="sm" type="none"/>
            </a:ln>
          </p:spPr>
        </p:cxnSp>
        <p:cxnSp>
          <p:nvCxnSpPr>
            <p:cNvPr id="7947" name="Google Shape;7947;p63"/>
            <p:cNvCxnSpPr>
              <a:stCxn id="7878" idx="0"/>
            </p:cNvCxnSpPr>
            <p:nvPr/>
          </p:nvCxnSpPr>
          <p:spPr>
            <a:xfrm rot="10800000">
              <a:off x="5828009" y="4390682"/>
              <a:ext cx="863700" cy="1545300"/>
            </a:xfrm>
            <a:prstGeom prst="straightConnector1">
              <a:avLst/>
            </a:prstGeom>
            <a:noFill/>
            <a:ln cap="flat" cmpd="sng" w="9525">
              <a:solidFill>
                <a:srgbClr val="C55A11"/>
              </a:solidFill>
              <a:prstDash val="solid"/>
              <a:miter lim="800000"/>
              <a:headEnd len="sm" w="sm" type="none"/>
              <a:tailEnd len="sm" w="sm" type="none"/>
            </a:ln>
          </p:spPr>
        </p:cxnSp>
        <p:cxnSp>
          <p:nvCxnSpPr>
            <p:cNvPr id="7948" name="Google Shape;7948;p63"/>
            <p:cNvCxnSpPr/>
            <p:nvPr/>
          </p:nvCxnSpPr>
          <p:spPr>
            <a:xfrm rot="10800000">
              <a:off x="8042725" y="4273180"/>
              <a:ext cx="719289" cy="1457599"/>
            </a:xfrm>
            <a:prstGeom prst="straightConnector1">
              <a:avLst/>
            </a:prstGeom>
            <a:noFill/>
            <a:ln cap="flat" cmpd="sng" w="9525">
              <a:solidFill>
                <a:srgbClr val="C55A11"/>
              </a:solidFill>
              <a:prstDash val="solid"/>
              <a:miter lim="800000"/>
              <a:headEnd len="sm" w="sm" type="none"/>
              <a:tailEnd len="sm" w="sm" type="none"/>
            </a:ln>
          </p:spPr>
        </p:cxnSp>
        <p:cxnSp>
          <p:nvCxnSpPr>
            <p:cNvPr id="7949" name="Google Shape;7949;p63"/>
            <p:cNvCxnSpPr/>
            <p:nvPr/>
          </p:nvCxnSpPr>
          <p:spPr>
            <a:xfrm rot="10800000">
              <a:off x="2386276" y="3473353"/>
              <a:ext cx="261637" cy="504826"/>
            </a:xfrm>
            <a:prstGeom prst="straightConnector1">
              <a:avLst/>
            </a:prstGeom>
            <a:noFill/>
            <a:ln cap="flat" cmpd="sng" w="9525">
              <a:solidFill>
                <a:srgbClr val="C55A11"/>
              </a:solidFill>
              <a:prstDash val="solid"/>
              <a:miter lim="800000"/>
              <a:headEnd len="sm" w="sm" type="none"/>
              <a:tailEnd len="sm" w="sm" type="none"/>
            </a:ln>
          </p:spPr>
        </p:cxnSp>
        <p:cxnSp>
          <p:nvCxnSpPr>
            <p:cNvPr id="7950" name="Google Shape;7950;p63"/>
            <p:cNvCxnSpPr/>
            <p:nvPr/>
          </p:nvCxnSpPr>
          <p:spPr>
            <a:xfrm flipH="1" rot="10800000">
              <a:off x="2344724" y="4114193"/>
              <a:ext cx="251695" cy="109254"/>
            </a:xfrm>
            <a:prstGeom prst="straightConnector1">
              <a:avLst/>
            </a:prstGeom>
            <a:noFill/>
            <a:ln cap="flat" cmpd="sng" w="9525">
              <a:solidFill>
                <a:srgbClr val="C55A11"/>
              </a:solidFill>
              <a:prstDash val="solid"/>
              <a:miter lim="800000"/>
              <a:headEnd len="sm" w="sm" type="none"/>
              <a:tailEnd len="sm" w="sm" type="none"/>
            </a:ln>
          </p:spPr>
        </p:cxnSp>
        <p:cxnSp>
          <p:nvCxnSpPr>
            <p:cNvPr id="7951" name="Google Shape;7951;p63"/>
            <p:cNvCxnSpPr>
              <a:stCxn id="7785" idx="2"/>
              <a:endCxn id="7655" idx="2"/>
            </p:cNvCxnSpPr>
            <p:nvPr/>
          </p:nvCxnSpPr>
          <p:spPr>
            <a:xfrm flipH="1" rot="10800000">
              <a:off x="5458049" y="3230942"/>
              <a:ext cx="7500" cy="480900"/>
            </a:xfrm>
            <a:prstGeom prst="straightConnector1">
              <a:avLst/>
            </a:prstGeom>
            <a:noFill/>
            <a:ln cap="flat" cmpd="sng" w="44450">
              <a:solidFill>
                <a:srgbClr val="C55A11"/>
              </a:solidFill>
              <a:prstDash val="solid"/>
              <a:miter lim="800000"/>
              <a:headEnd len="sm" w="sm" type="none"/>
              <a:tailEnd len="sm" w="sm" type="none"/>
            </a:ln>
          </p:spPr>
        </p:cxnSp>
        <p:cxnSp>
          <p:nvCxnSpPr>
            <p:cNvPr id="7952" name="Google Shape;7952;p63"/>
            <p:cNvCxnSpPr/>
            <p:nvPr/>
          </p:nvCxnSpPr>
          <p:spPr>
            <a:xfrm flipH="1" rot="10800000">
              <a:off x="4457330" y="4394908"/>
              <a:ext cx="7426" cy="480990"/>
            </a:xfrm>
            <a:prstGeom prst="straightConnector1">
              <a:avLst/>
            </a:prstGeom>
            <a:noFill/>
            <a:ln cap="flat" cmpd="sng" w="44450">
              <a:solidFill>
                <a:srgbClr val="C55A11"/>
              </a:solidFill>
              <a:prstDash val="solid"/>
              <a:miter lim="800000"/>
              <a:headEnd len="sm" w="sm" type="none"/>
              <a:tailEnd len="sm" w="sm" type="none"/>
            </a:ln>
          </p:spPr>
        </p:cxnSp>
        <p:cxnSp>
          <p:nvCxnSpPr>
            <p:cNvPr id="7953" name="Google Shape;7953;p63"/>
            <p:cNvCxnSpPr/>
            <p:nvPr/>
          </p:nvCxnSpPr>
          <p:spPr>
            <a:xfrm flipH="1" rot="10800000">
              <a:off x="7407243" y="4368703"/>
              <a:ext cx="7426" cy="480990"/>
            </a:xfrm>
            <a:prstGeom prst="straightConnector1">
              <a:avLst/>
            </a:prstGeom>
            <a:noFill/>
            <a:ln cap="flat" cmpd="sng" w="44450">
              <a:solidFill>
                <a:srgbClr val="C55A11"/>
              </a:solidFill>
              <a:prstDash val="solid"/>
              <a:miter lim="800000"/>
              <a:headEnd len="sm" w="sm" type="none"/>
              <a:tailEnd len="sm" w="sm" type="none"/>
            </a:ln>
          </p:spPr>
        </p:cxnSp>
      </p:grpSp>
      <p:grpSp>
        <p:nvGrpSpPr>
          <p:cNvPr id="7954" name="Google Shape;7954;p63"/>
          <p:cNvGrpSpPr/>
          <p:nvPr/>
        </p:nvGrpSpPr>
        <p:grpSpPr>
          <a:xfrm>
            <a:off x="4545099" y="5447247"/>
            <a:ext cx="1807203" cy="495366"/>
            <a:chOff x="4545099" y="5447247"/>
            <a:chExt cx="1807203" cy="495366"/>
          </a:xfrm>
        </p:grpSpPr>
        <p:sp>
          <p:nvSpPr>
            <p:cNvPr id="7955" name="Google Shape;7955;p63"/>
            <p:cNvSpPr/>
            <p:nvPr/>
          </p:nvSpPr>
          <p:spPr>
            <a:xfrm rot="10800000">
              <a:off x="4545099" y="5447247"/>
              <a:ext cx="1807203" cy="495366"/>
            </a:xfrm>
            <a:prstGeom prst="ellipse">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595959"/>
                </a:solidFill>
                <a:latin typeface="Arial"/>
                <a:ea typeface="Arial"/>
                <a:cs typeface="Arial"/>
                <a:sym typeface="Arial"/>
              </a:endParaRPr>
            </a:p>
          </p:txBody>
        </p:sp>
        <p:sp>
          <p:nvSpPr>
            <p:cNvPr id="7956" name="Google Shape;7956;p63"/>
            <p:cNvSpPr txBox="1"/>
            <p:nvPr/>
          </p:nvSpPr>
          <p:spPr>
            <a:xfrm>
              <a:off x="4662400" y="5488195"/>
              <a:ext cx="158248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Arial"/>
                  <a:ea typeface="Arial"/>
                  <a:cs typeface="Arial"/>
                  <a:sym typeface="Arial"/>
                </a:rPr>
                <a:t>regional ISP</a:t>
              </a:r>
              <a:endParaRPr/>
            </a:p>
          </p:txBody>
        </p:sp>
      </p:grpSp>
      <p:grpSp>
        <p:nvGrpSpPr>
          <p:cNvPr id="7957" name="Google Shape;7957;p63"/>
          <p:cNvGrpSpPr/>
          <p:nvPr/>
        </p:nvGrpSpPr>
        <p:grpSpPr>
          <a:xfrm>
            <a:off x="4220281" y="4826836"/>
            <a:ext cx="541338" cy="223023"/>
            <a:chOff x="7493876" y="2774731"/>
            <a:chExt cx="1481958" cy="894622"/>
          </a:xfrm>
        </p:grpSpPr>
        <p:sp>
          <p:nvSpPr>
            <p:cNvPr id="7958" name="Google Shape;7958;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959" name="Google Shape;7959;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960" name="Google Shape;7960;p63"/>
            <p:cNvGrpSpPr/>
            <p:nvPr/>
          </p:nvGrpSpPr>
          <p:grpSpPr>
            <a:xfrm>
              <a:off x="7713663" y="2848339"/>
              <a:ext cx="1042107" cy="425543"/>
              <a:chOff x="7786941" y="2884917"/>
              <a:chExt cx="897649" cy="353919"/>
            </a:xfrm>
          </p:grpSpPr>
          <p:sp>
            <p:nvSpPr>
              <p:cNvPr id="7961" name="Google Shape;7961;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62" name="Google Shape;7962;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63" name="Google Shape;7963;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64" name="Google Shape;7964;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7965" name="Google Shape;7965;p63"/>
          <p:cNvGrpSpPr/>
          <p:nvPr/>
        </p:nvGrpSpPr>
        <p:grpSpPr>
          <a:xfrm>
            <a:off x="7291037" y="4658009"/>
            <a:ext cx="541338" cy="223023"/>
            <a:chOff x="7493876" y="2774731"/>
            <a:chExt cx="1481958" cy="894622"/>
          </a:xfrm>
        </p:grpSpPr>
        <p:sp>
          <p:nvSpPr>
            <p:cNvPr id="7966" name="Google Shape;7966;p63"/>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7967" name="Google Shape;7967;p63"/>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7968" name="Google Shape;7968;p63"/>
            <p:cNvGrpSpPr/>
            <p:nvPr/>
          </p:nvGrpSpPr>
          <p:grpSpPr>
            <a:xfrm>
              <a:off x="7713663" y="2848339"/>
              <a:ext cx="1042107" cy="425543"/>
              <a:chOff x="7786941" y="2884917"/>
              <a:chExt cx="897649" cy="353919"/>
            </a:xfrm>
          </p:grpSpPr>
          <p:sp>
            <p:nvSpPr>
              <p:cNvPr id="7969" name="Google Shape;7969;p63"/>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70" name="Google Shape;7970;p63"/>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71" name="Google Shape;7971;p63"/>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72" name="Google Shape;7972;p63"/>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7" name="Shape 7977"/>
        <p:cNvGrpSpPr/>
        <p:nvPr/>
      </p:nvGrpSpPr>
      <p:grpSpPr>
        <a:xfrm>
          <a:off x="0" y="0"/>
          <a:ext cx="0" cy="0"/>
          <a:chOff x="0" y="0"/>
          <a:chExt cx="0" cy="0"/>
        </a:xfrm>
      </p:grpSpPr>
      <p:sp>
        <p:nvSpPr>
          <p:cNvPr id="7978" name="Google Shape;7978;p64"/>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Internet structure: a “network of networks”</a:t>
            </a:r>
            <a:endParaRPr/>
          </a:p>
        </p:txBody>
      </p:sp>
      <p:sp>
        <p:nvSpPr>
          <p:cNvPr id="7979" name="Google Shape;7979;p6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cxnSp>
        <p:nvCxnSpPr>
          <p:cNvPr id="7980" name="Google Shape;7980;p64"/>
          <p:cNvCxnSpPr>
            <a:endCxn id="7981" idx="0"/>
          </p:cNvCxnSpPr>
          <p:nvPr/>
        </p:nvCxnSpPr>
        <p:spPr>
          <a:xfrm flipH="1">
            <a:off x="2689225" y="1992980"/>
            <a:ext cx="308100" cy="2220900"/>
          </a:xfrm>
          <a:prstGeom prst="straightConnector1">
            <a:avLst/>
          </a:prstGeom>
          <a:noFill/>
          <a:ln cap="flat" cmpd="sng" w="9525">
            <a:solidFill>
              <a:srgbClr val="000000"/>
            </a:solidFill>
            <a:prstDash val="solid"/>
            <a:round/>
            <a:headEnd len="sm" w="sm" type="none"/>
            <a:tailEnd len="sm" w="sm" type="none"/>
          </a:ln>
        </p:spPr>
      </p:cxnSp>
      <p:cxnSp>
        <p:nvCxnSpPr>
          <p:cNvPr id="7982" name="Google Shape;7982;p64"/>
          <p:cNvCxnSpPr>
            <a:stCxn id="7983" idx="4"/>
          </p:cNvCxnSpPr>
          <p:nvPr/>
        </p:nvCxnSpPr>
        <p:spPr>
          <a:xfrm flipH="1">
            <a:off x="4620444" y="3908564"/>
            <a:ext cx="98400" cy="474600"/>
          </a:xfrm>
          <a:prstGeom prst="straightConnector1">
            <a:avLst/>
          </a:prstGeom>
          <a:noFill/>
          <a:ln cap="flat" cmpd="sng" w="9525">
            <a:solidFill>
              <a:srgbClr val="000000"/>
            </a:solidFill>
            <a:prstDash val="solid"/>
            <a:round/>
            <a:headEnd len="sm" w="sm" type="none"/>
            <a:tailEnd len="sm" w="sm" type="none"/>
          </a:ln>
        </p:spPr>
      </p:cxnSp>
      <p:cxnSp>
        <p:nvCxnSpPr>
          <p:cNvPr id="7984" name="Google Shape;7984;p64"/>
          <p:cNvCxnSpPr>
            <a:stCxn id="7983" idx="3"/>
          </p:cNvCxnSpPr>
          <p:nvPr/>
        </p:nvCxnSpPr>
        <p:spPr>
          <a:xfrm flipH="1">
            <a:off x="3727423" y="3799707"/>
            <a:ext cx="290400" cy="583500"/>
          </a:xfrm>
          <a:prstGeom prst="straightConnector1">
            <a:avLst/>
          </a:prstGeom>
          <a:noFill/>
          <a:ln cap="flat" cmpd="sng" w="9525">
            <a:solidFill>
              <a:srgbClr val="000000"/>
            </a:solidFill>
            <a:prstDash val="solid"/>
            <a:round/>
            <a:headEnd len="sm" w="sm" type="none"/>
            <a:tailEnd len="sm" w="sm" type="none"/>
          </a:ln>
        </p:spPr>
      </p:cxnSp>
      <p:cxnSp>
        <p:nvCxnSpPr>
          <p:cNvPr id="7985" name="Google Shape;7985;p64"/>
          <p:cNvCxnSpPr/>
          <p:nvPr/>
        </p:nvCxnSpPr>
        <p:spPr>
          <a:xfrm flipH="1" rot="-5400000">
            <a:off x="2142972" y="3178358"/>
            <a:ext cx="2292656" cy="260350"/>
          </a:xfrm>
          <a:prstGeom prst="straightConnector1">
            <a:avLst/>
          </a:prstGeom>
          <a:noFill/>
          <a:ln cap="flat" cmpd="sng" w="9525">
            <a:solidFill>
              <a:srgbClr val="000000"/>
            </a:solidFill>
            <a:prstDash val="solid"/>
            <a:round/>
            <a:headEnd len="sm" w="sm" type="none"/>
            <a:tailEnd len="sm" w="sm" type="none"/>
          </a:ln>
        </p:spPr>
      </p:cxnSp>
      <p:cxnSp>
        <p:nvCxnSpPr>
          <p:cNvPr id="7986" name="Google Shape;7986;p64"/>
          <p:cNvCxnSpPr/>
          <p:nvPr/>
        </p:nvCxnSpPr>
        <p:spPr>
          <a:xfrm flipH="1">
            <a:off x="2955927" y="3021951"/>
            <a:ext cx="771524" cy="1432912"/>
          </a:xfrm>
          <a:prstGeom prst="straightConnector1">
            <a:avLst/>
          </a:prstGeom>
          <a:noFill/>
          <a:ln cap="flat" cmpd="sng" w="9525">
            <a:solidFill>
              <a:srgbClr val="000000"/>
            </a:solidFill>
            <a:prstDash val="solid"/>
            <a:round/>
            <a:headEnd len="sm" w="sm" type="none"/>
            <a:tailEnd len="sm" w="sm" type="none"/>
          </a:ln>
        </p:spPr>
      </p:cxnSp>
      <p:cxnSp>
        <p:nvCxnSpPr>
          <p:cNvPr id="7987" name="Google Shape;7987;p64"/>
          <p:cNvCxnSpPr>
            <a:endCxn id="7988" idx="0"/>
          </p:cNvCxnSpPr>
          <p:nvPr/>
        </p:nvCxnSpPr>
        <p:spPr>
          <a:xfrm>
            <a:off x="5187032" y="3712280"/>
            <a:ext cx="422400" cy="501600"/>
          </a:xfrm>
          <a:prstGeom prst="straightConnector1">
            <a:avLst/>
          </a:prstGeom>
          <a:noFill/>
          <a:ln cap="flat" cmpd="sng" w="9525">
            <a:solidFill>
              <a:srgbClr val="000000"/>
            </a:solidFill>
            <a:prstDash val="solid"/>
            <a:round/>
            <a:headEnd len="sm" w="sm" type="none"/>
            <a:tailEnd len="sm" w="sm" type="none"/>
          </a:ln>
        </p:spPr>
      </p:cxnSp>
      <p:cxnSp>
        <p:nvCxnSpPr>
          <p:cNvPr id="7989" name="Google Shape;7989;p64"/>
          <p:cNvCxnSpPr>
            <a:stCxn id="7990" idx="2"/>
            <a:endCxn id="7983" idx="6"/>
          </p:cNvCxnSpPr>
          <p:nvPr/>
        </p:nvCxnSpPr>
        <p:spPr>
          <a:xfrm rot="10800000">
            <a:off x="5710150" y="3536903"/>
            <a:ext cx="531900" cy="0"/>
          </a:xfrm>
          <a:prstGeom prst="straightConnector1">
            <a:avLst/>
          </a:prstGeom>
          <a:noFill/>
          <a:ln>
            <a:noFill/>
          </a:ln>
        </p:spPr>
      </p:cxnSp>
      <p:cxnSp>
        <p:nvCxnSpPr>
          <p:cNvPr id="7991" name="Google Shape;7991;p64"/>
          <p:cNvCxnSpPr/>
          <p:nvPr/>
        </p:nvCxnSpPr>
        <p:spPr>
          <a:xfrm rot="5400000">
            <a:off x="6419350" y="3956601"/>
            <a:ext cx="583613" cy="290513"/>
          </a:xfrm>
          <a:prstGeom prst="straightConnector1">
            <a:avLst/>
          </a:prstGeom>
          <a:noFill/>
          <a:ln cap="flat" cmpd="sng" w="9525">
            <a:solidFill>
              <a:srgbClr val="000000"/>
            </a:solidFill>
            <a:prstDash val="solid"/>
            <a:round/>
            <a:headEnd len="sm" w="sm" type="none"/>
            <a:tailEnd len="sm" w="sm" type="none"/>
          </a:ln>
        </p:spPr>
      </p:cxnSp>
      <p:cxnSp>
        <p:nvCxnSpPr>
          <p:cNvPr id="7992" name="Google Shape;7992;p64"/>
          <p:cNvCxnSpPr/>
          <p:nvPr/>
        </p:nvCxnSpPr>
        <p:spPr>
          <a:xfrm flipH="1" rot="-5400000">
            <a:off x="7161610" y="4097200"/>
            <a:ext cx="511967" cy="80962"/>
          </a:xfrm>
          <a:prstGeom prst="straightConnector1">
            <a:avLst/>
          </a:prstGeom>
          <a:noFill/>
          <a:ln cap="flat" cmpd="sng" w="9525">
            <a:solidFill>
              <a:srgbClr val="000000"/>
            </a:solidFill>
            <a:prstDash val="solid"/>
            <a:round/>
            <a:headEnd len="sm" w="sm" type="none"/>
            <a:tailEnd len="sm" w="sm" type="none"/>
          </a:ln>
        </p:spPr>
      </p:cxnSp>
      <p:cxnSp>
        <p:nvCxnSpPr>
          <p:cNvPr id="7993" name="Google Shape;7993;p64"/>
          <p:cNvCxnSpPr>
            <a:stCxn id="7990" idx="5"/>
          </p:cNvCxnSpPr>
          <p:nvPr/>
        </p:nvCxnSpPr>
        <p:spPr>
          <a:xfrm>
            <a:off x="7934465" y="3799707"/>
            <a:ext cx="412800" cy="671700"/>
          </a:xfrm>
          <a:prstGeom prst="straightConnector1">
            <a:avLst/>
          </a:prstGeom>
          <a:noFill/>
          <a:ln cap="flat" cmpd="sng" w="9525">
            <a:solidFill>
              <a:srgbClr val="000000"/>
            </a:solidFill>
            <a:prstDash val="solid"/>
            <a:round/>
            <a:headEnd len="sm" w="sm" type="none"/>
            <a:tailEnd len="sm" w="sm" type="none"/>
          </a:ln>
        </p:spPr>
      </p:cxnSp>
      <p:cxnSp>
        <p:nvCxnSpPr>
          <p:cNvPr id="7994" name="Google Shape;7994;p64"/>
          <p:cNvCxnSpPr>
            <a:endCxn id="7995" idx="7"/>
          </p:cNvCxnSpPr>
          <p:nvPr/>
        </p:nvCxnSpPr>
        <p:spPr>
          <a:xfrm>
            <a:off x="8200332" y="2244978"/>
            <a:ext cx="627900" cy="2055900"/>
          </a:xfrm>
          <a:prstGeom prst="straightConnector1">
            <a:avLst/>
          </a:prstGeom>
          <a:noFill/>
          <a:ln cap="flat" cmpd="sng" w="9525">
            <a:solidFill>
              <a:srgbClr val="000000"/>
            </a:solidFill>
            <a:prstDash val="solid"/>
            <a:round/>
            <a:headEnd len="sm" w="sm" type="none"/>
            <a:tailEnd len="sm" w="sm" type="none"/>
          </a:ln>
        </p:spPr>
      </p:cxnSp>
      <p:cxnSp>
        <p:nvCxnSpPr>
          <p:cNvPr id="7996" name="Google Shape;7996;p64"/>
          <p:cNvCxnSpPr/>
          <p:nvPr/>
        </p:nvCxnSpPr>
        <p:spPr>
          <a:xfrm rot="10800000">
            <a:off x="4294188" y="1860422"/>
            <a:ext cx="531812" cy="0"/>
          </a:xfrm>
          <a:prstGeom prst="straightConnector1">
            <a:avLst/>
          </a:prstGeom>
          <a:noFill/>
          <a:ln cap="flat" cmpd="sng" w="9525">
            <a:solidFill>
              <a:srgbClr val="000000"/>
            </a:solidFill>
            <a:prstDash val="solid"/>
            <a:round/>
            <a:headEnd len="sm" w="sm" type="none"/>
            <a:tailEnd len="sm" w="sm" type="none"/>
          </a:ln>
        </p:spPr>
      </p:cxnSp>
      <p:cxnSp>
        <p:nvCxnSpPr>
          <p:cNvPr id="7997" name="Google Shape;7997;p64"/>
          <p:cNvCxnSpPr/>
          <p:nvPr/>
        </p:nvCxnSpPr>
        <p:spPr>
          <a:xfrm rot="10800000">
            <a:off x="6646863" y="1860422"/>
            <a:ext cx="530225" cy="0"/>
          </a:xfrm>
          <a:prstGeom prst="straightConnector1">
            <a:avLst/>
          </a:prstGeom>
          <a:noFill/>
          <a:ln cap="flat" cmpd="sng" w="9525">
            <a:solidFill>
              <a:srgbClr val="000000"/>
            </a:solidFill>
            <a:prstDash val="solid"/>
            <a:round/>
            <a:headEnd len="sm" w="sm" type="none"/>
            <a:tailEnd len="sm" w="sm" type="none"/>
          </a:ln>
        </p:spPr>
      </p:cxnSp>
      <p:sp>
        <p:nvSpPr>
          <p:cNvPr id="7998" name="Google Shape;7998;p64"/>
          <p:cNvSpPr/>
          <p:nvPr/>
        </p:nvSpPr>
        <p:spPr>
          <a:xfrm>
            <a:off x="3402013" y="1287258"/>
            <a:ext cx="4460875" cy="429873"/>
          </a:xfrm>
          <a:prstGeom prst="arc">
            <a:avLst>
              <a:gd fmla="val 10681875" name="adj1"/>
              <a:gd fmla="val 0" name="adj2"/>
            </a:avLst>
          </a:pr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Gill Sans"/>
              <a:ea typeface="Gill Sans"/>
              <a:cs typeface="Gill Sans"/>
              <a:sym typeface="Gill Sans"/>
            </a:endParaRPr>
          </a:p>
        </p:txBody>
      </p:sp>
      <p:cxnSp>
        <p:nvCxnSpPr>
          <p:cNvPr id="7999" name="Google Shape;7999;p64"/>
          <p:cNvCxnSpPr/>
          <p:nvPr/>
        </p:nvCxnSpPr>
        <p:spPr>
          <a:xfrm flipH="1" rot="-5400000">
            <a:off x="8586060" y="2178599"/>
            <a:ext cx="501519" cy="325438"/>
          </a:xfrm>
          <a:prstGeom prst="straightConnector1">
            <a:avLst/>
          </a:prstGeom>
          <a:noFill/>
          <a:ln cap="flat" cmpd="sng" w="9525">
            <a:solidFill>
              <a:srgbClr val="000000"/>
            </a:solidFill>
            <a:prstDash val="solid"/>
            <a:round/>
            <a:headEnd len="sm" w="sm" type="none"/>
            <a:tailEnd len="sm" w="sm" type="none"/>
          </a:ln>
        </p:spPr>
      </p:cxnSp>
      <p:cxnSp>
        <p:nvCxnSpPr>
          <p:cNvPr id="8000" name="Google Shape;8000;p64"/>
          <p:cNvCxnSpPr/>
          <p:nvPr/>
        </p:nvCxnSpPr>
        <p:spPr>
          <a:xfrm flipH="1" rot="-5400000">
            <a:off x="3390276" y="2254903"/>
            <a:ext cx="429873" cy="244475"/>
          </a:xfrm>
          <a:prstGeom prst="straightConnector1">
            <a:avLst/>
          </a:prstGeom>
          <a:noFill/>
          <a:ln cap="flat" cmpd="sng" w="9525">
            <a:solidFill>
              <a:srgbClr val="000000"/>
            </a:solidFill>
            <a:prstDash val="solid"/>
            <a:round/>
            <a:headEnd len="sm" w="sm" type="none"/>
            <a:tailEnd len="sm" w="sm" type="none"/>
          </a:ln>
        </p:spPr>
      </p:cxnSp>
      <p:cxnSp>
        <p:nvCxnSpPr>
          <p:cNvPr id="8001" name="Google Shape;8001;p64"/>
          <p:cNvCxnSpPr/>
          <p:nvPr/>
        </p:nvCxnSpPr>
        <p:spPr>
          <a:xfrm flipH="1" rot="-5400000">
            <a:off x="3957807" y="2972152"/>
            <a:ext cx="429873" cy="242888"/>
          </a:xfrm>
          <a:prstGeom prst="straightConnector1">
            <a:avLst/>
          </a:prstGeom>
          <a:noFill/>
          <a:ln cap="flat" cmpd="sng" w="9525">
            <a:solidFill>
              <a:srgbClr val="000000"/>
            </a:solidFill>
            <a:prstDash val="solid"/>
            <a:round/>
            <a:headEnd len="sm" w="sm" type="none"/>
            <a:tailEnd len="sm" w="sm" type="none"/>
          </a:ln>
        </p:spPr>
      </p:cxnSp>
      <p:cxnSp>
        <p:nvCxnSpPr>
          <p:cNvPr id="8002" name="Google Shape;8002;p64"/>
          <p:cNvCxnSpPr/>
          <p:nvPr/>
        </p:nvCxnSpPr>
        <p:spPr>
          <a:xfrm flipH="1">
            <a:off x="4051300" y="2018914"/>
            <a:ext cx="3163888" cy="726904"/>
          </a:xfrm>
          <a:prstGeom prst="straightConnector1">
            <a:avLst/>
          </a:prstGeom>
          <a:noFill/>
          <a:ln cap="flat" cmpd="sng" w="9525">
            <a:solidFill>
              <a:srgbClr val="000000"/>
            </a:solidFill>
            <a:prstDash val="solid"/>
            <a:round/>
            <a:headEnd len="sm" w="sm" type="none"/>
            <a:tailEnd len="sm" w="sm" type="none"/>
          </a:ln>
        </p:spPr>
      </p:cxnSp>
      <p:cxnSp>
        <p:nvCxnSpPr>
          <p:cNvPr id="8003" name="Google Shape;8003;p64"/>
          <p:cNvCxnSpPr/>
          <p:nvPr/>
        </p:nvCxnSpPr>
        <p:spPr>
          <a:xfrm flipH="1" rot="-5400000">
            <a:off x="6125374" y="2196331"/>
            <a:ext cx="474651" cy="406400"/>
          </a:xfrm>
          <a:prstGeom prst="straightConnector1">
            <a:avLst/>
          </a:prstGeom>
          <a:noFill/>
          <a:ln cap="flat" cmpd="sng" w="9525">
            <a:solidFill>
              <a:srgbClr val="000000"/>
            </a:solidFill>
            <a:prstDash val="solid"/>
            <a:round/>
            <a:headEnd len="sm" w="sm" type="none"/>
            <a:tailEnd len="sm" w="sm" type="none"/>
          </a:ln>
        </p:spPr>
      </p:cxnSp>
      <p:cxnSp>
        <p:nvCxnSpPr>
          <p:cNvPr id="8004" name="Google Shape;8004;p64"/>
          <p:cNvCxnSpPr/>
          <p:nvPr/>
        </p:nvCxnSpPr>
        <p:spPr>
          <a:xfrm rot="5400000">
            <a:off x="4730778" y="2617790"/>
            <a:ext cx="1074683" cy="163512"/>
          </a:xfrm>
          <a:prstGeom prst="straightConnector1">
            <a:avLst/>
          </a:prstGeom>
          <a:noFill/>
          <a:ln cap="flat" cmpd="sng" w="9525">
            <a:solidFill>
              <a:srgbClr val="000000"/>
            </a:solidFill>
            <a:prstDash val="solid"/>
            <a:round/>
            <a:headEnd len="sm" w="sm" type="none"/>
            <a:tailEnd len="sm" w="sm" type="none"/>
          </a:ln>
        </p:spPr>
      </p:cxnSp>
      <p:cxnSp>
        <p:nvCxnSpPr>
          <p:cNvPr id="8005" name="Google Shape;8005;p64"/>
          <p:cNvCxnSpPr/>
          <p:nvPr/>
        </p:nvCxnSpPr>
        <p:spPr>
          <a:xfrm flipH="1" rot="-5400000">
            <a:off x="6584535" y="3012633"/>
            <a:ext cx="286582" cy="161925"/>
          </a:xfrm>
          <a:prstGeom prst="straightConnector1">
            <a:avLst/>
          </a:prstGeom>
          <a:noFill/>
          <a:ln>
            <a:noFill/>
          </a:ln>
        </p:spPr>
      </p:cxnSp>
      <p:cxnSp>
        <p:nvCxnSpPr>
          <p:cNvPr id="8006" name="Google Shape;8006;p64"/>
          <p:cNvCxnSpPr/>
          <p:nvPr/>
        </p:nvCxnSpPr>
        <p:spPr>
          <a:xfrm flipH="1">
            <a:off x="5430838" y="2878660"/>
            <a:ext cx="811212" cy="511967"/>
          </a:xfrm>
          <a:prstGeom prst="straightConnector1">
            <a:avLst/>
          </a:prstGeom>
          <a:noFill/>
          <a:ln cap="flat" cmpd="sng" w="9525">
            <a:solidFill>
              <a:srgbClr val="000000"/>
            </a:solidFill>
            <a:prstDash val="solid"/>
            <a:round/>
            <a:headEnd len="sm" w="sm" type="none"/>
            <a:tailEnd len="sm" w="sm" type="none"/>
          </a:ln>
        </p:spPr>
      </p:cxnSp>
      <p:cxnSp>
        <p:nvCxnSpPr>
          <p:cNvPr id="8007" name="Google Shape;8007;p64"/>
          <p:cNvCxnSpPr>
            <a:stCxn id="8008" idx="5"/>
          </p:cNvCxnSpPr>
          <p:nvPr/>
        </p:nvCxnSpPr>
        <p:spPr>
          <a:xfrm>
            <a:off x="4041683" y="2136660"/>
            <a:ext cx="2281200" cy="1382100"/>
          </a:xfrm>
          <a:prstGeom prst="straightConnector1">
            <a:avLst/>
          </a:prstGeom>
          <a:noFill/>
          <a:ln cap="flat" cmpd="sng" w="9525">
            <a:solidFill>
              <a:srgbClr val="000000"/>
            </a:solidFill>
            <a:prstDash val="solid"/>
            <a:round/>
            <a:headEnd len="sm" w="sm" type="none"/>
            <a:tailEnd len="sm" w="sm" type="none"/>
          </a:ln>
        </p:spPr>
      </p:cxnSp>
      <p:cxnSp>
        <p:nvCxnSpPr>
          <p:cNvPr id="8009" name="Google Shape;8009;p64"/>
          <p:cNvCxnSpPr/>
          <p:nvPr/>
        </p:nvCxnSpPr>
        <p:spPr>
          <a:xfrm flipH="1" rot="-5400000">
            <a:off x="8678012" y="3586364"/>
            <a:ext cx="1371713" cy="242888"/>
          </a:xfrm>
          <a:prstGeom prst="straightConnector1">
            <a:avLst/>
          </a:prstGeom>
          <a:noFill/>
          <a:ln cap="flat" cmpd="sng" w="9525">
            <a:solidFill>
              <a:srgbClr val="000000"/>
            </a:solidFill>
            <a:prstDash val="solid"/>
            <a:round/>
            <a:headEnd len="sm" w="sm" type="none"/>
            <a:tailEnd len="sm" w="sm" type="none"/>
          </a:ln>
        </p:spPr>
      </p:cxnSp>
      <p:cxnSp>
        <p:nvCxnSpPr>
          <p:cNvPr id="8010" name="Google Shape;8010;p64"/>
          <p:cNvCxnSpPr/>
          <p:nvPr/>
        </p:nvCxnSpPr>
        <p:spPr>
          <a:xfrm rot="5400000">
            <a:off x="7669052" y="3134824"/>
            <a:ext cx="1443359" cy="1217613"/>
          </a:xfrm>
          <a:prstGeom prst="straightConnector1">
            <a:avLst/>
          </a:prstGeom>
          <a:noFill/>
          <a:ln cap="flat" cmpd="sng" w="9525">
            <a:solidFill>
              <a:srgbClr val="000000"/>
            </a:solidFill>
            <a:prstDash val="solid"/>
            <a:round/>
            <a:headEnd len="sm" w="sm" type="none"/>
            <a:tailEnd len="sm" w="sm" type="none"/>
          </a:ln>
        </p:spPr>
      </p:cxnSp>
      <p:cxnSp>
        <p:nvCxnSpPr>
          <p:cNvPr id="8011" name="Google Shape;8011;p64"/>
          <p:cNvCxnSpPr/>
          <p:nvPr/>
        </p:nvCxnSpPr>
        <p:spPr>
          <a:xfrm flipH="1">
            <a:off x="7620000" y="2807014"/>
            <a:ext cx="1298575" cy="440322"/>
          </a:xfrm>
          <a:prstGeom prst="straightConnector1">
            <a:avLst/>
          </a:prstGeom>
          <a:noFill/>
          <a:ln cap="flat" cmpd="sng" w="9525">
            <a:solidFill>
              <a:srgbClr val="000000"/>
            </a:solidFill>
            <a:prstDash val="solid"/>
            <a:round/>
            <a:headEnd len="sm" w="sm" type="none"/>
            <a:tailEnd len="sm" w="sm" type="none"/>
          </a:ln>
        </p:spPr>
      </p:cxnSp>
      <p:cxnSp>
        <p:nvCxnSpPr>
          <p:cNvPr id="8012" name="Google Shape;8012;p64"/>
          <p:cNvCxnSpPr/>
          <p:nvPr/>
        </p:nvCxnSpPr>
        <p:spPr>
          <a:xfrm flipH="1">
            <a:off x="6889750" y="2162205"/>
            <a:ext cx="830263" cy="573164"/>
          </a:xfrm>
          <a:prstGeom prst="straightConnector1">
            <a:avLst/>
          </a:prstGeom>
          <a:noFill/>
          <a:ln cap="flat" cmpd="sng" w="9525">
            <a:solidFill>
              <a:srgbClr val="000000"/>
            </a:solidFill>
            <a:prstDash val="solid"/>
            <a:round/>
            <a:headEnd len="sm" w="sm" type="none"/>
            <a:tailEnd len="sm" w="sm" type="none"/>
          </a:ln>
        </p:spPr>
      </p:cxnSp>
      <p:cxnSp>
        <p:nvCxnSpPr>
          <p:cNvPr id="8013" name="Google Shape;8013;p64"/>
          <p:cNvCxnSpPr/>
          <p:nvPr/>
        </p:nvCxnSpPr>
        <p:spPr>
          <a:xfrm>
            <a:off x="6510338" y="2026377"/>
            <a:ext cx="2433637" cy="644810"/>
          </a:xfrm>
          <a:prstGeom prst="straightConnector1">
            <a:avLst/>
          </a:prstGeom>
          <a:noFill/>
          <a:ln cap="flat" cmpd="sng" w="9525">
            <a:solidFill>
              <a:srgbClr val="000000"/>
            </a:solidFill>
            <a:prstDash val="solid"/>
            <a:round/>
            <a:headEnd len="sm" w="sm" type="none"/>
            <a:tailEnd len="sm" w="sm" type="none"/>
          </a:ln>
        </p:spPr>
      </p:cxnSp>
      <p:sp>
        <p:nvSpPr>
          <p:cNvPr id="8008" name="Google Shape;8008;p64"/>
          <p:cNvSpPr/>
          <p:nvPr/>
        </p:nvSpPr>
        <p:spPr>
          <a:xfrm>
            <a:off x="2347913" y="1502195"/>
            <a:ext cx="1984375" cy="743322"/>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Tier 1 ISP</a:t>
            </a:r>
            <a:endParaRPr b="0" i="0" sz="2400" u="none" cap="none" strike="noStrike">
              <a:solidFill>
                <a:srgbClr val="000000"/>
              </a:solidFill>
              <a:latin typeface="Arial"/>
              <a:ea typeface="Arial"/>
              <a:cs typeface="Arial"/>
              <a:sym typeface="Arial"/>
            </a:endParaRPr>
          </a:p>
        </p:txBody>
      </p:sp>
      <p:sp>
        <p:nvSpPr>
          <p:cNvPr id="8014" name="Google Shape;8014;p64"/>
          <p:cNvSpPr/>
          <p:nvPr/>
        </p:nvSpPr>
        <p:spPr>
          <a:xfrm>
            <a:off x="4700588" y="1502195"/>
            <a:ext cx="1982787" cy="743322"/>
          </a:xfrm>
          <a:prstGeom prst="ellipse">
            <a:avLst/>
          </a:prstGeom>
          <a:solidFill>
            <a:srgbClr val="0000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400"/>
              <a:buFont typeface="Arial"/>
              <a:buNone/>
            </a:pPr>
            <a:r>
              <a:rPr b="0" i="0" lang="en-US" sz="2400" u="none" cap="none" strike="noStrike">
                <a:solidFill>
                  <a:srgbClr val="FFFFFF"/>
                </a:solidFill>
                <a:latin typeface="Arial"/>
                <a:ea typeface="Arial"/>
                <a:cs typeface="Arial"/>
                <a:sym typeface="Arial"/>
              </a:rPr>
              <a:t>Tier 1 ISP</a:t>
            </a:r>
            <a:endParaRPr b="0" i="0" sz="2400" u="none" cap="none" strike="noStrike">
              <a:solidFill>
                <a:srgbClr val="000000"/>
              </a:solidFill>
              <a:latin typeface="Arial"/>
              <a:ea typeface="Arial"/>
              <a:cs typeface="Arial"/>
              <a:sym typeface="Arial"/>
            </a:endParaRPr>
          </a:p>
        </p:txBody>
      </p:sp>
      <p:sp>
        <p:nvSpPr>
          <p:cNvPr id="7983" name="Google Shape;7983;p64"/>
          <p:cNvSpPr/>
          <p:nvPr/>
        </p:nvSpPr>
        <p:spPr>
          <a:xfrm>
            <a:off x="3727450" y="3165242"/>
            <a:ext cx="1982788" cy="743322"/>
          </a:xfrm>
          <a:prstGeom prst="ellipse">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95959"/>
              </a:buClr>
              <a:buSzPts val="2400"/>
              <a:buFont typeface="Arial"/>
              <a:buNone/>
            </a:pPr>
            <a:r>
              <a:rPr b="0" i="0" lang="en-US" sz="2400" u="none" cap="none" strike="noStrike">
                <a:solidFill>
                  <a:srgbClr val="595959"/>
                </a:solidFill>
                <a:latin typeface="Arial"/>
                <a:ea typeface="Arial"/>
                <a:cs typeface="Arial"/>
                <a:sym typeface="Arial"/>
              </a:rPr>
              <a:t>Regional ISP</a:t>
            </a:r>
            <a:endParaRPr/>
          </a:p>
        </p:txBody>
      </p:sp>
      <p:sp>
        <p:nvSpPr>
          <p:cNvPr id="7990" name="Google Shape;7990;p64"/>
          <p:cNvSpPr/>
          <p:nvPr/>
        </p:nvSpPr>
        <p:spPr>
          <a:xfrm>
            <a:off x="6242050" y="3165242"/>
            <a:ext cx="1982788" cy="743322"/>
          </a:xfrm>
          <a:prstGeom prst="ellipse">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95959"/>
              </a:buClr>
              <a:buSzPts val="2400"/>
              <a:buFont typeface="Arial"/>
              <a:buNone/>
            </a:pPr>
            <a:r>
              <a:rPr b="0" i="0" lang="en-US" sz="2400" u="none" cap="none" strike="noStrike">
                <a:solidFill>
                  <a:srgbClr val="595959"/>
                </a:solidFill>
                <a:latin typeface="Arial"/>
                <a:ea typeface="Arial"/>
                <a:cs typeface="Arial"/>
                <a:sym typeface="Arial"/>
              </a:rPr>
              <a:t>Regional ISP</a:t>
            </a:r>
            <a:endParaRPr/>
          </a:p>
        </p:txBody>
      </p:sp>
      <p:sp>
        <p:nvSpPr>
          <p:cNvPr id="8015" name="Google Shape;8015;p64"/>
          <p:cNvSpPr/>
          <p:nvPr/>
        </p:nvSpPr>
        <p:spPr>
          <a:xfrm>
            <a:off x="3240088" y="4213880"/>
            <a:ext cx="844550"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a:p>
        </p:txBody>
      </p:sp>
      <p:sp>
        <p:nvSpPr>
          <p:cNvPr id="7981" name="Google Shape;7981;p64"/>
          <p:cNvSpPr/>
          <p:nvPr/>
        </p:nvSpPr>
        <p:spPr>
          <a:xfrm>
            <a:off x="2266950" y="4213880"/>
            <a:ext cx="844550"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a:p>
        </p:txBody>
      </p:sp>
      <p:sp>
        <p:nvSpPr>
          <p:cNvPr id="8016" name="Google Shape;8016;p64"/>
          <p:cNvSpPr/>
          <p:nvPr/>
        </p:nvSpPr>
        <p:spPr>
          <a:xfrm>
            <a:off x="7134225" y="4213880"/>
            <a:ext cx="844550"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a:p>
        </p:txBody>
      </p:sp>
      <p:sp>
        <p:nvSpPr>
          <p:cNvPr id="8017" name="Google Shape;8017;p64"/>
          <p:cNvSpPr/>
          <p:nvPr/>
        </p:nvSpPr>
        <p:spPr>
          <a:xfrm>
            <a:off x="6159500" y="4213880"/>
            <a:ext cx="846138"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a:p>
        </p:txBody>
      </p:sp>
      <p:sp>
        <p:nvSpPr>
          <p:cNvPr id="7988" name="Google Shape;7988;p64"/>
          <p:cNvSpPr/>
          <p:nvPr/>
        </p:nvSpPr>
        <p:spPr>
          <a:xfrm>
            <a:off x="5186363" y="4213880"/>
            <a:ext cx="846137"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a:p>
        </p:txBody>
      </p:sp>
      <p:sp>
        <p:nvSpPr>
          <p:cNvPr id="8018" name="Google Shape;8018;p64"/>
          <p:cNvSpPr/>
          <p:nvPr/>
        </p:nvSpPr>
        <p:spPr>
          <a:xfrm>
            <a:off x="4213225" y="4213880"/>
            <a:ext cx="844550"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a:p>
        </p:txBody>
      </p:sp>
      <p:sp>
        <p:nvSpPr>
          <p:cNvPr id="7995" name="Google Shape;7995;p64"/>
          <p:cNvSpPr/>
          <p:nvPr/>
        </p:nvSpPr>
        <p:spPr>
          <a:xfrm>
            <a:off x="8107363" y="4213880"/>
            <a:ext cx="844550"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a:p>
        </p:txBody>
      </p:sp>
      <p:sp>
        <p:nvSpPr>
          <p:cNvPr id="8019" name="Google Shape;8019;p64"/>
          <p:cNvSpPr/>
          <p:nvPr/>
        </p:nvSpPr>
        <p:spPr>
          <a:xfrm>
            <a:off x="9080500" y="4213880"/>
            <a:ext cx="844550" cy="594061"/>
          </a:xfrm>
          <a:prstGeom prst="ellipse">
            <a:avLst/>
          </a:prstGeom>
          <a:solidFill>
            <a:srgbClr val="9CDFF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access</a:t>
            </a:r>
            <a:endParaRPr/>
          </a:p>
          <a:p>
            <a:pPr indent="0" lvl="0" marL="0" marR="0" rtl="0" algn="ctr">
              <a:lnSpc>
                <a:spcPct val="9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ISP</a:t>
            </a:r>
            <a:endParaRPr/>
          </a:p>
        </p:txBody>
      </p:sp>
      <p:grpSp>
        <p:nvGrpSpPr>
          <p:cNvPr id="8020" name="Google Shape;8020;p64"/>
          <p:cNvGrpSpPr/>
          <p:nvPr/>
        </p:nvGrpSpPr>
        <p:grpSpPr>
          <a:xfrm>
            <a:off x="3480201" y="2531935"/>
            <a:ext cx="869150" cy="502396"/>
            <a:chOff x="553316" y="2997818"/>
            <a:chExt cx="869150" cy="534333"/>
          </a:xfrm>
        </p:grpSpPr>
        <p:sp>
          <p:nvSpPr>
            <p:cNvPr id="8021" name="Google Shape;8021;p64"/>
            <p:cNvSpPr/>
            <p:nvPr/>
          </p:nvSpPr>
          <p:spPr>
            <a:xfrm>
              <a:off x="553316" y="2997818"/>
              <a:ext cx="869150" cy="523220"/>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22" name="Google Shape;8022;p64"/>
            <p:cNvSpPr txBox="1"/>
            <p:nvPr/>
          </p:nvSpPr>
          <p:spPr>
            <a:xfrm>
              <a:off x="684127" y="3008931"/>
              <a:ext cx="64633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Calibri"/>
                  <a:ea typeface="Calibri"/>
                  <a:cs typeface="Calibri"/>
                  <a:sym typeface="Calibri"/>
                </a:rPr>
                <a:t>IXP</a:t>
              </a:r>
              <a:endParaRPr sz="1600">
                <a:solidFill>
                  <a:schemeClr val="lt1"/>
                </a:solidFill>
                <a:latin typeface="Calibri"/>
                <a:ea typeface="Calibri"/>
                <a:cs typeface="Calibri"/>
                <a:sym typeface="Calibri"/>
              </a:endParaRPr>
            </a:p>
          </p:txBody>
        </p:sp>
      </p:grpSp>
      <p:grpSp>
        <p:nvGrpSpPr>
          <p:cNvPr id="8023" name="Google Shape;8023;p64"/>
          <p:cNvGrpSpPr/>
          <p:nvPr/>
        </p:nvGrpSpPr>
        <p:grpSpPr>
          <a:xfrm>
            <a:off x="6173793" y="2537627"/>
            <a:ext cx="869150" cy="502396"/>
            <a:chOff x="553316" y="2997818"/>
            <a:chExt cx="869150" cy="534333"/>
          </a:xfrm>
        </p:grpSpPr>
        <p:sp>
          <p:nvSpPr>
            <p:cNvPr id="8024" name="Google Shape;8024;p64"/>
            <p:cNvSpPr/>
            <p:nvPr/>
          </p:nvSpPr>
          <p:spPr>
            <a:xfrm>
              <a:off x="553316" y="2997818"/>
              <a:ext cx="869150" cy="523220"/>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25" name="Google Shape;8025;p64"/>
            <p:cNvSpPr txBox="1"/>
            <p:nvPr/>
          </p:nvSpPr>
          <p:spPr>
            <a:xfrm>
              <a:off x="684127" y="3008931"/>
              <a:ext cx="64633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Calibri"/>
                  <a:ea typeface="Calibri"/>
                  <a:cs typeface="Calibri"/>
                  <a:sym typeface="Calibri"/>
                </a:rPr>
                <a:t>IXP</a:t>
              </a:r>
              <a:endParaRPr sz="1600">
                <a:solidFill>
                  <a:schemeClr val="lt1"/>
                </a:solidFill>
                <a:latin typeface="Calibri"/>
                <a:ea typeface="Calibri"/>
                <a:cs typeface="Calibri"/>
                <a:sym typeface="Calibri"/>
              </a:endParaRPr>
            </a:p>
          </p:txBody>
        </p:sp>
      </p:grpSp>
      <p:grpSp>
        <p:nvGrpSpPr>
          <p:cNvPr id="8026" name="Google Shape;8026;p64"/>
          <p:cNvGrpSpPr/>
          <p:nvPr/>
        </p:nvGrpSpPr>
        <p:grpSpPr>
          <a:xfrm>
            <a:off x="8807849" y="2554323"/>
            <a:ext cx="869150" cy="502396"/>
            <a:chOff x="553316" y="2997818"/>
            <a:chExt cx="869150" cy="534333"/>
          </a:xfrm>
        </p:grpSpPr>
        <p:sp>
          <p:nvSpPr>
            <p:cNvPr id="8027" name="Google Shape;8027;p64"/>
            <p:cNvSpPr/>
            <p:nvPr/>
          </p:nvSpPr>
          <p:spPr>
            <a:xfrm>
              <a:off x="553316" y="2997818"/>
              <a:ext cx="869150" cy="523220"/>
            </a:xfrm>
            <a:prstGeom prst="ellipse">
              <a:avLst/>
            </a:prstGeom>
            <a:solidFill>
              <a:srgbClr val="0000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28" name="Google Shape;8028;p64"/>
            <p:cNvSpPr txBox="1"/>
            <p:nvPr/>
          </p:nvSpPr>
          <p:spPr>
            <a:xfrm>
              <a:off x="684127" y="3008931"/>
              <a:ext cx="64633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Calibri"/>
                  <a:ea typeface="Calibri"/>
                  <a:cs typeface="Calibri"/>
                  <a:sym typeface="Calibri"/>
                </a:rPr>
                <a:t>IXP</a:t>
              </a:r>
              <a:endParaRPr sz="1600">
                <a:solidFill>
                  <a:schemeClr val="lt1"/>
                </a:solidFill>
                <a:latin typeface="Calibri"/>
                <a:ea typeface="Calibri"/>
                <a:cs typeface="Calibri"/>
                <a:sym typeface="Calibri"/>
              </a:endParaRPr>
            </a:p>
          </p:txBody>
        </p:sp>
      </p:grpSp>
      <p:sp>
        <p:nvSpPr>
          <p:cNvPr id="8029" name="Google Shape;8029;p64"/>
          <p:cNvSpPr txBox="1"/>
          <p:nvPr/>
        </p:nvSpPr>
        <p:spPr>
          <a:xfrm>
            <a:off x="532110" y="5020506"/>
            <a:ext cx="11283366" cy="1827212"/>
          </a:xfrm>
          <a:prstGeom prst="rect">
            <a:avLst/>
          </a:prstGeom>
          <a:noFill/>
          <a:ln>
            <a:noFill/>
          </a:ln>
        </p:spPr>
        <p:txBody>
          <a:bodyPr anchorCtr="0" anchor="t" bIns="45700" lIns="91425" spcFirstLastPara="1" rIns="91425" wrap="square" tIns="45700">
            <a:normAutofit lnSpcReduction="10000"/>
          </a:bodyPr>
          <a:lstStyle/>
          <a:p>
            <a:pPr indent="0" lvl="0" marL="63500" marR="0" rtl="0" algn="l">
              <a:lnSpc>
                <a:spcPct val="90000"/>
              </a:lnSpc>
              <a:spcBef>
                <a:spcPts val="0"/>
              </a:spcBef>
              <a:spcAft>
                <a:spcPts val="0"/>
              </a:spcAft>
              <a:buClr>
                <a:srgbClr val="0000A3"/>
              </a:buClr>
              <a:buSzPts val="2400"/>
              <a:buFont typeface="Noto Sans Symbols"/>
              <a:buNone/>
            </a:pPr>
            <a:r>
              <a:rPr lang="en-US" sz="2400">
                <a:solidFill>
                  <a:schemeClr val="dk1"/>
                </a:solidFill>
                <a:latin typeface="Calibri"/>
                <a:ea typeface="Calibri"/>
                <a:cs typeface="Calibri"/>
                <a:sym typeface="Calibri"/>
              </a:rPr>
              <a:t>At “center”: small # of well-connected large networks</a:t>
            </a:r>
            <a:endParaRPr/>
          </a:p>
          <a:p>
            <a:pPr indent="-280988" lvl="1" marL="460375"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rgbClr val="CC0000"/>
                </a:solidFill>
                <a:latin typeface="Calibri"/>
                <a:ea typeface="Calibri"/>
                <a:cs typeface="Calibri"/>
                <a:sym typeface="Calibri"/>
              </a:rPr>
              <a:t>“tier-1” commercial ISPs</a:t>
            </a:r>
            <a:r>
              <a:rPr b="0" i="0" lang="en-US" sz="2400" u="none" cap="none" strike="noStrike">
                <a:solidFill>
                  <a:srgbClr val="FF0000"/>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(e.g., Level 3, Sprint, AT&amp;T, NTT), </a:t>
            </a:r>
            <a:r>
              <a:rPr b="0" i="0" lang="en-US" sz="2400" u="none" cap="none" strike="noStrike">
                <a:solidFill>
                  <a:schemeClr val="dk1"/>
                </a:solidFill>
                <a:latin typeface="Calibri"/>
                <a:ea typeface="Calibri"/>
                <a:cs typeface="Calibri"/>
                <a:sym typeface="Calibri"/>
              </a:rPr>
              <a:t>national &amp; international coverage</a:t>
            </a:r>
            <a:endParaRPr/>
          </a:p>
          <a:p>
            <a:pPr indent="-280988" lvl="1" marL="460375"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rgbClr val="CC0000"/>
                </a:solidFill>
                <a:latin typeface="Calibri"/>
                <a:ea typeface="Calibri"/>
                <a:cs typeface="Calibri"/>
                <a:sym typeface="Calibri"/>
              </a:rPr>
              <a:t>content provider networks </a:t>
            </a:r>
            <a:r>
              <a:rPr b="0" i="0" lang="en-US" sz="2000" u="none" cap="none" strike="noStrike">
                <a:solidFill>
                  <a:schemeClr val="dk1"/>
                </a:solidFill>
                <a:latin typeface="Calibri"/>
                <a:ea typeface="Calibri"/>
                <a:cs typeface="Calibri"/>
                <a:sym typeface="Calibri"/>
              </a:rPr>
              <a:t>(e.g., Google, Facebook): </a:t>
            </a:r>
            <a:r>
              <a:rPr b="0" i="0" lang="en-US" sz="2400" u="none" cap="none" strike="noStrike">
                <a:solidFill>
                  <a:schemeClr val="dk1"/>
                </a:solidFill>
                <a:latin typeface="Calibri"/>
                <a:ea typeface="Calibri"/>
                <a:cs typeface="Calibri"/>
                <a:sym typeface="Calibri"/>
              </a:rPr>
              <a:t>private network that connects its data centers to Internet, often bypassing tier-1, regional ISPs</a:t>
            </a:r>
            <a:endParaRPr/>
          </a:p>
          <a:p>
            <a:pPr indent="-280988" lvl="1" marL="460375"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chemeClr val="dk1"/>
                </a:solidFill>
                <a:latin typeface="Calibri"/>
                <a:ea typeface="Calibri"/>
                <a:cs typeface="Calibri"/>
                <a:sym typeface="Calibri"/>
              </a:rPr>
              <a:t>Example ISP list in Malaysia: </a:t>
            </a:r>
            <a:r>
              <a:rPr b="0" i="0" lang="en-US" sz="2400" u="sng" cap="none" strike="noStrike">
                <a:solidFill>
                  <a:schemeClr val="dk1"/>
                </a:solidFill>
                <a:latin typeface="Calibri"/>
                <a:ea typeface="Calibri"/>
                <a:cs typeface="Calibri"/>
                <a:sym typeface="Calibri"/>
                <a:hlinkClick r:id="rId3">
                  <a:extLst>
                    <a:ext uri="{A12FA001-AC4F-418D-AE19-62706E023703}">
                      <ahyp:hlinkClr val="tx"/>
                    </a:ext>
                  </a:extLst>
                </a:hlinkClick>
              </a:rPr>
              <a:t>List</a:t>
            </a:r>
            <a:r>
              <a:rPr b="0" i="0" lang="en-US" sz="2400" u="none" cap="none" strike="noStrike">
                <a:solidFill>
                  <a:schemeClr val="dk1"/>
                </a:solidFill>
                <a:latin typeface="Calibri"/>
                <a:ea typeface="Calibri"/>
                <a:cs typeface="Calibri"/>
                <a:sym typeface="Calibri"/>
              </a:rPr>
              <a:t> , </a:t>
            </a:r>
            <a:r>
              <a:rPr b="0" i="0" lang="en-US" sz="2400" u="sng" cap="none" strike="noStrike">
                <a:solidFill>
                  <a:schemeClr val="dk1"/>
                </a:solidFill>
                <a:latin typeface="Calibri"/>
                <a:ea typeface="Calibri"/>
                <a:cs typeface="Calibri"/>
                <a:sym typeface="Calibri"/>
                <a:hlinkClick r:id="rId4">
                  <a:extLst>
                    <a:ext uri="{A12FA001-AC4F-418D-AE19-62706E023703}">
                      <ahyp:hlinkClr val="tx"/>
                    </a:ext>
                  </a:extLst>
                </a:hlinkClick>
              </a:rPr>
              <a:t>Service Offer</a:t>
            </a:r>
            <a:r>
              <a:rPr b="0" i="0" lang="en-US" sz="2400" u="none" cap="none" strike="noStrike">
                <a:solidFill>
                  <a:schemeClr val="dk1"/>
                </a:solidFill>
                <a:latin typeface="Calibri"/>
                <a:ea typeface="Calibri"/>
                <a:cs typeface="Calibri"/>
                <a:sym typeface="Calibri"/>
              </a:rPr>
              <a:t> , </a:t>
            </a:r>
            <a:r>
              <a:rPr b="0" i="0" lang="en-US" sz="2400" u="sng" cap="none" strike="noStrike">
                <a:solidFill>
                  <a:schemeClr val="dk1"/>
                </a:solidFill>
                <a:latin typeface="Calibri"/>
                <a:ea typeface="Calibri"/>
                <a:cs typeface="Calibri"/>
                <a:sym typeface="Calibri"/>
                <a:hlinkClick r:id="rId5">
                  <a:extLst>
                    <a:ext uri="{A12FA001-AC4F-418D-AE19-62706E023703}">
                      <ahyp:hlinkClr val="tx"/>
                    </a:ext>
                  </a:extLst>
                </a:hlinkClick>
              </a:rPr>
              <a:t>Service Cost</a:t>
            </a:r>
            <a:endParaRPr b="0" i="0" sz="2400" u="none" cap="none" strike="noStrike">
              <a:solidFill>
                <a:schemeClr val="dk1"/>
              </a:solidFill>
              <a:latin typeface="Calibri"/>
              <a:ea typeface="Calibri"/>
              <a:cs typeface="Calibri"/>
              <a:sym typeface="Calibri"/>
            </a:endParaRPr>
          </a:p>
          <a:p>
            <a:pPr indent="-128587" lvl="1" marL="460375" marR="0" rtl="0" algn="l">
              <a:lnSpc>
                <a:spcPct val="90000"/>
              </a:lnSpc>
              <a:spcBef>
                <a:spcPts val="500"/>
              </a:spcBef>
              <a:spcAft>
                <a:spcPts val="0"/>
              </a:spcAft>
              <a:buClr>
                <a:srgbClr val="0000A8"/>
              </a:buClr>
              <a:buSzPts val="2400"/>
              <a:buFont typeface="Noto Sans Symbols"/>
              <a:buNone/>
            </a:pPr>
            <a:r>
              <a:t/>
            </a:r>
            <a:endParaRPr b="0" i="0" sz="2400" u="none" cap="none" strike="noStrike">
              <a:solidFill>
                <a:schemeClr val="dk1"/>
              </a:solidFill>
              <a:latin typeface="Calibri"/>
              <a:ea typeface="Calibri"/>
              <a:cs typeface="Calibri"/>
              <a:sym typeface="Calibri"/>
            </a:endParaRPr>
          </a:p>
          <a:p>
            <a:pPr indent="-225425" lvl="1" marL="682625" marR="0" rtl="0" algn="l">
              <a:lnSpc>
                <a:spcPct val="90000"/>
              </a:lnSpc>
              <a:spcBef>
                <a:spcPts val="500"/>
              </a:spcBef>
              <a:spcAft>
                <a:spcPts val="0"/>
              </a:spcAft>
              <a:buClr>
                <a:srgbClr val="0000A8"/>
              </a:buClr>
              <a:buSzPts val="2000"/>
              <a:buFont typeface="Noto Sans Symbols"/>
              <a:buNone/>
            </a:pPr>
            <a:r>
              <a:t/>
            </a:r>
            <a:endParaRPr b="0" i="0" sz="2000" u="none" cap="none" strike="noStrike">
              <a:solidFill>
                <a:schemeClr val="dk1"/>
              </a:solidFill>
              <a:latin typeface="Calibri"/>
              <a:ea typeface="Calibri"/>
              <a:cs typeface="Calibri"/>
              <a:sym typeface="Calibri"/>
            </a:endParaRPr>
          </a:p>
        </p:txBody>
      </p:sp>
      <p:sp>
        <p:nvSpPr>
          <p:cNvPr id="8030" name="Google Shape;8030;p64"/>
          <p:cNvSpPr/>
          <p:nvPr/>
        </p:nvSpPr>
        <p:spPr>
          <a:xfrm>
            <a:off x="7108430" y="1469631"/>
            <a:ext cx="2014757" cy="729410"/>
          </a:xfrm>
          <a:prstGeom prst="ellipse">
            <a:avLst/>
          </a:prstGeom>
          <a:solidFill>
            <a:srgbClr val="FF6600">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     </a:t>
            </a:r>
            <a:endParaRPr/>
          </a:p>
        </p:txBody>
      </p:sp>
      <p:sp>
        <p:nvSpPr>
          <p:cNvPr id="8031" name="Google Shape;8031;p64"/>
          <p:cNvSpPr txBox="1"/>
          <p:nvPr/>
        </p:nvSpPr>
        <p:spPr>
          <a:xfrm>
            <a:off x="7418830" y="1497684"/>
            <a:ext cx="151676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Calibri"/>
                <a:ea typeface="Calibri"/>
                <a:cs typeface="Calibri"/>
                <a:sym typeface="Calibri"/>
              </a:rPr>
              <a:t>Google</a:t>
            </a:r>
            <a:endParaRPr sz="1800">
              <a:solidFill>
                <a:schemeClr val="lt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6" name="Shape 8036"/>
        <p:cNvGrpSpPr/>
        <p:nvPr/>
      </p:nvGrpSpPr>
      <p:grpSpPr>
        <a:xfrm>
          <a:off x="0" y="0"/>
          <a:ext cx="0" cy="0"/>
          <a:chOff x="0" y="0"/>
          <a:chExt cx="0" cy="0"/>
        </a:xfrm>
      </p:grpSpPr>
      <p:sp>
        <p:nvSpPr>
          <p:cNvPr id="8037" name="Google Shape;8037;p65"/>
          <p:cNvSpPr txBox="1"/>
          <p:nvPr>
            <p:ph type="title"/>
          </p:nvPr>
        </p:nvSpPr>
        <p:spPr>
          <a:xfrm>
            <a:off x="825267" y="33619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Tier-1 ISP Network map: Sprint </a:t>
            </a:r>
            <a:r>
              <a:rPr b="0" lang="en-US" sz="2800"/>
              <a:t>(2019)</a:t>
            </a:r>
            <a:endParaRPr b="0"/>
          </a:p>
        </p:txBody>
      </p:sp>
      <p:sp>
        <p:nvSpPr>
          <p:cNvPr id="8038" name="Google Shape;8038;p65"/>
          <p:cNvSpPr txBox="1"/>
          <p:nvPr>
            <p:ph idx="12" type="sldNum"/>
          </p:nvPr>
        </p:nvSpPr>
        <p:spPr>
          <a:xfrm>
            <a:off x="9219616" y="644711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pic>
        <p:nvPicPr>
          <p:cNvPr id="8039" name="Google Shape;8039;p65"/>
          <p:cNvPicPr preferRelativeResize="0"/>
          <p:nvPr/>
        </p:nvPicPr>
        <p:blipFill rotWithShape="1">
          <a:blip r:embed="rId3">
            <a:alphaModFix/>
          </a:blip>
          <a:srcRect b="0" l="0" r="0" t="0"/>
          <a:stretch/>
        </p:blipFill>
        <p:spPr>
          <a:xfrm>
            <a:off x="2665746" y="1256885"/>
            <a:ext cx="8675121" cy="5160132"/>
          </a:xfrm>
          <a:prstGeom prst="rect">
            <a:avLst/>
          </a:prstGeom>
          <a:noFill/>
          <a:ln>
            <a:noFill/>
          </a:ln>
        </p:spPr>
      </p:pic>
      <p:pic>
        <p:nvPicPr>
          <p:cNvPr id="8040" name="Google Shape;8040;p65"/>
          <p:cNvPicPr preferRelativeResize="0"/>
          <p:nvPr/>
        </p:nvPicPr>
        <p:blipFill rotWithShape="1">
          <a:blip r:embed="rId4">
            <a:alphaModFix/>
          </a:blip>
          <a:srcRect b="0" l="0" r="0" t="0"/>
          <a:stretch/>
        </p:blipFill>
        <p:spPr>
          <a:xfrm>
            <a:off x="468832" y="4518121"/>
            <a:ext cx="2499237" cy="1695700"/>
          </a:xfrm>
          <a:prstGeom prst="rect">
            <a:avLst/>
          </a:prstGeom>
          <a:noFill/>
          <a:ln>
            <a:noFill/>
          </a:ln>
        </p:spPr>
      </p:pic>
      <p:grpSp>
        <p:nvGrpSpPr>
          <p:cNvPr id="8041" name="Google Shape;8041;p65"/>
          <p:cNvGrpSpPr/>
          <p:nvPr/>
        </p:nvGrpSpPr>
        <p:grpSpPr>
          <a:xfrm>
            <a:off x="8015720" y="1256885"/>
            <a:ext cx="4141289" cy="2890954"/>
            <a:chOff x="5135487" y="2377854"/>
            <a:chExt cx="4141289" cy="2890954"/>
          </a:xfrm>
        </p:grpSpPr>
        <p:sp>
          <p:nvSpPr>
            <p:cNvPr id="8042" name="Google Shape;8042;p65"/>
            <p:cNvSpPr/>
            <p:nvPr/>
          </p:nvSpPr>
          <p:spPr>
            <a:xfrm>
              <a:off x="5135487" y="2637821"/>
              <a:ext cx="633069" cy="2382822"/>
            </a:xfrm>
            <a:custGeom>
              <a:rect b="b" l="l" r="r" t="t"/>
              <a:pathLst>
                <a:path extrusionOk="0" h="8914" w="8521">
                  <a:moveTo>
                    <a:pt x="0" y="6110"/>
                  </a:moveTo>
                  <a:lnTo>
                    <a:pt x="8521" y="0"/>
                  </a:lnTo>
                  <a:cubicBezTo>
                    <a:pt x="8471" y="2971"/>
                    <a:pt x="8422" y="5943"/>
                    <a:pt x="8372" y="8914"/>
                  </a:cubicBezTo>
                  <a:lnTo>
                    <a:pt x="0" y="6110"/>
                  </a:lnTo>
                  <a:close/>
                </a:path>
              </a:pathLst>
            </a:custGeom>
            <a:gradFill>
              <a:gsLst>
                <a:gs pos="0">
                  <a:srgbClr val="0000A8"/>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43" name="Google Shape;8043;p65"/>
            <p:cNvSpPr/>
            <p:nvPr/>
          </p:nvSpPr>
          <p:spPr>
            <a:xfrm>
              <a:off x="5738953" y="2377854"/>
              <a:ext cx="2721681" cy="2890954"/>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8044" name="Google Shape;8044;p65"/>
            <p:cNvGrpSpPr/>
            <p:nvPr/>
          </p:nvGrpSpPr>
          <p:grpSpPr>
            <a:xfrm>
              <a:off x="5819548" y="2802028"/>
              <a:ext cx="3457228" cy="2337889"/>
              <a:chOff x="5819548" y="2802028"/>
              <a:chExt cx="3457228" cy="2337889"/>
            </a:xfrm>
          </p:grpSpPr>
          <p:grpSp>
            <p:nvGrpSpPr>
              <p:cNvPr id="8045" name="Google Shape;8045;p65"/>
              <p:cNvGrpSpPr/>
              <p:nvPr/>
            </p:nvGrpSpPr>
            <p:grpSpPr>
              <a:xfrm flipH="1">
                <a:off x="6448859" y="3873358"/>
                <a:ext cx="1230313" cy="454924"/>
                <a:chOff x="2927" y="2497"/>
                <a:chExt cx="949" cy="335"/>
              </a:xfrm>
            </p:grpSpPr>
            <p:cxnSp>
              <p:nvCxnSpPr>
                <p:cNvPr id="8046" name="Google Shape;8046;p65"/>
                <p:cNvCxnSpPr/>
                <p:nvPr/>
              </p:nvCxnSpPr>
              <p:spPr>
                <a:xfrm flipH="1">
                  <a:off x="2927" y="2515"/>
                  <a:ext cx="236" cy="311"/>
                </a:xfrm>
                <a:prstGeom prst="straightConnector1">
                  <a:avLst/>
                </a:prstGeom>
                <a:noFill/>
                <a:ln cap="flat" cmpd="sng" w="12700">
                  <a:solidFill>
                    <a:srgbClr val="000000"/>
                  </a:solidFill>
                  <a:prstDash val="solid"/>
                  <a:round/>
                  <a:headEnd len="med" w="med" type="none"/>
                  <a:tailEnd len="med" w="med" type="none"/>
                </a:ln>
              </p:spPr>
            </p:cxnSp>
            <p:cxnSp>
              <p:nvCxnSpPr>
                <p:cNvPr id="8047" name="Google Shape;8047;p65"/>
                <p:cNvCxnSpPr/>
                <p:nvPr/>
              </p:nvCxnSpPr>
              <p:spPr>
                <a:xfrm>
                  <a:off x="3209" y="2500"/>
                  <a:ext cx="201" cy="332"/>
                </a:xfrm>
                <a:prstGeom prst="straightConnector1">
                  <a:avLst/>
                </a:prstGeom>
                <a:noFill/>
                <a:ln cap="flat" cmpd="sng" w="12700">
                  <a:solidFill>
                    <a:srgbClr val="000000"/>
                  </a:solidFill>
                  <a:prstDash val="solid"/>
                  <a:round/>
                  <a:headEnd len="med" w="med" type="none"/>
                  <a:tailEnd len="med" w="med" type="none"/>
                </a:ln>
              </p:spPr>
            </p:cxnSp>
            <p:cxnSp>
              <p:nvCxnSpPr>
                <p:cNvPr id="8048" name="Google Shape;8048;p65"/>
                <p:cNvCxnSpPr/>
                <p:nvPr/>
              </p:nvCxnSpPr>
              <p:spPr>
                <a:xfrm>
                  <a:off x="3306" y="2497"/>
                  <a:ext cx="570" cy="327"/>
                </a:xfrm>
                <a:prstGeom prst="straightConnector1">
                  <a:avLst/>
                </a:prstGeom>
                <a:noFill/>
                <a:ln cap="flat" cmpd="sng" w="12700">
                  <a:solidFill>
                    <a:srgbClr val="000000"/>
                  </a:solidFill>
                  <a:prstDash val="solid"/>
                  <a:round/>
                  <a:headEnd len="med" w="med" type="none"/>
                  <a:tailEnd len="med" w="med" type="none"/>
                </a:ln>
              </p:spPr>
            </p:cxnSp>
          </p:grpSp>
          <p:cxnSp>
            <p:nvCxnSpPr>
              <p:cNvPr id="8049" name="Google Shape;8049;p65"/>
              <p:cNvCxnSpPr/>
              <p:nvPr/>
            </p:nvCxnSpPr>
            <p:spPr>
              <a:xfrm rot="10800000">
                <a:off x="6796885" y="3050344"/>
                <a:ext cx="0" cy="565150"/>
              </a:xfrm>
              <a:prstGeom prst="straightConnector1">
                <a:avLst/>
              </a:prstGeom>
              <a:noFill/>
              <a:ln cap="flat" cmpd="sng" w="25400">
                <a:solidFill>
                  <a:srgbClr val="000000"/>
                </a:solidFill>
                <a:prstDash val="solid"/>
                <a:round/>
                <a:headEnd len="med" w="med" type="none"/>
                <a:tailEnd len="med" w="med" type="none"/>
              </a:ln>
            </p:spPr>
          </p:cxnSp>
          <p:cxnSp>
            <p:nvCxnSpPr>
              <p:cNvPr id="8050" name="Google Shape;8050;p65"/>
              <p:cNvCxnSpPr/>
              <p:nvPr/>
            </p:nvCxnSpPr>
            <p:spPr>
              <a:xfrm flipH="1">
                <a:off x="6401234" y="3888297"/>
                <a:ext cx="295286" cy="439986"/>
              </a:xfrm>
              <a:prstGeom prst="straightConnector1">
                <a:avLst/>
              </a:prstGeom>
              <a:noFill/>
              <a:ln cap="flat" cmpd="sng" w="12700">
                <a:solidFill>
                  <a:srgbClr val="000000"/>
                </a:solidFill>
                <a:prstDash val="solid"/>
                <a:round/>
                <a:headEnd len="med" w="med" type="none"/>
                <a:tailEnd len="med" w="med" type="none"/>
              </a:ln>
            </p:spPr>
          </p:cxnSp>
          <p:cxnSp>
            <p:nvCxnSpPr>
              <p:cNvPr id="8051" name="Google Shape;8051;p65"/>
              <p:cNvCxnSpPr/>
              <p:nvPr/>
            </p:nvCxnSpPr>
            <p:spPr>
              <a:xfrm>
                <a:off x="6767946" y="3885369"/>
                <a:ext cx="260350" cy="450850"/>
              </a:xfrm>
              <a:prstGeom prst="straightConnector1">
                <a:avLst/>
              </a:prstGeom>
              <a:noFill/>
              <a:ln cap="flat" cmpd="sng" w="12700">
                <a:solidFill>
                  <a:srgbClr val="000000"/>
                </a:solidFill>
                <a:prstDash val="solid"/>
                <a:round/>
                <a:headEnd len="med" w="med" type="none"/>
                <a:tailEnd len="med" w="med" type="none"/>
              </a:ln>
            </p:spPr>
          </p:cxnSp>
          <p:cxnSp>
            <p:nvCxnSpPr>
              <p:cNvPr id="8052" name="Google Shape;8052;p65"/>
              <p:cNvCxnSpPr/>
              <p:nvPr/>
            </p:nvCxnSpPr>
            <p:spPr>
              <a:xfrm>
                <a:off x="6904471" y="3885369"/>
                <a:ext cx="728663" cy="439737"/>
              </a:xfrm>
              <a:prstGeom prst="straightConnector1">
                <a:avLst/>
              </a:prstGeom>
              <a:noFill/>
              <a:ln cap="flat" cmpd="sng" w="12700">
                <a:solidFill>
                  <a:srgbClr val="000000"/>
                </a:solidFill>
                <a:prstDash val="solid"/>
                <a:round/>
                <a:headEnd len="med" w="med" type="none"/>
                <a:tailEnd len="med" w="med" type="none"/>
              </a:ln>
            </p:spPr>
          </p:cxnSp>
          <p:sp>
            <p:nvSpPr>
              <p:cNvPr id="8053" name="Google Shape;8053;p65"/>
              <p:cNvSpPr txBox="1"/>
              <p:nvPr/>
            </p:nvSpPr>
            <p:spPr>
              <a:xfrm>
                <a:off x="5819548" y="4801363"/>
                <a:ext cx="345722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links to/from Sprint customer networks</a:t>
                </a:r>
                <a:endParaRPr/>
              </a:p>
            </p:txBody>
          </p:sp>
          <p:sp>
            <p:nvSpPr>
              <p:cNvPr id="8054" name="Google Shape;8054;p65"/>
              <p:cNvSpPr txBox="1"/>
              <p:nvPr/>
            </p:nvSpPr>
            <p:spPr>
              <a:xfrm>
                <a:off x="7521549" y="3166317"/>
                <a:ext cx="1603407" cy="49116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lang="en-US" sz="1600">
                    <a:solidFill>
                      <a:schemeClr val="dk1"/>
                    </a:solidFill>
                    <a:latin typeface="Calibri"/>
                    <a:ea typeface="Calibri"/>
                    <a:cs typeface="Calibri"/>
                    <a:sym typeface="Calibri"/>
                  </a:rPr>
                  <a:t>links to peering networks</a:t>
                </a:r>
                <a:endParaRPr/>
              </a:p>
            </p:txBody>
          </p:sp>
          <p:sp>
            <p:nvSpPr>
              <p:cNvPr id="8055" name="Google Shape;8055;p65"/>
              <p:cNvSpPr txBox="1"/>
              <p:nvPr/>
            </p:nvSpPr>
            <p:spPr>
              <a:xfrm>
                <a:off x="5889091" y="2802028"/>
                <a:ext cx="239507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 to/from other Sprint PoPS</a:t>
                </a:r>
                <a:endParaRPr sz="1600">
                  <a:solidFill>
                    <a:schemeClr val="dk1"/>
                  </a:solidFill>
                  <a:latin typeface="Calibri"/>
                  <a:ea typeface="Calibri"/>
                  <a:cs typeface="Calibri"/>
                  <a:sym typeface="Calibri"/>
                </a:endParaRPr>
              </a:p>
            </p:txBody>
          </p:sp>
          <p:cxnSp>
            <p:nvCxnSpPr>
              <p:cNvPr id="8056" name="Google Shape;8056;p65"/>
              <p:cNvCxnSpPr/>
              <p:nvPr/>
            </p:nvCxnSpPr>
            <p:spPr>
              <a:xfrm rot="10800000">
                <a:off x="7376566" y="3077332"/>
                <a:ext cx="0" cy="563562"/>
              </a:xfrm>
              <a:prstGeom prst="straightConnector1">
                <a:avLst/>
              </a:prstGeom>
              <a:noFill/>
              <a:ln cap="flat" cmpd="sng" w="25400">
                <a:solidFill>
                  <a:srgbClr val="000000"/>
                </a:solidFill>
                <a:prstDash val="solid"/>
                <a:round/>
                <a:headEnd len="med" w="med" type="none"/>
                <a:tailEnd len="med" w="med" type="none"/>
              </a:ln>
            </p:spPr>
          </p:cxnSp>
          <p:sp>
            <p:nvSpPr>
              <p:cNvPr id="8057" name="Google Shape;8057;p65"/>
              <p:cNvSpPr txBox="1"/>
              <p:nvPr/>
            </p:nvSpPr>
            <p:spPr>
              <a:xfrm rot="5400000">
                <a:off x="7786958" y="3573701"/>
                <a:ext cx="4603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grpSp>
            <p:nvGrpSpPr>
              <p:cNvPr id="8058" name="Google Shape;8058;p65"/>
              <p:cNvGrpSpPr/>
              <p:nvPr/>
            </p:nvGrpSpPr>
            <p:grpSpPr>
              <a:xfrm>
                <a:off x="6197301" y="4364183"/>
                <a:ext cx="407219" cy="460757"/>
                <a:chOff x="6112721" y="4375907"/>
                <a:chExt cx="407219" cy="460757"/>
              </a:xfrm>
            </p:grpSpPr>
            <p:sp>
              <p:nvSpPr>
                <p:cNvPr id="8059" name="Google Shape;8059;p65"/>
                <p:cNvSpPr txBox="1"/>
                <p:nvPr/>
              </p:nvSpPr>
              <p:spPr>
                <a:xfrm flipH="1">
                  <a:off x="6112721" y="4375907"/>
                  <a:ext cx="3794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grpSp>
              <p:nvGrpSpPr>
                <p:cNvPr id="8060" name="Google Shape;8060;p65"/>
                <p:cNvGrpSpPr/>
                <p:nvPr/>
              </p:nvGrpSpPr>
              <p:grpSpPr>
                <a:xfrm>
                  <a:off x="6172277" y="4571552"/>
                  <a:ext cx="347663" cy="265112"/>
                  <a:chOff x="4370" y="2696"/>
                  <a:chExt cx="226" cy="346"/>
                </a:xfrm>
              </p:grpSpPr>
              <p:cxnSp>
                <p:nvCxnSpPr>
                  <p:cNvPr id="8061" name="Google Shape;8061;p65"/>
                  <p:cNvCxnSpPr/>
                  <p:nvPr/>
                </p:nvCxnSpPr>
                <p:spPr>
                  <a:xfrm rot="5400000">
                    <a:off x="4197" y="2868"/>
                    <a:ext cx="345" cy="0"/>
                  </a:xfrm>
                  <a:prstGeom prst="straightConnector1">
                    <a:avLst/>
                  </a:prstGeom>
                  <a:noFill/>
                  <a:ln cap="flat" cmpd="sng" w="12700">
                    <a:solidFill>
                      <a:schemeClr val="dk1"/>
                    </a:solidFill>
                    <a:prstDash val="solid"/>
                    <a:round/>
                    <a:headEnd len="med" w="med" type="none"/>
                    <a:tailEnd len="med" w="med" type="none"/>
                  </a:ln>
                </p:spPr>
              </p:cxnSp>
              <p:cxnSp>
                <p:nvCxnSpPr>
                  <p:cNvPr id="8062" name="Google Shape;8062;p65"/>
                  <p:cNvCxnSpPr/>
                  <p:nvPr/>
                </p:nvCxnSpPr>
                <p:spPr>
                  <a:xfrm rot="5400000">
                    <a:off x="4423" y="2869"/>
                    <a:ext cx="345" cy="0"/>
                  </a:xfrm>
                  <a:prstGeom prst="straightConnector1">
                    <a:avLst/>
                  </a:prstGeom>
                  <a:noFill/>
                  <a:ln cap="flat" cmpd="sng" w="12700">
                    <a:solidFill>
                      <a:schemeClr val="dk1"/>
                    </a:solidFill>
                    <a:prstDash val="solid"/>
                    <a:round/>
                    <a:headEnd len="med" w="med" type="none"/>
                    <a:tailEnd len="med" w="med" type="none"/>
                  </a:ln>
                </p:spPr>
              </p:cxnSp>
            </p:grpSp>
          </p:grpSp>
          <p:grpSp>
            <p:nvGrpSpPr>
              <p:cNvPr id="8063" name="Google Shape;8063;p65"/>
              <p:cNvGrpSpPr/>
              <p:nvPr/>
            </p:nvGrpSpPr>
            <p:grpSpPr>
              <a:xfrm>
                <a:off x="6533014" y="3617220"/>
                <a:ext cx="523857" cy="280582"/>
                <a:chOff x="7493876" y="2774731"/>
                <a:chExt cx="1481958" cy="894622"/>
              </a:xfrm>
            </p:grpSpPr>
            <p:sp>
              <p:nvSpPr>
                <p:cNvPr id="8064" name="Google Shape;8064;p6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065" name="Google Shape;8065;p6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066" name="Google Shape;8066;p65"/>
                <p:cNvGrpSpPr/>
                <p:nvPr/>
              </p:nvGrpSpPr>
              <p:grpSpPr>
                <a:xfrm>
                  <a:off x="7713663" y="2848339"/>
                  <a:ext cx="1042107" cy="425543"/>
                  <a:chOff x="7786941" y="2884917"/>
                  <a:chExt cx="897649" cy="353919"/>
                </a:xfrm>
              </p:grpSpPr>
              <p:sp>
                <p:nvSpPr>
                  <p:cNvPr id="8067" name="Google Shape;8067;p6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68" name="Google Shape;8068;p6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69" name="Google Shape;8069;p6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70" name="Google Shape;8070;p6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8071" name="Google Shape;8071;p65"/>
              <p:cNvGrpSpPr/>
              <p:nvPr/>
            </p:nvGrpSpPr>
            <p:grpSpPr>
              <a:xfrm>
                <a:off x="7099794" y="3618079"/>
                <a:ext cx="523857" cy="280582"/>
                <a:chOff x="7493876" y="2774731"/>
                <a:chExt cx="1481958" cy="894622"/>
              </a:xfrm>
            </p:grpSpPr>
            <p:sp>
              <p:nvSpPr>
                <p:cNvPr id="8072" name="Google Shape;8072;p6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073" name="Google Shape;8073;p6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074" name="Google Shape;8074;p65"/>
                <p:cNvGrpSpPr/>
                <p:nvPr/>
              </p:nvGrpSpPr>
              <p:grpSpPr>
                <a:xfrm>
                  <a:off x="7713663" y="2848339"/>
                  <a:ext cx="1042107" cy="425543"/>
                  <a:chOff x="7786941" y="2884917"/>
                  <a:chExt cx="897649" cy="353919"/>
                </a:xfrm>
              </p:grpSpPr>
              <p:sp>
                <p:nvSpPr>
                  <p:cNvPr id="8075" name="Google Shape;8075;p6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76" name="Google Shape;8076;p6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77" name="Google Shape;8077;p6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78" name="Google Shape;8078;p6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8079" name="Google Shape;8079;p65"/>
              <p:cNvGrpSpPr/>
              <p:nvPr/>
            </p:nvGrpSpPr>
            <p:grpSpPr>
              <a:xfrm>
                <a:off x="7456250" y="4311236"/>
                <a:ext cx="523857" cy="280582"/>
                <a:chOff x="7493876" y="2774731"/>
                <a:chExt cx="1481958" cy="894622"/>
              </a:xfrm>
            </p:grpSpPr>
            <p:sp>
              <p:nvSpPr>
                <p:cNvPr id="8080" name="Google Shape;8080;p6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081" name="Google Shape;8081;p6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082" name="Google Shape;8082;p65"/>
                <p:cNvGrpSpPr/>
                <p:nvPr/>
              </p:nvGrpSpPr>
              <p:grpSpPr>
                <a:xfrm>
                  <a:off x="7713663" y="2848339"/>
                  <a:ext cx="1042107" cy="425543"/>
                  <a:chOff x="7786941" y="2884917"/>
                  <a:chExt cx="897649" cy="353919"/>
                </a:xfrm>
              </p:grpSpPr>
              <p:sp>
                <p:nvSpPr>
                  <p:cNvPr id="8083" name="Google Shape;8083;p6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84" name="Google Shape;8084;p6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85" name="Google Shape;8085;p6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86" name="Google Shape;8086;p6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8087" name="Google Shape;8087;p65"/>
              <p:cNvGrpSpPr/>
              <p:nvPr/>
            </p:nvGrpSpPr>
            <p:grpSpPr>
              <a:xfrm>
                <a:off x="6179000" y="4306988"/>
                <a:ext cx="523857" cy="280582"/>
                <a:chOff x="7493876" y="2774731"/>
                <a:chExt cx="1481958" cy="894622"/>
              </a:xfrm>
            </p:grpSpPr>
            <p:sp>
              <p:nvSpPr>
                <p:cNvPr id="8088" name="Google Shape;8088;p6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089" name="Google Shape;8089;p6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090" name="Google Shape;8090;p65"/>
                <p:cNvGrpSpPr/>
                <p:nvPr/>
              </p:nvGrpSpPr>
              <p:grpSpPr>
                <a:xfrm>
                  <a:off x="7713663" y="2848339"/>
                  <a:ext cx="1042107" cy="425543"/>
                  <a:chOff x="7786941" y="2884917"/>
                  <a:chExt cx="897649" cy="353919"/>
                </a:xfrm>
              </p:grpSpPr>
              <p:sp>
                <p:nvSpPr>
                  <p:cNvPr id="8091" name="Google Shape;8091;p6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92" name="Google Shape;8092;p6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93" name="Google Shape;8093;p6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94" name="Google Shape;8094;p6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8095" name="Google Shape;8095;p65"/>
              <p:cNvGrpSpPr/>
              <p:nvPr/>
            </p:nvGrpSpPr>
            <p:grpSpPr>
              <a:xfrm>
                <a:off x="6837992" y="4368165"/>
                <a:ext cx="407219" cy="460757"/>
                <a:chOff x="6112721" y="4375907"/>
                <a:chExt cx="407219" cy="460757"/>
              </a:xfrm>
            </p:grpSpPr>
            <p:sp>
              <p:nvSpPr>
                <p:cNvPr id="8096" name="Google Shape;8096;p65"/>
                <p:cNvSpPr txBox="1"/>
                <p:nvPr/>
              </p:nvSpPr>
              <p:spPr>
                <a:xfrm flipH="1">
                  <a:off x="6112721" y="4375907"/>
                  <a:ext cx="3794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grpSp>
              <p:nvGrpSpPr>
                <p:cNvPr id="8097" name="Google Shape;8097;p65"/>
                <p:cNvGrpSpPr/>
                <p:nvPr/>
              </p:nvGrpSpPr>
              <p:grpSpPr>
                <a:xfrm>
                  <a:off x="6172277" y="4571552"/>
                  <a:ext cx="347663" cy="265112"/>
                  <a:chOff x="4370" y="2696"/>
                  <a:chExt cx="226" cy="346"/>
                </a:xfrm>
              </p:grpSpPr>
              <p:cxnSp>
                <p:nvCxnSpPr>
                  <p:cNvPr id="8098" name="Google Shape;8098;p65"/>
                  <p:cNvCxnSpPr/>
                  <p:nvPr/>
                </p:nvCxnSpPr>
                <p:spPr>
                  <a:xfrm rot="5400000">
                    <a:off x="4197" y="2868"/>
                    <a:ext cx="345" cy="0"/>
                  </a:xfrm>
                  <a:prstGeom prst="straightConnector1">
                    <a:avLst/>
                  </a:prstGeom>
                  <a:noFill/>
                  <a:ln cap="flat" cmpd="sng" w="12700">
                    <a:solidFill>
                      <a:schemeClr val="dk1"/>
                    </a:solidFill>
                    <a:prstDash val="solid"/>
                    <a:round/>
                    <a:headEnd len="med" w="med" type="none"/>
                    <a:tailEnd len="med" w="med" type="none"/>
                  </a:ln>
                </p:spPr>
              </p:cxnSp>
              <p:cxnSp>
                <p:nvCxnSpPr>
                  <p:cNvPr id="8099" name="Google Shape;8099;p65"/>
                  <p:cNvCxnSpPr/>
                  <p:nvPr/>
                </p:nvCxnSpPr>
                <p:spPr>
                  <a:xfrm rot="5400000">
                    <a:off x="4423" y="2869"/>
                    <a:ext cx="345" cy="0"/>
                  </a:xfrm>
                  <a:prstGeom prst="straightConnector1">
                    <a:avLst/>
                  </a:prstGeom>
                  <a:noFill/>
                  <a:ln cap="flat" cmpd="sng" w="12700">
                    <a:solidFill>
                      <a:schemeClr val="dk1"/>
                    </a:solidFill>
                    <a:prstDash val="solid"/>
                    <a:round/>
                    <a:headEnd len="med" w="med" type="none"/>
                    <a:tailEnd len="med" w="med" type="none"/>
                  </a:ln>
                </p:spPr>
              </p:cxnSp>
            </p:grpSp>
          </p:grpSp>
          <p:grpSp>
            <p:nvGrpSpPr>
              <p:cNvPr id="8100" name="Google Shape;8100;p65"/>
              <p:cNvGrpSpPr/>
              <p:nvPr/>
            </p:nvGrpSpPr>
            <p:grpSpPr>
              <a:xfrm>
                <a:off x="7485902" y="4368310"/>
                <a:ext cx="407219" cy="460757"/>
                <a:chOff x="6112721" y="4375907"/>
                <a:chExt cx="407219" cy="460757"/>
              </a:xfrm>
            </p:grpSpPr>
            <p:sp>
              <p:nvSpPr>
                <p:cNvPr id="8101" name="Google Shape;8101;p65"/>
                <p:cNvSpPr txBox="1"/>
                <p:nvPr/>
              </p:nvSpPr>
              <p:spPr>
                <a:xfrm flipH="1">
                  <a:off x="6112721" y="4375907"/>
                  <a:ext cx="37941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grpSp>
              <p:nvGrpSpPr>
                <p:cNvPr id="8102" name="Google Shape;8102;p65"/>
                <p:cNvGrpSpPr/>
                <p:nvPr/>
              </p:nvGrpSpPr>
              <p:grpSpPr>
                <a:xfrm>
                  <a:off x="6172277" y="4571552"/>
                  <a:ext cx="347663" cy="265112"/>
                  <a:chOff x="4370" y="2696"/>
                  <a:chExt cx="226" cy="346"/>
                </a:xfrm>
              </p:grpSpPr>
              <p:cxnSp>
                <p:nvCxnSpPr>
                  <p:cNvPr id="8103" name="Google Shape;8103;p65"/>
                  <p:cNvCxnSpPr/>
                  <p:nvPr/>
                </p:nvCxnSpPr>
                <p:spPr>
                  <a:xfrm rot="5400000">
                    <a:off x="4197" y="2868"/>
                    <a:ext cx="345" cy="0"/>
                  </a:xfrm>
                  <a:prstGeom prst="straightConnector1">
                    <a:avLst/>
                  </a:prstGeom>
                  <a:noFill/>
                  <a:ln cap="flat" cmpd="sng" w="12700">
                    <a:solidFill>
                      <a:schemeClr val="dk1"/>
                    </a:solidFill>
                    <a:prstDash val="solid"/>
                    <a:round/>
                    <a:headEnd len="med" w="med" type="none"/>
                    <a:tailEnd len="med" w="med" type="none"/>
                  </a:ln>
                </p:spPr>
              </p:cxnSp>
              <p:cxnSp>
                <p:nvCxnSpPr>
                  <p:cNvPr id="8104" name="Google Shape;8104;p65"/>
                  <p:cNvCxnSpPr/>
                  <p:nvPr/>
                </p:nvCxnSpPr>
                <p:spPr>
                  <a:xfrm rot="5400000">
                    <a:off x="4423" y="2869"/>
                    <a:ext cx="345" cy="0"/>
                  </a:xfrm>
                  <a:prstGeom prst="straightConnector1">
                    <a:avLst/>
                  </a:prstGeom>
                  <a:noFill/>
                  <a:ln cap="flat" cmpd="sng" w="12700">
                    <a:solidFill>
                      <a:schemeClr val="dk1"/>
                    </a:solidFill>
                    <a:prstDash val="solid"/>
                    <a:round/>
                    <a:headEnd len="med" w="med" type="none"/>
                    <a:tailEnd len="med" w="med" type="none"/>
                  </a:ln>
                </p:spPr>
              </p:cxnSp>
            </p:grpSp>
          </p:grpSp>
          <p:grpSp>
            <p:nvGrpSpPr>
              <p:cNvPr id="8105" name="Google Shape;8105;p65"/>
              <p:cNvGrpSpPr/>
              <p:nvPr/>
            </p:nvGrpSpPr>
            <p:grpSpPr>
              <a:xfrm>
                <a:off x="6823004" y="4319870"/>
                <a:ext cx="523857" cy="280582"/>
                <a:chOff x="7493876" y="2774731"/>
                <a:chExt cx="1481958" cy="894622"/>
              </a:xfrm>
            </p:grpSpPr>
            <p:sp>
              <p:nvSpPr>
                <p:cNvPr id="8106" name="Google Shape;8106;p6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107" name="Google Shape;8107;p6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108" name="Google Shape;8108;p65"/>
                <p:cNvGrpSpPr/>
                <p:nvPr/>
              </p:nvGrpSpPr>
              <p:grpSpPr>
                <a:xfrm>
                  <a:off x="7713663" y="2848339"/>
                  <a:ext cx="1042107" cy="425543"/>
                  <a:chOff x="7786941" y="2884917"/>
                  <a:chExt cx="897649" cy="353919"/>
                </a:xfrm>
              </p:grpSpPr>
              <p:sp>
                <p:nvSpPr>
                  <p:cNvPr id="8109" name="Google Shape;8109;p6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10" name="Google Shape;8110;p6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11" name="Google Shape;8111;p6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12" name="Google Shape;8112;p6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8113" name="Google Shape;8113;p65"/>
              <p:cNvSpPr/>
              <p:nvPr/>
            </p:nvSpPr>
            <p:spPr>
              <a:xfrm>
                <a:off x="7623251" y="3590438"/>
                <a:ext cx="550985" cy="125046"/>
              </a:xfrm>
              <a:custGeom>
                <a:rect b="b" l="l" r="r" t="t"/>
                <a:pathLst>
                  <a:path extrusionOk="0" h="125046" w="550985">
                    <a:moveTo>
                      <a:pt x="0" y="125046"/>
                    </a:moveTo>
                    <a:lnTo>
                      <a:pt x="93785" y="0"/>
                    </a:lnTo>
                    <a:lnTo>
                      <a:pt x="550985" y="732"/>
                    </a:lnTo>
                  </a:path>
                </a:pathLst>
              </a:custGeom>
              <a:noFill/>
              <a:ln cap="flat" cmpd="sng" w="158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14" name="Google Shape;8114;p65"/>
              <p:cNvSpPr/>
              <p:nvPr/>
            </p:nvSpPr>
            <p:spPr>
              <a:xfrm flipH="1" rot="10800000">
                <a:off x="7610087" y="3823331"/>
                <a:ext cx="554160" cy="125046"/>
              </a:xfrm>
              <a:custGeom>
                <a:rect b="b" l="l" r="r" t="t"/>
                <a:pathLst>
                  <a:path extrusionOk="0" h="125046" w="554160">
                    <a:moveTo>
                      <a:pt x="0" y="125046"/>
                    </a:moveTo>
                    <a:lnTo>
                      <a:pt x="93785" y="0"/>
                    </a:lnTo>
                    <a:lnTo>
                      <a:pt x="554160" y="732"/>
                    </a:lnTo>
                  </a:path>
                </a:pathLst>
              </a:custGeom>
              <a:noFill/>
              <a:ln cap="flat" cmpd="sng" w="158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15" name="Google Shape;8115;p65"/>
              <p:cNvSpPr/>
              <p:nvPr/>
            </p:nvSpPr>
            <p:spPr>
              <a:xfrm flipH="1">
                <a:off x="5980729" y="3577003"/>
                <a:ext cx="550985" cy="125046"/>
              </a:xfrm>
              <a:custGeom>
                <a:rect b="b" l="l" r="r" t="t"/>
                <a:pathLst>
                  <a:path extrusionOk="0" h="125046" w="550985">
                    <a:moveTo>
                      <a:pt x="0" y="125046"/>
                    </a:moveTo>
                    <a:lnTo>
                      <a:pt x="93785" y="0"/>
                    </a:lnTo>
                    <a:lnTo>
                      <a:pt x="550985" y="732"/>
                    </a:lnTo>
                  </a:path>
                </a:pathLst>
              </a:custGeom>
              <a:noFill/>
              <a:ln cap="flat" cmpd="sng" w="158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16" name="Google Shape;8116;p65"/>
              <p:cNvSpPr txBox="1"/>
              <p:nvPr/>
            </p:nvSpPr>
            <p:spPr>
              <a:xfrm rot="5400000">
                <a:off x="6039607" y="3553246"/>
                <a:ext cx="4603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8117" name="Google Shape;8117;p65"/>
              <p:cNvSpPr/>
              <p:nvPr/>
            </p:nvSpPr>
            <p:spPr>
              <a:xfrm rot="10800000">
                <a:off x="5978685" y="3814887"/>
                <a:ext cx="554160" cy="125046"/>
              </a:xfrm>
              <a:custGeom>
                <a:rect b="b" l="l" r="r" t="t"/>
                <a:pathLst>
                  <a:path extrusionOk="0" h="125046" w="554160">
                    <a:moveTo>
                      <a:pt x="0" y="125046"/>
                    </a:moveTo>
                    <a:lnTo>
                      <a:pt x="93785" y="0"/>
                    </a:lnTo>
                    <a:lnTo>
                      <a:pt x="554160" y="732"/>
                    </a:lnTo>
                  </a:path>
                </a:pathLst>
              </a:custGeom>
              <a:noFill/>
              <a:ln cap="flat" cmpd="sng" w="158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8118" name="Google Shape;8118;p65"/>
            <p:cNvSpPr txBox="1"/>
            <p:nvPr/>
          </p:nvSpPr>
          <p:spPr>
            <a:xfrm>
              <a:off x="6000978" y="2431314"/>
              <a:ext cx="235750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POP: point-of-presence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1"/>
                                        </p:tgtEl>
                                        <p:attrNameLst>
                                          <p:attrName>style.visibility</p:attrName>
                                        </p:attrNameLst>
                                      </p:cBhvr>
                                      <p:to>
                                        <p:strVal val="visible"/>
                                      </p:to>
                                    </p:set>
                                    <p:animEffect filter="fade" transition="in">
                                      <p:cBhvr>
                                        <p:cTn dur="500"/>
                                        <p:tgtEl>
                                          <p:spTgt spid="80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3" name="Shape 8123"/>
        <p:cNvGrpSpPr/>
        <p:nvPr/>
      </p:nvGrpSpPr>
      <p:grpSpPr>
        <a:xfrm>
          <a:off x="0" y="0"/>
          <a:ext cx="0" cy="0"/>
          <a:chOff x="0" y="0"/>
          <a:chExt cx="0" cy="0"/>
        </a:xfrm>
      </p:grpSpPr>
      <p:sp>
        <p:nvSpPr>
          <p:cNvPr id="8124" name="Google Shape;8124;p66"/>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1: roadmap</a:t>
            </a:r>
            <a:endParaRPr/>
          </a:p>
        </p:txBody>
      </p:sp>
      <p:sp>
        <p:nvSpPr>
          <p:cNvPr id="8125" name="Google Shape;8125;p6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8126" name="Google Shape;8126;p66"/>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fontScale="92500"/>
          </a:bodyPr>
          <a:lstStyle/>
          <a:p>
            <a:pPr indent="-285750" lvl="0" marL="403225" rtl="0" algn="l">
              <a:lnSpc>
                <a:spcPct val="90000"/>
              </a:lnSpc>
              <a:spcBef>
                <a:spcPts val="0"/>
              </a:spcBef>
              <a:spcAft>
                <a:spcPts val="0"/>
              </a:spcAft>
              <a:buClr>
                <a:srgbClr val="BFBFBF"/>
              </a:buClr>
              <a:buSzPct val="100000"/>
              <a:buChar char="▪"/>
            </a:pPr>
            <a:r>
              <a:rPr lang="en-US" sz="3200">
                <a:solidFill>
                  <a:srgbClr val="A5A5A5"/>
                </a:solidFill>
                <a:latin typeface="Calibri"/>
                <a:ea typeface="Calibri"/>
                <a:cs typeface="Calibri"/>
                <a:sym typeface="Calibri"/>
              </a:rPr>
              <a:t>What </a:t>
            </a:r>
            <a:r>
              <a:rPr i="1" lang="en-US" sz="3200">
                <a:solidFill>
                  <a:srgbClr val="A5A5A5"/>
                </a:solidFill>
                <a:latin typeface="Calibri"/>
                <a:ea typeface="Calibri"/>
                <a:cs typeface="Calibri"/>
                <a:sym typeface="Calibri"/>
              </a:rPr>
              <a:t>is</a:t>
            </a:r>
            <a:r>
              <a:rPr lang="en-US" sz="3200">
                <a:solidFill>
                  <a:srgbClr val="A5A5A5"/>
                </a:solidFill>
                <a:latin typeface="Calibri"/>
                <a:ea typeface="Calibri"/>
                <a:cs typeface="Calibri"/>
                <a:sym typeface="Calibri"/>
              </a:rPr>
              <a:t> the Internet?</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What</a:t>
            </a:r>
            <a:r>
              <a:rPr i="1" lang="en-US" sz="3200">
                <a:solidFill>
                  <a:srgbClr val="A5A5A5"/>
                </a:solidFill>
                <a:latin typeface="Calibri"/>
                <a:ea typeface="Calibri"/>
                <a:cs typeface="Calibri"/>
                <a:sym typeface="Calibri"/>
              </a:rPr>
              <a:t> is </a:t>
            </a:r>
            <a:r>
              <a:rPr lang="en-US" sz="3200">
                <a:solidFill>
                  <a:srgbClr val="A5A5A5"/>
                </a:solidFill>
                <a:latin typeface="Calibri"/>
                <a:ea typeface="Calibri"/>
                <a:cs typeface="Calibri"/>
                <a:sym typeface="Calibri"/>
              </a:rPr>
              <a:t>a protocol?</a:t>
            </a:r>
            <a:endParaRPr/>
          </a:p>
          <a:p>
            <a:pPr indent="-285750" lvl="0" marL="403225" rtl="0" algn="l">
              <a:lnSpc>
                <a:spcPct val="90000"/>
              </a:lnSpc>
              <a:spcBef>
                <a:spcPts val="800"/>
              </a:spcBef>
              <a:spcAft>
                <a:spcPts val="0"/>
              </a:spcAft>
              <a:buClr>
                <a:srgbClr val="BFBFBF"/>
              </a:buClr>
              <a:buSzPct val="100000"/>
              <a:buChar char="▪"/>
            </a:pPr>
            <a:r>
              <a:rPr lang="en-US" sz="3200">
                <a:solidFill>
                  <a:srgbClr val="BFBFBF"/>
                </a:solidFill>
                <a:latin typeface="Calibri"/>
                <a:ea typeface="Calibri"/>
                <a:cs typeface="Calibri"/>
                <a:sym typeface="Calibri"/>
              </a:rPr>
              <a:t>Network edge: hosts, access network, physical media</a:t>
            </a:r>
            <a:endParaRPr/>
          </a:p>
          <a:p>
            <a:pPr indent="-285750" lvl="0" marL="403225" rtl="0" algn="l">
              <a:lnSpc>
                <a:spcPct val="90000"/>
              </a:lnSpc>
              <a:spcBef>
                <a:spcPts val="800"/>
              </a:spcBef>
              <a:spcAft>
                <a:spcPts val="0"/>
              </a:spcAft>
              <a:buClr>
                <a:srgbClr val="D8D8D8"/>
              </a:buClr>
              <a:buSzPct val="100000"/>
              <a:buChar char="▪"/>
            </a:pPr>
            <a:r>
              <a:rPr lang="en-US" sz="3200">
                <a:solidFill>
                  <a:srgbClr val="BFBFBF"/>
                </a:solidFill>
                <a:latin typeface="Calibri"/>
                <a:ea typeface="Calibri"/>
                <a:cs typeface="Calibri"/>
                <a:sym typeface="Calibri"/>
              </a:rPr>
              <a:t>Network core: packet/circuit switching, internet structure</a:t>
            </a:r>
            <a:endParaRPr/>
          </a:p>
          <a:p>
            <a:pPr indent="-285750" lvl="0" marL="403225" rtl="0" algn="l">
              <a:lnSpc>
                <a:spcPct val="90000"/>
              </a:lnSpc>
              <a:spcBef>
                <a:spcPts val="800"/>
              </a:spcBef>
              <a:spcAft>
                <a:spcPts val="0"/>
              </a:spcAft>
              <a:buClr>
                <a:srgbClr val="0000A8"/>
              </a:buClr>
              <a:buSzPct val="100000"/>
              <a:buChar char="▪"/>
            </a:pPr>
            <a:r>
              <a:rPr lang="en-US" sz="3200">
                <a:latin typeface="Calibri"/>
                <a:ea typeface="Calibri"/>
                <a:cs typeface="Calibri"/>
                <a:sym typeface="Calibri"/>
              </a:rPr>
              <a:t>Performance: loss, delay, throughput</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Security</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Protocol layers, service models</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History</a:t>
            </a:r>
            <a:endParaRPr/>
          </a:p>
          <a:p>
            <a:pPr indent="-222250" lvl="0" marL="352425" rtl="0" algn="l">
              <a:lnSpc>
                <a:spcPct val="90000"/>
              </a:lnSpc>
              <a:spcBef>
                <a:spcPts val="1000"/>
              </a:spcBef>
              <a:spcAft>
                <a:spcPts val="0"/>
              </a:spcAft>
              <a:buSzPct val="100000"/>
              <a:buFont typeface="Noto Sans Symbols"/>
              <a:buNone/>
            </a:pPr>
            <a:r>
              <a:t/>
            </a:r>
            <a:endParaRPr sz="2400"/>
          </a:p>
        </p:txBody>
      </p:sp>
      <p:pic>
        <p:nvPicPr>
          <p:cNvPr descr="Kurose&amp;Ross 8th ed cover picture" id="8127" name="Google Shape;8127;p66"/>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2" name="Shape 8132"/>
        <p:cNvGrpSpPr/>
        <p:nvPr/>
      </p:nvGrpSpPr>
      <p:grpSpPr>
        <a:xfrm>
          <a:off x="0" y="0"/>
          <a:ext cx="0" cy="0"/>
          <a:chOff x="0" y="0"/>
          <a:chExt cx="0" cy="0"/>
        </a:xfrm>
      </p:grpSpPr>
      <p:cxnSp>
        <p:nvCxnSpPr>
          <p:cNvPr id="8133" name="Google Shape;8133;p67"/>
          <p:cNvCxnSpPr/>
          <p:nvPr/>
        </p:nvCxnSpPr>
        <p:spPr>
          <a:xfrm>
            <a:off x="5779371" y="4596717"/>
            <a:ext cx="1933575" cy="9525"/>
          </a:xfrm>
          <a:prstGeom prst="straightConnector1">
            <a:avLst/>
          </a:prstGeom>
          <a:noFill/>
          <a:ln cap="flat" cmpd="sng" w="19050">
            <a:solidFill>
              <a:schemeClr val="dk1"/>
            </a:solidFill>
            <a:prstDash val="solid"/>
            <a:round/>
            <a:headEnd len="med" w="med" type="none"/>
            <a:tailEnd len="med" w="med" type="none"/>
          </a:ln>
        </p:spPr>
      </p:cxnSp>
      <p:grpSp>
        <p:nvGrpSpPr>
          <p:cNvPr id="8134" name="Google Shape;8134;p67"/>
          <p:cNvGrpSpPr/>
          <p:nvPr/>
        </p:nvGrpSpPr>
        <p:grpSpPr>
          <a:xfrm>
            <a:off x="4584883" y="4186185"/>
            <a:ext cx="1511352" cy="863670"/>
            <a:chOff x="7493876" y="2774731"/>
            <a:chExt cx="1481958" cy="894622"/>
          </a:xfrm>
        </p:grpSpPr>
        <p:sp>
          <p:nvSpPr>
            <p:cNvPr id="8135" name="Google Shape;8135;p6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136" name="Google Shape;8136;p6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137" name="Google Shape;8137;p67"/>
            <p:cNvGrpSpPr/>
            <p:nvPr/>
          </p:nvGrpSpPr>
          <p:grpSpPr>
            <a:xfrm>
              <a:off x="7713663" y="2848339"/>
              <a:ext cx="1042107" cy="425543"/>
              <a:chOff x="7786941" y="2884917"/>
              <a:chExt cx="897649" cy="353919"/>
            </a:xfrm>
          </p:grpSpPr>
          <p:sp>
            <p:nvSpPr>
              <p:cNvPr id="8138" name="Google Shape;8138;p6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39" name="Google Shape;8139;p6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40" name="Google Shape;8140;p6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41" name="Google Shape;8141;p6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8142" name="Google Shape;8142;p67"/>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How do packet loss and delay occur?</a:t>
            </a:r>
            <a:endParaRPr sz="4400"/>
          </a:p>
        </p:txBody>
      </p:sp>
      <p:sp>
        <p:nvSpPr>
          <p:cNvPr id="8143" name="Google Shape;8143;p6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8144" name="Google Shape;8144;p67"/>
          <p:cNvSpPr txBox="1"/>
          <p:nvPr>
            <p:ph idx="1" type="body"/>
          </p:nvPr>
        </p:nvSpPr>
        <p:spPr>
          <a:xfrm>
            <a:off x="825266" y="1253331"/>
            <a:ext cx="11137549" cy="4351338"/>
          </a:xfrm>
          <a:prstGeom prst="rect">
            <a:avLst/>
          </a:prstGeom>
          <a:noFill/>
          <a:ln>
            <a:noFill/>
          </a:ln>
        </p:spPr>
        <p:txBody>
          <a:bodyPr anchorCtr="0" anchor="t" bIns="45700" lIns="91425" spcFirstLastPara="1" rIns="91425" wrap="square" tIns="45700">
            <a:normAutofit/>
          </a:bodyPr>
          <a:lstStyle/>
          <a:p>
            <a:pPr indent="-295275" lvl="0" marL="352425" rtl="0" algn="l">
              <a:lnSpc>
                <a:spcPct val="90000"/>
              </a:lnSpc>
              <a:spcBef>
                <a:spcPts val="0"/>
              </a:spcBef>
              <a:spcAft>
                <a:spcPts val="0"/>
              </a:spcAft>
              <a:buSzPts val="3200"/>
              <a:buFont typeface="Noto Sans Symbols"/>
              <a:buNone/>
            </a:pPr>
            <a:r>
              <a:rPr lang="en-US" sz="3200"/>
              <a:t>packets </a:t>
            </a:r>
            <a:r>
              <a:rPr i="1" lang="en-US" sz="3200"/>
              <a:t>queue</a:t>
            </a:r>
            <a:r>
              <a:rPr lang="en-US" sz="3200"/>
              <a:t> in router buffers</a:t>
            </a:r>
            <a:r>
              <a:rPr lang="en-US"/>
              <a:t> </a:t>
            </a:r>
            <a:endParaRPr/>
          </a:p>
          <a:p>
            <a:pPr indent="-277813" lvl="0" marL="407988" rtl="0" algn="l">
              <a:lnSpc>
                <a:spcPct val="90000"/>
              </a:lnSpc>
              <a:spcBef>
                <a:spcPts val="1000"/>
              </a:spcBef>
              <a:spcAft>
                <a:spcPts val="0"/>
              </a:spcAft>
              <a:buSzPts val="2800"/>
              <a:buFont typeface="Noto Sans Symbols"/>
              <a:buChar char="▪"/>
            </a:pPr>
            <a:r>
              <a:rPr lang="en-US"/>
              <a:t>packets queue, wait for turn</a:t>
            </a:r>
            <a:endParaRPr/>
          </a:p>
          <a:p>
            <a:pPr indent="-277813" lvl="0" marL="407988" rtl="0" algn="l">
              <a:lnSpc>
                <a:spcPct val="90000"/>
              </a:lnSpc>
              <a:spcBef>
                <a:spcPts val="1000"/>
              </a:spcBef>
              <a:spcAft>
                <a:spcPts val="0"/>
              </a:spcAft>
              <a:buSzPts val="2800"/>
              <a:buFont typeface="Noto Sans Symbols"/>
              <a:buChar char="▪"/>
            </a:pPr>
            <a:r>
              <a:rPr lang="en-US">
                <a:solidFill>
                  <a:srgbClr val="CC0000"/>
                </a:solidFill>
              </a:rPr>
              <a:t>arrival rate to link (temporarily) exceeds output link capacity: packet loss</a:t>
            </a:r>
            <a:endParaRPr/>
          </a:p>
        </p:txBody>
      </p:sp>
      <p:cxnSp>
        <p:nvCxnSpPr>
          <p:cNvPr id="8145" name="Google Shape;8145;p67"/>
          <p:cNvCxnSpPr/>
          <p:nvPr/>
        </p:nvCxnSpPr>
        <p:spPr>
          <a:xfrm>
            <a:off x="3855321" y="4177617"/>
            <a:ext cx="741362" cy="355600"/>
          </a:xfrm>
          <a:prstGeom prst="straightConnector1">
            <a:avLst/>
          </a:prstGeom>
          <a:noFill/>
          <a:ln cap="flat" cmpd="sng" w="19050">
            <a:solidFill>
              <a:schemeClr val="dk1"/>
            </a:solidFill>
            <a:prstDash val="solid"/>
            <a:round/>
            <a:headEnd len="med" w="med" type="none"/>
            <a:tailEnd len="med" w="med" type="none"/>
          </a:ln>
        </p:spPr>
      </p:cxnSp>
      <p:sp>
        <p:nvSpPr>
          <p:cNvPr id="8146" name="Google Shape;8146;p67"/>
          <p:cNvSpPr/>
          <p:nvPr/>
        </p:nvSpPr>
        <p:spPr>
          <a:xfrm>
            <a:off x="5445996" y="4468129"/>
            <a:ext cx="147637"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sp>
        <p:nvSpPr>
          <p:cNvPr id="8147" name="Google Shape;8147;p67"/>
          <p:cNvSpPr/>
          <p:nvPr/>
        </p:nvSpPr>
        <p:spPr>
          <a:xfrm>
            <a:off x="5601571" y="4468129"/>
            <a:ext cx="147637" cy="200025"/>
          </a:xfrm>
          <a:prstGeom prst="rect">
            <a:avLst/>
          </a:prstGeom>
          <a:solidFill>
            <a:srgbClr val="00B05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sp>
        <p:nvSpPr>
          <p:cNvPr id="8148" name="Google Shape;8148;p67"/>
          <p:cNvSpPr/>
          <p:nvPr/>
        </p:nvSpPr>
        <p:spPr>
          <a:xfrm>
            <a:off x="5736508" y="4406217"/>
            <a:ext cx="147638"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cxnSp>
        <p:nvCxnSpPr>
          <p:cNvPr id="8149" name="Google Shape;8149;p67"/>
          <p:cNvCxnSpPr/>
          <p:nvPr/>
        </p:nvCxnSpPr>
        <p:spPr>
          <a:xfrm flipH="1" rot="10800000">
            <a:off x="3853733" y="4717367"/>
            <a:ext cx="735013" cy="550862"/>
          </a:xfrm>
          <a:prstGeom prst="straightConnector1">
            <a:avLst/>
          </a:prstGeom>
          <a:noFill/>
          <a:ln cap="flat" cmpd="sng" w="19050">
            <a:solidFill>
              <a:schemeClr val="dk1"/>
            </a:solidFill>
            <a:prstDash val="solid"/>
            <a:round/>
            <a:headEnd len="med" w="med" type="none"/>
            <a:tailEnd len="med" w="med" type="none"/>
          </a:ln>
        </p:spPr>
      </p:cxnSp>
      <p:sp>
        <p:nvSpPr>
          <p:cNvPr id="8150" name="Google Shape;8150;p67"/>
          <p:cNvSpPr/>
          <p:nvPr/>
        </p:nvSpPr>
        <p:spPr>
          <a:xfrm>
            <a:off x="4393483" y="4368117"/>
            <a:ext cx="147638"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cxnSp>
        <p:nvCxnSpPr>
          <p:cNvPr id="8151" name="Google Shape;8151;p67"/>
          <p:cNvCxnSpPr/>
          <p:nvPr/>
        </p:nvCxnSpPr>
        <p:spPr>
          <a:xfrm>
            <a:off x="4344271" y="4304617"/>
            <a:ext cx="211137" cy="0"/>
          </a:xfrm>
          <a:prstGeom prst="straightConnector1">
            <a:avLst/>
          </a:prstGeom>
          <a:noFill/>
          <a:ln cap="flat" cmpd="sng" w="9525">
            <a:solidFill>
              <a:schemeClr val="dk1"/>
            </a:solidFill>
            <a:prstDash val="solid"/>
            <a:round/>
            <a:headEnd len="med" w="med" type="none"/>
            <a:tailEnd len="med" w="med" type="triangle"/>
          </a:ln>
        </p:spPr>
      </p:cxnSp>
      <p:sp>
        <p:nvSpPr>
          <p:cNvPr id="8152" name="Google Shape;8152;p67"/>
          <p:cNvSpPr txBox="1"/>
          <p:nvPr/>
        </p:nvSpPr>
        <p:spPr>
          <a:xfrm>
            <a:off x="3021677" y="3861704"/>
            <a:ext cx="39305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A</a:t>
            </a:r>
            <a:endParaRPr/>
          </a:p>
        </p:txBody>
      </p:sp>
      <p:sp>
        <p:nvSpPr>
          <p:cNvPr id="8153" name="Google Shape;8153;p67"/>
          <p:cNvSpPr txBox="1"/>
          <p:nvPr/>
        </p:nvSpPr>
        <p:spPr>
          <a:xfrm>
            <a:off x="3094654" y="4814204"/>
            <a:ext cx="38023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B</a:t>
            </a:r>
            <a:endParaRPr/>
          </a:p>
        </p:txBody>
      </p:sp>
      <p:grpSp>
        <p:nvGrpSpPr>
          <p:cNvPr id="8154" name="Google Shape;8154;p67"/>
          <p:cNvGrpSpPr/>
          <p:nvPr/>
        </p:nvGrpSpPr>
        <p:grpSpPr>
          <a:xfrm>
            <a:off x="3128246" y="3861704"/>
            <a:ext cx="779462" cy="679450"/>
            <a:chOff x="-44" y="1473"/>
            <a:chExt cx="981" cy="1105"/>
          </a:xfrm>
        </p:grpSpPr>
        <p:pic>
          <p:nvPicPr>
            <p:cNvPr descr="desktop_computer_stylized_medium" id="8155" name="Google Shape;8155;p6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156" name="Google Shape;8156;p6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pic>
        <p:nvPicPr>
          <p:cNvPr descr="desktop_computer_stylized_medium" id="8157" name="Google Shape;8157;p67"/>
          <p:cNvPicPr preferRelativeResize="0"/>
          <p:nvPr/>
        </p:nvPicPr>
        <p:blipFill rotWithShape="1">
          <a:blip r:embed="rId3">
            <a:alphaModFix/>
          </a:blip>
          <a:srcRect b="0" l="0" r="0" t="0"/>
          <a:stretch/>
        </p:blipFill>
        <p:spPr>
          <a:xfrm flipH="1">
            <a:off x="3223290" y="4868179"/>
            <a:ext cx="779462" cy="679450"/>
          </a:xfrm>
          <a:prstGeom prst="rect">
            <a:avLst/>
          </a:prstGeom>
          <a:noFill/>
          <a:ln>
            <a:noFill/>
          </a:ln>
        </p:spPr>
      </p:pic>
      <p:sp>
        <p:nvSpPr>
          <p:cNvPr id="8158" name="Google Shape;8158;p67"/>
          <p:cNvSpPr/>
          <p:nvPr/>
        </p:nvSpPr>
        <p:spPr>
          <a:xfrm flipH="1">
            <a:off x="3555416" y="4933357"/>
            <a:ext cx="379004" cy="311133"/>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8159" name="Google Shape;8159;p67"/>
          <p:cNvSpPr/>
          <p:nvPr/>
        </p:nvSpPr>
        <p:spPr>
          <a:xfrm>
            <a:off x="3956921" y="5023754"/>
            <a:ext cx="139700" cy="185738"/>
          </a:xfrm>
          <a:prstGeom prst="rect">
            <a:avLst/>
          </a:prstGeom>
          <a:solidFill>
            <a:srgbClr val="00B05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cxnSp>
        <p:nvCxnSpPr>
          <p:cNvPr id="8160" name="Google Shape;8160;p67"/>
          <p:cNvCxnSpPr/>
          <p:nvPr/>
        </p:nvCxnSpPr>
        <p:spPr>
          <a:xfrm flipH="1" rot="10800000">
            <a:off x="4131546" y="4993592"/>
            <a:ext cx="220662" cy="161925"/>
          </a:xfrm>
          <a:prstGeom prst="straightConnector1">
            <a:avLst/>
          </a:prstGeom>
          <a:noFill/>
          <a:ln cap="flat" cmpd="sng" w="9525">
            <a:solidFill>
              <a:schemeClr val="dk1"/>
            </a:solidFill>
            <a:prstDash val="solid"/>
            <a:round/>
            <a:headEnd len="med" w="med" type="none"/>
            <a:tailEnd len="med" w="med" type="triangle"/>
          </a:ln>
        </p:spPr>
      </p:cxnSp>
      <p:sp>
        <p:nvSpPr>
          <p:cNvPr id="8161" name="Google Shape;8161;p67"/>
          <p:cNvSpPr/>
          <p:nvPr/>
        </p:nvSpPr>
        <p:spPr>
          <a:xfrm>
            <a:off x="5293596" y="4469717"/>
            <a:ext cx="147637" cy="20002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rgbClr val="000000"/>
              </a:solidFill>
              <a:latin typeface="Calibri"/>
              <a:ea typeface="Calibri"/>
              <a:cs typeface="Calibri"/>
              <a:sym typeface="Calibri"/>
            </a:endParaRPr>
          </a:p>
        </p:txBody>
      </p:sp>
      <p:sp>
        <p:nvSpPr>
          <p:cNvPr id="8162" name="Google Shape;8162;p67"/>
          <p:cNvSpPr/>
          <p:nvPr/>
        </p:nvSpPr>
        <p:spPr>
          <a:xfrm>
            <a:off x="5144371" y="4468129"/>
            <a:ext cx="147637" cy="20002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rgbClr val="000000"/>
              </a:solidFill>
              <a:latin typeface="Calibri"/>
              <a:ea typeface="Calibri"/>
              <a:cs typeface="Calibri"/>
              <a:sym typeface="Calibri"/>
            </a:endParaRPr>
          </a:p>
        </p:txBody>
      </p:sp>
      <p:sp>
        <p:nvSpPr>
          <p:cNvPr id="8163" name="Google Shape;8163;p67"/>
          <p:cNvSpPr/>
          <p:nvPr/>
        </p:nvSpPr>
        <p:spPr>
          <a:xfrm>
            <a:off x="4991971" y="4471304"/>
            <a:ext cx="147637" cy="200025"/>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rgbClr val="000000"/>
              </a:solidFill>
              <a:latin typeface="Calibri"/>
              <a:ea typeface="Calibri"/>
              <a:cs typeface="Calibri"/>
              <a:sym typeface="Calibri"/>
            </a:endParaRPr>
          </a:p>
        </p:txBody>
      </p:sp>
      <p:grpSp>
        <p:nvGrpSpPr>
          <p:cNvPr id="8164" name="Google Shape;8164;p67"/>
          <p:cNvGrpSpPr/>
          <p:nvPr/>
        </p:nvGrpSpPr>
        <p:grpSpPr>
          <a:xfrm>
            <a:off x="5833346" y="3172731"/>
            <a:ext cx="6299202" cy="1204913"/>
            <a:chOff x="2259" y="2247"/>
            <a:chExt cx="3968" cy="759"/>
          </a:xfrm>
        </p:grpSpPr>
        <p:sp>
          <p:nvSpPr>
            <p:cNvPr id="8165" name="Google Shape;8165;p67"/>
            <p:cNvSpPr txBox="1"/>
            <p:nvPr/>
          </p:nvSpPr>
          <p:spPr>
            <a:xfrm>
              <a:off x="2525" y="2247"/>
              <a:ext cx="3702"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packet being transmitted </a:t>
              </a:r>
              <a:r>
                <a:rPr lang="en-US" sz="2400">
                  <a:solidFill>
                    <a:srgbClr val="CC0000"/>
                  </a:solidFill>
                  <a:latin typeface="Calibri"/>
                  <a:ea typeface="Calibri"/>
                  <a:cs typeface="Calibri"/>
                  <a:sym typeface="Calibri"/>
                </a:rPr>
                <a:t>(transmission delay)</a:t>
              </a:r>
              <a:endParaRPr/>
            </a:p>
          </p:txBody>
        </p:sp>
        <p:cxnSp>
          <p:nvCxnSpPr>
            <p:cNvPr id="8166" name="Google Shape;8166;p67"/>
            <p:cNvCxnSpPr/>
            <p:nvPr/>
          </p:nvCxnSpPr>
          <p:spPr>
            <a:xfrm flipH="1">
              <a:off x="2259" y="2462"/>
              <a:ext cx="836" cy="544"/>
            </a:xfrm>
            <a:prstGeom prst="straightConnector1">
              <a:avLst/>
            </a:prstGeom>
            <a:noFill/>
            <a:ln cap="flat" cmpd="sng" w="9525">
              <a:solidFill>
                <a:schemeClr val="dk1"/>
              </a:solidFill>
              <a:prstDash val="solid"/>
              <a:round/>
              <a:headEnd len="med" w="med" type="none"/>
              <a:tailEnd len="med" w="med" type="none"/>
            </a:ln>
          </p:spPr>
        </p:cxnSp>
      </p:grpSp>
      <p:grpSp>
        <p:nvGrpSpPr>
          <p:cNvPr id="8167" name="Google Shape;8167;p67"/>
          <p:cNvGrpSpPr/>
          <p:nvPr/>
        </p:nvGrpSpPr>
        <p:grpSpPr>
          <a:xfrm>
            <a:off x="5550773" y="4742762"/>
            <a:ext cx="5216531" cy="900111"/>
            <a:chOff x="2103" y="3214"/>
            <a:chExt cx="3286" cy="567"/>
          </a:xfrm>
        </p:grpSpPr>
        <p:sp>
          <p:nvSpPr>
            <p:cNvPr id="8168" name="Google Shape;8168;p67"/>
            <p:cNvSpPr txBox="1"/>
            <p:nvPr/>
          </p:nvSpPr>
          <p:spPr>
            <a:xfrm>
              <a:off x="2530" y="3490"/>
              <a:ext cx="2859"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packets in buffers</a:t>
              </a:r>
              <a:r>
                <a:rPr lang="en-US" sz="2400">
                  <a:solidFill>
                    <a:srgbClr val="FF0000"/>
                  </a:solidFill>
                  <a:latin typeface="Calibri"/>
                  <a:ea typeface="Calibri"/>
                  <a:cs typeface="Calibri"/>
                  <a:sym typeface="Calibri"/>
                </a:rPr>
                <a:t> </a:t>
              </a:r>
              <a:r>
                <a:rPr lang="en-US" sz="2400">
                  <a:solidFill>
                    <a:srgbClr val="CC0000"/>
                  </a:solidFill>
                  <a:latin typeface="Calibri"/>
                  <a:ea typeface="Calibri"/>
                  <a:cs typeface="Calibri"/>
                  <a:sym typeface="Calibri"/>
                </a:rPr>
                <a:t>(queueing delay)</a:t>
              </a:r>
              <a:endParaRPr/>
            </a:p>
          </p:txBody>
        </p:sp>
        <p:cxnSp>
          <p:nvCxnSpPr>
            <p:cNvPr id="8169" name="Google Shape;8169;p67"/>
            <p:cNvCxnSpPr/>
            <p:nvPr/>
          </p:nvCxnSpPr>
          <p:spPr>
            <a:xfrm rot="10800000">
              <a:off x="2103" y="3214"/>
              <a:ext cx="471" cy="404"/>
            </a:xfrm>
            <a:prstGeom prst="straightConnector1">
              <a:avLst/>
            </a:prstGeom>
            <a:noFill/>
            <a:ln cap="flat" cmpd="sng" w="9525">
              <a:solidFill>
                <a:schemeClr val="dk1"/>
              </a:solidFill>
              <a:prstDash val="solid"/>
              <a:round/>
              <a:headEnd len="med" w="med" type="none"/>
              <a:tailEnd len="med" w="med" type="none"/>
            </a:ln>
          </p:spPr>
        </p:cxnSp>
      </p:grpSp>
      <p:grpSp>
        <p:nvGrpSpPr>
          <p:cNvPr id="8170" name="Google Shape;8170;p67"/>
          <p:cNvGrpSpPr/>
          <p:nvPr/>
        </p:nvGrpSpPr>
        <p:grpSpPr>
          <a:xfrm>
            <a:off x="4468095" y="4704672"/>
            <a:ext cx="5173663" cy="1757364"/>
            <a:chOff x="1421" y="3190"/>
            <a:chExt cx="3259" cy="1107"/>
          </a:xfrm>
        </p:grpSpPr>
        <p:cxnSp>
          <p:nvCxnSpPr>
            <p:cNvPr id="8171" name="Google Shape;8171;p67"/>
            <p:cNvCxnSpPr/>
            <p:nvPr/>
          </p:nvCxnSpPr>
          <p:spPr>
            <a:xfrm flipH="1" rot="10800000">
              <a:off x="1793" y="3190"/>
              <a:ext cx="110" cy="630"/>
            </a:xfrm>
            <a:prstGeom prst="straightConnector1">
              <a:avLst/>
            </a:prstGeom>
            <a:noFill/>
            <a:ln cap="flat" cmpd="sng" w="9525">
              <a:solidFill>
                <a:schemeClr val="dk1"/>
              </a:solidFill>
              <a:prstDash val="solid"/>
              <a:round/>
              <a:headEnd len="med" w="med" type="none"/>
              <a:tailEnd len="med" w="med" type="none"/>
            </a:ln>
          </p:spPr>
        </p:cxnSp>
        <p:sp>
          <p:nvSpPr>
            <p:cNvPr id="8172" name="Google Shape;8172;p67"/>
            <p:cNvSpPr txBox="1"/>
            <p:nvPr/>
          </p:nvSpPr>
          <p:spPr>
            <a:xfrm>
              <a:off x="1421" y="3774"/>
              <a:ext cx="3259" cy="5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free (available) buffers: arriving packets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dropped (</a:t>
              </a:r>
              <a:r>
                <a:rPr lang="en-US" sz="2400">
                  <a:solidFill>
                    <a:srgbClr val="CC0000"/>
                  </a:solidFill>
                  <a:latin typeface="Calibri"/>
                  <a:ea typeface="Calibri"/>
                  <a:cs typeface="Calibri"/>
                  <a:sym typeface="Calibri"/>
                </a:rPr>
                <a:t>loss</a:t>
              </a:r>
              <a:r>
                <a:rPr lang="en-US" sz="2400">
                  <a:solidFill>
                    <a:srgbClr val="000000"/>
                  </a:solidFill>
                  <a:latin typeface="Calibri"/>
                  <a:ea typeface="Calibri"/>
                  <a:cs typeface="Calibri"/>
                  <a:sym typeface="Calibri"/>
                </a:rPr>
                <a:t>) if no free buffers</a:t>
              </a:r>
              <a:endParaRPr/>
            </a:p>
          </p:txBody>
        </p:sp>
      </p:grpSp>
      <p:grpSp>
        <p:nvGrpSpPr>
          <p:cNvPr id="8173" name="Google Shape;8173;p67"/>
          <p:cNvGrpSpPr/>
          <p:nvPr/>
        </p:nvGrpSpPr>
        <p:grpSpPr>
          <a:xfrm>
            <a:off x="7723012" y="4224627"/>
            <a:ext cx="1511352" cy="863670"/>
            <a:chOff x="7493876" y="2774731"/>
            <a:chExt cx="1481958" cy="894622"/>
          </a:xfrm>
        </p:grpSpPr>
        <p:sp>
          <p:nvSpPr>
            <p:cNvPr id="8174" name="Google Shape;8174;p67"/>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175" name="Google Shape;8175;p67"/>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176" name="Google Shape;8176;p67"/>
            <p:cNvGrpSpPr/>
            <p:nvPr/>
          </p:nvGrpSpPr>
          <p:grpSpPr>
            <a:xfrm>
              <a:off x="7713663" y="2848339"/>
              <a:ext cx="1042107" cy="425543"/>
              <a:chOff x="7786941" y="2884917"/>
              <a:chExt cx="897649" cy="353919"/>
            </a:xfrm>
          </p:grpSpPr>
          <p:sp>
            <p:nvSpPr>
              <p:cNvPr id="8177" name="Google Shape;8177;p67"/>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78" name="Google Shape;8178;p67"/>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79" name="Google Shape;8179;p67"/>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80" name="Google Shape;8180;p67"/>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4" name="Shape 8184"/>
        <p:cNvGrpSpPr/>
        <p:nvPr/>
      </p:nvGrpSpPr>
      <p:grpSpPr>
        <a:xfrm>
          <a:off x="0" y="0"/>
          <a:ext cx="0" cy="0"/>
          <a:chOff x="0" y="0"/>
          <a:chExt cx="0" cy="0"/>
        </a:xfrm>
      </p:grpSpPr>
      <p:sp>
        <p:nvSpPr>
          <p:cNvPr id="8185" name="Google Shape;8185;p68"/>
          <p:cNvSpPr txBox="1"/>
          <p:nvPr>
            <p:ph type="title"/>
          </p:nvPr>
        </p:nvSpPr>
        <p:spPr>
          <a:xfrm>
            <a:off x="838200" y="230916"/>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How do loss and delay occur?</a:t>
            </a:r>
            <a:endParaRPr/>
          </a:p>
        </p:txBody>
      </p:sp>
      <p:pic>
        <p:nvPicPr>
          <p:cNvPr id="8186" name="Google Shape;8186;p68"/>
          <p:cNvPicPr preferRelativeResize="0"/>
          <p:nvPr/>
        </p:nvPicPr>
        <p:blipFill rotWithShape="1">
          <a:blip r:embed="rId3">
            <a:alphaModFix/>
          </a:blip>
          <a:srcRect b="0" l="0" r="0" t="0"/>
          <a:stretch/>
        </p:blipFill>
        <p:spPr>
          <a:xfrm>
            <a:off x="2855914" y="1916114"/>
            <a:ext cx="6084887" cy="3805237"/>
          </a:xfrm>
          <a:prstGeom prst="rect">
            <a:avLst/>
          </a:prstGeom>
          <a:noFill/>
          <a:ln>
            <a:noFill/>
          </a:ln>
        </p:spPr>
      </p:pic>
      <p:sp>
        <p:nvSpPr>
          <p:cNvPr id="8187" name="Google Shape;8187;p68"/>
          <p:cNvSpPr/>
          <p:nvPr/>
        </p:nvSpPr>
        <p:spPr>
          <a:xfrm>
            <a:off x="4511675" y="1125538"/>
            <a:ext cx="1296988" cy="1295400"/>
          </a:xfrm>
          <a:prstGeom prst="wedgeRoundRectCallout">
            <a:avLst>
              <a:gd fmla="val 37265" name="adj1"/>
              <a:gd fmla="val 88783" name="adj2"/>
              <a:gd fmla="val 16667" name="adj3"/>
            </a:avLst>
          </a:prstGeom>
          <a:solidFill>
            <a:srgbClr val="00206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packets queuing (delay)</a:t>
            </a:r>
            <a:endParaRPr/>
          </a:p>
        </p:txBody>
      </p:sp>
      <p:sp>
        <p:nvSpPr>
          <p:cNvPr id="8188" name="Google Shape;8188;p68"/>
          <p:cNvSpPr/>
          <p:nvPr/>
        </p:nvSpPr>
        <p:spPr>
          <a:xfrm>
            <a:off x="6167439" y="1196975"/>
            <a:ext cx="1728787" cy="1295400"/>
          </a:xfrm>
          <a:prstGeom prst="wedgeRoundRectCallout">
            <a:avLst>
              <a:gd fmla="val -45732" name="adj1"/>
              <a:gd fmla="val 80483" name="adj2"/>
              <a:gd fmla="val 16667" name="adj3"/>
            </a:avLst>
          </a:prstGeom>
          <a:solidFill>
            <a:srgbClr val="00206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packet being transmitted (delay)</a:t>
            </a:r>
            <a:endParaRPr/>
          </a:p>
        </p:txBody>
      </p:sp>
      <p:sp>
        <p:nvSpPr>
          <p:cNvPr id="8189" name="Google Shape;8189;p68"/>
          <p:cNvSpPr/>
          <p:nvPr/>
        </p:nvSpPr>
        <p:spPr>
          <a:xfrm>
            <a:off x="3863975" y="3644901"/>
            <a:ext cx="1944688" cy="1152525"/>
          </a:xfrm>
          <a:prstGeom prst="wedgeRoundRectCallout">
            <a:avLst>
              <a:gd fmla="val 48331" name="adj1"/>
              <a:gd fmla="val -70295" name="adj2"/>
              <a:gd fmla="val 16667" name="adj3"/>
            </a:avLst>
          </a:prstGeom>
          <a:solidFill>
            <a:srgbClr val="0066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Queue is full, packet dropped (loss)</a:t>
            </a:r>
            <a:endParaRPr/>
          </a:p>
        </p:txBody>
      </p:sp>
      <p:pic>
        <p:nvPicPr>
          <p:cNvPr descr="Puzzle" id="8190" name="Google Shape;8190;p68"/>
          <p:cNvPicPr preferRelativeResize="0"/>
          <p:nvPr/>
        </p:nvPicPr>
        <p:blipFill rotWithShape="1">
          <a:blip r:embed="rId4">
            <a:alphaModFix/>
          </a:blip>
          <a:srcRect b="0" l="0" r="0" t="0"/>
          <a:stretch/>
        </p:blipFill>
        <p:spPr>
          <a:xfrm rot="2653558">
            <a:off x="9729788" y="204788"/>
            <a:ext cx="603250" cy="603250"/>
          </a:xfrm>
          <a:prstGeom prst="rect">
            <a:avLst/>
          </a:prstGeom>
          <a:noFill/>
          <a:ln>
            <a:noFill/>
          </a:ln>
        </p:spPr>
      </p:pic>
      <p:sp>
        <p:nvSpPr>
          <p:cNvPr id="8191" name="Google Shape;8191;p68"/>
          <p:cNvSpPr txBox="1"/>
          <p:nvPr>
            <p:ph idx="12" type="sldNum"/>
          </p:nvPr>
        </p:nvSpPr>
        <p:spPr>
          <a:xfrm>
            <a:off x="8786479" y="624221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6" name="Shape 8196"/>
        <p:cNvGrpSpPr/>
        <p:nvPr/>
      </p:nvGrpSpPr>
      <p:grpSpPr>
        <a:xfrm>
          <a:off x="0" y="0"/>
          <a:ext cx="0" cy="0"/>
          <a:chOff x="0" y="0"/>
          <a:chExt cx="0" cy="0"/>
        </a:xfrm>
      </p:grpSpPr>
      <p:sp>
        <p:nvSpPr>
          <p:cNvPr id="8197" name="Google Shape;8197;p69"/>
          <p:cNvSpPr txBox="1"/>
          <p:nvPr>
            <p:ph idx="11" type="ftr"/>
          </p:nvPr>
        </p:nvSpPr>
        <p:spPr>
          <a:xfrm>
            <a:off x="1524000" y="6410326"/>
            <a:ext cx="3581400" cy="3667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pic>
        <p:nvPicPr>
          <p:cNvPr id="8198" name="Google Shape;8198;p69"/>
          <p:cNvPicPr preferRelativeResize="0"/>
          <p:nvPr/>
        </p:nvPicPr>
        <p:blipFill rotWithShape="1">
          <a:blip r:embed="rId3">
            <a:alphaModFix/>
          </a:blip>
          <a:srcRect b="0" l="0" r="0" t="0"/>
          <a:stretch/>
        </p:blipFill>
        <p:spPr>
          <a:xfrm>
            <a:off x="2279651" y="1341438"/>
            <a:ext cx="7623175" cy="3238500"/>
          </a:xfrm>
          <a:prstGeom prst="rect">
            <a:avLst/>
          </a:prstGeom>
          <a:noFill/>
          <a:ln>
            <a:noFill/>
          </a:ln>
        </p:spPr>
      </p:pic>
      <p:sp>
        <p:nvSpPr>
          <p:cNvPr id="8199" name="Google Shape;8199;p69"/>
          <p:cNvSpPr/>
          <p:nvPr/>
        </p:nvSpPr>
        <p:spPr>
          <a:xfrm>
            <a:off x="4583113" y="476250"/>
            <a:ext cx="347896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Noto Sans Symbols"/>
              <a:buNone/>
            </a:pPr>
            <a:r>
              <a:rPr b="1" lang="en-US" sz="2000">
                <a:solidFill>
                  <a:srgbClr val="C00000"/>
                </a:solidFill>
                <a:latin typeface="Arial"/>
                <a:ea typeface="Arial"/>
                <a:cs typeface="Arial"/>
                <a:sym typeface="Arial"/>
              </a:rPr>
              <a:t>The nodal delay at router A</a:t>
            </a:r>
            <a:endParaRPr/>
          </a:p>
        </p:txBody>
      </p:sp>
      <p:sp>
        <p:nvSpPr>
          <p:cNvPr id="8200" name="Google Shape;8200;p69"/>
          <p:cNvSpPr txBox="1"/>
          <p:nvPr/>
        </p:nvSpPr>
        <p:spPr>
          <a:xfrm>
            <a:off x="6672264" y="981075"/>
            <a:ext cx="3609975" cy="1016000"/>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A packet goes through a series of delays at </a:t>
            </a:r>
            <a:r>
              <a:rPr b="1" lang="en-US" sz="2000" u="sng">
                <a:solidFill>
                  <a:schemeClr val="dk1"/>
                </a:solidFill>
                <a:latin typeface="Arial"/>
                <a:ea typeface="Arial"/>
                <a:cs typeface="Arial"/>
                <a:sym typeface="Arial"/>
              </a:rPr>
              <a:t>each node</a:t>
            </a:r>
            <a:r>
              <a:rPr lang="en-US" sz="2000" u="sng">
                <a:solidFill>
                  <a:schemeClr val="dk1"/>
                </a:solidFill>
                <a:latin typeface="Arial"/>
                <a:ea typeface="Arial"/>
                <a:cs typeface="Arial"/>
                <a:sym typeface="Arial"/>
              </a:rPr>
              <a:t> </a:t>
            </a:r>
            <a:r>
              <a:rPr lang="en-US" sz="2000">
                <a:solidFill>
                  <a:schemeClr val="dk1"/>
                </a:solidFill>
                <a:latin typeface="Arial"/>
                <a:ea typeface="Arial"/>
                <a:cs typeface="Arial"/>
                <a:sym typeface="Arial"/>
              </a:rPr>
              <a:t>along the path</a:t>
            </a:r>
            <a:endParaRPr sz="2000">
              <a:solidFill>
                <a:schemeClr val="dk1"/>
              </a:solidFill>
              <a:latin typeface="Arial"/>
              <a:ea typeface="Arial"/>
              <a:cs typeface="Arial"/>
              <a:sym typeface="Arial"/>
            </a:endParaRPr>
          </a:p>
        </p:txBody>
      </p:sp>
      <p:sp>
        <p:nvSpPr>
          <p:cNvPr id="8201" name="Google Shape;8201;p69"/>
          <p:cNvSpPr/>
          <p:nvPr/>
        </p:nvSpPr>
        <p:spPr>
          <a:xfrm>
            <a:off x="4295776" y="4221164"/>
            <a:ext cx="796925" cy="458787"/>
          </a:xfrm>
          <a:prstGeom prst="rect">
            <a:avLst/>
          </a:prstGeom>
          <a:solidFill>
            <a:srgbClr val="FFFF00"/>
          </a:solidFill>
          <a:ln>
            <a:noFill/>
          </a:ln>
        </p:spPr>
        <p:txBody>
          <a:bodyPr anchorCtr="0" anchor="t" bIns="45700" lIns="91425" spcFirstLastPara="1" rIns="91425" wrap="square" tIns="45700">
            <a:spAutoFit/>
          </a:bodyPr>
          <a:lstStyle/>
          <a:p>
            <a:pPr indent="-285750" lvl="0" marL="285750" marR="0" rtl="0" algn="l">
              <a:lnSpc>
                <a:spcPct val="85000"/>
              </a:lnSpc>
              <a:spcBef>
                <a:spcPts val="0"/>
              </a:spcBef>
              <a:spcAft>
                <a:spcPts val="0"/>
              </a:spcAft>
              <a:buClr>
                <a:srgbClr val="000099"/>
              </a:buClr>
              <a:buSzPts val="2100"/>
              <a:buFont typeface="Noto Sans Symbols"/>
              <a:buNone/>
            </a:pPr>
            <a:r>
              <a:rPr i="1" lang="en-US" sz="2800">
                <a:solidFill>
                  <a:srgbClr val="000000"/>
                </a:solidFill>
                <a:latin typeface="Gill Sans"/>
                <a:ea typeface="Gill Sans"/>
                <a:cs typeface="Gill Sans"/>
                <a:sym typeface="Gill Sans"/>
              </a:rPr>
              <a:t>d</a:t>
            </a:r>
            <a:r>
              <a:rPr baseline="-25000" lang="en-US" sz="2800">
                <a:solidFill>
                  <a:srgbClr val="000000"/>
                </a:solidFill>
                <a:latin typeface="Gill Sans"/>
                <a:ea typeface="Gill Sans"/>
                <a:cs typeface="Gill Sans"/>
                <a:sym typeface="Gill Sans"/>
              </a:rPr>
              <a:t>proc</a:t>
            </a:r>
            <a:endParaRPr sz="2800">
              <a:solidFill>
                <a:srgbClr val="000000"/>
              </a:solidFill>
              <a:latin typeface="Gill Sans"/>
              <a:ea typeface="Gill Sans"/>
              <a:cs typeface="Gill Sans"/>
              <a:sym typeface="Gill Sans"/>
            </a:endParaRPr>
          </a:p>
        </p:txBody>
      </p:sp>
      <p:sp>
        <p:nvSpPr>
          <p:cNvPr id="8202" name="Google Shape;8202;p69"/>
          <p:cNvSpPr/>
          <p:nvPr/>
        </p:nvSpPr>
        <p:spPr>
          <a:xfrm>
            <a:off x="7032626" y="3933825"/>
            <a:ext cx="841375" cy="457200"/>
          </a:xfrm>
          <a:prstGeom prst="rect">
            <a:avLst/>
          </a:prstGeom>
          <a:solidFill>
            <a:srgbClr val="FFFF00"/>
          </a:solidFill>
          <a:ln>
            <a:noFill/>
          </a:ln>
        </p:spPr>
        <p:txBody>
          <a:bodyPr anchorCtr="0" anchor="t" bIns="45700" lIns="91425" spcFirstLastPara="1" rIns="91425" wrap="square" tIns="45700">
            <a:spAutoFit/>
          </a:bodyPr>
          <a:lstStyle/>
          <a:p>
            <a:pPr indent="-285750" lvl="0" marL="285750" marR="0" rtl="0" algn="l">
              <a:lnSpc>
                <a:spcPct val="85000"/>
              </a:lnSpc>
              <a:spcBef>
                <a:spcPts val="0"/>
              </a:spcBef>
              <a:spcAft>
                <a:spcPts val="0"/>
              </a:spcAft>
              <a:buClr>
                <a:srgbClr val="000099"/>
              </a:buClr>
              <a:buSzPts val="2100"/>
              <a:buFont typeface="Noto Sans Symbols"/>
              <a:buNone/>
            </a:pPr>
            <a:r>
              <a:rPr i="1" lang="en-US" sz="2800">
                <a:solidFill>
                  <a:srgbClr val="000000"/>
                </a:solidFill>
                <a:latin typeface="Gill Sans"/>
                <a:ea typeface="Gill Sans"/>
                <a:cs typeface="Gill Sans"/>
                <a:sym typeface="Gill Sans"/>
              </a:rPr>
              <a:t>d</a:t>
            </a:r>
            <a:r>
              <a:rPr baseline="-25000" lang="en-US" sz="2800">
                <a:solidFill>
                  <a:srgbClr val="000000"/>
                </a:solidFill>
                <a:latin typeface="Gill Sans"/>
                <a:ea typeface="Gill Sans"/>
                <a:cs typeface="Gill Sans"/>
                <a:sym typeface="Gill Sans"/>
              </a:rPr>
              <a:t>trans</a:t>
            </a:r>
            <a:endParaRPr sz="2800">
              <a:solidFill>
                <a:srgbClr val="000000"/>
              </a:solidFill>
              <a:latin typeface="Gill Sans"/>
              <a:ea typeface="Gill Sans"/>
              <a:cs typeface="Gill Sans"/>
              <a:sym typeface="Gill Sans"/>
            </a:endParaRPr>
          </a:p>
        </p:txBody>
      </p:sp>
      <p:sp>
        <p:nvSpPr>
          <p:cNvPr id="8203" name="Google Shape;8203;p69"/>
          <p:cNvSpPr/>
          <p:nvPr/>
        </p:nvSpPr>
        <p:spPr>
          <a:xfrm>
            <a:off x="5591176" y="4508500"/>
            <a:ext cx="944563" cy="458788"/>
          </a:xfrm>
          <a:prstGeom prst="rect">
            <a:avLst/>
          </a:prstGeom>
          <a:solidFill>
            <a:srgbClr val="FFFF00"/>
          </a:solidFill>
          <a:ln>
            <a:noFill/>
          </a:ln>
        </p:spPr>
        <p:txBody>
          <a:bodyPr anchorCtr="0" anchor="t" bIns="45700" lIns="91425" spcFirstLastPara="1" rIns="91425" wrap="square" tIns="45700">
            <a:spAutoFit/>
          </a:bodyPr>
          <a:lstStyle/>
          <a:p>
            <a:pPr indent="-285750" lvl="0" marL="285750" marR="0" rtl="0" algn="l">
              <a:lnSpc>
                <a:spcPct val="85000"/>
              </a:lnSpc>
              <a:spcBef>
                <a:spcPts val="0"/>
              </a:spcBef>
              <a:spcAft>
                <a:spcPts val="0"/>
              </a:spcAft>
              <a:buClr>
                <a:srgbClr val="000099"/>
              </a:buClr>
              <a:buSzPts val="2100"/>
              <a:buFont typeface="Noto Sans Symbols"/>
              <a:buNone/>
            </a:pPr>
            <a:r>
              <a:rPr i="1" lang="en-US" sz="2800">
                <a:solidFill>
                  <a:srgbClr val="000000"/>
                </a:solidFill>
                <a:latin typeface="Gill Sans"/>
                <a:ea typeface="Gill Sans"/>
                <a:cs typeface="Gill Sans"/>
                <a:sym typeface="Gill Sans"/>
              </a:rPr>
              <a:t>d</a:t>
            </a:r>
            <a:r>
              <a:rPr baseline="-25000" lang="en-US" sz="2800">
                <a:solidFill>
                  <a:srgbClr val="000000"/>
                </a:solidFill>
                <a:latin typeface="Gill Sans"/>
                <a:ea typeface="Gill Sans"/>
                <a:cs typeface="Gill Sans"/>
                <a:sym typeface="Gill Sans"/>
              </a:rPr>
              <a:t>queue</a:t>
            </a:r>
            <a:endParaRPr sz="2800">
              <a:solidFill>
                <a:srgbClr val="000000"/>
              </a:solidFill>
              <a:latin typeface="Gill Sans"/>
              <a:ea typeface="Gill Sans"/>
              <a:cs typeface="Gill Sans"/>
              <a:sym typeface="Gill Sans"/>
            </a:endParaRPr>
          </a:p>
        </p:txBody>
      </p:sp>
      <p:sp>
        <p:nvSpPr>
          <p:cNvPr id="8204" name="Google Shape;8204;p69"/>
          <p:cNvSpPr/>
          <p:nvPr/>
        </p:nvSpPr>
        <p:spPr>
          <a:xfrm>
            <a:off x="8399464" y="3357564"/>
            <a:ext cx="814387" cy="458787"/>
          </a:xfrm>
          <a:prstGeom prst="rect">
            <a:avLst/>
          </a:prstGeom>
          <a:solidFill>
            <a:srgbClr val="FFFF00"/>
          </a:solidFill>
          <a:ln>
            <a:noFill/>
          </a:ln>
        </p:spPr>
        <p:txBody>
          <a:bodyPr anchorCtr="0" anchor="t" bIns="45700" lIns="91425" spcFirstLastPara="1" rIns="91425" wrap="square" tIns="45700">
            <a:spAutoFit/>
          </a:bodyPr>
          <a:lstStyle/>
          <a:p>
            <a:pPr indent="-285750" lvl="0" marL="285750" marR="0" rtl="0" algn="l">
              <a:lnSpc>
                <a:spcPct val="85000"/>
              </a:lnSpc>
              <a:spcBef>
                <a:spcPts val="0"/>
              </a:spcBef>
              <a:spcAft>
                <a:spcPts val="0"/>
              </a:spcAft>
              <a:buClr>
                <a:srgbClr val="000099"/>
              </a:buClr>
              <a:buSzPts val="2100"/>
              <a:buFont typeface="Noto Sans Symbols"/>
              <a:buNone/>
            </a:pPr>
            <a:r>
              <a:rPr i="1" lang="en-US" sz="2800">
                <a:solidFill>
                  <a:srgbClr val="000000"/>
                </a:solidFill>
                <a:latin typeface="Gill Sans"/>
                <a:ea typeface="Gill Sans"/>
                <a:cs typeface="Gill Sans"/>
                <a:sym typeface="Gill Sans"/>
              </a:rPr>
              <a:t>d</a:t>
            </a:r>
            <a:r>
              <a:rPr baseline="-25000" lang="en-US" sz="2800">
                <a:solidFill>
                  <a:srgbClr val="000000"/>
                </a:solidFill>
                <a:latin typeface="Gill Sans"/>
                <a:ea typeface="Gill Sans"/>
                <a:cs typeface="Gill Sans"/>
                <a:sym typeface="Gill Sans"/>
              </a:rPr>
              <a:t>prop</a:t>
            </a:r>
            <a:endParaRPr sz="2800">
              <a:solidFill>
                <a:srgbClr val="000000"/>
              </a:solidFill>
              <a:latin typeface="Gill Sans"/>
              <a:ea typeface="Gill Sans"/>
              <a:cs typeface="Gill Sans"/>
              <a:sym typeface="Gill Sans"/>
            </a:endParaRPr>
          </a:p>
        </p:txBody>
      </p:sp>
      <p:sp>
        <p:nvSpPr>
          <p:cNvPr id="8205" name="Google Shape;8205;p69"/>
          <p:cNvSpPr/>
          <p:nvPr/>
        </p:nvSpPr>
        <p:spPr>
          <a:xfrm>
            <a:off x="2063751" y="5229225"/>
            <a:ext cx="7954963" cy="458788"/>
          </a:xfrm>
          <a:prstGeom prst="rect">
            <a:avLst/>
          </a:prstGeom>
          <a:solidFill>
            <a:srgbClr val="FFFF00"/>
          </a:solidFill>
          <a:ln>
            <a:noFill/>
          </a:ln>
        </p:spPr>
        <p:txBody>
          <a:bodyPr anchorCtr="0" anchor="t" bIns="45700" lIns="91425" spcFirstLastPara="1" rIns="91425" wrap="square" tIns="45700">
            <a:spAutoFit/>
          </a:bodyPr>
          <a:lstStyle/>
          <a:p>
            <a:pPr indent="-285750" lvl="0" marL="285750" marR="0" rtl="0" algn="l">
              <a:lnSpc>
                <a:spcPct val="85000"/>
              </a:lnSpc>
              <a:spcBef>
                <a:spcPts val="0"/>
              </a:spcBef>
              <a:spcAft>
                <a:spcPts val="0"/>
              </a:spcAft>
              <a:buClr>
                <a:srgbClr val="000099"/>
              </a:buClr>
              <a:buSzPts val="2100"/>
              <a:buFont typeface="Noto Sans Symbols"/>
              <a:buNone/>
            </a:pPr>
            <a:r>
              <a:rPr i="1" lang="en-US" sz="2800">
                <a:solidFill>
                  <a:srgbClr val="000000"/>
                </a:solidFill>
                <a:latin typeface="Gill Sans"/>
                <a:ea typeface="Gill Sans"/>
                <a:cs typeface="Gill Sans"/>
                <a:sym typeface="Gill Sans"/>
              </a:rPr>
              <a:t>Total nodal delay = d</a:t>
            </a:r>
            <a:r>
              <a:rPr baseline="-25000" lang="en-US" sz="2800">
                <a:solidFill>
                  <a:srgbClr val="000000"/>
                </a:solidFill>
                <a:latin typeface="Gill Sans"/>
                <a:ea typeface="Gill Sans"/>
                <a:cs typeface="Gill Sans"/>
                <a:sym typeface="Gill Sans"/>
              </a:rPr>
              <a:t>nodal</a:t>
            </a:r>
            <a:r>
              <a:rPr lang="en-US" sz="2800">
                <a:solidFill>
                  <a:srgbClr val="000000"/>
                </a:solidFill>
                <a:latin typeface="Gill Sans"/>
                <a:ea typeface="Gill Sans"/>
                <a:cs typeface="Gill Sans"/>
                <a:sym typeface="Gill Sans"/>
              </a:rPr>
              <a:t> = </a:t>
            </a:r>
            <a:r>
              <a:rPr i="1" lang="en-US" sz="2800">
                <a:solidFill>
                  <a:srgbClr val="000000"/>
                </a:solidFill>
                <a:latin typeface="Gill Sans"/>
                <a:ea typeface="Gill Sans"/>
                <a:cs typeface="Gill Sans"/>
                <a:sym typeface="Gill Sans"/>
              </a:rPr>
              <a:t>d</a:t>
            </a:r>
            <a:r>
              <a:rPr baseline="-25000" lang="en-US" sz="2800">
                <a:solidFill>
                  <a:srgbClr val="000000"/>
                </a:solidFill>
                <a:latin typeface="Gill Sans"/>
                <a:ea typeface="Gill Sans"/>
                <a:cs typeface="Gill Sans"/>
                <a:sym typeface="Gill Sans"/>
              </a:rPr>
              <a:t>proc</a:t>
            </a:r>
            <a:r>
              <a:rPr lang="en-US" sz="2800">
                <a:solidFill>
                  <a:srgbClr val="000000"/>
                </a:solidFill>
                <a:latin typeface="Gill Sans"/>
                <a:ea typeface="Gill Sans"/>
                <a:cs typeface="Gill Sans"/>
                <a:sym typeface="Gill Sans"/>
              </a:rPr>
              <a:t> + </a:t>
            </a:r>
            <a:r>
              <a:rPr i="1" lang="en-US" sz="2800">
                <a:solidFill>
                  <a:srgbClr val="000000"/>
                </a:solidFill>
                <a:latin typeface="Gill Sans"/>
                <a:ea typeface="Gill Sans"/>
                <a:cs typeface="Gill Sans"/>
                <a:sym typeface="Gill Sans"/>
              </a:rPr>
              <a:t>d</a:t>
            </a:r>
            <a:r>
              <a:rPr baseline="-25000" lang="en-US" sz="2800">
                <a:solidFill>
                  <a:srgbClr val="000000"/>
                </a:solidFill>
                <a:latin typeface="Gill Sans"/>
                <a:ea typeface="Gill Sans"/>
                <a:cs typeface="Gill Sans"/>
                <a:sym typeface="Gill Sans"/>
              </a:rPr>
              <a:t>queue</a:t>
            </a:r>
            <a:r>
              <a:rPr lang="en-US" sz="2800">
                <a:solidFill>
                  <a:srgbClr val="000000"/>
                </a:solidFill>
                <a:latin typeface="Gill Sans"/>
                <a:ea typeface="Gill Sans"/>
                <a:cs typeface="Gill Sans"/>
                <a:sym typeface="Gill Sans"/>
              </a:rPr>
              <a:t> + </a:t>
            </a:r>
            <a:r>
              <a:rPr i="1" lang="en-US" sz="2800">
                <a:solidFill>
                  <a:srgbClr val="000000"/>
                </a:solidFill>
                <a:latin typeface="Gill Sans"/>
                <a:ea typeface="Gill Sans"/>
                <a:cs typeface="Gill Sans"/>
                <a:sym typeface="Gill Sans"/>
              </a:rPr>
              <a:t>d</a:t>
            </a:r>
            <a:r>
              <a:rPr baseline="-25000" lang="en-US" sz="2800">
                <a:solidFill>
                  <a:srgbClr val="000000"/>
                </a:solidFill>
                <a:latin typeface="Gill Sans"/>
                <a:ea typeface="Gill Sans"/>
                <a:cs typeface="Gill Sans"/>
                <a:sym typeface="Gill Sans"/>
              </a:rPr>
              <a:t>trans</a:t>
            </a:r>
            <a:r>
              <a:rPr lang="en-US" sz="2800">
                <a:solidFill>
                  <a:srgbClr val="000000"/>
                </a:solidFill>
                <a:latin typeface="Gill Sans"/>
                <a:ea typeface="Gill Sans"/>
                <a:cs typeface="Gill Sans"/>
                <a:sym typeface="Gill Sans"/>
              </a:rPr>
              <a:t> +  </a:t>
            </a:r>
            <a:r>
              <a:rPr i="1" lang="en-US" sz="2800">
                <a:solidFill>
                  <a:srgbClr val="000000"/>
                </a:solidFill>
                <a:latin typeface="Gill Sans"/>
                <a:ea typeface="Gill Sans"/>
                <a:cs typeface="Gill Sans"/>
                <a:sym typeface="Gill Sans"/>
              </a:rPr>
              <a:t>d</a:t>
            </a:r>
            <a:r>
              <a:rPr baseline="-25000" lang="en-US" sz="2800">
                <a:solidFill>
                  <a:srgbClr val="000000"/>
                </a:solidFill>
                <a:latin typeface="Gill Sans"/>
                <a:ea typeface="Gill Sans"/>
                <a:cs typeface="Gill Sans"/>
                <a:sym typeface="Gill Sans"/>
              </a:rPr>
              <a:t>prop</a:t>
            </a:r>
            <a:endParaRPr sz="2800">
              <a:solidFill>
                <a:srgbClr val="000000"/>
              </a:solidFill>
              <a:latin typeface="Gill Sans"/>
              <a:ea typeface="Gill Sans"/>
              <a:cs typeface="Gill Sans"/>
              <a:sym typeface="Gill Sans"/>
            </a:endParaRPr>
          </a:p>
        </p:txBody>
      </p:sp>
      <p:pic>
        <p:nvPicPr>
          <p:cNvPr descr="Puzzle" id="8206" name="Google Shape;8206;p69"/>
          <p:cNvPicPr preferRelativeResize="0"/>
          <p:nvPr/>
        </p:nvPicPr>
        <p:blipFill rotWithShape="1">
          <a:blip r:embed="rId4">
            <a:alphaModFix/>
          </a:blip>
          <a:srcRect b="0" l="0" r="0" t="0"/>
          <a:stretch/>
        </p:blipFill>
        <p:spPr>
          <a:xfrm rot="2653558">
            <a:off x="9729788" y="204788"/>
            <a:ext cx="603250" cy="603250"/>
          </a:xfrm>
          <a:prstGeom prst="rect">
            <a:avLst/>
          </a:prstGeom>
          <a:noFill/>
          <a:ln>
            <a:noFill/>
          </a:ln>
        </p:spPr>
      </p:pic>
      <p:sp>
        <p:nvSpPr>
          <p:cNvPr id="8207" name="Google Shape;8207;p69"/>
          <p:cNvSpPr txBox="1"/>
          <p:nvPr/>
        </p:nvSpPr>
        <p:spPr>
          <a:xfrm>
            <a:off x="9219616" y="6512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2" name="Shape 8212"/>
        <p:cNvGrpSpPr/>
        <p:nvPr/>
      </p:nvGrpSpPr>
      <p:grpSpPr>
        <a:xfrm>
          <a:off x="0" y="0"/>
          <a:ext cx="0" cy="0"/>
          <a:chOff x="0" y="0"/>
          <a:chExt cx="0" cy="0"/>
        </a:xfrm>
      </p:grpSpPr>
      <p:grpSp>
        <p:nvGrpSpPr>
          <p:cNvPr id="8213" name="Google Shape;8213;p70"/>
          <p:cNvGrpSpPr/>
          <p:nvPr/>
        </p:nvGrpSpPr>
        <p:grpSpPr>
          <a:xfrm>
            <a:off x="3364430" y="1767623"/>
            <a:ext cx="1511352" cy="863670"/>
            <a:chOff x="7493876" y="2774731"/>
            <a:chExt cx="1481958" cy="894622"/>
          </a:xfrm>
        </p:grpSpPr>
        <p:sp>
          <p:nvSpPr>
            <p:cNvPr id="8214" name="Google Shape;8214;p7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215" name="Google Shape;8215;p7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216" name="Google Shape;8216;p70"/>
            <p:cNvGrpSpPr/>
            <p:nvPr/>
          </p:nvGrpSpPr>
          <p:grpSpPr>
            <a:xfrm>
              <a:off x="7713663" y="2848339"/>
              <a:ext cx="1042107" cy="425543"/>
              <a:chOff x="7786941" y="2884917"/>
              <a:chExt cx="897649" cy="353919"/>
            </a:xfrm>
          </p:grpSpPr>
          <p:sp>
            <p:nvSpPr>
              <p:cNvPr id="8217" name="Google Shape;8217;p7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18" name="Google Shape;8218;p7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19" name="Google Shape;8219;p7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20" name="Google Shape;8220;p7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8221" name="Google Shape;8221;p70"/>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Packet delay: four sources</a:t>
            </a:r>
            <a:endParaRPr sz="4400"/>
          </a:p>
        </p:txBody>
      </p:sp>
      <p:sp>
        <p:nvSpPr>
          <p:cNvPr id="8222" name="Google Shape;8222;p70"/>
          <p:cNvSpPr txBox="1"/>
          <p:nvPr>
            <p:ph idx="12" type="sldNum"/>
          </p:nvPr>
        </p:nvSpPr>
        <p:spPr>
          <a:xfrm>
            <a:off x="9219616" y="6512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8223" name="Google Shape;8223;p70"/>
          <p:cNvSpPr txBox="1"/>
          <p:nvPr/>
        </p:nvSpPr>
        <p:spPr>
          <a:xfrm>
            <a:off x="1164734" y="4523810"/>
            <a:ext cx="3810000" cy="1839595"/>
          </a:xfrm>
          <a:prstGeom prst="rect">
            <a:avLst/>
          </a:prstGeom>
          <a:noFill/>
          <a:ln>
            <a:noFill/>
          </a:ln>
        </p:spPr>
        <p:txBody>
          <a:bodyPr anchorCtr="0" anchor="t" bIns="45700" lIns="91425" spcFirstLastPara="1" rIns="91425" wrap="square" tIns="45700">
            <a:noAutofit/>
          </a:bodyPr>
          <a:lstStyle/>
          <a:p>
            <a:pPr indent="-295275" lvl="0" marL="352425" marR="0" rtl="0" algn="l">
              <a:lnSpc>
                <a:spcPct val="90000"/>
              </a:lnSpc>
              <a:spcBef>
                <a:spcPts val="0"/>
              </a:spcBef>
              <a:spcAft>
                <a:spcPts val="0"/>
              </a:spcAft>
              <a:buClr>
                <a:srgbClr val="0000A3"/>
              </a:buClr>
              <a:buSzPts val="2800"/>
              <a:buFont typeface="Noto Sans Symbols"/>
              <a:buNone/>
            </a:pPr>
            <a:r>
              <a:rPr i="1" lang="en-US" sz="2800">
                <a:solidFill>
                  <a:srgbClr val="CC0000"/>
                </a:solidFill>
                <a:latin typeface="Calibri"/>
                <a:ea typeface="Calibri"/>
                <a:cs typeface="Calibri"/>
                <a:sym typeface="Calibri"/>
              </a:rPr>
              <a:t>d</a:t>
            </a:r>
            <a:r>
              <a:rPr baseline="-25000" lang="en-US" sz="2800">
                <a:solidFill>
                  <a:srgbClr val="CC0000"/>
                </a:solidFill>
                <a:latin typeface="Calibri"/>
                <a:ea typeface="Calibri"/>
                <a:cs typeface="Calibri"/>
                <a:sym typeface="Calibri"/>
              </a:rPr>
              <a:t>proc</a:t>
            </a:r>
            <a:r>
              <a:rPr lang="en-US" sz="2800">
                <a:solidFill>
                  <a:srgbClr val="CC0000"/>
                </a:solidFill>
                <a:latin typeface="Calibri"/>
                <a:ea typeface="Calibri"/>
                <a:cs typeface="Calibri"/>
                <a:sym typeface="Calibri"/>
              </a:rPr>
              <a:t>: nodal processing</a:t>
            </a:r>
            <a:r>
              <a:rPr lang="en-US" sz="2800">
                <a:solidFill>
                  <a:schemeClr val="dk1"/>
                </a:solidFill>
                <a:latin typeface="Calibri"/>
                <a:ea typeface="Calibri"/>
                <a:cs typeface="Calibri"/>
                <a:sym typeface="Calibri"/>
              </a:rPr>
              <a:t> </a:t>
            </a:r>
            <a:endParaRPr/>
          </a:p>
          <a:p>
            <a:pPr indent="-233362" lvl="0" marL="349250" marR="0" rtl="0" algn="l">
              <a:lnSpc>
                <a:spcPct val="90000"/>
              </a:lnSpc>
              <a:spcBef>
                <a:spcPts val="6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check bit errors</a:t>
            </a:r>
            <a:endParaRPr/>
          </a:p>
          <a:p>
            <a:pPr indent="-233362" lvl="0" marL="349250" marR="0" rtl="0" algn="l">
              <a:lnSpc>
                <a:spcPct val="90000"/>
              </a:lnSpc>
              <a:spcBef>
                <a:spcPts val="6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determine output link</a:t>
            </a:r>
            <a:endParaRPr/>
          </a:p>
          <a:p>
            <a:pPr indent="-233362" lvl="0" marL="349250" marR="0" rtl="0" algn="l">
              <a:lnSpc>
                <a:spcPct val="90000"/>
              </a:lnSpc>
              <a:spcBef>
                <a:spcPts val="600"/>
              </a:spcBef>
              <a:spcAft>
                <a:spcPts val="0"/>
              </a:spcAft>
              <a:buClr>
                <a:srgbClr val="0000A3"/>
              </a:buClr>
              <a:buSzPts val="2400"/>
              <a:buFont typeface="Noto Sans Symbols"/>
              <a:buChar char="▪"/>
            </a:pPr>
            <a:r>
              <a:rPr lang="en-US" sz="2400">
                <a:solidFill>
                  <a:schemeClr val="dk1"/>
                </a:solidFill>
                <a:latin typeface="Calibri"/>
                <a:ea typeface="Calibri"/>
                <a:cs typeface="Calibri"/>
                <a:sym typeface="Calibri"/>
              </a:rPr>
              <a:t>typically &lt; msec</a:t>
            </a:r>
            <a:endParaRPr sz="2400">
              <a:solidFill>
                <a:schemeClr val="dk1"/>
              </a:solidFill>
              <a:latin typeface="Calibri"/>
              <a:ea typeface="Calibri"/>
              <a:cs typeface="Calibri"/>
              <a:sym typeface="Calibri"/>
            </a:endParaRPr>
          </a:p>
        </p:txBody>
      </p:sp>
      <p:sp>
        <p:nvSpPr>
          <p:cNvPr id="8224" name="Google Shape;8224;p70"/>
          <p:cNvSpPr/>
          <p:nvPr/>
        </p:nvSpPr>
        <p:spPr>
          <a:xfrm>
            <a:off x="5233355" y="4536106"/>
            <a:ext cx="5953228" cy="1394050"/>
          </a:xfrm>
          <a:prstGeom prst="rect">
            <a:avLst/>
          </a:prstGeom>
          <a:noFill/>
          <a:ln>
            <a:noFill/>
          </a:ln>
        </p:spPr>
        <p:txBody>
          <a:bodyPr anchorCtr="0" anchor="t" bIns="45700" lIns="91425" spcFirstLastPara="1" rIns="91425" wrap="square" tIns="45700">
            <a:noAutofit/>
          </a:bodyPr>
          <a:lstStyle/>
          <a:p>
            <a:pPr indent="-344488" lvl="0" marL="344488" marR="0" rtl="0" algn="l">
              <a:lnSpc>
                <a:spcPct val="90000"/>
              </a:lnSpc>
              <a:spcBef>
                <a:spcPts val="0"/>
              </a:spcBef>
              <a:spcAft>
                <a:spcPts val="0"/>
              </a:spcAft>
              <a:buClr>
                <a:srgbClr val="3333CC"/>
              </a:buClr>
              <a:buSzPts val="1700"/>
              <a:buFont typeface="Noto Sans Symbols"/>
              <a:buNone/>
            </a:pPr>
            <a:r>
              <a:rPr lang="en-US" sz="2000">
                <a:solidFill>
                  <a:srgbClr val="FF0000"/>
                </a:solidFill>
                <a:latin typeface="Calibri"/>
                <a:ea typeface="Calibri"/>
                <a:cs typeface="Calibri"/>
                <a:sym typeface="Calibri"/>
              </a:rPr>
              <a:t> </a:t>
            </a:r>
            <a:r>
              <a:rPr i="1" lang="en-US" sz="2800">
                <a:solidFill>
                  <a:srgbClr val="CC0000"/>
                </a:solidFill>
                <a:latin typeface="Calibri"/>
                <a:ea typeface="Calibri"/>
                <a:cs typeface="Calibri"/>
                <a:sym typeface="Calibri"/>
              </a:rPr>
              <a:t>d</a:t>
            </a:r>
            <a:r>
              <a:rPr baseline="-25000" lang="en-US" sz="2800">
                <a:solidFill>
                  <a:srgbClr val="CC0000"/>
                </a:solidFill>
                <a:latin typeface="Calibri"/>
                <a:ea typeface="Calibri"/>
                <a:cs typeface="Calibri"/>
                <a:sym typeface="Calibri"/>
              </a:rPr>
              <a:t>queue</a:t>
            </a:r>
            <a:r>
              <a:rPr lang="en-US" sz="2800">
                <a:solidFill>
                  <a:srgbClr val="CC0000"/>
                </a:solidFill>
                <a:latin typeface="Calibri"/>
                <a:ea typeface="Calibri"/>
                <a:cs typeface="Calibri"/>
                <a:sym typeface="Calibri"/>
              </a:rPr>
              <a:t>: queueing delay</a:t>
            </a:r>
            <a:endParaRPr/>
          </a:p>
          <a:p>
            <a:pPr indent="-231775" lvl="0" marL="231775" marR="0" rtl="0" algn="l">
              <a:lnSpc>
                <a:spcPct val="90000"/>
              </a:lnSpc>
              <a:spcBef>
                <a:spcPts val="6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time waiting at output link for transmission </a:t>
            </a:r>
            <a:endParaRPr/>
          </a:p>
          <a:p>
            <a:pPr indent="-231775" lvl="0" marL="231775" marR="0" rtl="0" algn="l">
              <a:lnSpc>
                <a:spcPct val="90000"/>
              </a:lnSpc>
              <a:spcBef>
                <a:spcPts val="600"/>
              </a:spcBef>
              <a:spcAft>
                <a:spcPts val="0"/>
              </a:spcAft>
              <a:buClr>
                <a:srgbClr val="000099"/>
              </a:buClr>
              <a:buSzPts val="2400"/>
              <a:buFont typeface="Noto Sans Symbols"/>
              <a:buChar char="▪"/>
            </a:pPr>
            <a:r>
              <a:rPr lang="en-US" sz="2400">
                <a:solidFill>
                  <a:srgbClr val="000000"/>
                </a:solidFill>
                <a:latin typeface="Calibri"/>
                <a:ea typeface="Calibri"/>
                <a:cs typeface="Calibri"/>
                <a:sym typeface="Calibri"/>
              </a:rPr>
              <a:t>depends on congestion level of router</a:t>
            </a:r>
            <a:endParaRPr/>
          </a:p>
        </p:txBody>
      </p:sp>
      <p:cxnSp>
        <p:nvCxnSpPr>
          <p:cNvPr id="8225" name="Google Shape;8225;p70"/>
          <p:cNvCxnSpPr/>
          <p:nvPr/>
        </p:nvCxnSpPr>
        <p:spPr>
          <a:xfrm>
            <a:off x="2621011" y="1783635"/>
            <a:ext cx="741403" cy="355600"/>
          </a:xfrm>
          <a:prstGeom prst="straightConnector1">
            <a:avLst/>
          </a:prstGeom>
          <a:noFill/>
          <a:ln cap="flat" cmpd="sng" w="19050">
            <a:solidFill>
              <a:schemeClr val="dk1"/>
            </a:solidFill>
            <a:prstDash val="solid"/>
            <a:round/>
            <a:headEnd len="med" w="med" type="none"/>
            <a:tailEnd len="med" w="med" type="none"/>
          </a:ln>
        </p:spPr>
      </p:cxnSp>
      <p:sp>
        <p:nvSpPr>
          <p:cNvPr id="8226" name="Google Shape;8226;p70"/>
          <p:cNvSpPr/>
          <p:nvPr/>
        </p:nvSpPr>
        <p:spPr>
          <a:xfrm>
            <a:off x="5464378" y="2002710"/>
            <a:ext cx="147646"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sp>
        <p:nvSpPr>
          <p:cNvPr id="8227" name="Google Shape;8227;p70"/>
          <p:cNvSpPr/>
          <p:nvPr/>
        </p:nvSpPr>
        <p:spPr>
          <a:xfrm>
            <a:off x="4211773" y="2074148"/>
            <a:ext cx="147645"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sp>
        <p:nvSpPr>
          <p:cNvPr id="8228" name="Google Shape;8228;p70"/>
          <p:cNvSpPr/>
          <p:nvPr/>
        </p:nvSpPr>
        <p:spPr>
          <a:xfrm>
            <a:off x="4373707" y="2074148"/>
            <a:ext cx="147645" cy="200025"/>
          </a:xfrm>
          <a:prstGeom prst="rect">
            <a:avLst/>
          </a:prstGeom>
          <a:solidFill>
            <a:srgbClr val="00B05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cxnSp>
        <p:nvCxnSpPr>
          <p:cNvPr id="8229" name="Google Shape;8229;p70"/>
          <p:cNvCxnSpPr/>
          <p:nvPr/>
        </p:nvCxnSpPr>
        <p:spPr>
          <a:xfrm>
            <a:off x="7042061" y="1833751"/>
            <a:ext cx="366733" cy="0"/>
          </a:xfrm>
          <a:prstGeom prst="straightConnector1">
            <a:avLst/>
          </a:prstGeom>
          <a:noFill/>
          <a:ln cap="flat" cmpd="sng" w="9525">
            <a:solidFill>
              <a:schemeClr val="dk1"/>
            </a:solidFill>
            <a:prstDash val="solid"/>
            <a:round/>
            <a:headEnd len="med" w="med" type="none"/>
            <a:tailEnd len="med" w="med" type="triangle"/>
          </a:ln>
        </p:spPr>
      </p:cxnSp>
      <p:sp>
        <p:nvSpPr>
          <p:cNvPr id="8230" name="Google Shape;8230;p70"/>
          <p:cNvSpPr/>
          <p:nvPr/>
        </p:nvSpPr>
        <p:spPr>
          <a:xfrm>
            <a:off x="4502301" y="2012235"/>
            <a:ext cx="147646"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sp>
        <p:nvSpPr>
          <p:cNvPr id="8231" name="Google Shape;8231;p70"/>
          <p:cNvSpPr txBox="1"/>
          <p:nvPr/>
        </p:nvSpPr>
        <p:spPr>
          <a:xfrm>
            <a:off x="5370720" y="1587878"/>
            <a:ext cx="170040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C0000"/>
                </a:solidFill>
                <a:latin typeface="Calibri"/>
                <a:ea typeface="Calibri"/>
                <a:cs typeface="Calibri"/>
                <a:sym typeface="Calibri"/>
              </a:rPr>
              <a:t>propagation</a:t>
            </a:r>
            <a:endParaRPr sz="2000">
              <a:solidFill>
                <a:srgbClr val="CC0000"/>
              </a:solidFill>
              <a:latin typeface="Calibri"/>
              <a:ea typeface="Calibri"/>
              <a:cs typeface="Calibri"/>
              <a:sym typeface="Calibri"/>
            </a:endParaRPr>
          </a:p>
        </p:txBody>
      </p:sp>
      <p:cxnSp>
        <p:nvCxnSpPr>
          <p:cNvPr id="8232" name="Google Shape;8232;p70"/>
          <p:cNvCxnSpPr/>
          <p:nvPr/>
        </p:nvCxnSpPr>
        <p:spPr>
          <a:xfrm rot="10800000">
            <a:off x="5073803" y="1831109"/>
            <a:ext cx="319105" cy="0"/>
          </a:xfrm>
          <a:prstGeom prst="straightConnector1">
            <a:avLst/>
          </a:prstGeom>
          <a:noFill/>
          <a:ln cap="flat" cmpd="sng" w="9525">
            <a:solidFill>
              <a:schemeClr val="dk1"/>
            </a:solidFill>
            <a:prstDash val="solid"/>
            <a:round/>
            <a:headEnd len="med" w="med" type="none"/>
            <a:tailEnd len="med" w="med" type="triangle"/>
          </a:ln>
        </p:spPr>
      </p:cxnSp>
      <p:sp>
        <p:nvSpPr>
          <p:cNvPr id="8233" name="Google Shape;8233;p70"/>
          <p:cNvSpPr txBox="1"/>
          <p:nvPr/>
        </p:nvSpPr>
        <p:spPr>
          <a:xfrm>
            <a:off x="3016098" y="2729785"/>
            <a:ext cx="1511824" cy="69063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2400">
                <a:solidFill>
                  <a:srgbClr val="CC0000"/>
                </a:solidFill>
                <a:latin typeface="Calibri"/>
                <a:ea typeface="Calibri"/>
                <a:cs typeface="Calibri"/>
                <a:sym typeface="Calibri"/>
              </a:rPr>
              <a:t>nodal</a:t>
            </a:r>
            <a:endParaRPr/>
          </a:p>
          <a:p>
            <a:pPr indent="0" lvl="0" marL="0" marR="0" rtl="0" algn="ctr">
              <a:lnSpc>
                <a:spcPct val="80000"/>
              </a:lnSpc>
              <a:spcBef>
                <a:spcPts val="0"/>
              </a:spcBef>
              <a:spcAft>
                <a:spcPts val="0"/>
              </a:spcAft>
              <a:buNone/>
            </a:pPr>
            <a:r>
              <a:rPr lang="en-US" sz="2400">
                <a:solidFill>
                  <a:srgbClr val="CC0000"/>
                </a:solidFill>
                <a:latin typeface="Calibri"/>
                <a:ea typeface="Calibri"/>
                <a:cs typeface="Calibri"/>
                <a:sym typeface="Calibri"/>
              </a:rPr>
              <a:t>processing</a:t>
            </a:r>
            <a:endParaRPr/>
          </a:p>
        </p:txBody>
      </p:sp>
      <p:cxnSp>
        <p:nvCxnSpPr>
          <p:cNvPr id="8234" name="Google Shape;8234;p70"/>
          <p:cNvCxnSpPr/>
          <p:nvPr/>
        </p:nvCxnSpPr>
        <p:spPr>
          <a:xfrm rot="10800000">
            <a:off x="3363541" y="2729991"/>
            <a:ext cx="833484" cy="0"/>
          </a:xfrm>
          <a:prstGeom prst="straightConnector1">
            <a:avLst/>
          </a:prstGeom>
          <a:noFill/>
          <a:ln cap="flat" cmpd="sng" w="9525">
            <a:solidFill>
              <a:schemeClr val="dk1"/>
            </a:solidFill>
            <a:prstDash val="solid"/>
            <a:round/>
            <a:headEnd len="med" w="med" type="triangle"/>
            <a:tailEnd len="med" w="med" type="triangle"/>
          </a:ln>
        </p:spPr>
      </p:cxnSp>
      <p:cxnSp>
        <p:nvCxnSpPr>
          <p:cNvPr id="8235" name="Google Shape;8235;p70"/>
          <p:cNvCxnSpPr/>
          <p:nvPr/>
        </p:nvCxnSpPr>
        <p:spPr>
          <a:xfrm rot="10800000">
            <a:off x="4187959" y="2536110"/>
            <a:ext cx="385784" cy="0"/>
          </a:xfrm>
          <a:prstGeom prst="straightConnector1">
            <a:avLst/>
          </a:prstGeom>
          <a:noFill/>
          <a:ln cap="flat" cmpd="sng" w="9525">
            <a:solidFill>
              <a:schemeClr val="dk1"/>
            </a:solidFill>
            <a:prstDash val="solid"/>
            <a:round/>
            <a:headEnd len="med" w="med" type="triangle"/>
            <a:tailEnd len="med" w="med" type="triangle"/>
          </a:ln>
        </p:spPr>
      </p:cxnSp>
      <p:sp>
        <p:nvSpPr>
          <p:cNvPr id="8236" name="Google Shape;8236;p70"/>
          <p:cNvSpPr txBox="1"/>
          <p:nvPr/>
        </p:nvSpPr>
        <p:spPr>
          <a:xfrm>
            <a:off x="4595969" y="2957464"/>
            <a:ext cx="13548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C0000"/>
                </a:solidFill>
                <a:latin typeface="Calibri"/>
                <a:ea typeface="Calibri"/>
                <a:cs typeface="Calibri"/>
                <a:sym typeface="Calibri"/>
              </a:rPr>
              <a:t>queueing</a:t>
            </a:r>
            <a:endParaRPr sz="2000">
              <a:solidFill>
                <a:srgbClr val="CC0000"/>
              </a:solidFill>
              <a:latin typeface="Calibri"/>
              <a:ea typeface="Calibri"/>
              <a:cs typeface="Calibri"/>
              <a:sym typeface="Calibri"/>
            </a:endParaRPr>
          </a:p>
        </p:txBody>
      </p:sp>
      <p:cxnSp>
        <p:nvCxnSpPr>
          <p:cNvPr id="8237" name="Google Shape;8237;p70"/>
          <p:cNvCxnSpPr/>
          <p:nvPr/>
        </p:nvCxnSpPr>
        <p:spPr>
          <a:xfrm rot="10800000">
            <a:off x="4349892" y="2536110"/>
            <a:ext cx="595346" cy="552450"/>
          </a:xfrm>
          <a:prstGeom prst="straightConnector1">
            <a:avLst/>
          </a:prstGeom>
          <a:noFill/>
          <a:ln cap="flat" cmpd="sng" w="9525">
            <a:solidFill>
              <a:schemeClr val="dk1"/>
            </a:solidFill>
            <a:prstDash val="solid"/>
            <a:round/>
            <a:headEnd len="med" w="med" type="none"/>
            <a:tailEnd len="med" w="med" type="none"/>
          </a:ln>
        </p:spPr>
      </p:cxnSp>
      <p:sp>
        <p:nvSpPr>
          <p:cNvPr id="8238" name="Google Shape;8238;p70"/>
          <p:cNvSpPr/>
          <p:nvPr/>
        </p:nvSpPr>
        <p:spPr>
          <a:xfrm>
            <a:off x="1743075" y="3585728"/>
            <a:ext cx="6175328" cy="554037"/>
          </a:xfrm>
          <a:prstGeom prst="rect">
            <a:avLst/>
          </a:prstGeom>
          <a:noFill/>
          <a:ln>
            <a:noFill/>
          </a:ln>
        </p:spPr>
        <p:txBody>
          <a:bodyPr anchorCtr="0" anchor="t" bIns="45700" lIns="91425" spcFirstLastPara="1" rIns="91425" wrap="square" tIns="45700">
            <a:noAutofit/>
          </a:bodyPr>
          <a:lstStyle/>
          <a:p>
            <a:pPr indent="-285750" lvl="0" marL="285750" marR="0" rtl="0" algn="l">
              <a:lnSpc>
                <a:spcPct val="85000"/>
              </a:lnSpc>
              <a:spcBef>
                <a:spcPts val="0"/>
              </a:spcBef>
              <a:spcAft>
                <a:spcPts val="0"/>
              </a:spcAft>
              <a:buClr>
                <a:srgbClr val="000099"/>
              </a:buClr>
              <a:buSzPts val="2400"/>
              <a:buFont typeface="Noto Sans Symbols"/>
              <a:buNone/>
            </a:pPr>
            <a:r>
              <a:rPr i="1" lang="en-US" sz="3200">
                <a:solidFill>
                  <a:srgbClr val="000000"/>
                </a:solidFill>
                <a:latin typeface="Calibri"/>
                <a:ea typeface="Calibri"/>
                <a:cs typeface="Calibri"/>
                <a:sym typeface="Calibri"/>
              </a:rPr>
              <a:t>d</a:t>
            </a:r>
            <a:r>
              <a:rPr baseline="-25000" lang="en-US" sz="3200">
                <a:solidFill>
                  <a:srgbClr val="000000"/>
                </a:solidFill>
                <a:latin typeface="Calibri"/>
                <a:ea typeface="Calibri"/>
                <a:cs typeface="Calibri"/>
                <a:sym typeface="Calibri"/>
              </a:rPr>
              <a:t>nodal</a:t>
            </a:r>
            <a:r>
              <a:rPr lang="en-US" sz="3200">
                <a:solidFill>
                  <a:srgbClr val="000000"/>
                </a:solidFill>
                <a:latin typeface="Calibri"/>
                <a:ea typeface="Calibri"/>
                <a:cs typeface="Calibri"/>
                <a:sym typeface="Calibri"/>
              </a:rPr>
              <a:t> = </a:t>
            </a:r>
            <a:r>
              <a:rPr i="1" lang="en-US" sz="3200">
                <a:solidFill>
                  <a:srgbClr val="000000"/>
                </a:solidFill>
                <a:latin typeface="Calibri"/>
                <a:ea typeface="Calibri"/>
                <a:cs typeface="Calibri"/>
                <a:sym typeface="Calibri"/>
              </a:rPr>
              <a:t>d</a:t>
            </a:r>
            <a:r>
              <a:rPr baseline="-25000" lang="en-US" sz="3200">
                <a:solidFill>
                  <a:srgbClr val="000000"/>
                </a:solidFill>
                <a:latin typeface="Calibri"/>
                <a:ea typeface="Calibri"/>
                <a:cs typeface="Calibri"/>
                <a:sym typeface="Calibri"/>
              </a:rPr>
              <a:t>proc</a:t>
            </a:r>
            <a:r>
              <a:rPr lang="en-US" sz="3200">
                <a:solidFill>
                  <a:srgbClr val="000000"/>
                </a:solidFill>
                <a:latin typeface="Calibri"/>
                <a:ea typeface="Calibri"/>
                <a:cs typeface="Calibri"/>
                <a:sym typeface="Calibri"/>
              </a:rPr>
              <a:t> + </a:t>
            </a:r>
            <a:r>
              <a:rPr i="1" lang="en-US" sz="3200">
                <a:solidFill>
                  <a:srgbClr val="000000"/>
                </a:solidFill>
                <a:latin typeface="Calibri"/>
                <a:ea typeface="Calibri"/>
                <a:cs typeface="Calibri"/>
                <a:sym typeface="Calibri"/>
              </a:rPr>
              <a:t>d</a:t>
            </a:r>
            <a:r>
              <a:rPr baseline="-25000" lang="en-US" sz="3200">
                <a:solidFill>
                  <a:srgbClr val="000000"/>
                </a:solidFill>
                <a:latin typeface="Calibri"/>
                <a:ea typeface="Calibri"/>
                <a:cs typeface="Calibri"/>
                <a:sym typeface="Calibri"/>
              </a:rPr>
              <a:t>queue</a:t>
            </a:r>
            <a:r>
              <a:rPr lang="en-US" sz="3200">
                <a:solidFill>
                  <a:srgbClr val="000000"/>
                </a:solidFill>
                <a:latin typeface="Calibri"/>
                <a:ea typeface="Calibri"/>
                <a:cs typeface="Calibri"/>
                <a:sym typeface="Calibri"/>
              </a:rPr>
              <a:t> + </a:t>
            </a:r>
            <a:r>
              <a:rPr i="1" lang="en-US" sz="3200">
                <a:solidFill>
                  <a:srgbClr val="000000"/>
                </a:solidFill>
                <a:latin typeface="Calibri"/>
                <a:ea typeface="Calibri"/>
                <a:cs typeface="Calibri"/>
                <a:sym typeface="Calibri"/>
              </a:rPr>
              <a:t>d</a:t>
            </a:r>
            <a:r>
              <a:rPr baseline="-25000" lang="en-US" sz="3200">
                <a:solidFill>
                  <a:srgbClr val="000000"/>
                </a:solidFill>
                <a:latin typeface="Calibri"/>
                <a:ea typeface="Calibri"/>
                <a:cs typeface="Calibri"/>
                <a:sym typeface="Calibri"/>
              </a:rPr>
              <a:t>trans</a:t>
            </a:r>
            <a:r>
              <a:rPr lang="en-US" sz="3200">
                <a:solidFill>
                  <a:srgbClr val="000000"/>
                </a:solidFill>
                <a:latin typeface="Calibri"/>
                <a:ea typeface="Calibri"/>
                <a:cs typeface="Calibri"/>
                <a:sym typeface="Calibri"/>
              </a:rPr>
              <a:t> +  </a:t>
            </a:r>
            <a:r>
              <a:rPr i="1" lang="en-US" sz="3200">
                <a:solidFill>
                  <a:srgbClr val="000000"/>
                </a:solidFill>
                <a:latin typeface="Calibri"/>
                <a:ea typeface="Calibri"/>
                <a:cs typeface="Calibri"/>
                <a:sym typeface="Calibri"/>
              </a:rPr>
              <a:t>d</a:t>
            </a:r>
            <a:r>
              <a:rPr baseline="-25000" lang="en-US" sz="3200">
                <a:solidFill>
                  <a:srgbClr val="000000"/>
                </a:solidFill>
                <a:latin typeface="Calibri"/>
                <a:ea typeface="Calibri"/>
                <a:cs typeface="Calibri"/>
                <a:sym typeface="Calibri"/>
              </a:rPr>
              <a:t>prop</a:t>
            </a:r>
            <a:endParaRPr sz="3200">
              <a:solidFill>
                <a:srgbClr val="000000"/>
              </a:solidFill>
              <a:latin typeface="Calibri"/>
              <a:ea typeface="Calibri"/>
              <a:cs typeface="Calibri"/>
              <a:sym typeface="Calibri"/>
            </a:endParaRPr>
          </a:p>
        </p:txBody>
      </p:sp>
      <p:cxnSp>
        <p:nvCxnSpPr>
          <p:cNvPr id="8239" name="Google Shape;8239;p70"/>
          <p:cNvCxnSpPr/>
          <p:nvPr/>
        </p:nvCxnSpPr>
        <p:spPr>
          <a:xfrm flipH="1" rot="10800000">
            <a:off x="2619131" y="2323384"/>
            <a:ext cx="735346" cy="549939"/>
          </a:xfrm>
          <a:prstGeom prst="straightConnector1">
            <a:avLst/>
          </a:prstGeom>
          <a:noFill/>
          <a:ln cap="flat" cmpd="sng" w="19050">
            <a:solidFill>
              <a:schemeClr val="dk1"/>
            </a:solidFill>
            <a:prstDash val="solid"/>
            <a:round/>
            <a:headEnd len="med" w="med" type="none"/>
            <a:tailEnd len="med" w="med" type="none"/>
          </a:ln>
        </p:spPr>
      </p:cxnSp>
      <p:sp>
        <p:nvSpPr>
          <p:cNvPr id="8240" name="Google Shape;8240;p70"/>
          <p:cNvSpPr/>
          <p:nvPr/>
        </p:nvSpPr>
        <p:spPr>
          <a:xfrm>
            <a:off x="3159202" y="1974135"/>
            <a:ext cx="147646"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cxnSp>
        <p:nvCxnSpPr>
          <p:cNvPr id="8241" name="Google Shape;8241;p70"/>
          <p:cNvCxnSpPr/>
          <p:nvPr/>
        </p:nvCxnSpPr>
        <p:spPr>
          <a:xfrm>
            <a:off x="3109988" y="1910635"/>
            <a:ext cx="211149" cy="0"/>
          </a:xfrm>
          <a:prstGeom prst="straightConnector1">
            <a:avLst/>
          </a:prstGeom>
          <a:noFill/>
          <a:ln cap="flat" cmpd="sng" w="9525">
            <a:solidFill>
              <a:schemeClr val="dk1"/>
            </a:solidFill>
            <a:prstDash val="solid"/>
            <a:round/>
            <a:headEnd len="med" w="med" type="none"/>
            <a:tailEnd len="med" w="med" type="triangle"/>
          </a:ln>
        </p:spPr>
      </p:cxnSp>
      <p:sp>
        <p:nvSpPr>
          <p:cNvPr id="8242" name="Google Shape;8242;p70"/>
          <p:cNvSpPr txBox="1"/>
          <p:nvPr/>
        </p:nvSpPr>
        <p:spPr>
          <a:xfrm>
            <a:off x="1816815" y="1467723"/>
            <a:ext cx="39305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A</a:t>
            </a:r>
            <a:endParaRPr/>
          </a:p>
        </p:txBody>
      </p:sp>
      <p:sp>
        <p:nvSpPr>
          <p:cNvPr id="8243" name="Google Shape;8243;p70"/>
          <p:cNvSpPr txBox="1"/>
          <p:nvPr/>
        </p:nvSpPr>
        <p:spPr>
          <a:xfrm>
            <a:off x="1845558" y="2420223"/>
            <a:ext cx="38023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B</a:t>
            </a:r>
            <a:endParaRPr/>
          </a:p>
        </p:txBody>
      </p:sp>
      <p:grpSp>
        <p:nvGrpSpPr>
          <p:cNvPr id="8244" name="Google Shape;8244;p70"/>
          <p:cNvGrpSpPr/>
          <p:nvPr/>
        </p:nvGrpSpPr>
        <p:grpSpPr>
          <a:xfrm>
            <a:off x="1923392" y="1467723"/>
            <a:ext cx="779505" cy="679450"/>
            <a:chOff x="-44" y="1473"/>
            <a:chExt cx="981" cy="1105"/>
          </a:xfrm>
        </p:grpSpPr>
        <p:pic>
          <p:nvPicPr>
            <p:cNvPr descr="desktop_computer_stylized_medium" id="8245" name="Google Shape;8245;p7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246" name="Google Shape;8246;p7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8247" name="Google Shape;8247;p70"/>
          <p:cNvGrpSpPr/>
          <p:nvPr/>
        </p:nvGrpSpPr>
        <p:grpSpPr>
          <a:xfrm>
            <a:off x="1914200" y="2474691"/>
            <a:ext cx="779506" cy="679450"/>
            <a:chOff x="-44" y="1473"/>
            <a:chExt cx="981" cy="1105"/>
          </a:xfrm>
        </p:grpSpPr>
        <p:pic>
          <p:nvPicPr>
            <p:cNvPr descr="desktop_computer_stylized_medium" id="8248" name="Google Shape;8248;p7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249" name="Google Shape;8249;p7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8250" name="Google Shape;8250;p70"/>
          <p:cNvSpPr txBox="1"/>
          <p:nvPr/>
        </p:nvSpPr>
        <p:spPr>
          <a:xfrm>
            <a:off x="2833286" y="1145961"/>
            <a:ext cx="176856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C0000"/>
                </a:solidFill>
                <a:latin typeface="Calibri"/>
                <a:ea typeface="Calibri"/>
                <a:cs typeface="Calibri"/>
                <a:sym typeface="Calibri"/>
              </a:rPr>
              <a:t>transmission</a:t>
            </a:r>
            <a:endParaRPr/>
          </a:p>
        </p:txBody>
      </p:sp>
      <p:cxnSp>
        <p:nvCxnSpPr>
          <p:cNvPr id="8251" name="Google Shape;8251;p70"/>
          <p:cNvCxnSpPr/>
          <p:nvPr/>
        </p:nvCxnSpPr>
        <p:spPr>
          <a:xfrm>
            <a:off x="4038725" y="1443910"/>
            <a:ext cx="528667" cy="533400"/>
          </a:xfrm>
          <a:prstGeom prst="straightConnector1">
            <a:avLst/>
          </a:prstGeom>
          <a:noFill/>
          <a:ln cap="flat" cmpd="sng" w="9525">
            <a:solidFill>
              <a:schemeClr val="dk1"/>
            </a:solidFill>
            <a:prstDash val="solid"/>
            <a:round/>
            <a:headEnd len="med" w="med" type="none"/>
            <a:tailEnd len="med" w="med" type="none"/>
          </a:ln>
        </p:spPr>
      </p:cxnSp>
      <p:sp>
        <p:nvSpPr>
          <p:cNvPr id="8252" name="Google Shape;8252;p70"/>
          <p:cNvSpPr/>
          <p:nvPr/>
        </p:nvSpPr>
        <p:spPr>
          <a:xfrm>
            <a:off x="2722441" y="2630267"/>
            <a:ext cx="139773" cy="185197"/>
          </a:xfrm>
          <a:prstGeom prst="rect">
            <a:avLst/>
          </a:prstGeom>
          <a:solidFill>
            <a:srgbClr val="00B05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cxnSp>
        <p:nvCxnSpPr>
          <p:cNvPr id="8253" name="Google Shape;8253;p70"/>
          <p:cNvCxnSpPr/>
          <p:nvPr/>
        </p:nvCxnSpPr>
        <p:spPr>
          <a:xfrm flipH="1" rot="10800000">
            <a:off x="2897771" y="2599885"/>
            <a:ext cx="219680" cy="161939"/>
          </a:xfrm>
          <a:prstGeom prst="straightConnector1">
            <a:avLst/>
          </a:prstGeom>
          <a:noFill/>
          <a:ln cap="flat" cmpd="sng" w="9525">
            <a:solidFill>
              <a:schemeClr val="dk1"/>
            </a:solidFill>
            <a:prstDash val="solid"/>
            <a:round/>
            <a:headEnd len="med" w="med" type="none"/>
            <a:tailEnd len="med" w="med" type="triangle"/>
          </a:ln>
        </p:spPr>
      </p:cxnSp>
      <p:cxnSp>
        <p:nvCxnSpPr>
          <p:cNvPr id="8254" name="Google Shape;8254;p70"/>
          <p:cNvCxnSpPr/>
          <p:nvPr/>
        </p:nvCxnSpPr>
        <p:spPr>
          <a:xfrm>
            <a:off x="4880582" y="2238559"/>
            <a:ext cx="3388992" cy="0"/>
          </a:xfrm>
          <a:prstGeom prst="straightConnector1">
            <a:avLst/>
          </a:prstGeom>
          <a:noFill/>
          <a:ln cap="flat" cmpd="sng" w="25400">
            <a:solidFill>
              <a:schemeClr val="dk1"/>
            </a:solidFill>
            <a:prstDash val="solid"/>
            <a:miter lim="800000"/>
            <a:headEnd len="sm" w="sm" type="none"/>
            <a:tailEnd len="sm" w="sm" type="none"/>
          </a:ln>
        </p:spPr>
      </p:cxnSp>
      <p:grpSp>
        <p:nvGrpSpPr>
          <p:cNvPr id="8255" name="Google Shape;8255;p70"/>
          <p:cNvGrpSpPr/>
          <p:nvPr/>
        </p:nvGrpSpPr>
        <p:grpSpPr>
          <a:xfrm>
            <a:off x="7991017" y="1778258"/>
            <a:ext cx="1511352" cy="863670"/>
            <a:chOff x="7493876" y="2774731"/>
            <a:chExt cx="1481958" cy="894622"/>
          </a:xfrm>
        </p:grpSpPr>
        <p:sp>
          <p:nvSpPr>
            <p:cNvPr id="8256" name="Google Shape;8256;p70"/>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257" name="Google Shape;8257;p70"/>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258" name="Google Shape;8258;p70"/>
            <p:cNvGrpSpPr/>
            <p:nvPr/>
          </p:nvGrpSpPr>
          <p:grpSpPr>
            <a:xfrm>
              <a:off x="7713663" y="2848339"/>
              <a:ext cx="1042107" cy="425543"/>
              <a:chOff x="7786941" y="2884917"/>
              <a:chExt cx="897649" cy="353919"/>
            </a:xfrm>
          </p:grpSpPr>
          <p:sp>
            <p:nvSpPr>
              <p:cNvPr id="8259" name="Google Shape;8259;p70"/>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60" name="Google Shape;8260;p70"/>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61" name="Google Shape;8261;p70"/>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62" name="Google Shape;8262;p70"/>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23"/>
                                        </p:tgtEl>
                                        <p:attrNameLst>
                                          <p:attrName>style.visibility</p:attrName>
                                        </p:attrNameLst>
                                      </p:cBhvr>
                                      <p:to>
                                        <p:strVal val="visible"/>
                                      </p:to>
                                    </p:set>
                                    <p:animEffect filter="fade" transition="in">
                                      <p:cBhvr>
                                        <p:cTn dur="500"/>
                                        <p:tgtEl>
                                          <p:spTgt spid="8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24"/>
                                        </p:tgtEl>
                                        <p:attrNameLst>
                                          <p:attrName>style.visibility</p:attrName>
                                        </p:attrNameLst>
                                      </p:cBhvr>
                                      <p:to>
                                        <p:strVal val="visible"/>
                                      </p:to>
                                    </p:set>
                                    <p:animEffect filter="fade" transition="in">
                                      <p:cBhvr>
                                        <p:cTn dur="500"/>
                                        <p:tgtEl>
                                          <p:spTgt spid="8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7" name="Shape 8267"/>
        <p:cNvGrpSpPr/>
        <p:nvPr/>
      </p:nvGrpSpPr>
      <p:grpSpPr>
        <a:xfrm>
          <a:off x="0" y="0"/>
          <a:ext cx="0" cy="0"/>
          <a:chOff x="0" y="0"/>
          <a:chExt cx="0" cy="0"/>
        </a:xfrm>
      </p:grpSpPr>
      <p:grpSp>
        <p:nvGrpSpPr>
          <p:cNvPr id="8268" name="Google Shape;8268;p71"/>
          <p:cNvGrpSpPr/>
          <p:nvPr/>
        </p:nvGrpSpPr>
        <p:grpSpPr>
          <a:xfrm>
            <a:off x="3364430" y="1767623"/>
            <a:ext cx="1511352" cy="863670"/>
            <a:chOff x="7493876" y="2774731"/>
            <a:chExt cx="1481958" cy="894622"/>
          </a:xfrm>
        </p:grpSpPr>
        <p:sp>
          <p:nvSpPr>
            <p:cNvPr id="8269" name="Google Shape;8269;p7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270" name="Google Shape;8270;p7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271" name="Google Shape;8271;p71"/>
            <p:cNvGrpSpPr/>
            <p:nvPr/>
          </p:nvGrpSpPr>
          <p:grpSpPr>
            <a:xfrm>
              <a:off x="7713663" y="2848339"/>
              <a:ext cx="1042107" cy="425543"/>
              <a:chOff x="7786941" y="2884917"/>
              <a:chExt cx="897649" cy="353919"/>
            </a:xfrm>
          </p:grpSpPr>
          <p:sp>
            <p:nvSpPr>
              <p:cNvPr id="8272" name="Google Shape;8272;p7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73" name="Google Shape;8273;p7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74" name="Google Shape;8274;p7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75" name="Google Shape;8275;p7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8276" name="Google Shape;8276;p71"/>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Packet delay: four sources</a:t>
            </a:r>
            <a:endParaRPr sz="4400"/>
          </a:p>
        </p:txBody>
      </p:sp>
      <p:sp>
        <p:nvSpPr>
          <p:cNvPr id="8277" name="Google Shape;8277;p7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cxnSp>
        <p:nvCxnSpPr>
          <p:cNvPr id="8278" name="Google Shape;8278;p71"/>
          <p:cNvCxnSpPr/>
          <p:nvPr/>
        </p:nvCxnSpPr>
        <p:spPr>
          <a:xfrm>
            <a:off x="2621011" y="1783635"/>
            <a:ext cx="741403" cy="355600"/>
          </a:xfrm>
          <a:prstGeom prst="straightConnector1">
            <a:avLst/>
          </a:prstGeom>
          <a:noFill/>
          <a:ln cap="flat" cmpd="sng" w="19050">
            <a:solidFill>
              <a:schemeClr val="dk1"/>
            </a:solidFill>
            <a:prstDash val="solid"/>
            <a:round/>
            <a:headEnd len="med" w="med" type="none"/>
            <a:tailEnd len="med" w="med" type="none"/>
          </a:ln>
        </p:spPr>
      </p:cxnSp>
      <p:sp>
        <p:nvSpPr>
          <p:cNvPr id="8279" name="Google Shape;8279;p71"/>
          <p:cNvSpPr/>
          <p:nvPr/>
        </p:nvSpPr>
        <p:spPr>
          <a:xfrm>
            <a:off x="5464378" y="2002710"/>
            <a:ext cx="147646"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sp>
        <p:nvSpPr>
          <p:cNvPr id="8280" name="Google Shape;8280;p71"/>
          <p:cNvSpPr/>
          <p:nvPr/>
        </p:nvSpPr>
        <p:spPr>
          <a:xfrm>
            <a:off x="4211773" y="2074148"/>
            <a:ext cx="147645"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sp>
        <p:nvSpPr>
          <p:cNvPr id="8281" name="Google Shape;8281;p71"/>
          <p:cNvSpPr/>
          <p:nvPr/>
        </p:nvSpPr>
        <p:spPr>
          <a:xfrm>
            <a:off x="4373707" y="2074148"/>
            <a:ext cx="147645" cy="200025"/>
          </a:xfrm>
          <a:prstGeom prst="rect">
            <a:avLst/>
          </a:prstGeom>
          <a:solidFill>
            <a:srgbClr val="00B05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cxnSp>
        <p:nvCxnSpPr>
          <p:cNvPr id="8282" name="Google Shape;8282;p71"/>
          <p:cNvCxnSpPr/>
          <p:nvPr/>
        </p:nvCxnSpPr>
        <p:spPr>
          <a:xfrm>
            <a:off x="7042061" y="1833751"/>
            <a:ext cx="366733" cy="0"/>
          </a:xfrm>
          <a:prstGeom prst="straightConnector1">
            <a:avLst/>
          </a:prstGeom>
          <a:noFill/>
          <a:ln cap="flat" cmpd="sng" w="9525">
            <a:solidFill>
              <a:schemeClr val="dk1"/>
            </a:solidFill>
            <a:prstDash val="solid"/>
            <a:round/>
            <a:headEnd len="med" w="med" type="none"/>
            <a:tailEnd len="med" w="med" type="triangle"/>
          </a:ln>
        </p:spPr>
      </p:cxnSp>
      <p:sp>
        <p:nvSpPr>
          <p:cNvPr id="8283" name="Google Shape;8283;p71"/>
          <p:cNvSpPr/>
          <p:nvPr/>
        </p:nvSpPr>
        <p:spPr>
          <a:xfrm>
            <a:off x="4502301" y="2012235"/>
            <a:ext cx="147646"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sp>
        <p:nvSpPr>
          <p:cNvPr id="8284" name="Google Shape;8284;p71"/>
          <p:cNvSpPr txBox="1"/>
          <p:nvPr/>
        </p:nvSpPr>
        <p:spPr>
          <a:xfrm>
            <a:off x="5370720" y="1587878"/>
            <a:ext cx="170040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C0000"/>
                </a:solidFill>
                <a:latin typeface="Calibri"/>
                <a:ea typeface="Calibri"/>
                <a:cs typeface="Calibri"/>
                <a:sym typeface="Calibri"/>
              </a:rPr>
              <a:t>propagation</a:t>
            </a:r>
            <a:endParaRPr sz="2000">
              <a:solidFill>
                <a:srgbClr val="CC0000"/>
              </a:solidFill>
              <a:latin typeface="Calibri"/>
              <a:ea typeface="Calibri"/>
              <a:cs typeface="Calibri"/>
              <a:sym typeface="Calibri"/>
            </a:endParaRPr>
          </a:p>
        </p:txBody>
      </p:sp>
      <p:cxnSp>
        <p:nvCxnSpPr>
          <p:cNvPr id="8285" name="Google Shape;8285;p71"/>
          <p:cNvCxnSpPr/>
          <p:nvPr/>
        </p:nvCxnSpPr>
        <p:spPr>
          <a:xfrm rot="10800000">
            <a:off x="5073803" y="1831109"/>
            <a:ext cx="319105" cy="0"/>
          </a:xfrm>
          <a:prstGeom prst="straightConnector1">
            <a:avLst/>
          </a:prstGeom>
          <a:noFill/>
          <a:ln cap="flat" cmpd="sng" w="9525">
            <a:solidFill>
              <a:schemeClr val="dk1"/>
            </a:solidFill>
            <a:prstDash val="solid"/>
            <a:round/>
            <a:headEnd len="med" w="med" type="none"/>
            <a:tailEnd len="med" w="med" type="triangle"/>
          </a:ln>
        </p:spPr>
      </p:cxnSp>
      <p:sp>
        <p:nvSpPr>
          <p:cNvPr id="8286" name="Google Shape;8286;p71"/>
          <p:cNvSpPr txBox="1"/>
          <p:nvPr/>
        </p:nvSpPr>
        <p:spPr>
          <a:xfrm>
            <a:off x="3016098" y="2729785"/>
            <a:ext cx="1511824" cy="69063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2400">
                <a:solidFill>
                  <a:srgbClr val="CC0000"/>
                </a:solidFill>
                <a:latin typeface="Calibri"/>
                <a:ea typeface="Calibri"/>
                <a:cs typeface="Calibri"/>
                <a:sym typeface="Calibri"/>
              </a:rPr>
              <a:t>nodal</a:t>
            </a:r>
            <a:endParaRPr/>
          </a:p>
          <a:p>
            <a:pPr indent="0" lvl="0" marL="0" marR="0" rtl="0" algn="ctr">
              <a:lnSpc>
                <a:spcPct val="80000"/>
              </a:lnSpc>
              <a:spcBef>
                <a:spcPts val="0"/>
              </a:spcBef>
              <a:spcAft>
                <a:spcPts val="0"/>
              </a:spcAft>
              <a:buNone/>
            </a:pPr>
            <a:r>
              <a:rPr lang="en-US" sz="2400">
                <a:solidFill>
                  <a:srgbClr val="CC0000"/>
                </a:solidFill>
                <a:latin typeface="Calibri"/>
                <a:ea typeface="Calibri"/>
                <a:cs typeface="Calibri"/>
                <a:sym typeface="Calibri"/>
              </a:rPr>
              <a:t>processing</a:t>
            </a:r>
            <a:endParaRPr/>
          </a:p>
        </p:txBody>
      </p:sp>
      <p:cxnSp>
        <p:nvCxnSpPr>
          <p:cNvPr id="8287" name="Google Shape;8287;p71"/>
          <p:cNvCxnSpPr/>
          <p:nvPr/>
        </p:nvCxnSpPr>
        <p:spPr>
          <a:xfrm rot="10800000">
            <a:off x="3363541" y="2729991"/>
            <a:ext cx="833484" cy="0"/>
          </a:xfrm>
          <a:prstGeom prst="straightConnector1">
            <a:avLst/>
          </a:prstGeom>
          <a:noFill/>
          <a:ln cap="flat" cmpd="sng" w="9525">
            <a:solidFill>
              <a:schemeClr val="dk1"/>
            </a:solidFill>
            <a:prstDash val="solid"/>
            <a:round/>
            <a:headEnd len="med" w="med" type="triangle"/>
            <a:tailEnd len="med" w="med" type="triangle"/>
          </a:ln>
        </p:spPr>
      </p:cxnSp>
      <p:cxnSp>
        <p:nvCxnSpPr>
          <p:cNvPr id="8288" name="Google Shape;8288;p71"/>
          <p:cNvCxnSpPr/>
          <p:nvPr/>
        </p:nvCxnSpPr>
        <p:spPr>
          <a:xfrm rot="10800000">
            <a:off x="4187959" y="2536110"/>
            <a:ext cx="385784" cy="0"/>
          </a:xfrm>
          <a:prstGeom prst="straightConnector1">
            <a:avLst/>
          </a:prstGeom>
          <a:noFill/>
          <a:ln cap="flat" cmpd="sng" w="9525">
            <a:solidFill>
              <a:schemeClr val="dk1"/>
            </a:solidFill>
            <a:prstDash val="solid"/>
            <a:round/>
            <a:headEnd len="med" w="med" type="triangle"/>
            <a:tailEnd len="med" w="med" type="triangle"/>
          </a:ln>
        </p:spPr>
      </p:cxnSp>
      <p:sp>
        <p:nvSpPr>
          <p:cNvPr id="8289" name="Google Shape;8289;p71"/>
          <p:cNvSpPr txBox="1"/>
          <p:nvPr/>
        </p:nvSpPr>
        <p:spPr>
          <a:xfrm>
            <a:off x="4595969" y="2957464"/>
            <a:ext cx="13548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C0000"/>
                </a:solidFill>
                <a:latin typeface="Calibri"/>
                <a:ea typeface="Calibri"/>
                <a:cs typeface="Calibri"/>
                <a:sym typeface="Calibri"/>
              </a:rPr>
              <a:t>queueing</a:t>
            </a:r>
            <a:endParaRPr sz="2000">
              <a:solidFill>
                <a:srgbClr val="CC0000"/>
              </a:solidFill>
              <a:latin typeface="Calibri"/>
              <a:ea typeface="Calibri"/>
              <a:cs typeface="Calibri"/>
              <a:sym typeface="Calibri"/>
            </a:endParaRPr>
          </a:p>
        </p:txBody>
      </p:sp>
      <p:cxnSp>
        <p:nvCxnSpPr>
          <p:cNvPr id="8290" name="Google Shape;8290;p71"/>
          <p:cNvCxnSpPr/>
          <p:nvPr/>
        </p:nvCxnSpPr>
        <p:spPr>
          <a:xfrm rot="10800000">
            <a:off x="4349892" y="2536110"/>
            <a:ext cx="595346" cy="552450"/>
          </a:xfrm>
          <a:prstGeom prst="straightConnector1">
            <a:avLst/>
          </a:prstGeom>
          <a:noFill/>
          <a:ln cap="flat" cmpd="sng" w="9525">
            <a:solidFill>
              <a:schemeClr val="dk1"/>
            </a:solidFill>
            <a:prstDash val="solid"/>
            <a:round/>
            <a:headEnd len="med" w="med" type="none"/>
            <a:tailEnd len="med" w="med" type="none"/>
          </a:ln>
        </p:spPr>
      </p:cxnSp>
      <p:sp>
        <p:nvSpPr>
          <p:cNvPr id="8291" name="Google Shape;8291;p71"/>
          <p:cNvSpPr/>
          <p:nvPr/>
        </p:nvSpPr>
        <p:spPr>
          <a:xfrm>
            <a:off x="1743075" y="3585728"/>
            <a:ext cx="6175328" cy="554037"/>
          </a:xfrm>
          <a:prstGeom prst="rect">
            <a:avLst/>
          </a:prstGeom>
          <a:noFill/>
          <a:ln>
            <a:noFill/>
          </a:ln>
        </p:spPr>
        <p:txBody>
          <a:bodyPr anchorCtr="0" anchor="t" bIns="45700" lIns="91425" spcFirstLastPara="1" rIns="91425" wrap="square" tIns="45700">
            <a:noAutofit/>
          </a:bodyPr>
          <a:lstStyle/>
          <a:p>
            <a:pPr indent="-285750" lvl="0" marL="285750" marR="0" rtl="0" algn="l">
              <a:lnSpc>
                <a:spcPct val="85000"/>
              </a:lnSpc>
              <a:spcBef>
                <a:spcPts val="0"/>
              </a:spcBef>
              <a:spcAft>
                <a:spcPts val="0"/>
              </a:spcAft>
              <a:buClr>
                <a:srgbClr val="000099"/>
              </a:buClr>
              <a:buSzPts val="2400"/>
              <a:buFont typeface="Noto Sans Symbols"/>
              <a:buNone/>
            </a:pPr>
            <a:r>
              <a:rPr i="1" lang="en-US" sz="3200">
                <a:solidFill>
                  <a:srgbClr val="000000"/>
                </a:solidFill>
                <a:latin typeface="Calibri"/>
                <a:ea typeface="Calibri"/>
                <a:cs typeface="Calibri"/>
                <a:sym typeface="Calibri"/>
              </a:rPr>
              <a:t>d</a:t>
            </a:r>
            <a:r>
              <a:rPr baseline="-25000" lang="en-US" sz="3200">
                <a:solidFill>
                  <a:srgbClr val="000000"/>
                </a:solidFill>
                <a:latin typeface="Calibri"/>
                <a:ea typeface="Calibri"/>
                <a:cs typeface="Calibri"/>
                <a:sym typeface="Calibri"/>
              </a:rPr>
              <a:t>nodal</a:t>
            </a:r>
            <a:r>
              <a:rPr lang="en-US" sz="3200">
                <a:solidFill>
                  <a:srgbClr val="000000"/>
                </a:solidFill>
                <a:latin typeface="Calibri"/>
                <a:ea typeface="Calibri"/>
                <a:cs typeface="Calibri"/>
                <a:sym typeface="Calibri"/>
              </a:rPr>
              <a:t> = </a:t>
            </a:r>
            <a:r>
              <a:rPr i="1" lang="en-US" sz="3200">
                <a:solidFill>
                  <a:srgbClr val="000000"/>
                </a:solidFill>
                <a:latin typeface="Calibri"/>
                <a:ea typeface="Calibri"/>
                <a:cs typeface="Calibri"/>
                <a:sym typeface="Calibri"/>
              </a:rPr>
              <a:t>d</a:t>
            </a:r>
            <a:r>
              <a:rPr baseline="-25000" lang="en-US" sz="3200">
                <a:solidFill>
                  <a:srgbClr val="000000"/>
                </a:solidFill>
                <a:latin typeface="Calibri"/>
                <a:ea typeface="Calibri"/>
                <a:cs typeface="Calibri"/>
                <a:sym typeface="Calibri"/>
              </a:rPr>
              <a:t>proc</a:t>
            </a:r>
            <a:r>
              <a:rPr lang="en-US" sz="3200">
                <a:solidFill>
                  <a:srgbClr val="000000"/>
                </a:solidFill>
                <a:latin typeface="Calibri"/>
                <a:ea typeface="Calibri"/>
                <a:cs typeface="Calibri"/>
                <a:sym typeface="Calibri"/>
              </a:rPr>
              <a:t> + </a:t>
            </a:r>
            <a:r>
              <a:rPr i="1" lang="en-US" sz="3200">
                <a:solidFill>
                  <a:srgbClr val="000000"/>
                </a:solidFill>
                <a:latin typeface="Calibri"/>
                <a:ea typeface="Calibri"/>
                <a:cs typeface="Calibri"/>
                <a:sym typeface="Calibri"/>
              </a:rPr>
              <a:t>d</a:t>
            </a:r>
            <a:r>
              <a:rPr baseline="-25000" lang="en-US" sz="3200">
                <a:solidFill>
                  <a:srgbClr val="000000"/>
                </a:solidFill>
                <a:latin typeface="Calibri"/>
                <a:ea typeface="Calibri"/>
                <a:cs typeface="Calibri"/>
                <a:sym typeface="Calibri"/>
              </a:rPr>
              <a:t>queue</a:t>
            </a:r>
            <a:r>
              <a:rPr lang="en-US" sz="3200">
                <a:solidFill>
                  <a:srgbClr val="000000"/>
                </a:solidFill>
                <a:latin typeface="Calibri"/>
                <a:ea typeface="Calibri"/>
                <a:cs typeface="Calibri"/>
                <a:sym typeface="Calibri"/>
              </a:rPr>
              <a:t> + </a:t>
            </a:r>
            <a:r>
              <a:rPr i="1" lang="en-US" sz="3200">
                <a:solidFill>
                  <a:srgbClr val="000000"/>
                </a:solidFill>
                <a:latin typeface="Calibri"/>
                <a:ea typeface="Calibri"/>
                <a:cs typeface="Calibri"/>
                <a:sym typeface="Calibri"/>
              </a:rPr>
              <a:t>d</a:t>
            </a:r>
            <a:r>
              <a:rPr baseline="-25000" lang="en-US" sz="3200">
                <a:solidFill>
                  <a:srgbClr val="000000"/>
                </a:solidFill>
                <a:latin typeface="Calibri"/>
                <a:ea typeface="Calibri"/>
                <a:cs typeface="Calibri"/>
                <a:sym typeface="Calibri"/>
              </a:rPr>
              <a:t>trans</a:t>
            </a:r>
            <a:r>
              <a:rPr lang="en-US" sz="3200">
                <a:solidFill>
                  <a:srgbClr val="000000"/>
                </a:solidFill>
                <a:latin typeface="Calibri"/>
                <a:ea typeface="Calibri"/>
                <a:cs typeface="Calibri"/>
                <a:sym typeface="Calibri"/>
              </a:rPr>
              <a:t> +  </a:t>
            </a:r>
            <a:r>
              <a:rPr i="1" lang="en-US" sz="3200">
                <a:solidFill>
                  <a:srgbClr val="000000"/>
                </a:solidFill>
                <a:latin typeface="Calibri"/>
                <a:ea typeface="Calibri"/>
                <a:cs typeface="Calibri"/>
                <a:sym typeface="Calibri"/>
              </a:rPr>
              <a:t>d</a:t>
            </a:r>
            <a:r>
              <a:rPr baseline="-25000" lang="en-US" sz="3200">
                <a:solidFill>
                  <a:srgbClr val="000000"/>
                </a:solidFill>
                <a:latin typeface="Calibri"/>
                <a:ea typeface="Calibri"/>
                <a:cs typeface="Calibri"/>
                <a:sym typeface="Calibri"/>
              </a:rPr>
              <a:t>prop</a:t>
            </a:r>
            <a:endParaRPr sz="3200">
              <a:solidFill>
                <a:srgbClr val="000000"/>
              </a:solidFill>
              <a:latin typeface="Calibri"/>
              <a:ea typeface="Calibri"/>
              <a:cs typeface="Calibri"/>
              <a:sym typeface="Calibri"/>
            </a:endParaRPr>
          </a:p>
        </p:txBody>
      </p:sp>
      <p:cxnSp>
        <p:nvCxnSpPr>
          <p:cNvPr id="8292" name="Google Shape;8292;p71"/>
          <p:cNvCxnSpPr/>
          <p:nvPr/>
        </p:nvCxnSpPr>
        <p:spPr>
          <a:xfrm flipH="1" rot="10800000">
            <a:off x="2619131" y="2323384"/>
            <a:ext cx="735346" cy="549939"/>
          </a:xfrm>
          <a:prstGeom prst="straightConnector1">
            <a:avLst/>
          </a:prstGeom>
          <a:noFill/>
          <a:ln cap="flat" cmpd="sng" w="19050">
            <a:solidFill>
              <a:schemeClr val="dk1"/>
            </a:solidFill>
            <a:prstDash val="solid"/>
            <a:round/>
            <a:headEnd len="med" w="med" type="none"/>
            <a:tailEnd len="med" w="med" type="none"/>
          </a:ln>
        </p:spPr>
      </p:cxnSp>
      <p:sp>
        <p:nvSpPr>
          <p:cNvPr id="8293" name="Google Shape;8293;p71"/>
          <p:cNvSpPr/>
          <p:nvPr/>
        </p:nvSpPr>
        <p:spPr>
          <a:xfrm>
            <a:off x="3159202" y="1974135"/>
            <a:ext cx="147646" cy="20002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cxnSp>
        <p:nvCxnSpPr>
          <p:cNvPr id="8294" name="Google Shape;8294;p71"/>
          <p:cNvCxnSpPr/>
          <p:nvPr/>
        </p:nvCxnSpPr>
        <p:spPr>
          <a:xfrm>
            <a:off x="3109988" y="1910635"/>
            <a:ext cx="211149" cy="0"/>
          </a:xfrm>
          <a:prstGeom prst="straightConnector1">
            <a:avLst/>
          </a:prstGeom>
          <a:noFill/>
          <a:ln cap="flat" cmpd="sng" w="9525">
            <a:solidFill>
              <a:schemeClr val="dk1"/>
            </a:solidFill>
            <a:prstDash val="solid"/>
            <a:round/>
            <a:headEnd len="med" w="med" type="none"/>
            <a:tailEnd len="med" w="med" type="triangle"/>
          </a:ln>
        </p:spPr>
      </p:cxnSp>
      <p:sp>
        <p:nvSpPr>
          <p:cNvPr id="8295" name="Google Shape;8295;p71"/>
          <p:cNvSpPr txBox="1"/>
          <p:nvPr/>
        </p:nvSpPr>
        <p:spPr>
          <a:xfrm>
            <a:off x="1816815" y="1467723"/>
            <a:ext cx="39305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A</a:t>
            </a:r>
            <a:endParaRPr/>
          </a:p>
        </p:txBody>
      </p:sp>
      <p:sp>
        <p:nvSpPr>
          <p:cNvPr id="8296" name="Google Shape;8296;p71"/>
          <p:cNvSpPr txBox="1"/>
          <p:nvPr/>
        </p:nvSpPr>
        <p:spPr>
          <a:xfrm>
            <a:off x="1845558" y="2420223"/>
            <a:ext cx="38023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B</a:t>
            </a:r>
            <a:endParaRPr/>
          </a:p>
        </p:txBody>
      </p:sp>
      <p:grpSp>
        <p:nvGrpSpPr>
          <p:cNvPr id="8297" name="Google Shape;8297;p71"/>
          <p:cNvGrpSpPr/>
          <p:nvPr/>
        </p:nvGrpSpPr>
        <p:grpSpPr>
          <a:xfrm>
            <a:off x="1923392" y="1467723"/>
            <a:ext cx="779505" cy="679450"/>
            <a:chOff x="-44" y="1473"/>
            <a:chExt cx="981" cy="1105"/>
          </a:xfrm>
        </p:grpSpPr>
        <p:pic>
          <p:nvPicPr>
            <p:cNvPr descr="desktop_computer_stylized_medium" id="8298" name="Google Shape;8298;p7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299" name="Google Shape;8299;p7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nvGrpSpPr>
          <p:cNvPr id="8300" name="Google Shape;8300;p71"/>
          <p:cNvGrpSpPr/>
          <p:nvPr/>
        </p:nvGrpSpPr>
        <p:grpSpPr>
          <a:xfrm>
            <a:off x="1914200" y="2474691"/>
            <a:ext cx="779506" cy="679450"/>
            <a:chOff x="-44" y="1473"/>
            <a:chExt cx="981" cy="1105"/>
          </a:xfrm>
        </p:grpSpPr>
        <p:pic>
          <p:nvPicPr>
            <p:cNvPr descr="desktop_computer_stylized_medium" id="8301" name="Google Shape;8301;p7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302" name="Google Shape;8302;p7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sp>
        <p:nvSpPr>
          <p:cNvPr id="8303" name="Google Shape;8303;p71"/>
          <p:cNvSpPr txBox="1"/>
          <p:nvPr/>
        </p:nvSpPr>
        <p:spPr>
          <a:xfrm>
            <a:off x="2833286" y="1145961"/>
            <a:ext cx="176856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C0000"/>
                </a:solidFill>
                <a:latin typeface="Calibri"/>
                <a:ea typeface="Calibri"/>
                <a:cs typeface="Calibri"/>
                <a:sym typeface="Calibri"/>
              </a:rPr>
              <a:t>transmission</a:t>
            </a:r>
            <a:endParaRPr/>
          </a:p>
        </p:txBody>
      </p:sp>
      <p:cxnSp>
        <p:nvCxnSpPr>
          <p:cNvPr id="8304" name="Google Shape;8304;p71"/>
          <p:cNvCxnSpPr/>
          <p:nvPr/>
        </p:nvCxnSpPr>
        <p:spPr>
          <a:xfrm>
            <a:off x="4038725" y="1443910"/>
            <a:ext cx="528667" cy="533400"/>
          </a:xfrm>
          <a:prstGeom prst="straightConnector1">
            <a:avLst/>
          </a:prstGeom>
          <a:noFill/>
          <a:ln cap="flat" cmpd="sng" w="9525">
            <a:solidFill>
              <a:schemeClr val="dk1"/>
            </a:solidFill>
            <a:prstDash val="solid"/>
            <a:round/>
            <a:headEnd len="med" w="med" type="none"/>
            <a:tailEnd len="med" w="med" type="none"/>
          </a:ln>
        </p:spPr>
      </p:cxnSp>
      <p:sp>
        <p:nvSpPr>
          <p:cNvPr id="8305" name="Google Shape;8305;p71"/>
          <p:cNvSpPr/>
          <p:nvPr/>
        </p:nvSpPr>
        <p:spPr>
          <a:xfrm>
            <a:off x="2722441" y="2630267"/>
            <a:ext cx="139773" cy="185197"/>
          </a:xfrm>
          <a:prstGeom prst="rect">
            <a:avLst/>
          </a:prstGeom>
          <a:solidFill>
            <a:srgbClr val="00B05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cxnSp>
        <p:nvCxnSpPr>
          <p:cNvPr id="8306" name="Google Shape;8306;p71"/>
          <p:cNvCxnSpPr/>
          <p:nvPr/>
        </p:nvCxnSpPr>
        <p:spPr>
          <a:xfrm flipH="1" rot="10800000">
            <a:off x="2897771" y="2599885"/>
            <a:ext cx="219680" cy="161939"/>
          </a:xfrm>
          <a:prstGeom prst="straightConnector1">
            <a:avLst/>
          </a:prstGeom>
          <a:noFill/>
          <a:ln cap="flat" cmpd="sng" w="9525">
            <a:solidFill>
              <a:schemeClr val="dk1"/>
            </a:solidFill>
            <a:prstDash val="solid"/>
            <a:round/>
            <a:headEnd len="med" w="med" type="none"/>
            <a:tailEnd len="med" w="med" type="triangle"/>
          </a:ln>
        </p:spPr>
      </p:cxnSp>
      <p:cxnSp>
        <p:nvCxnSpPr>
          <p:cNvPr id="8307" name="Google Shape;8307;p71"/>
          <p:cNvCxnSpPr/>
          <p:nvPr/>
        </p:nvCxnSpPr>
        <p:spPr>
          <a:xfrm>
            <a:off x="4880582" y="2238559"/>
            <a:ext cx="3388992" cy="0"/>
          </a:xfrm>
          <a:prstGeom prst="straightConnector1">
            <a:avLst/>
          </a:prstGeom>
          <a:noFill/>
          <a:ln cap="flat" cmpd="sng" w="25400">
            <a:solidFill>
              <a:schemeClr val="dk1"/>
            </a:solidFill>
            <a:prstDash val="solid"/>
            <a:miter lim="800000"/>
            <a:headEnd len="sm" w="sm" type="none"/>
            <a:tailEnd len="sm" w="sm" type="none"/>
          </a:ln>
        </p:spPr>
      </p:cxnSp>
      <p:grpSp>
        <p:nvGrpSpPr>
          <p:cNvPr id="8308" name="Google Shape;8308;p71"/>
          <p:cNvGrpSpPr/>
          <p:nvPr/>
        </p:nvGrpSpPr>
        <p:grpSpPr>
          <a:xfrm>
            <a:off x="7991017" y="1778258"/>
            <a:ext cx="1511352" cy="863670"/>
            <a:chOff x="7493876" y="2774731"/>
            <a:chExt cx="1481958" cy="894622"/>
          </a:xfrm>
        </p:grpSpPr>
        <p:sp>
          <p:nvSpPr>
            <p:cNvPr id="8309" name="Google Shape;8309;p71"/>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310" name="Google Shape;8310;p71"/>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311" name="Google Shape;8311;p71"/>
            <p:cNvGrpSpPr/>
            <p:nvPr/>
          </p:nvGrpSpPr>
          <p:grpSpPr>
            <a:xfrm>
              <a:off x="7713663" y="2848339"/>
              <a:ext cx="1042107" cy="425543"/>
              <a:chOff x="7786941" y="2884917"/>
              <a:chExt cx="897649" cy="353919"/>
            </a:xfrm>
          </p:grpSpPr>
          <p:sp>
            <p:nvSpPr>
              <p:cNvPr id="8312" name="Google Shape;8312;p71"/>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13" name="Google Shape;8313;p71"/>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14" name="Google Shape;8314;p71"/>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15" name="Google Shape;8315;p71"/>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8316" name="Google Shape;8316;p71"/>
          <p:cNvSpPr/>
          <p:nvPr/>
        </p:nvSpPr>
        <p:spPr>
          <a:xfrm>
            <a:off x="1231746" y="4297060"/>
            <a:ext cx="4380277" cy="20780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1820"/>
              <a:buFont typeface="Noto Sans Symbols"/>
              <a:buNone/>
            </a:pPr>
            <a:r>
              <a:rPr i="1" lang="en-US" sz="2800">
                <a:solidFill>
                  <a:srgbClr val="CC0000"/>
                </a:solidFill>
                <a:latin typeface="Calibri"/>
                <a:ea typeface="Calibri"/>
                <a:cs typeface="Calibri"/>
                <a:sym typeface="Calibri"/>
              </a:rPr>
              <a:t>d</a:t>
            </a:r>
            <a:r>
              <a:rPr baseline="-25000" lang="en-US" sz="2800">
                <a:solidFill>
                  <a:srgbClr val="CC0000"/>
                </a:solidFill>
                <a:latin typeface="Calibri"/>
                <a:ea typeface="Calibri"/>
                <a:cs typeface="Calibri"/>
                <a:sym typeface="Calibri"/>
              </a:rPr>
              <a:t>trans</a:t>
            </a:r>
            <a:r>
              <a:rPr lang="en-US" sz="2800">
                <a:solidFill>
                  <a:srgbClr val="CC0000"/>
                </a:solidFill>
                <a:latin typeface="Calibri"/>
                <a:ea typeface="Calibri"/>
                <a:cs typeface="Calibri"/>
                <a:sym typeface="Calibri"/>
              </a:rPr>
              <a:t>: transmission delay:</a:t>
            </a:r>
            <a:endParaRPr/>
          </a:p>
          <a:p>
            <a:pPr indent="-231775" lvl="0" marL="231775" marR="0" rtl="0" algn="l">
              <a:lnSpc>
                <a:spcPct val="90000"/>
              </a:lnSpc>
              <a:spcBef>
                <a:spcPts val="600"/>
              </a:spcBef>
              <a:spcAft>
                <a:spcPts val="0"/>
              </a:spcAft>
              <a:buClr>
                <a:srgbClr val="000099"/>
              </a:buClr>
              <a:buSzPts val="2400"/>
              <a:buFont typeface="Noto Sans Symbols"/>
              <a:buChar char="▪"/>
            </a:pPr>
            <a:r>
              <a:rPr i="1" lang="en-US" sz="2400">
                <a:solidFill>
                  <a:srgbClr val="000000"/>
                </a:solidFill>
                <a:latin typeface="Calibri"/>
                <a:ea typeface="Calibri"/>
                <a:cs typeface="Calibri"/>
                <a:sym typeface="Calibri"/>
              </a:rPr>
              <a:t>L</a:t>
            </a:r>
            <a:r>
              <a:rPr lang="en-US" sz="2400">
                <a:solidFill>
                  <a:srgbClr val="000000"/>
                </a:solidFill>
                <a:latin typeface="Calibri"/>
                <a:ea typeface="Calibri"/>
                <a:cs typeface="Calibri"/>
                <a:sym typeface="Calibri"/>
              </a:rPr>
              <a:t>: packet length (bits) </a:t>
            </a:r>
            <a:endParaRPr/>
          </a:p>
          <a:p>
            <a:pPr indent="-231775" lvl="0" marL="231775" marR="0" rtl="0" algn="l">
              <a:lnSpc>
                <a:spcPct val="90000"/>
              </a:lnSpc>
              <a:spcBef>
                <a:spcPts val="600"/>
              </a:spcBef>
              <a:spcAft>
                <a:spcPts val="0"/>
              </a:spcAft>
              <a:buClr>
                <a:srgbClr val="000099"/>
              </a:buClr>
              <a:buSzPts val="2400"/>
              <a:buFont typeface="Noto Sans Symbols"/>
              <a:buChar char="▪"/>
            </a:pPr>
            <a:r>
              <a:rPr i="1" lang="en-US" sz="2400">
                <a:solidFill>
                  <a:srgbClr val="000000"/>
                </a:solidFill>
                <a:latin typeface="Calibri"/>
                <a:ea typeface="Calibri"/>
                <a:cs typeface="Calibri"/>
                <a:sym typeface="Calibri"/>
              </a:rPr>
              <a:t>R</a:t>
            </a:r>
            <a:r>
              <a:rPr lang="en-US" sz="2400">
                <a:solidFill>
                  <a:srgbClr val="000000"/>
                </a:solidFill>
                <a:latin typeface="Calibri"/>
                <a:ea typeface="Calibri"/>
                <a:cs typeface="Calibri"/>
                <a:sym typeface="Calibri"/>
              </a:rPr>
              <a:t>: link </a:t>
            </a:r>
            <a:r>
              <a:rPr i="1" lang="en-US" sz="2400">
                <a:solidFill>
                  <a:srgbClr val="000000"/>
                </a:solidFill>
                <a:latin typeface="Calibri"/>
                <a:ea typeface="Calibri"/>
                <a:cs typeface="Calibri"/>
                <a:sym typeface="Calibri"/>
              </a:rPr>
              <a:t>transmission rate (bps)</a:t>
            </a:r>
            <a:endParaRPr/>
          </a:p>
          <a:p>
            <a:pPr indent="-231775" lvl="0" marL="231775" marR="0" rtl="0" algn="l">
              <a:lnSpc>
                <a:spcPct val="90000"/>
              </a:lnSpc>
              <a:spcBef>
                <a:spcPts val="600"/>
              </a:spcBef>
              <a:spcAft>
                <a:spcPts val="0"/>
              </a:spcAft>
              <a:buClr>
                <a:srgbClr val="000099"/>
              </a:buClr>
              <a:buSzPts val="2400"/>
              <a:buFont typeface="Noto Sans Symbols"/>
              <a:buChar char="▪"/>
            </a:pPr>
            <a:r>
              <a:rPr i="1" lang="en-US" sz="2400">
                <a:solidFill>
                  <a:srgbClr val="CC0000"/>
                </a:solidFill>
                <a:latin typeface="Calibri"/>
                <a:ea typeface="Calibri"/>
                <a:cs typeface="Calibri"/>
                <a:sym typeface="Calibri"/>
              </a:rPr>
              <a:t>d</a:t>
            </a:r>
            <a:r>
              <a:rPr baseline="-25000" i="1" lang="en-US" sz="2400">
                <a:solidFill>
                  <a:srgbClr val="CC0000"/>
                </a:solidFill>
                <a:latin typeface="Calibri"/>
                <a:ea typeface="Calibri"/>
                <a:cs typeface="Calibri"/>
                <a:sym typeface="Calibri"/>
              </a:rPr>
              <a:t>trans</a:t>
            </a:r>
            <a:r>
              <a:rPr i="1" lang="en-US" sz="2400">
                <a:solidFill>
                  <a:srgbClr val="CC0000"/>
                </a:solidFill>
                <a:latin typeface="Calibri"/>
                <a:ea typeface="Calibri"/>
                <a:cs typeface="Calibri"/>
                <a:sym typeface="Calibri"/>
              </a:rPr>
              <a:t> </a:t>
            </a:r>
            <a:r>
              <a:rPr i="1" lang="en-US" sz="2400">
                <a:solidFill>
                  <a:srgbClr val="000000"/>
                </a:solidFill>
                <a:latin typeface="Calibri"/>
                <a:ea typeface="Calibri"/>
                <a:cs typeface="Calibri"/>
                <a:sym typeface="Calibri"/>
              </a:rPr>
              <a:t>= L/R</a:t>
            </a:r>
            <a:endParaRPr/>
          </a:p>
        </p:txBody>
      </p:sp>
      <p:sp>
        <p:nvSpPr>
          <p:cNvPr id="8317" name="Google Shape;8317;p71"/>
          <p:cNvSpPr/>
          <p:nvPr/>
        </p:nvSpPr>
        <p:spPr>
          <a:xfrm>
            <a:off x="6527008" y="4304008"/>
            <a:ext cx="5147743" cy="21907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i="1" lang="en-US" sz="2800">
                <a:solidFill>
                  <a:srgbClr val="CC0000"/>
                </a:solidFill>
                <a:latin typeface="Calibri"/>
                <a:ea typeface="Calibri"/>
                <a:cs typeface="Calibri"/>
                <a:sym typeface="Calibri"/>
              </a:rPr>
              <a:t>d</a:t>
            </a:r>
            <a:r>
              <a:rPr baseline="-25000" lang="en-US" sz="2800">
                <a:solidFill>
                  <a:srgbClr val="CC0000"/>
                </a:solidFill>
                <a:latin typeface="Calibri"/>
                <a:ea typeface="Calibri"/>
                <a:cs typeface="Calibri"/>
                <a:sym typeface="Calibri"/>
              </a:rPr>
              <a:t>prop</a:t>
            </a:r>
            <a:r>
              <a:rPr lang="en-US" sz="2800">
                <a:solidFill>
                  <a:srgbClr val="CC0000"/>
                </a:solidFill>
                <a:latin typeface="Calibri"/>
                <a:ea typeface="Calibri"/>
                <a:cs typeface="Calibri"/>
                <a:sym typeface="Calibri"/>
              </a:rPr>
              <a:t>: propagation delay:</a:t>
            </a:r>
            <a:endParaRPr sz="1800">
              <a:solidFill>
                <a:srgbClr val="CC0000"/>
              </a:solidFill>
              <a:latin typeface="Calibri"/>
              <a:ea typeface="Calibri"/>
              <a:cs typeface="Calibri"/>
              <a:sym typeface="Calibri"/>
            </a:endParaRPr>
          </a:p>
          <a:p>
            <a:pPr indent="-231775" lvl="0" marL="231775" marR="0" rtl="0" algn="l">
              <a:lnSpc>
                <a:spcPct val="90000"/>
              </a:lnSpc>
              <a:spcBef>
                <a:spcPts val="600"/>
              </a:spcBef>
              <a:spcAft>
                <a:spcPts val="0"/>
              </a:spcAft>
              <a:buClr>
                <a:srgbClr val="000099"/>
              </a:buClr>
              <a:buSzPts val="2400"/>
              <a:buFont typeface="Noto Sans Symbols"/>
              <a:buChar char="▪"/>
            </a:pPr>
            <a:r>
              <a:rPr i="1" lang="en-US" sz="2400">
                <a:solidFill>
                  <a:srgbClr val="000000"/>
                </a:solidFill>
                <a:latin typeface="Calibri"/>
                <a:ea typeface="Calibri"/>
                <a:cs typeface="Calibri"/>
                <a:sym typeface="Calibri"/>
              </a:rPr>
              <a:t>d</a:t>
            </a:r>
            <a:r>
              <a:rPr lang="en-US" sz="2400">
                <a:solidFill>
                  <a:srgbClr val="000000"/>
                </a:solidFill>
                <a:latin typeface="Calibri"/>
                <a:ea typeface="Calibri"/>
                <a:cs typeface="Calibri"/>
                <a:sym typeface="Calibri"/>
              </a:rPr>
              <a:t>: length of physical link</a:t>
            </a:r>
            <a:endParaRPr/>
          </a:p>
          <a:p>
            <a:pPr indent="-231775" lvl="0" marL="231775" marR="0" rtl="0" algn="l">
              <a:lnSpc>
                <a:spcPct val="90000"/>
              </a:lnSpc>
              <a:spcBef>
                <a:spcPts val="600"/>
              </a:spcBef>
              <a:spcAft>
                <a:spcPts val="0"/>
              </a:spcAft>
              <a:buClr>
                <a:srgbClr val="000099"/>
              </a:buClr>
              <a:buSzPts val="2400"/>
              <a:buFont typeface="Noto Sans Symbols"/>
              <a:buChar char="▪"/>
            </a:pPr>
            <a:r>
              <a:rPr i="1" lang="en-US" sz="2400">
                <a:solidFill>
                  <a:srgbClr val="000000"/>
                </a:solidFill>
                <a:latin typeface="Calibri"/>
                <a:ea typeface="Calibri"/>
                <a:cs typeface="Calibri"/>
                <a:sym typeface="Calibri"/>
              </a:rPr>
              <a:t>s</a:t>
            </a:r>
            <a:r>
              <a:rPr lang="en-US" sz="2400">
                <a:solidFill>
                  <a:srgbClr val="000000"/>
                </a:solidFill>
                <a:latin typeface="Calibri"/>
                <a:ea typeface="Calibri"/>
                <a:cs typeface="Calibri"/>
                <a:sym typeface="Calibri"/>
              </a:rPr>
              <a:t>: propagation speed (~2x10</a:t>
            </a:r>
            <a:r>
              <a:rPr baseline="30000" lang="en-US" sz="2400">
                <a:solidFill>
                  <a:srgbClr val="000000"/>
                </a:solidFill>
                <a:latin typeface="Calibri"/>
                <a:ea typeface="Calibri"/>
                <a:cs typeface="Calibri"/>
                <a:sym typeface="Calibri"/>
              </a:rPr>
              <a:t>8</a:t>
            </a:r>
            <a:r>
              <a:rPr lang="en-US" sz="2400">
                <a:solidFill>
                  <a:srgbClr val="000000"/>
                </a:solidFill>
                <a:latin typeface="Calibri"/>
                <a:ea typeface="Calibri"/>
                <a:cs typeface="Calibri"/>
                <a:sym typeface="Calibri"/>
              </a:rPr>
              <a:t> m/sec)</a:t>
            </a:r>
            <a:endParaRPr/>
          </a:p>
          <a:p>
            <a:pPr indent="-231775" lvl="0" marL="231775" marR="0" rtl="0" algn="l">
              <a:lnSpc>
                <a:spcPct val="90000"/>
              </a:lnSpc>
              <a:spcBef>
                <a:spcPts val="600"/>
              </a:spcBef>
              <a:spcAft>
                <a:spcPts val="0"/>
              </a:spcAft>
              <a:buClr>
                <a:srgbClr val="000099"/>
              </a:buClr>
              <a:buSzPts val="2400"/>
              <a:buFont typeface="Noto Sans Symbols"/>
              <a:buChar char="▪"/>
            </a:pPr>
            <a:r>
              <a:rPr i="1" lang="en-US" sz="2400">
                <a:solidFill>
                  <a:srgbClr val="CC0000"/>
                </a:solidFill>
                <a:latin typeface="Calibri"/>
                <a:ea typeface="Calibri"/>
                <a:cs typeface="Calibri"/>
                <a:sym typeface="Calibri"/>
              </a:rPr>
              <a:t>d</a:t>
            </a:r>
            <a:r>
              <a:rPr baseline="-25000" lang="en-US" sz="2400">
                <a:solidFill>
                  <a:srgbClr val="CC0000"/>
                </a:solidFill>
                <a:latin typeface="Calibri"/>
                <a:ea typeface="Calibri"/>
                <a:cs typeface="Calibri"/>
                <a:sym typeface="Calibri"/>
              </a:rPr>
              <a:t>prop</a:t>
            </a:r>
            <a:r>
              <a:rPr lang="en-US" sz="2400">
                <a:solidFill>
                  <a:srgbClr val="000000"/>
                </a:solidFill>
                <a:latin typeface="Calibri"/>
                <a:ea typeface="Calibri"/>
                <a:cs typeface="Calibri"/>
                <a:sym typeface="Calibri"/>
              </a:rPr>
              <a:t> = </a:t>
            </a:r>
            <a:r>
              <a:rPr i="1" lang="en-US" sz="2400">
                <a:solidFill>
                  <a:srgbClr val="000000"/>
                </a:solidFill>
                <a:latin typeface="Calibri"/>
                <a:ea typeface="Calibri"/>
                <a:cs typeface="Calibri"/>
                <a:sym typeface="Calibri"/>
              </a:rPr>
              <a:t>d</a:t>
            </a:r>
            <a:r>
              <a:rPr lang="en-US" sz="2400">
                <a:solidFill>
                  <a:srgbClr val="000000"/>
                </a:solidFill>
                <a:latin typeface="Calibri"/>
                <a:ea typeface="Calibri"/>
                <a:cs typeface="Calibri"/>
                <a:sym typeface="Calibri"/>
              </a:rPr>
              <a:t>/</a:t>
            </a:r>
            <a:r>
              <a:rPr i="1" lang="en-US" sz="2400">
                <a:solidFill>
                  <a:srgbClr val="000000"/>
                </a:solidFill>
                <a:latin typeface="Calibri"/>
                <a:ea typeface="Calibri"/>
                <a:cs typeface="Calibri"/>
                <a:sym typeface="Calibri"/>
              </a:rPr>
              <a:t>s</a:t>
            </a:r>
            <a:endParaRPr/>
          </a:p>
        </p:txBody>
      </p:sp>
      <p:grpSp>
        <p:nvGrpSpPr>
          <p:cNvPr id="8318" name="Google Shape;8318;p71"/>
          <p:cNvGrpSpPr/>
          <p:nvPr/>
        </p:nvGrpSpPr>
        <p:grpSpPr>
          <a:xfrm>
            <a:off x="1211117" y="5494308"/>
            <a:ext cx="7076415" cy="1127327"/>
            <a:chOff x="1211117" y="5568048"/>
            <a:chExt cx="7076415" cy="1127327"/>
          </a:xfrm>
        </p:grpSpPr>
        <p:sp>
          <p:nvSpPr>
            <p:cNvPr id="8319" name="Google Shape;8319;p71"/>
            <p:cNvSpPr txBox="1"/>
            <p:nvPr/>
          </p:nvSpPr>
          <p:spPr>
            <a:xfrm>
              <a:off x="3836662" y="5864378"/>
              <a:ext cx="2105222"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rgbClr val="C00000"/>
                  </a:solidFill>
                  <a:latin typeface="Calibri"/>
                  <a:ea typeface="Calibri"/>
                  <a:cs typeface="Calibri"/>
                  <a:sym typeface="Calibri"/>
                </a:rPr>
                <a:t>d</a:t>
              </a:r>
              <a:r>
                <a:rPr baseline="-25000" lang="en-US" sz="2400">
                  <a:solidFill>
                    <a:srgbClr val="C00000"/>
                  </a:solidFill>
                  <a:latin typeface="Calibri"/>
                  <a:ea typeface="Calibri"/>
                  <a:cs typeface="Calibri"/>
                  <a:sym typeface="Calibri"/>
                </a:rPr>
                <a:t>trans</a:t>
              </a:r>
              <a:r>
                <a:rPr baseline="-25000" lang="en-US" sz="2000">
                  <a:solidFill>
                    <a:srgbClr val="C00000"/>
                  </a:solidFill>
                  <a:latin typeface="Calibri"/>
                  <a:ea typeface="Calibri"/>
                  <a:cs typeface="Calibri"/>
                  <a:sym typeface="Calibri"/>
                </a:rPr>
                <a:t> </a:t>
              </a:r>
              <a:r>
                <a:rPr lang="en-US" sz="2000">
                  <a:solidFill>
                    <a:schemeClr val="dk1"/>
                  </a:solidFill>
                  <a:latin typeface="Calibri"/>
                  <a:ea typeface="Calibri"/>
                  <a:cs typeface="Calibri"/>
                  <a:sym typeface="Calibri"/>
                </a:rPr>
                <a:t>and </a:t>
              </a:r>
              <a:r>
                <a:rPr i="1" lang="en-US" sz="2400">
                  <a:solidFill>
                    <a:srgbClr val="C00000"/>
                  </a:solidFill>
                  <a:latin typeface="Calibri"/>
                  <a:ea typeface="Calibri"/>
                  <a:cs typeface="Calibri"/>
                  <a:sym typeface="Calibri"/>
                </a:rPr>
                <a:t>d</a:t>
              </a:r>
              <a:r>
                <a:rPr baseline="-25000" lang="en-US" sz="2400">
                  <a:solidFill>
                    <a:srgbClr val="C00000"/>
                  </a:solidFill>
                  <a:latin typeface="Calibri"/>
                  <a:ea typeface="Calibri"/>
                  <a:cs typeface="Calibri"/>
                  <a:sym typeface="Calibri"/>
                </a:rPr>
                <a:t>prop</a:t>
              </a:r>
              <a:endParaRPr baseline="-25000" sz="2400">
                <a:solidFill>
                  <a:srgbClr val="C00000"/>
                </a:solidFill>
                <a:latin typeface="Calibri"/>
                <a:ea typeface="Calibri"/>
                <a:cs typeface="Calibri"/>
                <a:sym typeface="Calibri"/>
              </a:endParaRPr>
            </a:p>
            <a:p>
              <a:pPr indent="0" lvl="0" marL="0" marR="0" rtl="0" algn="ctr">
                <a:spcBef>
                  <a:spcPts val="0"/>
                </a:spcBef>
                <a:spcAft>
                  <a:spcPts val="0"/>
                </a:spcAft>
                <a:buNone/>
              </a:pPr>
              <a:r>
                <a:rPr i="1" lang="en-US" sz="2400">
                  <a:solidFill>
                    <a:schemeClr val="dk1"/>
                  </a:solidFill>
                  <a:latin typeface="Calibri"/>
                  <a:ea typeface="Calibri"/>
                  <a:cs typeface="Calibri"/>
                  <a:sym typeface="Calibri"/>
                </a:rPr>
                <a:t>very </a:t>
              </a:r>
              <a:r>
                <a:rPr lang="en-US" sz="2400">
                  <a:solidFill>
                    <a:schemeClr val="dk1"/>
                  </a:solidFill>
                  <a:latin typeface="Calibri"/>
                  <a:ea typeface="Calibri"/>
                  <a:cs typeface="Calibri"/>
                  <a:sym typeface="Calibri"/>
                </a:rPr>
                <a:t>different</a:t>
              </a:r>
              <a:endParaRPr/>
            </a:p>
          </p:txBody>
        </p:sp>
        <p:sp>
          <p:nvSpPr>
            <p:cNvPr id="8320" name="Google Shape;8320;p71"/>
            <p:cNvSpPr/>
            <p:nvPr/>
          </p:nvSpPr>
          <p:spPr>
            <a:xfrm>
              <a:off x="1211117" y="5568048"/>
              <a:ext cx="1869375" cy="500634"/>
            </a:xfrm>
            <a:prstGeom prst="ellipse">
              <a:avLst/>
            </a:prstGeom>
            <a:no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21" name="Google Shape;8321;p71"/>
            <p:cNvSpPr/>
            <p:nvPr/>
          </p:nvSpPr>
          <p:spPr>
            <a:xfrm>
              <a:off x="6418157" y="5570209"/>
              <a:ext cx="1869375" cy="500634"/>
            </a:xfrm>
            <a:prstGeom prst="ellipse">
              <a:avLst/>
            </a:prstGeom>
            <a:no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8322" name="Google Shape;8322;p71"/>
            <p:cNvCxnSpPr>
              <a:stCxn id="8321" idx="2"/>
            </p:cNvCxnSpPr>
            <p:nvPr/>
          </p:nvCxnSpPr>
          <p:spPr>
            <a:xfrm flipH="1">
              <a:off x="5393057" y="5820526"/>
              <a:ext cx="1025100" cy="248100"/>
            </a:xfrm>
            <a:prstGeom prst="straightConnector1">
              <a:avLst/>
            </a:prstGeom>
            <a:noFill/>
            <a:ln cap="flat" cmpd="sng" w="9525">
              <a:solidFill>
                <a:srgbClr val="C00000"/>
              </a:solidFill>
              <a:prstDash val="solid"/>
              <a:miter lim="800000"/>
              <a:headEnd len="sm" w="sm" type="none"/>
              <a:tailEnd len="sm" w="sm" type="none"/>
            </a:ln>
          </p:spPr>
        </p:cxnSp>
        <p:cxnSp>
          <p:nvCxnSpPr>
            <p:cNvPr id="8323" name="Google Shape;8323;p71"/>
            <p:cNvCxnSpPr/>
            <p:nvPr/>
          </p:nvCxnSpPr>
          <p:spPr>
            <a:xfrm>
              <a:off x="3097924" y="5820526"/>
              <a:ext cx="940801" cy="248156"/>
            </a:xfrm>
            <a:prstGeom prst="straightConnector1">
              <a:avLst/>
            </a:prstGeom>
            <a:noFill/>
            <a:ln cap="flat" cmpd="sng" w="9525">
              <a:solidFill>
                <a:srgbClr val="C00000"/>
              </a:solidFill>
              <a:prstDash val="solid"/>
              <a:miter lim="800000"/>
              <a:headEnd len="sm" w="sm" type="none"/>
              <a:tailEnd len="sm" w="sm" type="none"/>
            </a:ln>
          </p:spPr>
        </p:cxnSp>
      </p:grpSp>
      <p:sp>
        <p:nvSpPr>
          <p:cNvPr id="8324" name="Google Shape;8324;p71"/>
          <p:cNvSpPr txBox="1"/>
          <p:nvPr/>
        </p:nvSpPr>
        <p:spPr>
          <a:xfrm>
            <a:off x="8902576" y="5958989"/>
            <a:ext cx="312795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Check out the online interactive exercises:   h</a:t>
            </a:r>
            <a:r>
              <a:rPr lang="en-US" sz="1100">
                <a:solidFill>
                  <a:schemeClr val="dk1"/>
                </a:solidFill>
                <a:latin typeface="Calibri"/>
                <a:ea typeface="Calibri"/>
                <a:cs typeface="Calibri"/>
                <a:sym typeface="Calibri"/>
              </a:rPr>
              <a:t>ttp://gaia.cs.umass.edu/kurose_ross</a:t>
            </a:r>
            <a:endParaRPr sz="11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6"/>
                                        </p:tgtEl>
                                        <p:attrNameLst>
                                          <p:attrName>style.visibility</p:attrName>
                                        </p:attrNameLst>
                                      </p:cBhvr>
                                      <p:to>
                                        <p:strVal val="visible"/>
                                      </p:to>
                                    </p:set>
                                    <p:animEffect filter="fade" transition="in">
                                      <p:cBhvr>
                                        <p:cTn dur="500"/>
                                        <p:tgtEl>
                                          <p:spTgt spid="8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7"/>
                                        </p:tgtEl>
                                        <p:attrNameLst>
                                          <p:attrName>style.visibility</p:attrName>
                                        </p:attrNameLst>
                                      </p:cBhvr>
                                      <p:to>
                                        <p:strVal val="visible"/>
                                      </p:to>
                                    </p:set>
                                    <p:animEffect filter="fade" transition="in">
                                      <p:cBhvr>
                                        <p:cTn dur="500"/>
                                        <p:tgtEl>
                                          <p:spTgt spid="8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8"/>
                                        </p:tgtEl>
                                        <p:attrNameLst>
                                          <p:attrName>style.visibility</p:attrName>
                                        </p:attrNameLst>
                                      </p:cBhvr>
                                      <p:to>
                                        <p:strVal val="visible"/>
                                      </p:to>
                                    </p:set>
                                    <p:animEffect filter="fade" transition="in">
                                      <p:cBhvr>
                                        <p:cTn dur="500"/>
                                        <p:tgtEl>
                                          <p:spTgt spid="8318"/>
                                        </p:tgtEl>
                                      </p:cBhvr>
                                    </p:animEffect>
                                  </p:childTnLst>
                                </p:cTn>
                              </p:par>
                              <p:par>
                                <p:cTn fill="hold" nodeType="withEffect" presetClass="entr" presetID="10" presetSubtype="0">
                                  <p:stCondLst>
                                    <p:cond delay="0"/>
                                  </p:stCondLst>
                                  <p:childTnLst>
                                    <p:set>
                                      <p:cBhvr>
                                        <p:cTn dur="1" fill="hold">
                                          <p:stCondLst>
                                            <p:cond delay="0"/>
                                          </p:stCondLst>
                                        </p:cTn>
                                        <p:tgtEl>
                                          <p:spTgt spid="8324"/>
                                        </p:tgtEl>
                                        <p:attrNameLst>
                                          <p:attrName>style.visibility</p:attrName>
                                        </p:attrNameLst>
                                      </p:cBhvr>
                                      <p:to>
                                        <p:strVal val="visible"/>
                                      </p:to>
                                    </p:set>
                                    <p:animEffect filter="fade" transition="in">
                                      <p:cBhvr>
                                        <p:cTn dur="500"/>
                                        <p:tgtEl>
                                          <p:spTgt spid="83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9" name="Shape 8329"/>
        <p:cNvGrpSpPr/>
        <p:nvPr/>
      </p:nvGrpSpPr>
      <p:grpSpPr>
        <a:xfrm>
          <a:off x="0" y="0"/>
          <a:ext cx="0" cy="0"/>
          <a:chOff x="0" y="0"/>
          <a:chExt cx="0" cy="0"/>
        </a:xfrm>
      </p:grpSpPr>
      <p:sp>
        <p:nvSpPr>
          <p:cNvPr id="8330" name="Google Shape;8330;p72"/>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Caravan analogy</a:t>
            </a:r>
            <a:endParaRPr sz="4400"/>
          </a:p>
        </p:txBody>
      </p:sp>
      <p:sp>
        <p:nvSpPr>
          <p:cNvPr id="8331" name="Google Shape;8331;p7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8332" name="Google Shape;8332;p72"/>
          <p:cNvSpPr txBox="1"/>
          <p:nvPr/>
        </p:nvSpPr>
        <p:spPr>
          <a:xfrm>
            <a:off x="929148" y="2992271"/>
            <a:ext cx="5377170" cy="3317875"/>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cars “propagate” at  100 km/hr</a:t>
            </a:r>
            <a:endParaRPr sz="2800">
              <a:solidFill>
                <a:schemeClr val="dk1"/>
              </a:solidFill>
              <a:latin typeface="Calibri"/>
              <a:ea typeface="Calibri"/>
              <a:cs typeface="Calibri"/>
              <a:sym typeface="Calibri"/>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toll booth takes 12 sec to service car (bit transmission time)</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car ~ bit; caravan ~ packet</a:t>
            </a:r>
            <a:endParaRPr/>
          </a:p>
          <a:p>
            <a:pPr indent="-287338" lvl="0" marL="287338"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Q:</a:t>
            </a:r>
            <a:r>
              <a:rPr lang="en-US" sz="2800">
                <a:solidFill>
                  <a:srgbClr val="CC0000"/>
                </a:solidFill>
                <a:latin typeface="Calibri"/>
                <a:ea typeface="Calibri"/>
                <a:cs typeface="Calibri"/>
                <a:sym typeface="Calibri"/>
              </a:rPr>
              <a:t> How long until caravan is lined up before 2nd toll booth?</a:t>
            </a:r>
            <a:endParaRPr/>
          </a:p>
          <a:p>
            <a:pPr indent="-287338" lvl="0" marL="287338" marR="0" rtl="0" algn="l">
              <a:lnSpc>
                <a:spcPct val="90000"/>
              </a:lnSpc>
              <a:spcBef>
                <a:spcPts val="1000"/>
              </a:spcBef>
              <a:spcAft>
                <a:spcPts val="0"/>
              </a:spcAft>
              <a:buClr>
                <a:srgbClr val="0000A3"/>
              </a:buClr>
              <a:buSzPts val="2400"/>
              <a:buFont typeface="Noto Sans Symbols"/>
              <a:buNone/>
            </a:pPr>
            <a:r>
              <a:t/>
            </a:r>
            <a:endParaRPr sz="2400">
              <a:solidFill>
                <a:srgbClr val="CC0000"/>
              </a:solidFill>
              <a:latin typeface="Calibri"/>
              <a:ea typeface="Calibri"/>
              <a:cs typeface="Calibri"/>
              <a:sym typeface="Calibri"/>
            </a:endParaRPr>
          </a:p>
        </p:txBody>
      </p:sp>
      <p:sp>
        <p:nvSpPr>
          <p:cNvPr id="8333" name="Google Shape;8333;p72"/>
          <p:cNvSpPr txBox="1"/>
          <p:nvPr/>
        </p:nvSpPr>
        <p:spPr>
          <a:xfrm>
            <a:off x="6776218" y="3006559"/>
            <a:ext cx="4875008" cy="3365500"/>
          </a:xfrm>
          <a:prstGeom prst="rect">
            <a:avLst/>
          </a:prstGeom>
          <a:noFill/>
          <a:ln>
            <a:noFill/>
          </a:ln>
        </p:spPr>
        <p:txBody>
          <a:bodyPr anchorCtr="0" anchor="t" bIns="45700" lIns="91425" spcFirstLastPara="1" rIns="91425" wrap="square" tIns="45700">
            <a:noAutofit/>
          </a:bodyPr>
          <a:lstStyle/>
          <a:p>
            <a:pPr indent="-287338" lvl="0" marL="287338"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time to “push” entire caravan through toll booth onto highway = 12*10 = 120 sec</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time for last car to propagate from 1st to 2nd toll both: 100km/(100km/hr) = 1 hr</a:t>
            </a:r>
            <a:endParaRPr sz="2800">
              <a:solidFill>
                <a:schemeClr val="dk1"/>
              </a:solidFill>
              <a:latin typeface="Calibri"/>
              <a:ea typeface="Calibri"/>
              <a:cs typeface="Calibri"/>
              <a:sym typeface="Calibri"/>
            </a:endParaRPr>
          </a:p>
          <a:p>
            <a:pPr indent="-287338" lvl="0" marL="287338"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A:</a:t>
            </a:r>
            <a:r>
              <a:rPr lang="en-US" sz="2800">
                <a:solidFill>
                  <a:srgbClr val="CC0000"/>
                </a:solidFill>
                <a:latin typeface="Calibri"/>
                <a:ea typeface="Calibri"/>
                <a:cs typeface="Calibri"/>
                <a:sym typeface="Calibri"/>
              </a:rPr>
              <a:t> 62 minutes</a:t>
            </a:r>
            <a:endParaRPr/>
          </a:p>
        </p:txBody>
      </p:sp>
      <p:grpSp>
        <p:nvGrpSpPr>
          <p:cNvPr id="8334" name="Google Shape;8334;p72"/>
          <p:cNvGrpSpPr/>
          <p:nvPr/>
        </p:nvGrpSpPr>
        <p:grpSpPr>
          <a:xfrm>
            <a:off x="7158831" y="1420239"/>
            <a:ext cx="2127250" cy="1031875"/>
            <a:chOff x="1190" y="938"/>
            <a:chExt cx="1340" cy="650"/>
          </a:xfrm>
        </p:grpSpPr>
        <p:sp>
          <p:nvSpPr>
            <p:cNvPr id="8335" name="Google Shape;8335;p72"/>
            <p:cNvSpPr/>
            <p:nvPr/>
          </p:nvSpPr>
          <p:spPr>
            <a:xfrm>
              <a:off x="1568" y="938"/>
              <a:ext cx="47" cy="423"/>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36" name="Google Shape;8336;p72"/>
            <p:cNvSpPr txBox="1"/>
            <p:nvPr/>
          </p:nvSpPr>
          <p:spPr>
            <a:xfrm>
              <a:off x="1190" y="1355"/>
              <a:ext cx="1340" cy="23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toll booth</a:t>
              </a:r>
              <a:endParaRPr/>
            </a:p>
          </p:txBody>
        </p:sp>
      </p:grpSp>
      <p:grpSp>
        <p:nvGrpSpPr>
          <p:cNvPr id="8337" name="Google Shape;8337;p72"/>
          <p:cNvGrpSpPr/>
          <p:nvPr/>
        </p:nvGrpSpPr>
        <p:grpSpPr>
          <a:xfrm>
            <a:off x="4167981" y="1420240"/>
            <a:ext cx="2343150" cy="1370014"/>
            <a:chOff x="1103" y="938"/>
            <a:chExt cx="1476" cy="863"/>
          </a:xfrm>
        </p:grpSpPr>
        <p:sp>
          <p:nvSpPr>
            <p:cNvPr id="8338" name="Google Shape;8338;p72"/>
            <p:cNvSpPr/>
            <p:nvPr/>
          </p:nvSpPr>
          <p:spPr>
            <a:xfrm>
              <a:off x="1568" y="938"/>
              <a:ext cx="47" cy="423"/>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39" name="Google Shape;8339;p72"/>
            <p:cNvSpPr txBox="1"/>
            <p:nvPr/>
          </p:nvSpPr>
          <p:spPr>
            <a:xfrm>
              <a:off x="1103" y="1355"/>
              <a:ext cx="1476" cy="44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toll  booth</a:t>
              </a:r>
              <a:endParaRPr/>
            </a:p>
            <a:p>
              <a:pPr indent="0" lvl="0" marL="0" marR="0" rtl="0" algn="ctr">
                <a:spcBef>
                  <a:spcPts val="0"/>
                </a:spcBef>
                <a:spcAft>
                  <a:spcPts val="0"/>
                </a:spcAft>
                <a:buNone/>
              </a:pPr>
              <a:r>
                <a:rPr lang="en-US" sz="2000">
                  <a:solidFill>
                    <a:schemeClr val="dk1"/>
                  </a:solidFill>
                  <a:latin typeface="Calibri"/>
                  <a:ea typeface="Calibri"/>
                  <a:cs typeface="Calibri"/>
                  <a:sym typeface="Calibri"/>
                </a:rPr>
                <a:t>(aka router)</a:t>
              </a:r>
              <a:endParaRPr sz="1800">
                <a:solidFill>
                  <a:schemeClr val="dk1"/>
                </a:solidFill>
                <a:latin typeface="Calibri"/>
                <a:ea typeface="Calibri"/>
                <a:cs typeface="Calibri"/>
                <a:sym typeface="Calibri"/>
              </a:endParaRPr>
            </a:p>
          </p:txBody>
        </p:sp>
      </p:grpSp>
      <p:sp>
        <p:nvSpPr>
          <p:cNvPr id="8340" name="Google Shape;8340;p72"/>
          <p:cNvSpPr txBox="1"/>
          <p:nvPr/>
        </p:nvSpPr>
        <p:spPr>
          <a:xfrm>
            <a:off x="2409031" y="2079052"/>
            <a:ext cx="2116554"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ten-car caravan</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(aka 10-bit packet)</a:t>
            </a:r>
            <a:endParaRPr/>
          </a:p>
        </p:txBody>
      </p:sp>
      <p:cxnSp>
        <p:nvCxnSpPr>
          <p:cNvPr id="8341" name="Google Shape;8341;p72"/>
          <p:cNvCxnSpPr/>
          <p:nvPr/>
        </p:nvCxnSpPr>
        <p:spPr>
          <a:xfrm rot="10800000">
            <a:off x="5145881" y="1729802"/>
            <a:ext cx="658813" cy="0"/>
          </a:xfrm>
          <a:prstGeom prst="straightConnector1">
            <a:avLst/>
          </a:prstGeom>
          <a:noFill/>
          <a:ln cap="flat" cmpd="sng" w="9525">
            <a:solidFill>
              <a:schemeClr val="dk1"/>
            </a:solidFill>
            <a:prstDash val="solid"/>
            <a:round/>
            <a:headEnd len="med" w="med" type="none"/>
            <a:tailEnd len="med" w="med" type="triangle"/>
          </a:ln>
        </p:spPr>
      </p:cxnSp>
      <p:sp>
        <p:nvSpPr>
          <p:cNvPr id="8342" name="Google Shape;8342;p72"/>
          <p:cNvSpPr txBox="1"/>
          <p:nvPr/>
        </p:nvSpPr>
        <p:spPr>
          <a:xfrm>
            <a:off x="5804693" y="1529777"/>
            <a:ext cx="10795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100 km</a:t>
            </a:r>
            <a:endParaRPr/>
          </a:p>
        </p:txBody>
      </p:sp>
      <p:cxnSp>
        <p:nvCxnSpPr>
          <p:cNvPr id="8343" name="Google Shape;8343;p72"/>
          <p:cNvCxnSpPr/>
          <p:nvPr/>
        </p:nvCxnSpPr>
        <p:spPr>
          <a:xfrm rot="10800000">
            <a:off x="8138318" y="1728214"/>
            <a:ext cx="622300" cy="0"/>
          </a:xfrm>
          <a:prstGeom prst="straightConnector1">
            <a:avLst/>
          </a:prstGeom>
          <a:noFill/>
          <a:ln cap="flat" cmpd="sng" w="9525">
            <a:solidFill>
              <a:schemeClr val="dk1"/>
            </a:solidFill>
            <a:prstDash val="solid"/>
            <a:round/>
            <a:headEnd len="med" w="med" type="none"/>
            <a:tailEnd len="med" w="med" type="triangle"/>
          </a:ln>
        </p:spPr>
      </p:cxnSp>
      <p:sp>
        <p:nvSpPr>
          <p:cNvPr id="8344" name="Google Shape;8344;p72"/>
          <p:cNvSpPr txBox="1"/>
          <p:nvPr/>
        </p:nvSpPr>
        <p:spPr>
          <a:xfrm>
            <a:off x="8760618" y="1529777"/>
            <a:ext cx="10795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100 km</a:t>
            </a:r>
            <a:endParaRPr/>
          </a:p>
        </p:txBody>
      </p:sp>
      <p:cxnSp>
        <p:nvCxnSpPr>
          <p:cNvPr id="8345" name="Google Shape;8345;p72"/>
          <p:cNvCxnSpPr/>
          <p:nvPr/>
        </p:nvCxnSpPr>
        <p:spPr>
          <a:xfrm>
            <a:off x="9670045" y="1728214"/>
            <a:ext cx="469557" cy="0"/>
          </a:xfrm>
          <a:prstGeom prst="straightConnector1">
            <a:avLst/>
          </a:prstGeom>
          <a:noFill/>
          <a:ln cap="flat" cmpd="sng" w="9525">
            <a:solidFill>
              <a:schemeClr val="dk1"/>
            </a:solidFill>
            <a:prstDash val="solid"/>
            <a:round/>
            <a:headEnd len="med" w="med" type="none"/>
            <a:tailEnd len="med" w="med" type="none"/>
          </a:ln>
        </p:spPr>
      </p:cxnSp>
      <p:sp>
        <p:nvSpPr>
          <p:cNvPr id="8346" name="Google Shape;8346;p72"/>
          <p:cNvSpPr/>
          <p:nvPr/>
        </p:nvSpPr>
        <p:spPr>
          <a:xfrm>
            <a:off x="2890043" y="1729802"/>
            <a:ext cx="74613" cy="7461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47" name="Google Shape;8347;p72"/>
          <p:cNvSpPr/>
          <p:nvPr/>
        </p:nvSpPr>
        <p:spPr>
          <a:xfrm>
            <a:off x="3042443" y="1729802"/>
            <a:ext cx="74613" cy="7461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48" name="Google Shape;8348;p72"/>
          <p:cNvSpPr/>
          <p:nvPr/>
        </p:nvSpPr>
        <p:spPr>
          <a:xfrm>
            <a:off x="3266281" y="1729802"/>
            <a:ext cx="74613" cy="7461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pic>
        <p:nvPicPr>
          <p:cNvPr descr="MCj03985170000[1]" id="8349" name="Google Shape;8349;p72"/>
          <p:cNvPicPr preferRelativeResize="0"/>
          <p:nvPr/>
        </p:nvPicPr>
        <p:blipFill rotWithShape="1">
          <a:blip r:embed="rId3">
            <a:alphaModFix/>
          </a:blip>
          <a:srcRect b="0" l="0" r="0" t="0"/>
          <a:stretch/>
        </p:blipFill>
        <p:spPr>
          <a:xfrm flipH="1">
            <a:off x="3374231" y="1640902"/>
            <a:ext cx="749300" cy="219075"/>
          </a:xfrm>
          <a:prstGeom prst="rect">
            <a:avLst/>
          </a:prstGeom>
          <a:noFill/>
          <a:ln>
            <a:noFill/>
          </a:ln>
        </p:spPr>
      </p:pic>
      <p:pic>
        <p:nvPicPr>
          <p:cNvPr descr="MCj03985170000[1]" id="8350" name="Google Shape;8350;p72"/>
          <p:cNvPicPr preferRelativeResize="0"/>
          <p:nvPr/>
        </p:nvPicPr>
        <p:blipFill rotWithShape="1">
          <a:blip r:embed="rId3">
            <a:alphaModFix/>
          </a:blip>
          <a:srcRect b="0" l="0" r="0" t="0"/>
          <a:stretch/>
        </p:blipFill>
        <p:spPr>
          <a:xfrm flipH="1">
            <a:off x="2107406" y="1636139"/>
            <a:ext cx="749300" cy="219075"/>
          </a:xfrm>
          <a:prstGeom prst="rect">
            <a:avLst/>
          </a:prstGeom>
          <a:noFill/>
          <a:ln>
            <a:noFill/>
          </a:ln>
        </p:spPr>
      </p:pic>
      <p:grpSp>
        <p:nvGrpSpPr>
          <p:cNvPr id="8351" name="Google Shape;8351;p72"/>
          <p:cNvGrpSpPr/>
          <p:nvPr/>
        </p:nvGrpSpPr>
        <p:grpSpPr>
          <a:xfrm>
            <a:off x="4693443" y="1331339"/>
            <a:ext cx="458788" cy="777875"/>
            <a:chOff x="2365" y="1352"/>
            <a:chExt cx="1022" cy="1616"/>
          </a:xfrm>
        </p:grpSpPr>
        <p:pic>
          <p:nvPicPr>
            <p:cNvPr id="8352" name="Google Shape;8352;p72"/>
            <p:cNvPicPr preferRelativeResize="0"/>
            <p:nvPr/>
          </p:nvPicPr>
          <p:blipFill rotWithShape="1">
            <a:blip r:embed="rId4">
              <a:alphaModFix/>
            </a:blip>
            <a:srcRect b="0" l="0" r="0" t="0"/>
            <a:stretch/>
          </p:blipFill>
          <p:spPr>
            <a:xfrm>
              <a:off x="2373" y="1352"/>
              <a:ext cx="1014" cy="1616"/>
            </a:xfrm>
            <a:prstGeom prst="rect">
              <a:avLst/>
            </a:prstGeom>
            <a:noFill/>
            <a:ln>
              <a:noFill/>
            </a:ln>
          </p:spPr>
        </p:pic>
        <p:sp>
          <p:nvSpPr>
            <p:cNvPr id="8353" name="Google Shape;8353;p72"/>
            <p:cNvSpPr/>
            <p:nvPr/>
          </p:nvSpPr>
          <p:spPr>
            <a:xfrm>
              <a:off x="2365" y="2129"/>
              <a:ext cx="367" cy="2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pic>
        <p:nvPicPr>
          <p:cNvPr descr="MCj03985170000[1]" id="8354" name="Google Shape;8354;p72"/>
          <p:cNvPicPr preferRelativeResize="0"/>
          <p:nvPr/>
        </p:nvPicPr>
        <p:blipFill rotWithShape="1">
          <a:blip r:embed="rId3">
            <a:alphaModFix/>
          </a:blip>
          <a:srcRect b="0" l="0" r="0" t="0"/>
          <a:stretch/>
        </p:blipFill>
        <p:spPr>
          <a:xfrm flipH="1">
            <a:off x="4137818" y="1661539"/>
            <a:ext cx="749300" cy="219075"/>
          </a:xfrm>
          <a:prstGeom prst="rect">
            <a:avLst/>
          </a:prstGeom>
          <a:noFill/>
          <a:ln>
            <a:noFill/>
          </a:ln>
        </p:spPr>
      </p:pic>
      <p:grpSp>
        <p:nvGrpSpPr>
          <p:cNvPr id="8355" name="Google Shape;8355;p72"/>
          <p:cNvGrpSpPr/>
          <p:nvPr/>
        </p:nvGrpSpPr>
        <p:grpSpPr>
          <a:xfrm>
            <a:off x="7616031" y="1359914"/>
            <a:ext cx="458788" cy="777875"/>
            <a:chOff x="2365" y="1352"/>
            <a:chExt cx="1022" cy="1616"/>
          </a:xfrm>
        </p:grpSpPr>
        <p:pic>
          <p:nvPicPr>
            <p:cNvPr id="8356" name="Google Shape;8356;p72"/>
            <p:cNvPicPr preferRelativeResize="0"/>
            <p:nvPr/>
          </p:nvPicPr>
          <p:blipFill rotWithShape="1">
            <a:blip r:embed="rId4">
              <a:alphaModFix/>
            </a:blip>
            <a:srcRect b="0" l="0" r="0" t="0"/>
            <a:stretch/>
          </p:blipFill>
          <p:spPr>
            <a:xfrm>
              <a:off x="2373" y="1352"/>
              <a:ext cx="1014" cy="1616"/>
            </a:xfrm>
            <a:prstGeom prst="rect">
              <a:avLst/>
            </a:prstGeom>
            <a:noFill/>
            <a:ln>
              <a:noFill/>
            </a:ln>
          </p:spPr>
        </p:pic>
        <p:sp>
          <p:nvSpPr>
            <p:cNvPr id="8357" name="Google Shape;8357;p72"/>
            <p:cNvSpPr/>
            <p:nvPr/>
          </p:nvSpPr>
          <p:spPr>
            <a:xfrm>
              <a:off x="2365" y="2129"/>
              <a:ext cx="367" cy="2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cxnSp>
        <p:nvCxnSpPr>
          <p:cNvPr id="8358" name="Google Shape;8358;p72"/>
          <p:cNvCxnSpPr/>
          <p:nvPr/>
        </p:nvCxnSpPr>
        <p:spPr>
          <a:xfrm>
            <a:off x="6884193" y="1728214"/>
            <a:ext cx="866775" cy="0"/>
          </a:xfrm>
          <a:prstGeom prst="straightConnector1">
            <a:avLst/>
          </a:prstGeom>
          <a:noFill/>
          <a:ln cap="flat" cmpd="sng" w="9525">
            <a:solidFill>
              <a:schemeClr val="dk1"/>
            </a:solidFill>
            <a:prstDash val="solid"/>
            <a:round/>
            <a:headEnd len="med" w="med" type="none"/>
            <a:tailEnd len="med" w="med" type="triangle"/>
          </a:ln>
        </p:spPr>
      </p:cxnSp>
      <p:sp>
        <p:nvSpPr>
          <p:cNvPr id="8359" name="Google Shape;8359;p72"/>
          <p:cNvSpPr/>
          <p:nvPr/>
        </p:nvSpPr>
        <p:spPr>
          <a:xfrm rot="5400000">
            <a:off x="3376644" y="814577"/>
            <a:ext cx="107886" cy="2525712"/>
          </a:xfrm>
          <a:prstGeom prst="rightBrace">
            <a:avLst>
              <a:gd fmla="val 8333"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3">
                                            <p:txEl>
                                              <p:pRg end="0" st="0"/>
                                            </p:txEl>
                                          </p:spTgt>
                                        </p:tgtEl>
                                        <p:attrNameLst>
                                          <p:attrName>style.visibility</p:attrName>
                                        </p:attrNameLst>
                                      </p:cBhvr>
                                      <p:to>
                                        <p:strVal val="visible"/>
                                      </p:to>
                                    </p:set>
                                    <p:animEffect filter="fade" transition="in">
                                      <p:cBhvr>
                                        <p:cTn dur="500"/>
                                        <p:tgtEl>
                                          <p:spTgt spid="83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3">
                                            <p:txEl>
                                              <p:pRg end="1" st="1"/>
                                            </p:txEl>
                                          </p:spTgt>
                                        </p:tgtEl>
                                        <p:attrNameLst>
                                          <p:attrName>style.visibility</p:attrName>
                                        </p:attrNameLst>
                                      </p:cBhvr>
                                      <p:to>
                                        <p:strVal val="visible"/>
                                      </p:to>
                                    </p:set>
                                    <p:animEffect filter="fade" transition="in">
                                      <p:cBhvr>
                                        <p:cTn dur="500"/>
                                        <p:tgtEl>
                                          <p:spTgt spid="83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3">
                                            <p:txEl>
                                              <p:pRg end="2" st="2"/>
                                            </p:txEl>
                                          </p:spTgt>
                                        </p:tgtEl>
                                        <p:attrNameLst>
                                          <p:attrName>style.visibility</p:attrName>
                                        </p:attrNameLst>
                                      </p:cBhvr>
                                      <p:to>
                                        <p:strVal val="visible"/>
                                      </p:to>
                                    </p:set>
                                    <p:animEffect filter="fade" transition="in">
                                      <p:cBhvr>
                                        <p:cTn dur="500"/>
                                        <p:tgtEl>
                                          <p:spTgt spid="8333">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4" name="Shape 8364"/>
        <p:cNvGrpSpPr/>
        <p:nvPr/>
      </p:nvGrpSpPr>
      <p:grpSpPr>
        <a:xfrm>
          <a:off x="0" y="0"/>
          <a:ext cx="0" cy="0"/>
          <a:chOff x="0" y="0"/>
          <a:chExt cx="0" cy="0"/>
        </a:xfrm>
      </p:grpSpPr>
      <p:sp>
        <p:nvSpPr>
          <p:cNvPr id="8365" name="Google Shape;8365;p73"/>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Caravan analogy</a:t>
            </a:r>
            <a:endParaRPr sz="4400"/>
          </a:p>
        </p:txBody>
      </p:sp>
      <p:sp>
        <p:nvSpPr>
          <p:cNvPr id="8366" name="Google Shape;8366;p7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grpSp>
        <p:nvGrpSpPr>
          <p:cNvPr id="8367" name="Google Shape;8367;p73"/>
          <p:cNvGrpSpPr/>
          <p:nvPr/>
        </p:nvGrpSpPr>
        <p:grpSpPr>
          <a:xfrm>
            <a:off x="7158831" y="1420239"/>
            <a:ext cx="2127250" cy="1031875"/>
            <a:chOff x="1190" y="938"/>
            <a:chExt cx="1340" cy="650"/>
          </a:xfrm>
        </p:grpSpPr>
        <p:sp>
          <p:nvSpPr>
            <p:cNvPr id="8368" name="Google Shape;8368;p73"/>
            <p:cNvSpPr/>
            <p:nvPr/>
          </p:nvSpPr>
          <p:spPr>
            <a:xfrm>
              <a:off x="1568" y="938"/>
              <a:ext cx="47" cy="423"/>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69" name="Google Shape;8369;p73"/>
            <p:cNvSpPr txBox="1"/>
            <p:nvPr/>
          </p:nvSpPr>
          <p:spPr>
            <a:xfrm>
              <a:off x="1190" y="1355"/>
              <a:ext cx="1340" cy="23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toll booth</a:t>
              </a:r>
              <a:endParaRPr/>
            </a:p>
          </p:txBody>
        </p:sp>
      </p:grpSp>
      <p:grpSp>
        <p:nvGrpSpPr>
          <p:cNvPr id="8370" name="Google Shape;8370;p73"/>
          <p:cNvGrpSpPr/>
          <p:nvPr/>
        </p:nvGrpSpPr>
        <p:grpSpPr>
          <a:xfrm>
            <a:off x="4167981" y="1420240"/>
            <a:ext cx="2343150" cy="1370014"/>
            <a:chOff x="1103" y="938"/>
            <a:chExt cx="1476" cy="863"/>
          </a:xfrm>
        </p:grpSpPr>
        <p:sp>
          <p:nvSpPr>
            <p:cNvPr id="8371" name="Google Shape;8371;p73"/>
            <p:cNvSpPr/>
            <p:nvPr/>
          </p:nvSpPr>
          <p:spPr>
            <a:xfrm>
              <a:off x="1568" y="938"/>
              <a:ext cx="47" cy="423"/>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72" name="Google Shape;8372;p73"/>
            <p:cNvSpPr txBox="1"/>
            <p:nvPr/>
          </p:nvSpPr>
          <p:spPr>
            <a:xfrm>
              <a:off x="1103" y="1355"/>
              <a:ext cx="1476" cy="44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toll  booth</a:t>
              </a:r>
              <a:endParaRPr/>
            </a:p>
            <a:p>
              <a:pPr indent="0" lvl="0" marL="0" marR="0" rtl="0" algn="ctr">
                <a:spcBef>
                  <a:spcPts val="0"/>
                </a:spcBef>
                <a:spcAft>
                  <a:spcPts val="0"/>
                </a:spcAft>
                <a:buNone/>
              </a:pPr>
              <a:r>
                <a:rPr lang="en-US" sz="2000">
                  <a:solidFill>
                    <a:schemeClr val="dk1"/>
                  </a:solidFill>
                  <a:latin typeface="Calibri"/>
                  <a:ea typeface="Calibri"/>
                  <a:cs typeface="Calibri"/>
                  <a:sym typeface="Calibri"/>
                </a:rPr>
                <a:t>(aka router)</a:t>
              </a:r>
              <a:endParaRPr sz="1800">
                <a:solidFill>
                  <a:schemeClr val="dk1"/>
                </a:solidFill>
                <a:latin typeface="Calibri"/>
                <a:ea typeface="Calibri"/>
                <a:cs typeface="Calibri"/>
                <a:sym typeface="Calibri"/>
              </a:endParaRPr>
            </a:p>
          </p:txBody>
        </p:sp>
      </p:grpSp>
      <p:sp>
        <p:nvSpPr>
          <p:cNvPr id="8373" name="Google Shape;8373;p73"/>
          <p:cNvSpPr txBox="1"/>
          <p:nvPr/>
        </p:nvSpPr>
        <p:spPr>
          <a:xfrm>
            <a:off x="2409031" y="2079052"/>
            <a:ext cx="2116554"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ten-car caravan</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(aka 10-bit packet)</a:t>
            </a:r>
            <a:endParaRPr/>
          </a:p>
        </p:txBody>
      </p:sp>
      <p:cxnSp>
        <p:nvCxnSpPr>
          <p:cNvPr id="8374" name="Google Shape;8374;p73"/>
          <p:cNvCxnSpPr/>
          <p:nvPr/>
        </p:nvCxnSpPr>
        <p:spPr>
          <a:xfrm rot="10800000">
            <a:off x="5145881" y="1729802"/>
            <a:ext cx="658813" cy="0"/>
          </a:xfrm>
          <a:prstGeom prst="straightConnector1">
            <a:avLst/>
          </a:prstGeom>
          <a:noFill/>
          <a:ln cap="flat" cmpd="sng" w="9525">
            <a:solidFill>
              <a:schemeClr val="dk1"/>
            </a:solidFill>
            <a:prstDash val="solid"/>
            <a:round/>
            <a:headEnd len="med" w="med" type="none"/>
            <a:tailEnd len="med" w="med" type="triangle"/>
          </a:ln>
        </p:spPr>
      </p:cxnSp>
      <p:sp>
        <p:nvSpPr>
          <p:cNvPr id="8375" name="Google Shape;8375;p73"/>
          <p:cNvSpPr txBox="1"/>
          <p:nvPr/>
        </p:nvSpPr>
        <p:spPr>
          <a:xfrm>
            <a:off x="5804693" y="1529777"/>
            <a:ext cx="10795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100 km</a:t>
            </a:r>
            <a:endParaRPr/>
          </a:p>
        </p:txBody>
      </p:sp>
      <p:cxnSp>
        <p:nvCxnSpPr>
          <p:cNvPr id="8376" name="Google Shape;8376;p73"/>
          <p:cNvCxnSpPr/>
          <p:nvPr/>
        </p:nvCxnSpPr>
        <p:spPr>
          <a:xfrm rot="10800000">
            <a:off x="8138318" y="1728214"/>
            <a:ext cx="622300" cy="0"/>
          </a:xfrm>
          <a:prstGeom prst="straightConnector1">
            <a:avLst/>
          </a:prstGeom>
          <a:noFill/>
          <a:ln cap="flat" cmpd="sng" w="9525">
            <a:solidFill>
              <a:schemeClr val="dk1"/>
            </a:solidFill>
            <a:prstDash val="solid"/>
            <a:round/>
            <a:headEnd len="med" w="med" type="none"/>
            <a:tailEnd len="med" w="med" type="triangle"/>
          </a:ln>
        </p:spPr>
      </p:cxnSp>
      <p:sp>
        <p:nvSpPr>
          <p:cNvPr id="8377" name="Google Shape;8377;p73"/>
          <p:cNvSpPr txBox="1"/>
          <p:nvPr/>
        </p:nvSpPr>
        <p:spPr>
          <a:xfrm>
            <a:off x="8760618" y="1529777"/>
            <a:ext cx="10795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100 km</a:t>
            </a:r>
            <a:endParaRPr/>
          </a:p>
        </p:txBody>
      </p:sp>
      <p:cxnSp>
        <p:nvCxnSpPr>
          <p:cNvPr id="8378" name="Google Shape;8378;p73"/>
          <p:cNvCxnSpPr/>
          <p:nvPr/>
        </p:nvCxnSpPr>
        <p:spPr>
          <a:xfrm>
            <a:off x="9670045" y="1728214"/>
            <a:ext cx="469557" cy="0"/>
          </a:xfrm>
          <a:prstGeom prst="straightConnector1">
            <a:avLst/>
          </a:prstGeom>
          <a:noFill/>
          <a:ln cap="flat" cmpd="sng" w="9525">
            <a:solidFill>
              <a:schemeClr val="dk1"/>
            </a:solidFill>
            <a:prstDash val="solid"/>
            <a:round/>
            <a:headEnd len="med" w="med" type="none"/>
            <a:tailEnd len="med" w="med" type="none"/>
          </a:ln>
        </p:spPr>
      </p:cxnSp>
      <p:sp>
        <p:nvSpPr>
          <p:cNvPr id="8379" name="Google Shape;8379;p73"/>
          <p:cNvSpPr/>
          <p:nvPr/>
        </p:nvSpPr>
        <p:spPr>
          <a:xfrm>
            <a:off x="2890043" y="1729802"/>
            <a:ext cx="74613" cy="7461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80" name="Google Shape;8380;p73"/>
          <p:cNvSpPr/>
          <p:nvPr/>
        </p:nvSpPr>
        <p:spPr>
          <a:xfrm>
            <a:off x="3042443" y="1729802"/>
            <a:ext cx="74613" cy="7461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81" name="Google Shape;8381;p73"/>
          <p:cNvSpPr/>
          <p:nvPr/>
        </p:nvSpPr>
        <p:spPr>
          <a:xfrm>
            <a:off x="3266281" y="1729802"/>
            <a:ext cx="74613" cy="7461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pic>
        <p:nvPicPr>
          <p:cNvPr descr="MCj03985170000[1]" id="8382" name="Google Shape;8382;p73"/>
          <p:cNvPicPr preferRelativeResize="0"/>
          <p:nvPr/>
        </p:nvPicPr>
        <p:blipFill rotWithShape="1">
          <a:blip r:embed="rId3">
            <a:alphaModFix/>
          </a:blip>
          <a:srcRect b="0" l="0" r="0" t="0"/>
          <a:stretch/>
        </p:blipFill>
        <p:spPr>
          <a:xfrm flipH="1">
            <a:off x="3374231" y="1640902"/>
            <a:ext cx="749300" cy="219075"/>
          </a:xfrm>
          <a:prstGeom prst="rect">
            <a:avLst/>
          </a:prstGeom>
          <a:noFill/>
          <a:ln>
            <a:noFill/>
          </a:ln>
        </p:spPr>
      </p:pic>
      <p:pic>
        <p:nvPicPr>
          <p:cNvPr descr="MCj03985170000[1]" id="8383" name="Google Shape;8383;p73"/>
          <p:cNvPicPr preferRelativeResize="0"/>
          <p:nvPr/>
        </p:nvPicPr>
        <p:blipFill rotWithShape="1">
          <a:blip r:embed="rId3">
            <a:alphaModFix/>
          </a:blip>
          <a:srcRect b="0" l="0" r="0" t="0"/>
          <a:stretch/>
        </p:blipFill>
        <p:spPr>
          <a:xfrm flipH="1">
            <a:off x="2107406" y="1636139"/>
            <a:ext cx="749300" cy="219075"/>
          </a:xfrm>
          <a:prstGeom prst="rect">
            <a:avLst/>
          </a:prstGeom>
          <a:noFill/>
          <a:ln>
            <a:noFill/>
          </a:ln>
        </p:spPr>
      </p:pic>
      <p:grpSp>
        <p:nvGrpSpPr>
          <p:cNvPr id="8384" name="Google Shape;8384;p73"/>
          <p:cNvGrpSpPr/>
          <p:nvPr/>
        </p:nvGrpSpPr>
        <p:grpSpPr>
          <a:xfrm>
            <a:off x="4693443" y="1331339"/>
            <a:ext cx="458788" cy="777875"/>
            <a:chOff x="2365" y="1352"/>
            <a:chExt cx="1022" cy="1616"/>
          </a:xfrm>
        </p:grpSpPr>
        <p:pic>
          <p:nvPicPr>
            <p:cNvPr id="8385" name="Google Shape;8385;p73"/>
            <p:cNvPicPr preferRelativeResize="0"/>
            <p:nvPr/>
          </p:nvPicPr>
          <p:blipFill rotWithShape="1">
            <a:blip r:embed="rId4">
              <a:alphaModFix/>
            </a:blip>
            <a:srcRect b="0" l="0" r="0" t="0"/>
            <a:stretch/>
          </p:blipFill>
          <p:spPr>
            <a:xfrm>
              <a:off x="2373" y="1352"/>
              <a:ext cx="1014" cy="1616"/>
            </a:xfrm>
            <a:prstGeom prst="rect">
              <a:avLst/>
            </a:prstGeom>
            <a:noFill/>
            <a:ln>
              <a:noFill/>
            </a:ln>
          </p:spPr>
        </p:pic>
        <p:sp>
          <p:nvSpPr>
            <p:cNvPr id="8386" name="Google Shape;8386;p73"/>
            <p:cNvSpPr/>
            <p:nvPr/>
          </p:nvSpPr>
          <p:spPr>
            <a:xfrm>
              <a:off x="2365" y="2129"/>
              <a:ext cx="367" cy="2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pic>
        <p:nvPicPr>
          <p:cNvPr descr="MCj03985170000[1]" id="8387" name="Google Shape;8387;p73"/>
          <p:cNvPicPr preferRelativeResize="0"/>
          <p:nvPr/>
        </p:nvPicPr>
        <p:blipFill rotWithShape="1">
          <a:blip r:embed="rId3">
            <a:alphaModFix/>
          </a:blip>
          <a:srcRect b="0" l="0" r="0" t="0"/>
          <a:stretch/>
        </p:blipFill>
        <p:spPr>
          <a:xfrm flipH="1">
            <a:off x="4137818" y="1661539"/>
            <a:ext cx="749300" cy="219075"/>
          </a:xfrm>
          <a:prstGeom prst="rect">
            <a:avLst/>
          </a:prstGeom>
          <a:noFill/>
          <a:ln>
            <a:noFill/>
          </a:ln>
        </p:spPr>
      </p:pic>
      <p:grpSp>
        <p:nvGrpSpPr>
          <p:cNvPr id="8388" name="Google Shape;8388;p73"/>
          <p:cNvGrpSpPr/>
          <p:nvPr/>
        </p:nvGrpSpPr>
        <p:grpSpPr>
          <a:xfrm>
            <a:off x="7616031" y="1359914"/>
            <a:ext cx="458788" cy="777875"/>
            <a:chOff x="2365" y="1352"/>
            <a:chExt cx="1022" cy="1616"/>
          </a:xfrm>
        </p:grpSpPr>
        <p:pic>
          <p:nvPicPr>
            <p:cNvPr id="8389" name="Google Shape;8389;p73"/>
            <p:cNvPicPr preferRelativeResize="0"/>
            <p:nvPr/>
          </p:nvPicPr>
          <p:blipFill rotWithShape="1">
            <a:blip r:embed="rId4">
              <a:alphaModFix/>
            </a:blip>
            <a:srcRect b="0" l="0" r="0" t="0"/>
            <a:stretch/>
          </p:blipFill>
          <p:spPr>
            <a:xfrm>
              <a:off x="2373" y="1352"/>
              <a:ext cx="1014" cy="1616"/>
            </a:xfrm>
            <a:prstGeom prst="rect">
              <a:avLst/>
            </a:prstGeom>
            <a:noFill/>
            <a:ln>
              <a:noFill/>
            </a:ln>
          </p:spPr>
        </p:pic>
        <p:sp>
          <p:nvSpPr>
            <p:cNvPr id="8390" name="Google Shape;8390;p73"/>
            <p:cNvSpPr/>
            <p:nvPr/>
          </p:nvSpPr>
          <p:spPr>
            <a:xfrm>
              <a:off x="2365" y="2129"/>
              <a:ext cx="367" cy="2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cxnSp>
        <p:nvCxnSpPr>
          <p:cNvPr id="8391" name="Google Shape;8391;p73"/>
          <p:cNvCxnSpPr/>
          <p:nvPr/>
        </p:nvCxnSpPr>
        <p:spPr>
          <a:xfrm>
            <a:off x="6884193" y="1728214"/>
            <a:ext cx="866775" cy="0"/>
          </a:xfrm>
          <a:prstGeom prst="straightConnector1">
            <a:avLst/>
          </a:prstGeom>
          <a:noFill/>
          <a:ln cap="flat" cmpd="sng" w="9525">
            <a:solidFill>
              <a:schemeClr val="dk1"/>
            </a:solidFill>
            <a:prstDash val="solid"/>
            <a:round/>
            <a:headEnd len="med" w="med" type="none"/>
            <a:tailEnd len="med" w="med" type="triangle"/>
          </a:ln>
        </p:spPr>
      </p:cxnSp>
      <p:sp>
        <p:nvSpPr>
          <p:cNvPr id="8392" name="Google Shape;8392;p73"/>
          <p:cNvSpPr/>
          <p:nvPr/>
        </p:nvSpPr>
        <p:spPr>
          <a:xfrm rot="5400000">
            <a:off x="3376644" y="814577"/>
            <a:ext cx="107886" cy="2525712"/>
          </a:xfrm>
          <a:prstGeom prst="rightBrace">
            <a:avLst>
              <a:gd fmla="val 8333" name="adj1"/>
              <a:gd fmla="val 50000" name="adj2"/>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393" name="Google Shape;8393;p73"/>
          <p:cNvSpPr txBox="1"/>
          <p:nvPr/>
        </p:nvSpPr>
        <p:spPr>
          <a:xfrm>
            <a:off x="825267" y="3347774"/>
            <a:ext cx="10515600" cy="1655014"/>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suppose cars now “propagate” at 1000 km/hr</a:t>
            </a:r>
            <a:endParaRPr sz="2800">
              <a:solidFill>
                <a:schemeClr val="dk1"/>
              </a:solidFill>
              <a:latin typeface="Calibri"/>
              <a:ea typeface="Calibri"/>
              <a:cs typeface="Calibri"/>
              <a:sym typeface="Calibri"/>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and suppose toll booth now takes one min to service a car</a:t>
            </a:r>
            <a:endParaRPr sz="2800">
              <a:solidFill>
                <a:schemeClr val="accent2"/>
              </a:solidFill>
              <a:latin typeface="Calibri"/>
              <a:ea typeface="Calibri"/>
              <a:cs typeface="Calibri"/>
              <a:sym typeface="Calibri"/>
            </a:endParaRPr>
          </a:p>
          <a:p>
            <a:pPr indent="-287338" lvl="0" marL="287338" marR="0" rtl="0" algn="l">
              <a:lnSpc>
                <a:spcPct val="90000"/>
              </a:lnSpc>
              <a:spcBef>
                <a:spcPts val="100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Q:</a:t>
            </a:r>
            <a:r>
              <a:rPr lang="en-US" sz="2800">
                <a:solidFill>
                  <a:srgbClr val="CC0000"/>
                </a:solidFill>
                <a:latin typeface="Calibri"/>
                <a:ea typeface="Calibri"/>
                <a:cs typeface="Calibri"/>
                <a:sym typeface="Calibri"/>
              </a:rPr>
              <a:t> Will cars arrive to 2nd booth before all cars serviced at first booth?</a:t>
            </a:r>
            <a:endParaRPr/>
          </a:p>
          <a:p>
            <a:pPr indent="-287338" lvl="0" marL="287338" marR="0" rtl="0" algn="l">
              <a:lnSpc>
                <a:spcPct val="90000"/>
              </a:lnSpc>
              <a:spcBef>
                <a:spcPts val="1000"/>
              </a:spcBef>
              <a:spcAft>
                <a:spcPts val="0"/>
              </a:spcAft>
              <a:buClr>
                <a:srgbClr val="0000A3"/>
              </a:buClr>
              <a:buSzPts val="3200"/>
              <a:buFont typeface="Noto Sans Symbols"/>
              <a:buNone/>
            </a:pPr>
            <a:r>
              <a:t/>
            </a:r>
            <a:endParaRPr sz="3200">
              <a:solidFill>
                <a:srgbClr val="CC0000"/>
              </a:solidFill>
              <a:latin typeface="Calibri"/>
              <a:ea typeface="Calibri"/>
              <a:cs typeface="Calibri"/>
              <a:sym typeface="Calibri"/>
            </a:endParaRPr>
          </a:p>
        </p:txBody>
      </p:sp>
      <p:sp>
        <p:nvSpPr>
          <p:cNvPr id="8394" name="Google Shape;8394;p73"/>
          <p:cNvSpPr txBox="1"/>
          <p:nvPr/>
        </p:nvSpPr>
        <p:spPr>
          <a:xfrm>
            <a:off x="1127510" y="4881442"/>
            <a:ext cx="10649258" cy="1467414"/>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2800"/>
              <a:buFont typeface="Noto Sans Symbols"/>
              <a:buNone/>
            </a:pPr>
            <a:r>
              <a:rPr i="1" lang="en-US" sz="2800" u="sng">
                <a:solidFill>
                  <a:srgbClr val="CC0000"/>
                </a:solidFill>
                <a:latin typeface="Calibri"/>
                <a:ea typeface="Calibri"/>
                <a:cs typeface="Calibri"/>
                <a:sym typeface="Calibri"/>
              </a:rPr>
              <a:t>A: Yes!</a:t>
            </a:r>
            <a:r>
              <a:rPr lang="en-US" sz="2800">
                <a:solidFill>
                  <a:schemeClr val="dk1"/>
                </a:solidFill>
                <a:latin typeface="Calibri"/>
                <a:ea typeface="Calibri"/>
                <a:cs typeface="Calibri"/>
                <a:sym typeface="Calibri"/>
              </a:rPr>
              <a:t>  after 7 min, first car arrives at second booth; three cars still at first booth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9" name="Shape 8399"/>
        <p:cNvGrpSpPr/>
        <p:nvPr/>
      </p:nvGrpSpPr>
      <p:grpSpPr>
        <a:xfrm>
          <a:off x="0" y="0"/>
          <a:ext cx="0" cy="0"/>
          <a:chOff x="0" y="0"/>
          <a:chExt cx="0" cy="0"/>
        </a:xfrm>
      </p:grpSpPr>
      <p:sp>
        <p:nvSpPr>
          <p:cNvPr id="8400" name="Google Shape;8400;p74"/>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Packet q</a:t>
            </a:r>
            <a:r>
              <a:rPr lang="en-US" sz="4400"/>
              <a:t>ueueing delay (revisited)</a:t>
            </a:r>
            <a:endParaRPr sz="4400"/>
          </a:p>
        </p:txBody>
      </p:sp>
      <p:sp>
        <p:nvSpPr>
          <p:cNvPr id="8401" name="Google Shape;8401;p7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8402" name="Google Shape;8402;p74"/>
          <p:cNvSpPr txBox="1"/>
          <p:nvPr/>
        </p:nvSpPr>
        <p:spPr>
          <a:xfrm>
            <a:off x="876300" y="1806575"/>
            <a:ext cx="6114434" cy="1781175"/>
          </a:xfrm>
          <a:prstGeom prst="rect">
            <a:avLst/>
          </a:prstGeom>
          <a:noFill/>
          <a:ln>
            <a:noFill/>
          </a:ln>
        </p:spPr>
        <p:txBody>
          <a:bodyPr anchorCtr="0" anchor="t" bIns="45700" lIns="91425" spcFirstLastPara="1" rIns="91425" wrap="square" tIns="45700">
            <a:normAutofit/>
          </a:bodyPr>
          <a:lstStyle/>
          <a:p>
            <a:pPr indent="-231775" lvl="0" marL="231775" marR="0" rtl="0" algn="l">
              <a:lnSpc>
                <a:spcPct val="90000"/>
              </a:lnSpc>
              <a:spcBef>
                <a:spcPts val="0"/>
              </a:spcBef>
              <a:spcAft>
                <a:spcPts val="0"/>
              </a:spcAft>
              <a:buClr>
                <a:srgbClr val="0000A3"/>
              </a:buClr>
              <a:buSzPts val="2800"/>
              <a:buFont typeface="Noto Sans Symbols"/>
              <a:buChar char="▪"/>
            </a:pPr>
            <a:r>
              <a:rPr i="1" lang="en-US" sz="2800">
                <a:solidFill>
                  <a:schemeClr val="dk1"/>
                </a:solidFill>
                <a:latin typeface="Calibri"/>
                <a:ea typeface="Calibri"/>
                <a:cs typeface="Calibri"/>
                <a:sym typeface="Calibri"/>
              </a:rPr>
              <a:t>R:</a:t>
            </a:r>
            <a:r>
              <a:rPr lang="en-US" sz="2800">
                <a:solidFill>
                  <a:schemeClr val="dk1"/>
                </a:solidFill>
                <a:latin typeface="Calibri"/>
                <a:ea typeface="Calibri"/>
                <a:cs typeface="Calibri"/>
                <a:sym typeface="Calibri"/>
              </a:rPr>
              <a:t> link bandwidth (bps)</a:t>
            </a:r>
            <a:endParaRPr/>
          </a:p>
          <a:p>
            <a:pPr indent="-231775" lvl="0" marL="231775" marR="0" rtl="0" algn="l">
              <a:lnSpc>
                <a:spcPct val="90000"/>
              </a:lnSpc>
              <a:spcBef>
                <a:spcPts val="1000"/>
              </a:spcBef>
              <a:spcAft>
                <a:spcPts val="0"/>
              </a:spcAft>
              <a:buClr>
                <a:srgbClr val="0000A3"/>
              </a:buClr>
              <a:buSzPts val="2800"/>
              <a:buFont typeface="Noto Sans Symbols"/>
              <a:buChar char="▪"/>
            </a:pPr>
            <a:r>
              <a:rPr i="1" lang="en-US" sz="2800">
                <a:solidFill>
                  <a:schemeClr val="dk1"/>
                </a:solidFill>
                <a:latin typeface="Calibri"/>
                <a:ea typeface="Calibri"/>
                <a:cs typeface="Calibri"/>
                <a:sym typeface="Calibri"/>
              </a:rPr>
              <a:t>L:</a:t>
            </a:r>
            <a:r>
              <a:rPr lang="en-US" sz="2800">
                <a:solidFill>
                  <a:schemeClr val="dk1"/>
                </a:solidFill>
                <a:latin typeface="Calibri"/>
                <a:ea typeface="Calibri"/>
                <a:cs typeface="Calibri"/>
                <a:sym typeface="Calibri"/>
              </a:rPr>
              <a:t> packet length (bits)</a:t>
            </a:r>
            <a:endParaRPr/>
          </a:p>
          <a:p>
            <a:pPr indent="-231775" lvl="0" marL="231775" marR="0" rtl="0" algn="l">
              <a:lnSpc>
                <a:spcPct val="90000"/>
              </a:lnSpc>
              <a:spcBef>
                <a:spcPts val="1000"/>
              </a:spcBef>
              <a:spcAft>
                <a:spcPts val="0"/>
              </a:spcAft>
              <a:buClr>
                <a:srgbClr val="0000A3"/>
              </a:buClr>
              <a:buSzPts val="2800"/>
              <a:buFont typeface="Noto Sans Symbols"/>
              <a:buChar char="▪"/>
            </a:pPr>
            <a:r>
              <a:rPr i="1" lang="en-US" sz="2800">
                <a:solidFill>
                  <a:schemeClr val="dk1"/>
                </a:solidFill>
                <a:latin typeface="Calibri"/>
                <a:ea typeface="Calibri"/>
                <a:cs typeface="Calibri"/>
                <a:sym typeface="Calibri"/>
              </a:rPr>
              <a:t>a: </a:t>
            </a:r>
            <a:r>
              <a:rPr lang="en-US" sz="2800">
                <a:solidFill>
                  <a:schemeClr val="dk1"/>
                </a:solidFill>
                <a:latin typeface="Calibri"/>
                <a:ea typeface="Calibri"/>
                <a:cs typeface="Calibri"/>
                <a:sym typeface="Calibri"/>
              </a:rPr>
              <a:t>average packet arrival rate</a:t>
            </a:r>
            <a:endParaRPr/>
          </a:p>
        </p:txBody>
      </p:sp>
      <p:sp>
        <p:nvSpPr>
          <p:cNvPr id="8403" name="Google Shape;8403;p74"/>
          <p:cNvSpPr/>
          <p:nvPr/>
        </p:nvSpPr>
        <p:spPr>
          <a:xfrm>
            <a:off x="889000" y="3769938"/>
            <a:ext cx="5975117" cy="1933575"/>
          </a:xfrm>
          <a:prstGeom prst="rect">
            <a:avLst/>
          </a:prstGeom>
          <a:noFill/>
          <a:ln>
            <a:noFill/>
          </a:ln>
        </p:spPr>
        <p:txBody>
          <a:bodyPr anchorCtr="0" anchor="t" bIns="45700" lIns="91425" spcFirstLastPara="1" rIns="91425" wrap="square" tIns="45700">
            <a:noAutofit/>
          </a:bodyPr>
          <a:lstStyle/>
          <a:p>
            <a:pPr indent="-231775" lvl="0" marL="231775" marR="0" rtl="0" algn="l">
              <a:spcBef>
                <a:spcPts val="0"/>
              </a:spcBef>
              <a:spcAft>
                <a:spcPts val="0"/>
              </a:spcAft>
              <a:buClr>
                <a:srgbClr val="000099"/>
              </a:buClr>
              <a:buSzPts val="2800"/>
              <a:buFont typeface="Noto Sans Symbols"/>
              <a:buChar char="▪"/>
            </a:pPr>
            <a:r>
              <a:rPr i="1" lang="en-US" sz="2800">
                <a:solidFill>
                  <a:schemeClr val="dk1"/>
                </a:solidFill>
                <a:latin typeface="Calibri"/>
                <a:ea typeface="Calibri"/>
                <a:cs typeface="Calibri"/>
                <a:sym typeface="Calibri"/>
              </a:rPr>
              <a:t>La/R</a:t>
            </a:r>
            <a:r>
              <a:rPr lang="en-US" sz="2800">
                <a:solidFill>
                  <a:schemeClr val="dk1"/>
                </a:solidFill>
                <a:latin typeface="Calibri"/>
                <a:ea typeface="Calibri"/>
                <a:cs typeface="Calibri"/>
                <a:sym typeface="Calibri"/>
              </a:rPr>
              <a:t> ~ 0: avg. queueing delay small</a:t>
            </a:r>
            <a:endParaRPr/>
          </a:p>
          <a:p>
            <a:pPr indent="-231775" lvl="0" marL="231775" marR="0" rtl="0" algn="l">
              <a:spcBef>
                <a:spcPts val="560"/>
              </a:spcBef>
              <a:spcAft>
                <a:spcPts val="0"/>
              </a:spcAft>
              <a:buClr>
                <a:srgbClr val="000099"/>
              </a:buClr>
              <a:buSzPts val="2800"/>
              <a:buFont typeface="Noto Sans Symbols"/>
              <a:buChar char="▪"/>
            </a:pPr>
            <a:r>
              <a:rPr i="1" lang="en-US" sz="2800">
                <a:solidFill>
                  <a:schemeClr val="dk1"/>
                </a:solidFill>
                <a:latin typeface="Calibri"/>
                <a:ea typeface="Calibri"/>
                <a:cs typeface="Calibri"/>
                <a:sym typeface="Calibri"/>
              </a:rPr>
              <a:t>La/R </a:t>
            </a:r>
            <a:r>
              <a:rPr lang="en-US" sz="2800">
                <a:solidFill>
                  <a:schemeClr val="dk1"/>
                </a:solidFill>
                <a:latin typeface="Calibri"/>
                <a:ea typeface="Calibri"/>
                <a:cs typeface="Calibri"/>
                <a:sym typeface="Calibri"/>
              </a:rPr>
              <a:t>-&gt; 1: avg. queueing delay large</a:t>
            </a:r>
            <a:endParaRPr/>
          </a:p>
          <a:p>
            <a:pPr indent="-231775" lvl="0" marL="231775" marR="0" rtl="0" algn="l">
              <a:lnSpc>
                <a:spcPct val="85000"/>
              </a:lnSpc>
              <a:spcBef>
                <a:spcPts val="560"/>
              </a:spcBef>
              <a:spcAft>
                <a:spcPts val="0"/>
              </a:spcAft>
              <a:buClr>
                <a:srgbClr val="000099"/>
              </a:buClr>
              <a:buSzPts val="2800"/>
              <a:buFont typeface="Noto Sans Symbols"/>
              <a:buChar char="▪"/>
            </a:pPr>
            <a:r>
              <a:rPr i="1" lang="en-US" sz="2800">
                <a:solidFill>
                  <a:schemeClr val="dk1"/>
                </a:solidFill>
                <a:latin typeface="Calibri"/>
                <a:ea typeface="Calibri"/>
                <a:cs typeface="Calibri"/>
                <a:sym typeface="Calibri"/>
              </a:rPr>
              <a:t>La/R </a:t>
            </a:r>
            <a:r>
              <a:rPr lang="en-US" sz="2800">
                <a:solidFill>
                  <a:schemeClr val="dk1"/>
                </a:solidFill>
                <a:latin typeface="Calibri"/>
                <a:ea typeface="Calibri"/>
                <a:cs typeface="Calibri"/>
                <a:sym typeface="Calibri"/>
              </a:rPr>
              <a:t>&gt; 1: more “work” arriving  is more than can be serviced -  average delay infinite!</a:t>
            </a:r>
            <a:endParaRPr/>
          </a:p>
        </p:txBody>
      </p:sp>
      <p:grpSp>
        <p:nvGrpSpPr>
          <p:cNvPr id="8404" name="Google Shape;8404;p74"/>
          <p:cNvGrpSpPr/>
          <p:nvPr/>
        </p:nvGrpSpPr>
        <p:grpSpPr>
          <a:xfrm>
            <a:off x="8407167" y="4367394"/>
            <a:ext cx="2782888" cy="2261260"/>
            <a:chOff x="8407167" y="4367394"/>
            <a:chExt cx="2782888" cy="2261260"/>
          </a:xfrm>
        </p:grpSpPr>
        <p:pic>
          <p:nvPicPr>
            <p:cNvPr id="8405" name="Google Shape;8405;p74"/>
            <p:cNvPicPr preferRelativeResize="0"/>
            <p:nvPr/>
          </p:nvPicPr>
          <p:blipFill rotWithShape="1">
            <a:blip r:embed="rId3">
              <a:alphaModFix/>
            </a:blip>
            <a:srcRect b="0" l="0" r="0" t="0"/>
            <a:stretch/>
          </p:blipFill>
          <p:spPr>
            <a:xfrm>
              <a:off x="9643830" y="5047839"/>
              <a:ext cx="1546225" cy="1239837"/>
            </a:xfrm>
            <a:prstGeom prst="rect">
              <a:avLst/>
            </a:prstGeom>
            <a:noFill/>
            <a:ln>
              <a:noFill/>
            </a:ln>
          </p:spPr>
        </p:pic>
        <p:pic>
          <p:nvPicPr>
            <p:cNvPr id="8406" name="Google Shape;8406;p74"/>
            <p:cNvPicPr preferRelativeResize="0"/>
            <p:nvPr/>
          </p:nvPicPr>
          <p:blipFill rotWithShape="1">
            <a:blip r:embed="rId4">
              <a:alphaModFix/>
            </a:blip>
            <a:srcRect b="0" l="0" r="0" t="0"/>
            <a:stretch/>
          </p:blipFill>
          <p:spPr>
            <a:xfrm>
              <a:off x="8407167" y="4471879"/>
              <a:ext cx="1481138" cy="1117600"/>
            </a:xfrm>
            <a:prstGeom prst="rect">
              <a:avLst/>
            </a:prstGeom>
            <a:noFill/>
            <a:ln>
              <a:noFill/>
            </a:ln>
          </p:spPr>
        </p:pic>
        <p:sp>
          <p:nvSpPr>
            <p:cNvPr id="8407" name="Google Shape;8407;p74"/>
            <p:cNvSpPr txBox="1"/>
            <p:nvPr/>
          </p:nvSpPr>
          <p:spPr>
            <a:xfrm>
              <a:off x="9849087" y="4367394"/>
              <a:ext cx="9541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Calibri"/>
                  <a:ea typeface="Calibri"/>
                  <a:cs typeface="Calibri"/>
                  <a:sym typeface="Calibri"/>
                </a:rPr>
                <a:t>La/R </a:t>
              </a:r>
              <a:r>
                <a:rPr lang="en-US" sz="1800">
                  <a:solidFill>
                    <a:schemeClr val="dk1"/>
                  </a:solidFill>
                  <a:latin typeface="Calibri"/>
                  <a:ea typeface="Calibri"/>
                  <a:cs typeface="Calibri"/>
                  <a:sym typeface="Calibri"/>
                </a:rPr>
                <a:t>~ 0</a:t>
              </a:r>
              <a:endParaRPr/>
            </a:p>
          </p:txBody>
        </p:sp>
        <p:sp>
          <p:nvSpPr>
            <p:cNvPr id="8408" name="Google Shape;8408;p74"/>
            <p:cNvSpPr txBox="1"/>
            <p:nvPr/>
          </p:nvSpPr>
          <p:spPr>
            <a:xfrm>
              <a:off x="9643830" y="6259322"/>
              <a:ext cx="102463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Calibri"/>
                  <a:ea typeface="Calibri"/>
                  <a:cs typeface="Calibri"/>
                  <a:sym typeface="Calibri"/>
                </a:rPr>
                <a:t>La/R -&gt; 1</a:t>
              </a:r>
              <a:endParaRPr/>
            </a:p>
          </p:txBody>
        </p:sp>
      </p:grpSp>
      <p:sp>
        <p:nvSpPr>
          <p:cNvPr id="8409" name="Google Shape;8409;p74"/>
          <p:cNvSpPr/>
          <p:nvPr/>
        </p:nvSpPr>
        <p:spPr>
          <a:xfrm>
            <a:off x="7381311" y="3605438"/>
            <a:ext cx="2911022" cy="504825"/>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85000"/>
              </a:lnSpc>
              <a:spcBef>
                <a:spcPts val="0"/>
              </a:spcBef>
              <a:spcAft>
                <a:spcPts val="0"/>
              </a:spcAft>
              <a:buClr>
                <a:schemeClr val="accent2"/>
              </a:buClr>
              <a:buSzPts val="1700"/>
              <a:buFont typeface="Noto Sans Symbols"/>
              <a:buNone/>
            </a:pPr>
            <a:r>
              <a:rPr lang="en-US" sz="2000">
                <a:solidFill>
                  <a:srgbClr val="000099"/>
                </a:solidFill>
                <a:latin typeface="Calibri"/>
                <a:ea typeface="Calibri"/>
                <a:cs typeface="Calibri"/>
                <a:sym typeface="Calibri"/>
              </a:rPr>
              <a:t>traffic intensity = </a:t>
            </a:r>
            <a:r>
              <a:rPr i="1" lang="en-US" sz="2000">
                <a:solidFill>
                  <a:srgbClr val="000099"/>
                </a:solidFill>
                <a:latin typeface="Calibri"/>
                <a:ea typeface="Calibri"/>
                <a:cs typeface="Calibri"/>
                <a:sym typeface="Calibri"/>
              </a:rPr>
              <a:t>La/R</a:t>
            </a:r>
            <a:endParaRPr/>
          </a:p>
        </p:txBody>
      </p:sp>
      <p:sp>
        <p:nvSpPr>
          <p:cNvPr id="8410" name="Google Shape;8410;p74"/>
          <p:cNvSpPr/>
          <p:nvPr/>
        </p:nvSpPr>
        <p:spPr>
          <a:xfrm rot="-5400000">
            <a:off x="6114777" y="2075824"/>
            <a:ext cx="2740025" cy="504825"/>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85000"/>
              </a:lnSpc>
              <a:spcBef>
                <a:spcPts val="0"/>
              </a:spcBef>
              <a:spcAft>
                <a:spcPts val="0"/>
              </a:spcAft>
              <a:buClr>
                <a:schemeClr val="accent2"/>
              </a:buClr>
              <a:buSzPts val="1700"/>
              <a:buFont typeface="Noto Sans Symbols"/>
              <a:buNone/>
            </a:pPr>
            <a:r>
              <a:rPr lang="en-US" sz="2000">
                <a:solidFill>
                  <a:srgbClr val="000099"/>
                </a:solidFill>
                <a:latin typeface="Calibri"/>
                <a:ea typeface="Calibri"/>
                <a:cs typeface="Calibri"/>
                <a:sym typeface="Calibri"/>
              </a:rPr>
              <a:t>average  queueing delay</a:t>
            </a:r>
            <a:endParaRPr/>
          </a:p>
        </p:txBody>
      </p:sp>
      <p:cxnSp>
        <p:nvCxnSpPr>
          <p:cNvPr id="8411" name="Google Shape;8411;p74"/>
          <p:cNvCxnSpPr/>
          <p:nvPr/>
        </p:nvCxnSpPr>
        <p:spPr>
          <a:xfrm>
            <a:off x="7616120" y="3540100"/>
            <a:ext cx="3386177" cy="0"/>
          </a:xfrm>
          <a:prstGeom prst="straightConnector1">
            <a:avLst/>
          </a:prstGeom>
          <a:noFill/>
          <a:ln cap="flat" cmpd="sng" w="9525">
            <a:solidFill>
              <a:schemeClr val="dk1"/>
            </a:solidFill>
            <a:prstDash val="solid"/>
            <a:miter lim="800000"/>
            <a:headEnd len="sm" w="sm" type="none"/>
            <a:tailEnd len="sm" w="sm" type="none"/>
          </a:ln>
        </p:spPr>
      </p:cxnSp>
      <p:cxnSp>
        <p:nvCxnSpPr>
          <p:cNvPr id="8412" name="Google Shape;8412;p74"/>
          <p:cNvCxnSpPr/>
          <p:nvPr/>
        </p:nvCxnSpPr>
        <p:spPr>
          <a:xfrm rot="10800000">
            <a:off x="7601372" y="1041103"/>
            <a:ext cx="0" cy="2505931"/>
          </a:xfrm>
          <a:prstGeom prst="straightConnector1">
            <a:avLst/>
          </a:prstGeom>
          <a:noFill/>
          <a:ln cap="flat" cmpd="sng" w="9525">
            <a:solidFill>
              <a:schemeClr val="dk1"/>
            </a:solidFill>
            <a:prstDash val="solid"/>
            <a:miter lim="800000"/>
            <a:headEnd len="sm" w="sm" type="none"/>
            <a:tailEnd len="sm" w="sm" type="none"/>
          </a:ln>
        </p:spPr>
      </p:cxnSp>
      <p:sp>
        <p:nvSpPr>
          <p:cNvPr id="8413" name="Google Shape;8413;p74"/>
          <p:cNvSpPr/>
          <p:nvPr/>
        </p:nvSpPr>
        <p:spPr>
          <a:xfrm>
            <a:off x="7616120" y="708301"/>
            <a:ext cx="2743200" cy="2816942"/>
          </a:xfrm>
          <a:custGeom>
            <a:rect b="b" l="l" r="r" t="t"/>
            <a:pathLst>
              <a:path extrusionOk="0" h="2816942" w="2743200">
                <a:moveTo>
                  <a:pt x="0" y="2816942"/>
                </a:moveTo>
                <a:cubicBezTo>
                  <a:pt x="363998" y="2816020"/>
                  <a:pt x="477171" y="2811923"/>
                  <a:pt x="663677" y="2802193"/>
                </a:cubicBezTo>
                <a:cubicBezTo>
                  <a:pt x="850183" y="2792463"/>
                  <a:pt x="1661652" y="2767780"/>
                  <a:pt x="1976284" y="2625212"/>
                </a:cubicBezTo>
                <a:cubicBezTo>
                  <a:pt x="2290916" y="2482644"/>
                  <a:pt x="2423652" y="2384322"/>
                  <a:pt x="2551471" y="1946787"/>
                </a:cubicBezTo>
                <a:cubicBezTo>
                  <a:pt x="2679290" y="1509252"/>
                  <a:pt x="2711245" y="754626"/>
                  <a:pt x="2743200" y="0"/>
                </a:cubicBezTo>
              </a:path>
            </a:pathLst>
          </a:custGeom>
          <a:noFill/>
          <a:ln cap="flat" cmpd="sng" w="254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8414" name="Google Shape;8414;p74"/>
          <p:cNvCxnSpPr/>
          <p:nvPr/>
        </p:nvCxnSpPr>
        <p:spPr>
          <a:xfrm rot="10800000">
            <a:off x="10442559" y="1034169"/>
            <a:ext cx="0" cy="2505931"/>
          </a:xfrm>
          <a:prstGeom prst="straightConnector1">
            <a:avLst/>
          </a:prstGeom>
          <a:noFill/>
          <a:ln cap="flat" cmpd="sng" w="9525">
            <a:solidFill>
              <a:schemeClr val="dk1"/>
            </a:solidFill>
            <a:prstDash val="dash"/>
            <a:miter lim="800000"/>
            <a:headEnd len="sm" w="sm" type="none"/>
            <a:tailEnd len="sm" w="sm" type="none"/>
          </a:ln>
        </p:spPr>
      </p:cxnSp>
      <p:sp>
        <p:nvSpPr>
          <p:cNvPr id="8415" name="Google Shape;8415;p74"/>
          <p:cNvSpPr/>
          <p:nvPr/>
        </p:nvSpPr>
        <p:spPr>
          <a:xfrm>
            <a:off x="10214306" y="3605644"/>
            <a:ext cx="509587" cy="504825"/>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85000"/>
              </a:lnSpc>
              <a:spcBef>
                <a:spcPts val="0"/>
              </a:spcBef>
              <a:spcAft>
                <a:spcPts val="0"/>
              </a:spcAft>
              <a:buClr>
                <a:schemeClr val="accent2"/>
              </a:buClr>
              <a:buSzPts val="1700"/>
              <a:buFont typeface="Noto Sans Symbols"/>
              <a:buNone/>
            </a:pPr>
            <a:r>
              <a:rPr lang="en-US" sz="2000">
                <a:solidFill>
                  <a:schemeClr val="dk1"/>
                </a:solidFill>
                <a:latin typeface="Calibri"/>
                <a:ea typeface="Calibri"/>
                <a:cs typeface="Calibri"/>
                <a:sym typeface="Calibri"/>
              </a:rPr>
              <a:t>1</a:t>
            </a:r>
            <a:endParaRPr i="1" sz="20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3"/>
                                        </p:tgtEl>
                                        <p:attrNameLst>
                                          <p:attrName>style.visibility</p:attrName>
                                        </p:attrNameLst>
                                      </p:cBhvr>
                                      <p:to>
                                        <p:strVal val="visible"/>
                                      </p:to>
                                    </p:set>
                                    <p:animEffect filter="fade" transition="in">
                                      <p:cBhvr>
                                        <p:cTn dur="500"/>
                                        <p:tgtEl>
                                          <p:spTgt spid="84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4"/>
                                        </p:tgtEl>
                                        <p:attrNameLst>
                                          <p:attrName>style.visibility</p:attrName>
                                        </p:attrNameLst>
                                      </p:cBhvr>
                                      <p:to>
                                        <p:strVal val="visible"/>
                                      </p:to>
                                    </p:set>
                                    <p:animEffect filter="fade" transition="in">
                                      <p:cBhvr>
                                        <p:cTn dur="500"/>
                                        <p:tgtEl>
                                          <p:spTgt spid="8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0" name="Shape 8420"/>
        <p:cNvGrpSpPr/>
        <p:nvPr/>
      </p:nvGrpSpPr>
      <p:grpSpPr>
        <a:xfrm>
          <a:off x="0" y="0"/>
          <a:ext cx="0" cy="0"/>
          <a:chOff x="0" y="0"/>
          <a:chExt cx="0" cy="0"/>
        </a:xfrm>
      </p:grpSpPr>
      <p:cxnSp>
        <p:nvCxnSpPr>
          <p:cNvPr id="8421" name="Google Shape;8421;p75"/>
          <p:cNvCxnSpPr/>
          <p:nvPr/>
        </p:nvCxnSpPr>
        <p:spPr>
          <a:xfrm>
            <a:off x="2831406" y="5366286"/>
            <a:ext cx="469144" cy="315494"/>
          </a:xfrm>
          <a:prstGeom prst="straightConnector1">
            <a:avLst/>
          </a:prstGeom>
          <a:noFill/>
          <a:ln cap="flat" cmpd="sng" w="12700">
            <a:solidFill>
              <a:schemeClr val="dk1"/>
            </a:solidFill>
            <a:prstDash val="solid"/>
            <a:round/>
            <a:headEnd len="med" w="med" type="none"/>
            <a:tailEnd len="med" w="med" type="none"/>
          </a:ln>
        </p:spPr>
      </p:cxnSp>
      <p:cxnSp>
        <p:nvCxnSpPr>
          <p:cNvPr id="8422" name="Google Shape;8422;p75"/>
          <p:cNvCxnSpPr/>
          <p:nvPr/>
        </p:nvCxnSpPr>
        <p:spPr>
          <a:xfrm flipH="1" rot="10800000">
            <a:off x="3691311" y="5467468"/>
            <a:ext cx="639909" cy="207962"/>
          </a:xfrm>
          <a:prstGeom prst="straightConnector1">
            <a:avLst/>
          </a:prstGeom>
          <a:noFill/>
          <a:ln cap="flat" cmpd="sng" w="12700">
            <a:solidFill>
              <a:schemeClr val="dk1"/>
            </a:solidFill>
            <a:prstDash val="solid"/>
            <a:round/>
            <a:headEnd len="med" w="med" type="none"/>
            <a:tailEnd len="med" w="med" type="none"/>
          </a:ln>
        </p:spPr>
      </p:cxnSp>
      <p:grpSp>
        <p:nvGrpSpPr>
          <p:cNvPr id="8423" name="Google Shape;8423;p75"/>
          <p:cNvGrpSpPr/>
          <p:nvPr/>
        </p:nvGrpSpPr>
        <p:grpSpPr>
          <a:xfrm>
            <a:off x="3109054" y="5514269"/>
            <a:ext cx="860625" cy="398511"/>
            <a:chOff x="7493876" y="2774731"/>
            <a:chExt cx="1481958" cy="894622"/>
          </a:xfrm>
        </p:grpSpPr>
        <p:sp>
          <p:nvSpPr>
            <p:cNvPr id="8424" name="Google Shape;8424;p7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425" name="Google Shape;8425;p7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426" name="Google Shape;8426;p75"/>
            <p:cNvGrpSpPr/>
            <p:nvPr/>
          </p:nvGrpSpPr>
          <p:grpSpPr>
            <a:xfrm>
              <a:off x="7713663" y="2848339"/>
              <a:ext cx="1042107" cy="425543"/>
              <a:chOff x="7786941" y="2884917"/>
              <a:chExt cx="897649" cy="353919"/>
            </a:xfrm>
          </p:grpSpPr>
          <p:sp>
            <p:nvSpPr>
              <p:cNvPr id="8427" name="Google Shape;8427;p7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28" name="Google Shape;8428;p7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29" name="Google Shape;8429;p7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30" name="Google Shape;8430;p7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cxnSp>
        <p:nvCxnSpPr>
          <p:cNvPr id="8431" name="Google Shape;8431;p75"/>
          <p:cNvCxnSpPr/>
          <p:nvPr/>
        </p:nvCxnSpPr>
        <p:spPr>
          <a:xfrm>
            <a:off x="4626350" y="5451593"/>
            <a:ext cx="677550" cy="207962"/>
          </a:xfrm>
          <a:prstGeom prst="straightConnector1">
            <a:avLst/>
          </a:prstGeom>
          <a:noFill/>
          <a:ln cap="flat" cmpd="sng" w="12700">
            <a:solidFill>
              <a:schemeClr val="dk1"/>
            </a:solidFill>
            <a:prstDash val="solid"/>
            <a:round/>
            <a:headEnd len="med" w="med" type="none"/>
            <a:tailEnd len="med" w="med" type="none"/>
          </a:ln>
        </p:spPr>
      </p:cxnSp>
      <p:cxnSp>
        <p:nvCxnSpPr>
          <p:cNvPr id="8432" name="Google Shape;8432;p75"/>
          <p:cNvCxnSpPr/>
          <p:nvPr/>
        </p:nvCxnSpPr>
        <p:spPr>
          <a:xfrm flipH="1">
            <a:off x="4388223" y="5062655"/>
            <a:ext cx="661222" cy="273050"/>
          </a:xfrm>
          <a:prstGeom prst="straightConnector1">
            <a:avLst/>
          </a:prstGeom>
          <a:noFill/>
          <a:ln cap="flat" cmpd="sng" w="12700">
            <a:solidFill>
              <a:schemeClr val="dk1"/>
            </a:solidFill>
            <a:prstDash val="solid"/>
            <a:round/>
            <a:headEnd len="med" w="med" type="none"/>
            <a:tailEnd len="med" w="med" type="none"/>
          </a:ln>
        </p:spPr>
      </p:cxnSp>
      <p:cxnSp>
        <p:nvCxnSpPr>
          <p:cNvPr id="8433" name="Google Shape;8433;p75"/>
          <p:cNvCxnSpPr/>
          <p:nvPr/>
        </p:nvCxnSpPr>
        <p:spPr>
          <a:xfrm>
            <a:off x="4356474" y="5583355"/>
            <a:ext cx="318847" cy="311150"/>
          </a:xfrm>
          <a:prstGeom prst="straightConnector1">
            <a:avLst/>
          </a:prstGeom>
          <a:noFill/>
          <a:ln cap="flat" cmpd="sng" w="12700">
            <a:solidFill>
              <a:schemeClr val="dk1"/>
            </a:solidFill>
            <a:prstDash val="solid"/>
            <a:round/>
            <a:headEnd len="med" w="med" type="none"/>
            <a:tailEnd len="med" w="med" type="none"/>
          </a:ln>
        </p:spPr>
      </p:cxnSp>
      <p:grpSp>
        <p:nvGrpSpPr>
          <p:cNvPr id="8434" name="Google Shape;8434;p75"/>
          <p:cNvGrpSpPr/>
          <p:nvPr/>
        </p:nvGrpSpPr>
        <p:grpSpPr>
          <a:xfrm>
            <a:off x="3957067" y="5203592"/>
            <a:ext cx="860625" cy="398511"/>
            <a:chOff x="7493876" y="2774731"/>
            <a:chExt cx="1481958" cy="894622"/>
          </a:xfrm>
        </p:grpSpPr>
        <p:sp>
          <p:nvSpPr>
            <p:cNvPr id="8435" name="Google Shape;8435;p7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436" name="Google Shape;8436;p7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437" name="Google Shape;8437;p75"/>
            <p:cNvGrpSpPr/>
            <p:nvPr/>
          </p:nvGrpSpPr>
          <p:grpSpPr>
            <a:xfrm>
              <a:off x="7713663" y="2848339"/>
              <a:ext cx="1042107" cy="425543"/>
              <a:chOff x="7786941" y="2884917"/>
              <a:chExt cx="897649" cy="353919"/>
            </a:xfrm>
          </p:grpSpPr>
          <p:sp>
            <p:nvSpPr>
              <p:cNvPr id="8438" name="Google Shape;8438;p7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39" name="Google Shape;8439;p7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40" name="Google Shape;8440;p7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41" name="Google Shape;8441;p7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cxnSp>
        <p:nvCxnSpPr>
          <p:cNvPr id="8442" name="Google Shape;8442;p75"/>
          <p:cNvCxnSpPr/>
          <p:nvPr/>
        </p:nvCxnSpPr>
        <p:spPr>
          <a:xfrm flipH="1">
            <a:off x="5602660" y="5511918"/>
            <a:ext cx="865759" cy="144462"/>
          </a:xfrm>
          <a:prstGeom prst="straightConnector1">
            <a:avLst/>
          </a:prstGeom>
          <a:noFill/>
          <a:ln cap="flat" cmpd="sng" w="12700">
            <a:solidFill>
              <a:schemeClr val="dk1"/>
            </a:solidFill>
            <a:prstDash val="solid"/>
            <a:round/>
            <a:headEnd len="med" w="med" type="none"/>
            <a:tailEnd len="med" w="med" type="none"/>
          </a:ln>
        </p:spPr>
      </p:cxnSp>
      <p:cxnSp>
        <p:nvCxnSpPr>
          <p:cNvPr id="8443" name="Google Shape;8443;p75"/>
          <p:cNvCxnSpPr/>
          <p:nvPr/>
        </p:nvCxnSpPr>
        <p:spPr>
          <a:xfrm flipH="1">
            <a:off x="4997823" y="5773855"/>
            <a:ext cx="487128" cy="152400"/>
          </a:xfrm>
          <a:prstGeom prst="straightConnector1">
            <a:avLst/>
          </a:prstGeom>
          <a:noFill/>
          <a:ln cap="flat" cmpd="sng" w="12700">
            <a:solidFill>
              <a:schemeClr val="dk1"/>
            </a:solidFill>
            <a:prstDash val="solid"/>
            <a:round/>
            <a:headEnd len="med" w="med" type="none"/>
            <a:tailEnd len="med" w="med" type="none"/>
          </a:ln>
        </p:spPr>
      </p:cxnSp>
      <p:grpSp>
        <p:nvGrpSpPr>
          <p:cNvPr id="8444" name="Google Shape;8444;p75"/>
          <p:cNvGrpSpPr/>
          <p:nvPr/>
        </p:nvGrpSpPr>
        <p:grpSpPr>
          <a:xfrm>
            <a:off x="4985387" y="5543879"/>
            <a:ext cx="860625" cy="398511"/>
            <a:chOff x="7493876" y="2774731"/>
            <a:chExt cx="1481958" cy="894622"/>
          </a:xfrm>
        </p:grpSpPr>
        <p:sp>
          <p:nvSpPr>
            <p:cNvPr id="8445" name="Google Shape;8445;p7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446" name="Google Shape;8446;p7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447" name="Google Shape;8447;p75"/>
            <p:cNvGrpSpPr/>
            <p:nvPr/>
          </p:nvGrpSpPr>
          <p:grpSpPr>
            <a:xfrm>
              <a:off x="7713663" y="2848339"/>
              <a:ext cx="1042107" cy="425543"/>
              <a:chOff x="7786941" y="2884917"/>
              <a:chExt cx="897649" cy="353919"/>
            </a:xfrm>
          </p:grpSpPr>
          <p:sp>
            <p:nvSpPr>
              <p:cNvPr id="8448" name="Google Shape;8448;p7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49" name="Google Shape;8449;p7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50" name="Google Shape;8450;p7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51" name="Google Shape;8451;p7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8452" name="Google Shape;8452;p75"/>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“Real” Internet delays and routes</a:t>
            </a:r>
            <a:endParaRPr sz="4400"/>
          </a:p>
        </p:txBody>
      </p:sp>
      <p:sp>
        <p:nvSpPr>
          <p:cNvPr id="8453" name="Google Shape;8453;p7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8454" name="Google Shape;8454;p75"/>
          <p:cNvSpPr txBox="1"/>
          <p:nvPr/>
        </p:nvSpPr>
        <p:spPr>
          <a:xfrm>
            <a:off x="980180" y="1324511"/>
            <a:ext cx="10342830" cy="1885391"/>
          </a:xfrm>
          <a:prstGeom prst="rect">
            <a:avLst/>
          </a:prstGeom>
          <a:noFill/>
          <a:ln>
            <a:noFill/>
          </a:ln>
        </p:spPr>
        <p:txBody>
          <a:bodyPr anchorCtr="0" anchor="t" bIns="45700" lIns="91425" spcFirstLastPara="1" rIns="91425" wrap="square" tIns="45700">
            <a:normAutofit lnSpcReduction="10000"/>
          </a:bodyPr>
          <a:lstStyle/>
          <a:p>
            <a:pPr indent="-287338" lvl="0" marL="287338" marR="0" rtl="0" algn="l">
              <a:lnSpc>
                <a:spcPct val="90000"/>
              </a:lnSpc>
              <a:spcBef>
                <a:spcPts val="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what do “real” Internet delay &amp; loss look like? </a:t>
            </a:r>
            <a:endParaRPr/>
          </a:p>
          <a:p>
            <a:pPr indent="-287338" lvl="0" marL="287338" marR="0" rtl="0" algn="l">
              <a:lnSpc>
                <a:spcPct val="90000"/>
              </a:lnSpc>
              <a:spcBef>
                <a:spcPts val="1000"/>
              </a:spcBef>
              <a:spcAft>
                <a:spcPts val="0"/>
              </a:spcAft>
              <a:buClr>
                <a:srgbClr val="0000A3"/>
              </a:buClr>
              <a:buSzPts val="2800"/>
              <a:buFont typeface="Noto Sans Symbols"/>
              <a:buChar char="▪"/>
            </a:pPr>
            <a:r>
              <a:rPr b="1" lang="en-US" sz="2800">
                <a:solidFill>
                  <a:srgbClr val="C00000"/>
                </a:solidFill>
                <a:latin typeface="Calibri"/>
                <a:ea typeface="Calibri"/>
                <a:cs typeface="Calibri"/>
                <a:sym typeface="Calibri"/>
              </a:rPr>
              <a:t>traceroute/tracert</a:t>
            </a:r>
            <a:r>
              <a:rPr lang="en-US" sz="3200">
                <a:solidFill>
                  <a:srgbClr val="FF0000"/>
                </a:solidFill>
                <a:latin typeface="Calibri"/>
                <a:ea typeface="Calibri"/>
                <a:cs typeface="Calibri"/>
                <a:sym typeface="Calibri"/>
              </a:rPr>
              <a:t> </a:t>
            </a:r>
            <a:r>
              <a:rPr lang="en-US" sz="3200">
                <a:solidFill>
                  <a:schemeClr val="dk1"/>
                </a:solidFill>
                <a:latin typeface="Calibri"/>
                <a:ea typeface="Calibri"/>
                <a:cs typeface="Calibri"/>
                <a:sym typeface="Calibri"/>
              </a:rPr>
              <a:t>program: provides delay measurement from source to router along end-end Internet path towards destination.  For all </a:t>
            </a:r>
            <a:r>
              <a:rPr i="1" lang="en-US" sz="3200">
                <a:solidFill>
                  <a:schemeClr val="dk1"/>
                </a:solidFill>
                <a:latin typeface="Calibri"/>
                <a:ea typeface="Calibri"/>
                <a:cs typeface="Calibri"/>
                <a:sym typeface="Calibri"/>
              </a:rPr>
              <a:t>i:</a:t>
            </a:r>
            <a:endParaRPr/>
          </a:p>
        </p:txBody>
      </p:sp>
      <p:cxnSp>
        <p:nvCxnSpPr>
          <p:cNvPr id="8455" name="Google Shape;8455;p75"/>
          <p:cNvCxnSpPr/>
          <p:nvPr/>
        </p:nvCxnSpPr>
        <p:spPr>
          <a:xfrm>
            <a:off x="6721850" y="5476993"/>
            <a:ext cx="677550" cy="207962"/>
          </a:xfrm>
          <a:prstGeom prst="straightConnector1">
            <a:avLst/>
          </a:prstGeom>
          <a:noFill/>
          <a:ln cap="flat" cmpd="sng" w="12700">
            <a:solidFill>
              <a:schemeClr val="dk1"/>
            </a:solidFill>
            <a:prstDash val="solid"/>
            <a:round/>
            <a:headEnd len="med" w="med" type="none"/>
            <a:tailEnd len="med" w="med" type="none"/>
          </a:ln>
        </p:spPr>
      </p:cxnSp>
      <p:cxnSp>
        <p:nvCxnSpPr>
          <p:cNvPr id="8456" name="Google Shape;8456;p75"/>
          <p:cNvCxnSpPr/>
          <p:nvPr/>
        </p:nvCxnSpPr>
        <p:spPr>
          <a:xfrm flipH="1">
            <a:off x="7660060" y="5423018"/>
            <a:ext cx="777191" cy="277812"/>
          </a:xfrm>
          <a:prstGeom prst="straightConnector1">
            <a:avLst/>
          </a:prstGeom>
          <a:noFill/>
          <a:ln cap="flat" cmpd="sng" w="12700">
            <a:solidFill>
              <a:schemeClr val="dk1"/>
            </a:solidFill>
            <a:prstDash val="solid"/>
            <a:round/>
            <a:headEnd len="med" w="med" type="none"/>
            <a:tailEnd len="med" w="med" type="none"/>
          </a:ln>
        </p:spPr>
      </p:cxnSp>
      <p:cxnSp>
        <p:nvCxnSpPr>
          <p:cNvPr id="8457" name="Google Shape;8457;p75"/>
          <p:cNvCxnSpPr/>
          <p:nvPr/>
        </p:nvCxnSpPr>
        <p:spPr>
          <a:xfrm>
            <a:off x="6280524" y="5170605"/>
            <a:ext cx="318847" cy="311150"/>
          </a:xfrm>
          <a:prstGeom prst="straightConnector1">
            <a:avLst/>
          </a:prstGeom>
          <a:noFill/>
          <a:ln cap="flat" cmpd="sng" w="12700">
            <a:solidFill>
              <a:schemeClr val="dk1"/>
            </a:solidFill>
            <a:prstDash val="solid"/>
            <a:round/>
            <a:headEnd len="med" w="med" type="none"/>
            <a:tailEnd len="med" w="med" type="none"/>
          </a:ln>
        </p:spPr>
      </p:cxnSp>
      <p:cxnSp>
        <p:nvCxnSpPr>
          <p:cNvPr id="8458" name="Google Shape;8458;p75"/>
          <p:cNvCxnSpPr/>
          <p:nvPr/>
        </p:nvCxnSpPr>
        <p:spPr>
          <a:xfrm>
            <a:off x="5394926" y="5277473"/>
            <a:ext cx="8857" cy="260350"/>
          </a:xfrm>
          <a:prstGeom prst="straightConnector1">
            <a:avLst/>
          </a:prstGeom>
          <a:noFill/>
          <a:ln cap="flat" cmpd="sng" w="12700">
            <a:solidFill>
              <a:schemeClr val="dk1"/>
            </a:solidFill>
            <a:prstDash val="solid"/>
            <a:round/>
            <a:headEnd len="med" w="med" type="none"/>
            <a:tailEnd len="med" w="med" type="none"/>
          </a:ln>
        </p:spPr>
      </p:cxnSp>
      <p:sp>
        <p:nvSpPr>
          <p:cNvPr id="8459" name="Google Shape;8459;p75"/>
          <p:cNvSpPr txBox="1"/>
          <p:nvPr/>
        </p:nvSpPr>
        <p:spPr>
          <a:xfrm>
            <a:off x="2999161" y="5135680"/>
            <a:ext cx="13971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3 probes</a:t>
            </a:r>
            <a:endParaRPr/>
          </a:p>
        </p:txBody>
      </p:sp>
      <p:sp>
        <p:nvSpPr>
          <p:cNvPr id="8460" name="Google Shape;8460;p75"/>
          <p:cNvSpPr txBox="1"/>
          <p:nvPr/>
        </p:nvSpPr>
        <p:spPr>
          <a:xfrm>
            <a:off x="3613524" y="5696068"/>
            <a:ext cx="13971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3 probes</a:t>
            </a:r>
            <a:endParaRPr/>
          </a:p>
        </p:txBody>
      </p:sp>
      <p:sp>
        <p:nvSpPr>
          <p:cNvPr id="8461" name="Google Shape;8461;p75"/>
          <p:cNvSpPr txBox="1"/>
          <p:nvPr/>
        </p:nvSpPr>
        <p:spPr>
          <a:xfrm>
            <a:off x="4842700" y="5044156"/>
            <a:ext cx="13971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Calibri"/>
                <a:ea typeface="Calibri"/>
                <a:cs typeface="Calibri"/>
                <a:sym typeface="Calibri"/>
              </a:rPr>
              <a:t>3 probes</a:t>
            </a:r>
            <a:endParaRPr/>
          </a:p>
        </p:txBody>
      </p:sp>
      <p:grpSp>
        <p:nvGrpSpPr>
          <p:cNvPr id="8462" name="Google Shape;8462;p75"/>
          <p:cNvGrpSpPr/>
          <p:nvPr/>
        </p:nvGrpSpPr>
        <p:grpSpPr>
          <a:xfrm>
            <a:off x="1934728" y="5072180"/>
            <a:ext cx="1027081" cy="688975"/>
            <a:chOff x="-44" y="1473"/>
            <a:chExt cx="981" cy="1105"/>
          </a:xfrm>
        </p:grpSpPr>
        <p:pic>
          <p:nvPicPr>
            <p:cNvPr descr="desktop_computer_stylized_medium" id="8463" name="Google Shape;8463;p7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464" name="Google Shape;8464;p7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465" name="Google Shape;8465;p75"/>
          <p:cNvGrpSpPr/>
          <p:nvPr/>
        </p:nvGrpSpPr>
        <p:grpSpPr>
          <a:xfrm flipH="1">
            <a:off x="8177586" y="5110280"/>
            <a:ext cx="1051754" cy="669925"/>
            <a:chOff x="-44" y="1473"/>
            <a:chExt cx="981" cy="1105"/>
          </a:xfrm>
        </p:grpSpPr>
        <p:pic>
          <p:nvPicPr>
            <p:cNvPr descr="desktop_computer_stylized_medium" id="8466" name="Google Shape;8466;p75"/>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467" name="Google Shape;8467;p75"/>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468" name="Google Shape;8468;p75"/>
          <p:cNvSpPr/>
          <p:nvPr/>
        </p:nvSpPr>
        <p:spPr>
          <a:xfrm>
            <a:off x="2868986" y="5356343"/>
            <a:ext cx="3135331" cy="403225"/>
          </a:xfrm>
          <a:custGeom>
            <a:rect b="b" l="l" r="r" t="t"/>
            <a:pathLst>
              <a:path extrusionOk="0" h="254" w="1416">
                <a:moveTo>
                  <a:pt x="76" y="30"/>
                </a:moveTo>
                <a:cubicBezTo>
                  <a:pt x="137" y="11"/>
                  <a:pt x="200" y="170"/>
                  <a:pt x="324" y="170"/>
                </a:cubicBezTo>
                <a:cubicBezTo>
                  <a:pt x="461" y="165"/>
                  <a:pt x="717" y="0"/>
                  <a:pt x="896" y="2"/>
                </a:cubicBezTo>
                <a:cubicBezTo>
                  <a:pt x="1075" y="4"/>
                  <a:pt x="1416" y="122"/>
                  <a:pt x="1400" y="182"/>
                </a:cubicBezTo>
                <a:cubicBezTo>
                  <a:pt x="1384" y="242"/>
                  <a:pt x="1073" y="63"/>
                  <a:pt x="896" y="74"/>
                </a:cubicBezTo>
                <a:cubicBezTo>
                  <a:pt x="719" y="85"/>
                  <a:pt x="489" y="254"/>
                  <a:pt x="340" y="250"/>
                </a:cubicBezTo>
                <a:cubicBezTo>
                  <a:pt x="191" y="246"/>
                  <a:pt x="62" y="32"/>
                  <a:pt x="0" y="50"/>
                </a:cubicBez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69" name="Google Shape;8469;p75"/>
          <p:cNvSpPr/>
          <p:nvPr/>
        </p:nvSpPr>
        <p:spPr>
          <a:xfrm>
            <a:off x="2900736" y="5392855"/>
            <a:ext cx="584553" cy="419100"/>
          </a:xfrm>
          <a:custGeom>
            <a:rect b="b" l="l" r="r" t="t"/>
            <a:pathLst>
              <a:path extrusionOk="0" h="264" w="264">
                <a:moveTo>
                  <a:pt x="60" y="0"/>
                </a:moveTo>
                <a:cubicBezTo>
                  <a:pt x="86" y="31"/>
                  <a:pt x="264" y="176"/>
                  <a:pt x="228" y="220"/>
                </a:cubicBezTo>
                <a:cubicBezTo>
                  <a:pt x="192" y="264"/>
                  <a:pt x="60" y="109"/>
                  <a:pt x="0" y="88"/>
                </a:cubicBez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70" name="Google Shape;8470;p75"/>
          <p:cNvSpPr/>
          <p:nvPr/>
        </p:nvSpPr>
        <p:spPr>
          <a:xfrm>
            <a:off x="2894387" y="5307130"/>
            <a:ext cx="1877656" cy="474663"/>
          </a:xfrm>
          <a:custGeom>
            <a:rect b="b" l="l" r="r" t="t"/>
            <a:pathLst>
              <a:path extrusionOk="0" h="299" w="848">
                <a:moveTo>
                  <a:pt x="76" y="76"/>
                </a:moveTo>
                <a:cubicBezTo>
                  <a:pt x="137" y="57"/>
                  <a:pt x="200" y="216"/>
                  <a:pt x="324" y="216"/>
                </a:cubicBezTo>
                <a:cubicBezTo>
                  <a:pt x="448" y="216"/>
                  <a:pt x="792" y="0"/>
                  <a:pt x="820" y="76"/>
                </a:cubicBezTo>
                <a:cubicBezTo>
                  <a:pt x="848" y="152"/>
                  <a:pt x="469" y="245"/>
                  <a:pt x="340" y="296"/>
                </a:cubicBezTo>
                <a:cubicBezTo>
                  <a:pt x="203" y="299"/>
                  <a:pt x="62" y="78"/>
                  <a:pt x="0" y="96"/>
                </a:cubicBezTo>
              </a:path>
            </a:pathLst>
          </a:cu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471" name="Google Shape;8471;p75"/>
          <p:cNvGrpSpPr/>
          <p:nvPr/>
        </p:nvGrpSpPr>
        <p:grpSpPr>
          <a:xfrm>
            <a:off x="6096000" y="5229664"/>
            <a:ext cx="860625" cy="398511"/>
            <a:chOff x="7493876" y="2774731"/>
            <a:chExt cx="1481958" cy="894622"/>
          </a:xfrm>
        </p:grpSpPr>
        <p:sp>
          <p:nvSpPr>
            <p:cNvPr id="8472" name="Google Shape;8472;p75"/>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473" name="Google Shape;8473;p75"/>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474" name="Google Shape;8474;p75"/>
            <p:cNvGrpSpPr/>
            <p:nvPr/>
          </p:nvGrpSpPr>
          <p:grpSpPr>
            <a:xfrm>
              <a:off x="7713663" y="2848339"/>
              <a:ext cx="1042107" cy="425543"/>
              <a:chOff x="7786941" y="2884917"/>
              <a:chExt cx="897649" cy="353919"/>
            </a:xfrm>
          </p:grpSpPr>
          <p:sp>
            <p:nvSpPr>
              <p:cNvPr id="8475" name="Google Shape;8475;p75"/>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76" name="Google Shape;8476;p75"/>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77" name="Google Shape;8477;p75"/>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78" name="Google Shape;8478;p75"/>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8479" name="Google Shape;8479;p75"/>
          <p:cNvSpPr txBox="1"/>
          <p:nvPr/>
        </p:nvSpPr>
        <p:spPr>
          <a:xfrm>
            <a:off x="909932" y="3067365"/>
            <a:ext cx="10342830" cy="1723652"/>
          </a:xfrm>
          <a:prstGeom prst="rect">
            <a:avLst/>
          </a:prstGeom>
          <a:noFill/>
          <a:ln>
            <a:noFill/>
          </a:ln>
        </p:spPr>
        <p:txBody>
          <a:bodyPr anchorCtr="0" anchor="t" bIns="45700" lIns="91425" spcFirstLastPara="1" rIns="91425" wrap="square" tIns="45700">
            <a:normAutofit lnSpcReduction="10000"/>
          </a:bodyPr>
          <a:lstStyle/>
          <a:p>
            <a:pPr indent="-225425" lvl="1" marL="682625" marR="0" rtl="0" algn="l">
              <a:lnSpc>
                <a:spcPct val="90000"/>
              </a:lnSpc>
              <a:spcBef>
                <a:spcPts val="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sends three packets that will reach router </a:t>
            </a:r>
            <a:r>
              <a:rPr b="0" i="1" lang="en-US" sz="2800" u="none" cap="none" strike="noStrike">
                <a:solidFill>
                  <a:schemeClr val="dk1"/>
                </a:solidFill>
                <a:latin typeface="Calibri"/>
                <a:ea typeface="Calibri"/>
                <a:cs typeface="Calibri"/>
                <a:sym typeface="Calibri"/>
              </a:rPr>
              <a:t>i</a:t>
            </a:r>
            <a:r>
              <a:rPr b="0" i="0" lang="en-US" sz="2800" u="none" cap="none" strike="noStrike">
                <a:solidFill>
                  <a:schemeClr val="dk1"/>
                </a:solidFill>
                <a:latin typeface="Calibri"/>
                <a:ea typeface="Calibri"/>
                <a:cs typeface="Calibri"/>
                <a:sym typeface="Calibri"/>
              </a:rPr>
              <a:t> on path towards destination (with time-to-live field value of </a:t>
            </a:r>
            <a:r>
              <a:rPr b="0" i="1" lang="en-US" sz="2800" u="none" cap="none" strike="noStrike">
                <a:solidFill>
                  <a:schemeClr val="dk1"/>
                </a:solidFill>
                <a:latin typeface="Calibri"/>
                <a:ea typeface="Calibri"/>
                <a:cs typeface="Calibri"/>
                <a:sym typeface="Calibri"/>
              </a:rPr>
              <a:t>i</a:t>
            </a:r>
            <a:r>
              <a:rPr b="0" i="0" lang="en-US" sz="2800" u="none" cap="none" strike="noStrike">
                <a:solidFill>
                  <a:schemeClr val="dk1"/>
                </a:solidFill>
                <a:latin typeface="Calibri"/>
                <a:ea typeface="Calibri"/>
                <a:cs typeface="Calibri"/>
                <a:sym typeface="Calibri"/>
              </a:rPr>
              <a:t>)</a:t>
            </a:r>
            <a:endParaRPr/>
          </a:p>
          <a:p>
            <a:pPr indent="-225425" lvl="1" marL="6826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router </a:t>
            </a:r>
            <a:r>
              <a:rPr b="0" i="1" lang="en-US" sz="2800" u="none" cap="none" strike="noStrike">
                <a:solidFill>
                  <a:schemeClr val="dk1"/>
                </a:solidFill>
                <a:latin typeface="Calibri"/>
                <a:ea typeface="Calibri"/>
                <a:cs typeface="Calibri"/>
                <a:sym typeface="Calibri"/>
              </a:rPr>
              <a:t>i</a:t>
            </a:r>
            <a:r>
              <a:rPr b="0" i="0" lang="en-US" sz="2800" u="none" cap="none" strike="noStrike">
                <a:solidFill>
                  <a:schemeClr val="dk1"/>
                </a:solidFill>
                <a:latin typeface="Calibri"/>
                <a:ea typeface="Calibri"/>
                <a:cs typeface="Calibri"/>
                <a:sym typeface="Calibri"/>
              </a:rPr>
              <a:t> will return packets to sender</a:t>
            </a:r>
            <a:endParaRPr/>
          </a:p>
          <a:p>
            <a:pPr indent="-225425" lvl="1" marL="6826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sender measures time interval between transmission and reply</a:t>
            </a:r>
            <a:endParaRPr b="0" i="0" sz="32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79"/>
                                        </p:tgtEl>
                                        <p:attrNameLst>
                                          <p:attrName>style.visibility</p:attrName>
                                        </p:attrNameLst>
                                      </p:cBhvr>
                                      <p:to>
                                        <p:strVal val="visible"/>
                                      </p:to>
                                    </p:set>
                                    <p:animEffect filter="fade" transition="in">
                                      <p:cBhvr>
                                        <p:cTn dur="500"/>
                                        <p:tgtEl>
                                          <p:spTgt spid="8479"/>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84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3" name="Shape 8483"/>
        <p:cNvGrpSpPr/>
        <p:nvPr/>
      </p:nvGrpSpPr>
      <p:grpSpPr>
        <a:xfrm>
          <a:off x="0" y="0"/>
          <a:ext cx="0" cy="0"/>
          <a:chOff x="0" y="0"/>
          <a:chExt cx="0" cy="0"/>
        </a:xfrm>
      </p:grpSpPr>
      <p:pic>
        <p:nvPicPr>
          <p:cNvPr id="8484" name="Google Shape;8484;p76"/>
          <p:cNvPicPr preferRelativeResize="0"/>
          <p:nvPr/>
        </p:nvPicPr>
        <p:blipFill rotWithShape="1">
          <a:blip r:embed="rId3">
            <a:alphaModFix/>
          </a:blip>
          <a:srcRect b="0" l="0" r="0" t="0"/>
          <a:stretch/>
        </p:blipFill>
        <p:spPr>
          <a:xfrm>
            <a:off x="3181350" y="1387475"/>
            <a:ext cx="6089650" cy="2509838"/>
          </a:xfrm>
          <a:prstGeom prst="rect">
            <a:avLst/>
          </a:prstGeom>
          <a:noFill/>
          <a:ln>
            <a:noFill/>
          </a:ln>
        </p:spPr>
      </p:pic>
      <p:sp>
        <p:nvSpPr>
          <p:cNvPr id="8485" name="Google Shape;8485;p76"/>
          <p:cNvSpPr/>
          <p:nvPr/>
        </p:nvSpPr>
        <p:spPr>
          <a:xfrm>
            <a:off x="4151314" y="404813"/>
            <a:ext cx="3024187" cy="431800"/>
          </a:xfrm>
          <a:prstGeom prst="wedgeRectCallout">
            <a:avLst>
              <a:gd fmla="val -27880" name="adj1"/>
              <a:gd fmla="val 167597" name="adj2"/>
            </a:avLst>
          </a:prstGeom>
          <a:solidFill>
            <a:srgbClr val="0070C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200"/>
              <a:buFont typeface="Noto Sans Symbols"/>
              <a:buNone/>
            </a:pPr>
            <a:r>
              <a:rPr lang="en-US" sz="2200">
                <a:solidFill>
                  <a:schemeClr val="lt1"/>
                </a:solidFill>
                <a:latin typeface="Arial"/>
                <a:ea typeface="Arial"/>
                <a:cs typeface="Arial"/>
                <a:sym typeface="Arial"/>
              </a:rPr>
              <a:t>the destination system</a:t>
            </a:r>
            <a:endParaRPr/>
          </a:p>
        </p:txBody>
      </p:sp>
      <p:sp>
        <p:nvSpPr>
          <p:cNvPr id="8486" name="Google Shape;8486;p76"/>
          <p:cNvSpPr/>
          <p:nvPr/>
        </p:nvSpPr>
        <p:spPr>
          <a:xfrm>
            <a:off x="3762376" y="2254251"/>
            <a:ext cx="2790825" cy="709613"/>
          </a:xfrm>
          <a:prstGeom prst="roundRect">
            <a:avLst>
              <a:gd fmla="val 16667" name="adj"/>
            </a:avLst>
          </a:prstGeom>
          <a:noFill/>
          <a:ln cap="flat" cmpd="sng" w="38100">
            <a:solidFill>
              <a:srgbClr val="FFC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8487" name="Google Shape;8487;p76"/>
          <p:cNvSpPr/>
          <p:nvPr/>
        </p:nvSpPr>
        <p:spPr>
          <a:xfrm>
            <a:off x="7319964" y="620713"/>
            <a:ext cx="2160587" cy="792162"/>
          </a:xfrm>
          <a:prstGeom prst="wedgeRectCallout">
            <a:avLst>
              <a:gd fmla="val -40356" name="adj1"/>
              <a:gd fmla="val 165625" name="adj2"/>
            </a:avLst>
          </a:prstGeom>
          <a:solidFill>
            <a:srgbClr val="0070C0"/>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200"/>
              <a:buFont typeface="Noto Sans Symbols"/>
              <a:buNone/>
            </a:pPr>
            <a:r>
              <a:rPr lang="en-US" sz="2200">
                <a:solidFill>
                  <a:schemeClr val="lt1"/>
                </a:solidFill>
                <a:latin typeface="Arial"/>
                <a:ea typeface="Arial"/>
                <a:cs typeface="Arial"/>
                <a:sym typeface="Arial"/>
              </a:rPr>
              <a:t>The IP address of the hop</a:t>
            </a:r>
            <a:endParaRPr/>
          </a:p>
        </p:txBody>
      </p:sp>
      <p:sp>
        <p:nvSpPr>
          <p:cNvPr id="8488" name="Google Shape;8488;p76"/>
          <p:cNvSpPr/>
          <p:nvPr/>
        </p:nvSpPr>
        <p:spPr>
          <a:xfrm>
            <a:off x="5591175" y="3573463"/>
            <a:ext cx="4826000" cy="2462212"/>
          </a:xfrm>
          <a:prstGeom prst="rect">
            <a:avLst/>
          </a:prstGeom>
          <a:solidFill>
            <a:srgbClr val="00206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200"/>
              <a:buFont typeface="Noto Sans Symbols"/>
              <a:buNone/>
            </a:pPr>
            <a:r>
              <a:rPr b="1" lang="en-US" sz="2200">
                <a:solidFill>
                  <a:schemeClr val="lt1"/>
                </a:solidFill>
                <a:latin typeface="Arial"/>
                <a:ea typeface="Arial"/>
                <a:cs typeface="Arial"/>
                <a:sym typeface="Arial"/>
              </a:rPr>
              <a:t>Round Trip Time (RTT):</a:t>
            </a:r>
            <a:r>
              <a:rPr lang="en-US" sz="2200">
                <a:solidFill>
                  <a:schemeClr val="lt1"/>
                </a:solidFill>
                <a:latin typeface="Arial"/>
                <a:ea typeface="Arial"/>
                <a:cs typeface="Arial"/>
                <a:sym typeface="Arial"/>
              </a:rPr>
              <a:t> </a:t>
            </a:r>
            <a:endParaRPr/>
          </a:p>
          <a:p>
            <a:pPr indent="0" lvl="0" marL="0" marR="0" rtl="0" algn="l">
              <a:lnSpc>
                <a:spcPct val="100000"/>
              </a:lnSpc>
              <a:spcBef>
                <a:spcPts val="0"/>
              </a:spcBef>
              <a:spcAft>
                <a:spcPts val="0"/>
              </a:spcAft>
              <a:buClr>
                <a:schemeClr val="lt1"/>
              </a:buClr>
              <a:buSzPts val="2200"/>
              <a:buFont typeface="Noto Sans Symbols"/>
              <a:buNone/>
            </a:pPr>
            <a:r>
              <a:rPr lang="en-US" sz="2200">
                <a:solidFill>
                  <a:schemeClr val="lt1"/>
                </a:solidFill>
                <a:latin typeface="Arial"/>
                <a:ea typeface="Arial"/>
                <a:cs typeface="Arial"/>
                <a:sym typeface="Arial"/>
              </a:rPr>
              <a:t>The time it takes for a packet to get to a hop and back, displayed in milliseconds (ms). </a:t>
            </a:r>
            <a:endParaRPr/>
          </a:p>
          <a:p>
            <a:pPr indent="0" lvl="0" marL="0" marR="0" rtl="0" algn="l">
              <a:lnSpc>
                <a:spcPct val="100000"/>
              </a:lnSpc>
              <a:spcBef>
                <a:spcPts val="0"/>
              </a:spcBef>
              <a:spcAft>
                <a:spcPts val="0"/>
              </a:spcAft>
              <a:buClr>
                <a:schemeClr val="lt1"/>
              </a:buClr>
              <a:buSzPts val="2200"/>
              <a:buFont typeface="Noto Sans Symbols"/>
              <a:buNone/>
            </a:pPr>
            <a:r>
              <a:rPr lang="en-US" sz="2200">
                <a:solidFill>
                  <a:schemeClr val="lt1"/>
                </a:solidFill>
                <a:latin typeface="Arial"/>
                <a:ea typeface="Arial"/>
                <a:cs typeface="Arial"/>
                <a:sym typeface="Arial"/>
              </a:rPr>
              <a:t>🡺 By default, </a:t>
            </a:r>
            <a:r>
              <a:rPr b="1" lang="en-US" sz="2200">
                <a:solidFill>
                  <a:schemeClr val="lt1"/>
                </a:solidFill>
                <a:latin typeface="Arial"/>
                <a:ea typeface="Arial"/>
                <a:cs typeface="Arial"/>
                <a:sym typeface="Arial"/>
              </a:rPr>
              <a:t>tracert</a:t>
            </a:r>
            <a:r>
              <a:rPr lang="en-US" sz="2200">
                <a:solidFill>
                  <a:schemeClr val="lt1"/>
                </a:solidFill>
                <a:latin typeface="Arial"/>
                <a:ea typeface="Arial"/>
                <a:cs typeface="Arial"/>
                <a:sym typeface="Arial"/>
              </a:rPr>
              <a:t> sends 3 packets to each hop, so the output lists three roundtrip times per hop. </a:t>
            </a:r>
            <a:endParaRPr sz="2200">
              <a:solidFill>
                <a:schemeClr val="lt1"/>
              </a:solidFill>
              <a:latin typeface="Arial"/>
              <a:ea typeface="Arial"/>
              <a:cs typeface="Arial"/>
              <a:sym typeface="Arial"/>
            </a:endParaRPr>
          </a:p>
        </p:txBody>
      </p:sp>
      <p:cxnSp>
        <p:nvCxnSpPr>
          <p:cNvPr id="8489" name="Google Shape;8489;p76"/>
          <p:cNvCxnSpPr/>
          <p:nvPr/>
        </p:nvCxnSpPr>
        <p:spPr>
          <a:xfrm rot="10800000">
            <a:off x="6527801" y="2997200"/>
            <a:ext cx="504825" cy="503238"/>
          </a:xfrm>
          <a:prstGeom prst="straightConnector1">
            <a:avLst/>
          </a:prstGeom>
          <a:noFill/>
          <a:ln cap="flat" cmpd="sng" w="38100">
            <a:solidFill>
              <a:srgbClr val="FFFF00"/>
            </a:solidFill>
            <a:prstDash val="solid"/>
            <a:miter lim="800000"/>
            <a:headEnd len="sm" w="sm" type="none"/>
            <a:tailEnd len="med" w="med" type="stealth"/>
          </a:ln>
        </p:spPr>
      </p:cxnSp>
      <p:sp>
        <p:nvSpPr>
          <p:cNvPr id="8490" name="Google Shape;8490;p76"/>
          <p:cNvSpPr/>
          <p:nvPr/>
        </p:nvSpPr>
        <p:spPr>
          <a:xfrm>
            <a:off x="1668464" y="3644901"/>
            <a:ext cx="3779837" cy="1446213"/>
          </a:xfrm>
          <a:prstGeom prst="rect">
            <a:avLst/>
          </a:prstGeom>
          <a:solidFill>
            <a:srgbClr val="0070C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200"/>
              <a:buFont typeface="Noto Sans Symbols"/>
              <a:buNone/>
            </a:pPr>
            <a:r>
              <a:rPr b="1" lang="en-US" sz="2200">
                <a:solidFill>
                  <a:schemeClr val="lt1"/>
                </a:solidFill>
                <a:latin typeface="Arial"/>
                <a:ea typeface="Arial"/>
                <a:cs typeface="Arial"/>
                <a:sym typeface="Arial"/>
              </a:rPr>
              <a:t>Hop number</a:t>
            </a:r>
            <a:r>
              <a:rPr lang="en-US" sz="2200">
                <a:solidFill>
                  <a:schemeClr val="lt1"/>
                </a:solidFill>
                <a:latin typeface="Arial"/>
                <a:ea typeface="Arial"/>
                <a:cs typeface="Arial"/>
                <a:sym typeface="Arial"/>
              </a:rPr>
              <a:t>: The specific hop number in the path from the sender to the destination.</a:t>
            </a:r>
            <a:endParaRPr sz="2200">
              <a:solidFill>
                <a:schemeClr val="lt1"/>
              </a:solidFill>
              <a:latin typeface="Arial"/>
              <a:ea typeface="Arial"/>
              <a:cs typeface="Arial"/>
              <a:sym typeface="Arial"/>
            </a:endParaRPr>
          </a:p>
        </p:txBody>
      </p:sp>
      <p:cxnSp>
        <p:nvCxnSpPr>
          <p:cNvPr id="8491" name="Google Shape;8491;p76"/>
          <p:cNvCxnSpPr>
            <a:stCxn id="8490" idx="0"/>
          </p:cNvCxnSpPr>
          <p:nvPr/>
        </p:nvCxnSpPr>
        <p:spPr>
          <a:xfrm rot="10800000">
            <a:off x="3504382" y="2924301"/>
            <a:ext cx="54000" cy="720600"/>
          </a:xfrm>
          <a:prstGeom prst="straightConnector1">
            <a:avLst/>
          </a:prstGeom>
          <a:noFill/>
          <a:ln cap="flat" cmpd="sng" w="38100">
            <a:solidFill>
              <a:srgbClr val="00B0F0"/>
            </a:solidFill>
            <a:prstDash val="solid"/>
            <a:miter lim="800000"/>
            <a:headEnd len="sm" w="sm" type="none"/>
            <a:tailEnd len="med" w="med" type="stealth"/>
          </a:ln>
        </p:spPr>
      </p:cxnSp>
      <p:pic>
        <p:nvPicPr>
          <p:cNvPr descr="Puzzle" id="8492" name="Google Shape;8492;p76"/>
          <p:cNvPicPr preferRelativeResize="0"/>
          <p:nvPr/>
        </p:nvPicPr>
        <p:blipFill rotWithShape="1">
          <a:blip r:embed="rId4">
            <a:alphaModFix/>
          </a:blip>
          <a:srcRect b="0" l="0" r="0" t="0"/>
          <a:stretch/>
        </p:blipFill>
        <p:spPr>
          <a:xfrm rot="2653558">
            <a:off x="9729788" y="204788"/>
            <a:ext cx="603250" cy="603250"/>
          </a:xfrm>
          <a:prstGeom prst="rect">
            <a:avLst/>
          </a:prstGeom>
          <a:noFill/>
          <a:ln>
            <a:noFill/>
          </a:ln>
        </p:spPr>
      </p:pic>
      <p:sp>
        <p:nvSpPr>
          <p:cNvPr id="8493" name="Google Shape;8493;p76"/>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8" name="Shape 8498"/>
        <p:cNvGrpSpPr/>
        <p:nvPr/>
      </p:nvGrpSpPr>
      <p:grpSpPr>
        <a:xfrm>
          <a:off x="0" y="0"/>
          <a:ext cx="0" cy="0"/>
          <a:chOff x="0" y="0"/>
          <a:chExt cx="0" cy="0"/>
        </a:xfrm>
      </p:grpSpPr>
      <p:sp>
        <p:nvSpPr>
          <p:cNvPr id="8499" name="Google Shape;8499;p77"/>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Real Internet delays and routes</a:t>
            </a:r>
            <a:endParaRPr sz="4400"/>
          </a:p>
        </p:txBody>
      </p:sp>
      <p:sp>
        <p:nvSpPr>
          <p:cNvPr id="8500" name="Google Shape;8500;p7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8501" name="Google Shape;8501;p77"/>
          <p:cNvSpPr txBox="1"/>
          <p:nvPr/>
        </p:nvSpPr>
        <p:spPr>
          <a:xfrm>
            <a:off x="1663495" y="2282978"/>
            <a:ext cx="8229600" cy="3944937"/>
          </a:xfrm>
          <a:prstGeom prst="rect">
            <a:avLst/>
          </a:prstGeom>
          <a:noFill/>
          <a:ln>
            <a:noFill/>
          </a:ln>
        </p:spPr>
        <p:txBody>
          <a:bodyPr anchorCtr="0" anchor="t" bIns="45700" lIns="91425" spcFirstLastPara="1" rIns="91425" wrap="square" tIns="45700">
            <a:spAutoFit/>
          </a:bodyPr>
          <a:lstStyle/>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1  cs-gw (128.119.240.254)  1 ms  1 ms  2 ms</a:t>
            </a:r>
            <a:endParaRPr sz="1600">
              <a:solidFill>
                <a:schemeClr val="dk1"/>
              </a:solidFill>
              <a:latin typeface="Arial"/>
              <a:ea typeface="Arial"/>
              <a:cs typeface="Arial"/>
              <a:sym typeface="Arial"/>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2  border1-rt-fa5-1-0.gw.umass.edu (128.119.3.145)  1 ms  1 ms  2 ms</a:t>
            </a:r>
            <a:endParaRPr sz="1600">
              <a:solidFill>
                <a:schemeClr val="dk1"/>
              </a:solidFill>
              <a:latin typeface="Arial"/>
              <a:ea typeface="Arial"/>
              <a:cs typeface="Arial"/>
              <a:sym typeface="Arial"/>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3  cht-vbns.gw.umass.edu (128.119.3.130)  6 ms 5 ms 5 ms</a:t>
            </a:r>
            <a:endParaRPr sz="1600">
              <a:solidFill>
                <a:schemeClr val="dk1"/>
              </a:solidFill>
              <a:latin typeface="Arial"/>
              <a:ea typeface="Arial"/>
              <a:cs typeface="Arial"/>
              <a:sym typeface="Arial"/>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4  jn1-at1-0-0-19.wor.vbns.net (204.147.132.129)  16 ms 11 ms 13 ms </a:t>
            </a:r>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5  jn1-so7-0-0-0.wae.vbns.net (204.147.136.136)  21 ms 18 ms 18 ms </a:t>
            </a:r>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6  abilene-vbns.abilene.ucaid.edu (198.32.11.9)  22 ms  18 ms  22 ms</a:t>
            </a:r>
            <a:endParaRPr sz="1600">
              <a:solidFill>
                <a:schemeClr val="dk1"/>
              </a:solidFill>
              <a:latin typeface="Arial"/>
              <a:ea typeface="Arial"/>
              <a:cs typeface="Arial"/>
              <a:sym typeface="Arial"/>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7  nycm-wash.abilene.ucaid.edu (198.32.8.46)  22 ms  22 ms  22 ms</a:t>
            </a:r>
            <a:endParaRPr sz="1600">
              <a:solidFill>
                <a:schemeClr val="dk1"/>
              </a:solidFill>
              <a:latin typeface="Arial"/>
              <a:ea typeface="Arial"/>
              <a:cs typeface="Arial"/>
              <a:sym typeface="Arial"/>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8  62.40.103.253 (62.40.103.253)  104 ms 109 ms 106 ms</a:t>
            </a:r>
            <a:endParaRPr sz="1600">
              <a:solidFill>
                <a:schemeClr val="dk1"/>
              </a:solidFill>
              <a:latin typeface="Arial"/>
              <a:ea typeface="Arial"/>
              <a:cs typeface="Arial"/>
              <a:sym typeface="Arial"/>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9  de2-1.de1.de.geant.net (62.40.96.129)  109 ms 102 ms 104 ms</a:t>
            </a:r>
            <a:endParaRPr sz="1600">
              <a:solidFill>
                <a:schemeClr val="dk1"/>
              </a:solidFill>
              <a:latin typeface="Arial"/>
              <a:ea typeface="Arial"/>
              <a:cs typeface="Arial"/>
              <a:sym typeface="Arial"/>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10  de.fr1.fr.geant.net (62.40.96.50)  113 ms 121 ms 114 ms</a:t>
            </a:r>
            <a:endParaRPr sz="1600">
              <a:solidFill>
                <a:schemeClr val="dk1"/>
              </a:solidFill>
              <a:latin typeface="Arial"/>
              <a:ea typeface="Arial"/>
              <a:cs typeface="Arial"/>
              <a:sym typeface="Arial"/>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11  renater-gw.fr1.fr.geant.net (62.40.103.54)  112 ms  114 ms  112 ms</a:t>
            </a:r>
            <a:endParaRPr sz="1600">
              <a:solidFill>
                <a:schemeClr val="dk1"/>
              </a:solidFill>
              <a:latin typeface="Arial"/>
              <a:ea typeface="Arial"/>
              <a:cs typeface="Arial"/>
              <a:sym typeface="Arial"/>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12  nio-n2.cssi.renater.fr (193.51.206.13)  111 ms  114 ms  116 ms</a:t>
            </a:r>
            <a:endParaRPr sz="1600">
              <a:solidFill>
                <a:schemeClr val="dk1"/>
              </a:solidFill>
              <a:latin typeface="Arial"/>
              <a:ea typeface="Arial"/>
              <a:cs typeface="Arial"/>
              <a:sym typeface="Arial"/>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13  nice.cssi.renater.fr (195.220.98.102)  123 ms  125 ms  124 ms</a:t>
            </a:r>
            <a:endParaRPr sz="1600">
              <a:solidFill>
                <a:schemeClr val="dk1"/>
              </a:solidFill>
              <a:latin typeface="Arial"/>
              <a:ea typeface="Arial"/>
              <a:cs typeface="Arial"/>
              <a:sym typeface="Arial"/>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14  r3t2-nice.cssi.renater.fr (195.220.98.110)  126 ms  126 ms  124 ms</a:t>
            </a:r>
            <a:endParaRPr sz="1600">
              <a:solidFill>
                <a:schemeClr val="dk1"/>
              </a:solidFill>
              <a:latin typeface="Arial"/>
              <a:ea typeface="Arial"/>
              <a:cs typeface="Arial"/>
              <a:sym typeface="Arial"/>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15  eurecom-valbonne.r3t2.ft.net (193.48.50.54)  135 ms  128 ms  133 ms</a:t>
            </a:r>
            <a:endParaRPr sz="1600">
              <a:solidFill>
                <a:schemeClr val="dk1"/>
              </a:solidFill>
              <a:latin typeface="Arial"/>
              <a:ea typeface="Arial"/>
              <a:cs typeface="Arial"/>
              <a:sym typeface="Arial"/>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16  194.214.211.25 (194.214.211.25)  126 ms  128 ms  126 ms</a:t>
            </a:r>
            <a:endParaRPr sz="1600">
              <a:solidFill>
                <a:schemeClr val="dk1"/>
              </a:solidFill>
              <a:latin typeface="Arial"/>
              <a:ea typeface="Arial"/>
              <a:cs typeface="Arial"/>
              <a:sym typeface="Arial"/>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17  * * *</a:t>
            </a:r>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18  * * *</a:t>
            </a:r>
            <a:endParaRPr/>
          </a:p>
          <a:p>
            <a:pPr indent="-457200" lvl="0" marL="457200" marR="0" rtl="0" algn="l">
              <a:lnSpc>
                <a:spcPct val="80000"/>
              </a:lnSpc>
              <a:spcBef>
                <a:spcPts val="0"/>
              </a:spcBef>
              <a:spcAft>
                <a:spcPts val="0"/>
              </a:spcAft>
              <a:buNone/>
            </a:pPr>
            <a:r>
              <a:rPr lang="en-US" sz="1600">
                <a:solidFill>
                  <a:schemeClr val="dk1"/>
                </a:solidFill>
                <a:latin typeface="Arial"/>
                <a:ea typeface="Arial"/>
                <a:cs typeface="Arial"/>
                <a:sym typeface="Arial"/>
              </a:rPr>
              <a:t>19  fantasia.eurecom.fr (193.55.113.142)  132 ms  128 ms  136</a:t>
            </a:r>
            <a:r>
              <a:rPr lang="en-US" sz="2400">
                <a:solidFill>
                  <a:schemeClr val="dk1"/>
                </a:solidFill>
                <a:latin typeface="Times New Roman"/>
                <a:ea typeface="Times New Roman"/>
                <a:cs typeface="Times New Roman"/>
                <a:sym typeface="Times New Roman"/>
              </a:rPr>
              <a:t> </a:t>
            </a:r>
            <a:r>
              <a:rPr lang="en-US" sz="1600">
                <a:solidFill>
                  <a:schemeClr val="dk1"/>
                </a:solidFill>
                <a:latin typeface="Times New Roman"/>
                <a:ea typeface="Times New Roman"/>
                <a:cs typeface="Times New Roman"/>
                <a:sym typeface="Times New Roman"/>
              </a:rPr>
              <a:t>ms</a:t>
            </a:r>
            <a:endParaRPr sz="1600">
              <a:solidFill>
                <a:schemeClr val="dk1"/>
              </a:solidFill>
              <a:latin typeface="Times New Roman"/>
              <a:ea typeface="Times New Roman"/>
              <a:cs typeface="Times New Roman"/>
              <a:sym typeface="Times New Roman"/>
            </a:endParaRPr>
          </a:p>
        </p:txBody>
      </p:sp>
      <p:sp>
        <p:nvSpPr>
          <p:cNvPr id="8502" name="Google Shape;8502;p77"/>
          <p:cNvSpPr txBox="1"/>
          <p:nvPr/>
        </p:nvSpPr>
        <p:spPr>
          <a:xfrm>
            <a:off x="1684133" y="1091177"/>
            <a:ext cx="819308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CC0000"/>
                </a:solidFill>
                <a:latin typeface="Calibri"/>
                <a:ea typeface="Calibri"/>
                <a:cs typeface="Calibri"/>
                <a:sym typeface="Calibri"/>
              </a:rPr>
              <a:t>traceroute:</a:t>
            </a:r>
            <a:r>
              <a:rPr lang="en-US" sz="2800">
                <a:solidFill>
                  <a:schemeClr val="dk1"/>
                </a:solidFill>
                <a:latin typeface="Calibri"/>
                <a:ea typeface="Calibri"/>
                <a:cs typeface="Calibri"/>
                <a:sym typeface="Calibri"/>
              </a:rPr>
              <a:t> gaia.cs.umass.edu to www.eurecom.fr</a:t>
            </a:r>
            <a:endParaRPr sz="2800">
              <a:solidFill>
                <a:schemeClr val="dk1"/>
              </a:solidFill>
              <a:latin typeface="Calibri"/>
              <a:ea typeface="Calibri"/>
              <a:cs typeface="Calibri"/>
              <a:sym typeface="Calibri"/>
            </a:endParaRPr>
          </a:p>
        </p:txBody>
      </p:sp>
      <p:sp>
        <p:nvSpPr>
          <p:cNvPr id="8503" name="Google Shape;8503;p77"/>
          <p:cNvSpPr txBox="1"/>
          <p:nvPr/>
        </p:nvSpPr>
        <p:spPr>
          <a:xfrm>
            <a:off x="5433162" y="1596610"/>
            <a:ext cx="5937250" cy="61786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2000">
                <a:solidFill>
                  <a:srgbClr val="CC0000"/>
                </a:solidFill>
                <a:latin typeface="Calibri"/>
                <a:ea typeface="Calibri"/>
                <a:cs typeface="Calibri"/>
                <a:sym typeface="Calibri"/>
              </a:rPr>
              <a:t>3 delay measurements from </a:t>
            </a:r>
            <a:endParaRPr/>
          </a:p>
          <a:p>
            <a:pPr indent="0" lvl="0" marL="0" marR="0" rtl="0" algn="l">
              <a:lnSpc>
                <a:spcPct val="85000"/>
              </a:lnSpc>
              <a:spcBef>
                <a:spcPts val="0"/>
              </a:spcBef>
              <a:spcAft>
                <a:spcPts val="0"/>
              </a:spcAft>
              <a:buNone/>
            </a:pPr>
            <a:r>
              <a:rPr lang="en-US" sz="1800">
                <a:solidFill>
                  <a:srgbClr val="CC0000"/>
                </a:solidFill>
                <a:latin typeface="Calibri"/>
                <a:ea typeface="Calibri"/>
                <a:cs typeface="Calibri"/>
                <a:sym typeface="Calibri"/>
              </a:rPr>
              <a:t>gaia.cs.umass.edu </a:t>
            </a:r>
            <a:r>
              <a:rPr lang="en-US" sz="2000">
                <a:solidFill>
                  <a:srgbClr val="CC0000"/>
                </a:solidFill>
                <a:latin typeface="Calibri"/>
                <a:ea typeface="Calibri"/>
                <a:cs typeface="Calibri"/>
                <a:sym typeface="Calibri"/>
              </a:rPr>
              <a:t>to </a:t>
            </a:r>
            <a:r>
              <a:rPr lang="en-US" sz="1800">
                <a:solidFill>
                  <a:srgbClr val="CC0000"/>
                </a:solidFill>
                <a:latin typeface="Calibri"/>
                <a:ea typeface="Calibri"/>
                <a:cs typeface="Calibri"/>
                <a:sym typeface="Calibri"/>
              </a:rPr>
              <a:t>cs-gw.cs.umass.edu </a:t>
            </a:r>
            <a:endParaRPr sz="2000">
              <a:solidFill>
                <a:srgbClr val="CC0000"/>
              </a:solidFill>
              <a:latin typeface="Calibri"/>
              <a:ea typeface="Calibri"/>
              <a:cs typeface="Calibri"/>
              <a:sym typeface="Calibri"/>
            </a:endParaRPr>
          </a:p>
        </p:txBody>
      </p:sp>
      <p:cxnSp>
        <p:nvCxnSpPr>
          <p:cNvPr id="8504" name="Google Shape;8504;p77"/>
          <p:cNvCxnSpPr/>
          <p:nvPr/>
        </p:nvCxnSpPr>
        <p:spPr>
          <a:xfrm flipH="1" rot="10800000">
            <a:off x="4430508" y="1909915"/>
            <a:ext cx="671512" cy="412750"/>
          </a:xfrm>
          <a:prstGeom prst="straightConnector1">
            <a:avLst/>
          </a:prstGeom>
          <a:noFill/>
          <a:ln cap="flat" cmpd="sng" w="19050">
            <a:solidFill>
              <a:srgbClr val="CC0000"/>
            </a:solidFill>
            <a:prstDash val="solid"/>
            <a:round/>
            <a:headEnd len="med" w="med" type="triangle"/>
            <a:tailEnd len="med" w="med" type="none"/>
          </a:ln>
        </p:spPr>
      </p:cxnSp>
      <p:cxnSp>
        <p:nvCxnSpPr>
          <p:cNvPr id="8505" name="Google Shape;8505;p77"/>
          <p:cNvCxnSpPr/>
          <p:nvPr/>
        </p:nvCxnSpPr>
        <p:spPr>
          <a:xfrm flipH="1" rot="10800000">
            <a:off x="4970258" y="1898803"/>
            <a:ext cx="139700" cy="404812"/>
          </a:xfrm>
          <a:prstGeom prst="straightConnector1">
            <a:avLst/>
          </a:prstGeom>
          <a:noFill/>
          <a:ln cap="flat" cmpd="sng" w="19050">
            <a:solidFill>
              <a:srgbClr val="CC0000"/>
            </a:solidFill>
            <a:prstDash val="solid"/>
            <a:round/>
            <a:headEnd len="med" w="med" type="triangle"/>
            <a:tailEnd len="med" w="med" type="none"/>
          </a:ln>
        </p:spPr>
      </p:cxnSp>
      <p:cxnSp>
        <p:nvCxnSpPr>
          <p:cNvPr id="8506" name="Google Shape;8506;p77"/>
          <p:cNvCxnSpPr/>
          <p:nvPr/>
        </p:nvCxnSpPr>
        <p:spPr>
          <a:xfrm rot="10800000">
            <a:off x="5105195" y="1908328"/>
            <a:ext cx="366713" cy="390525"/>
          </a:xfrm>
          <a:prstGeom prst="straightConnector1">
            <a:avLst/>
          </a:prstGeom>
          <a:noFill/>
          <a:ln cap="flat" cmpd="sng" w="19050">
            <a:solidFill>
              <a:srgbClr val="CC0000"/>
            </a:solidFill>
            <a:prstDash val="solid"/>
            <a:round/>
            <a:headEnd len="med" w="med" type="triangle"/>
            <a:tailEnd len="med" w="med" type="none"/>
          </a:ln>
        </p:spPr>
      </p:cxnSp>
      <p:sp>
        <p:nvSpPr>
          <p:cNvPr id="8507" name="Google Shape;8507;p77"/>
          <p:cNvSpPr txBox="1"/>
          <p:nvPr/>
        </p:nvSpPr>
        <p:spPr>
          <a:xfrm>
            <a:off x="3471403" y="5464534"/>
            <a:ext cx="62865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CC0000"/>
                </a:solidFill>
                <a:latin typeface="Calibri"/>
                <a:ea typeface="Calibri"/>
                <a:cs typeface="Calibri"/>
                <a:sym typeface="Calibri"/>
              </a:rPr>
              <a:t>* means no response (probe lost, router not replying)</a:t>
            </a:r>
            <a:endParaRPr/>
          </a:p>
        </p:txBody>
      </p:sp>
      <p:sp>
        <p:nvSpPr>
          <p:cNvPr id="8508" name="Google Shape;8508;p77"/>
          <p:cNvSpPr/>
          <p:nvPr/>
        </p:nvSpPr>
        <p:spPr>
          <a:xfrm>
            <a:off x="7051470" y="3595840"/>
            <a:ext cx="1012825" cy="246063"/>
          </a:xfrm>
          <a:custGeom>
            <a:rect b="b" l="l" r="r" t="t"/>
            <a:pathLst>
              <a:path extrusionOk="0" h="155" w="638">
                <a:moveTo>
                  <a:pt x="593" y="0"/>
                </a:moveTo>
                <a:cubicBezTo>
                  <a:pt x="607" y="9"/>
                  <a:pt x="621" y="18"/>
                  <a:pt x="623" y="38"/>
                </a:cubicBezTo>
                <a:cubicBezTo>
                  <a:pt x="625" y="58"/>
                  <a:pt x="638" y="104"/>
                  <a:pt x="608" y="123"/>
                </a:cubicBezTo>
                <a:cubicBezTo>
                  <a:pt x="578" y="142"/>
                  <a:pt x="547" y="153"/>
                  <a:pt x="446" y="154"/>
                </a:cubicBezTo>
                <a:cubicBezTo>
                  <a:pt x="345" y="155"/>
                  <a:pt x="72" y="133"/>
                  <a:pt x="0" y="130"/>
                </a:cubicBezTo>
              </a:path>
            </a:pathLst>
          </a:custGeom>
          <a:noFill/>
          <a:ln cap="flat" cmpd="sng" w="19050">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09" name="Google Shape;8509;p77"/>
          <p:cNvSpPr txBox="1"/>
          <p:nvPr/>
        </p:nvSpPr>
        <p:spPr>
          <a:xfrm>
            <a:off x="8096045" y="3381528"/>
            <a:ext cx="27432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CC0000"/>
                </a:solidFill>
                <a:latin typeface="Calibri"/>
                <a:ea typeface="Calibri"/>
                <a:cs typeface="Calibri"/>
                <a:sym typeface="Calibri"/>
              </a:rPr>
              <a:t>trans-oceanic link</a:t>
            </a:r>
            <a:endParaRPr/>
          </a:p>
        </p:txBody>
      </p:sp>
      <p:sp>
        <p:nvSpPr>
          <p:cNvPr id="8510" name="Google Shape;8510;p77"/>
          <p:cNvSpPr txBox="1"/>
          <p:nvPr/>
        </p:nvSpPr>
        <p:spPr>
          <a:xfrm>
            <a:off x="1704770" y="6259665"/>
            <a:ext cx="65293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 Do some traceroutes from exotic countries at www.traceroute.org</a:t>
            </a:r>
            <a:endParaRPr sz="1800">
              <a:solidFill>
                <a:schemeClr val="dk1"/>
              </a:solidFill>
              <a:latin typeface="Calibri"/>
              <a:ea typeface="Calibri"/>
              <a:cs typeface="Calibri"/>
              <a:sym typeface="Calibri"/>
            </a:endParaRPr>
          </a:p>
        </p:txBody>
      </p:sp>
      <p:sp>
        <p:nvSpPr>
          <p:cNvPr id="8511" name="Google Shape;8511;p77"/>
          <p:cNvSpPr txBox="1"/>
          <p:nvPr/>
        </p:nvSpPr>
        <p:spPr>
          <a:xfrm>
            <a:off x="8731045" y="4088438"/>
            <a:ext cx="2743200" cy="61786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2000">
                <a:solidFill>
                  <a:srgbClr val="CC0000"/>
                </a:solidFill>
                <a:latin typeface="Calibri"/>
                <a:ea typeface="Calibri"/>
                <a:cs typeface="Calibri"/>
                <a:sym typeface="Calibri"/>
              </a:rPr>
              <a:t>looks like delays </a:t>
            </a:r>
            <a:r>
              <a:rPr i="1" lang="en-US" sz="2000">
                <a:solidFill>
                  <a:srgbClr val="CC0000"/>
                </a:solidFill>
                <a:latin typeface="Calibri"/>
                <a:ea typeface="Calibri"/>
                <a:cs typeface="Calibri"/>
                <a:sym typeface="Calibri"/>
              </a:rPr>
              <a:t>decrease</a:t>
            </a:r>
            <a:r>
              <a:rPr lang="en-US" sz="2000">
                <a:solidFill>
                  <a:srgbClr val="CC0000"/>
                </a:solidFill>
                <a:latin typeface="Calibri"/>
                <a:ea typeface="Calibri"/>
                <a:cs typeface="Calibri"/>
                <a:sym typeface="Calibri"/>
              </a:rPr>
              <a:t>! Why?</a:t>
            </a:r>
            <a:endParaRPr/>
          </a:p>
        </p:txBody>
      </p:sp>
      <p:sp>
        <p:nvSpPr>
          <p:cNvPr id="8512" name="Google Shape;8512;p77"/>
          <p:cNvSpPr txBox="1"/>
          <p:nvPr/>
        </p:nvSpPr>
        <p:spPr>
          <a:xfrm>
            <a:off x="8179566" y="2305498"/>
            <a:ext cx="4086092" cy="617861"/>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None/>
            </a:pPr>
            <a:r>
              <a:rPr lang="en-US" sz="2000">
                <a:solidFill>
                  <a:srgbClr val="CC0000"/>
                </a:solidFill>
                <a:latin typeface="Calibri"/>
                <a:ea typeface="Calibri"/>
                <a:cs typeface="Calibri"/>
                <a:sym typeface="Calibri"/>
              </a:rPr>
              <a:t>3 delay measurements</a:t>
            </a:r>
            <a:endParaRPr/>
          </a:p>
          <a:p>
            <a:pPr indent="0" lvl="0" marL="0" marR="0" rtl="0" algn="l">
              <a:lnSpc>
                <a:spcPct val="85000"/>
              </a:lnSpc>
              <a:spcBef>
                <a:spcPts val="0"/>
              </a:spcBef>
              <a:spcAft>
                <a:spcPts val="0"/>
              </a:spcAft>
              <a:buNone/>
            </a:pPr>
            <a:r>
              <a:rPr lang="en-US" sz="2000">
                <a:solidFill>
                  <a:srgbClr val="CC0000"/>
                </a:solidFill>
                <a:latin typeface="Calibri"/>
                <a:ea typeface="Calibri"/>
                <a:cs typeface="Calibri"/>
                <a:sym typeface="Calibri"/>
              </a:rPr>
              <a:t>to </a:t>
            </a:r>
            <a:r>
              <a:rPr lang="en-US" sz="1800">
                <a:solidFill>
                  <a:srgbClr val="CC0000"/>
                </a:solidFill>
                <a:latin typeface="Calibri"/>
                <a:ea typeface="Calibri"/>
                <a:cs typeface="Calibri"/>
                <a:sym typeface="Calibri"/>
              </a:rPr>
              <a:t>border1-rt-fa5-1-0.gw.umass.edu </a:t>
            </a:r>
            <a:endParaRPr sz="2000">
              <a:solidFill>
                <a:srgbClr val="CC0000"/>
              </a:solidFill>
              <a:latin typeface="Calibri"/>
              <a:ea typeface="Calibri"/>
              <a:cs typeface="Calibri"/>
              <a:sym typeface="Calibri"/>
            </a:endParaRPr>
          </a:p>
        </p:txBody>
      </p:sp>
      <p:cxnSp>
        <p:nvCxnSpPr>
          <p:cNvPr id="8513" name="Google Shape;8513;p77"/>
          <p:cNvCxnSpPr/>
          <p:nvPr/>
        </p:nvCxnSpPr>
        <p:spPr>
          <a:xfrm rot="10800000">
            <a:off x="8136140" y="2591761"/>
            <a:ext cx="738960" cy="0"/>
          </a:xfrm>
          <a:prstGeom prst="straightConnector1">
            <a:avLst/>
          </a:prstGeom>
          <a:noFill/>
          <a:ln cap="flat" cmpd="sng" w="12700">
            <a:solidFill>
              <a:srgbClr val="C00000"/>
            </a:solidFill>
            <a:prstDash val="solid"/>
            <a:miter lim="800000"/>
            <a:headEnd len="sm" w="sm" type="none"/>
            <a:tailEnd len="med" w="med" type="triangle"/>
          </a:ln>
        </p:spPr>
      </p:cxnSp>
      <p:cxnSp>
        <p:nvCxnSpPr>
          <p:cNvPr id="8514" name="Google Shape;8514;p77"/>
          <p:cNvCxnSpPr/>
          <p:nvPr/>
        </p:nvCxnSpPr>
        <p:spPr>
          <a:xfrm rot="10800000">
            <a:off x="8136140" y="4381712"/>
            <a:ext cx="738960" cy="0"/>
          </a:xfrm>
          <a:prstGeom prst="straightConnector1">
            <a:avLst/>
          </a:prstGeom>
          <a:noFill/>
          <a:ln cap="flat" cmpd="sng" w="12700">
            <a:solidFill>
              <a:srgbClr val="C00000"/>
            </a:solidFill>
            <a:prstDash val="solid"/>
            <a:miter lim="800000"/>
            <a:headEnd len="sm" w="sm" type="none"/>
            <a:tailEnd len="med" w="med" type="triangle"/>
          </a:ln>
        </p:spPr>
      </p:cxnSp>
      <p:cxnSp>
        <p:nvCxnSpPr>
          <p:cNvPr id="8515" name="Google Shape;8515;p77"/>
          <p:cNvCxnSpPr/>
          <p:nvPr/>
        </p:nvCxnSpPr>
        <p:spPr>
          <a:xfrm rot="10800000">
            <a:off x="2464209" y="5590849"/>
            <a:ext cx="1007194" cy="0"/>
          </a:xfrm>
          <a:prstGeom prst="straightConnector1">
            <a:avLst/>
          </a:prstGeom>
          <a:noFill/>
          <a:ln cap="flat" cmpd="sng" w="12700">
            <a:solidFill>
              <a:srgbClr val="C00000"/>
            </a:solidFill>
            <a:prstDash val="solid"/>
            <a:miter lim="800000"/>
            <a:headEnd len="sm" w="sm" type="none"/>
            <a:tailEnd len="med" w="med" type="triangle"/>
          </a:ln>
        </p:spPr>
      </p:cxnSp>
      <p:cxnSp>
        <p:nvCxnSpPr>
          <p:cNvPr id="8516" name="Google Shape;8516;p77"/>
          <p:cNvCxnSpPr/>
          <p:nvPr/>
        </p:nvCxnSpPr>
        <p:spPr>
          <a:xfrm rot="10800000">
            <a:off x="5102020" y="1908328"/>
            <a:ext cx="512012" cy="0"/>
          </a:xfrm>
          <a:prstGeom prst="straightConnector1">
            <a:avLst/>
          </a:prstGeom>
          <a:noFill/>
          <a:ln cap="flat" cmpd="sng" w="12700">
            <a:solidFill>
              <a:srgbClr val="C00000"/>
            </a:solidFill>
            <a:prstDash val="solid"/>
            <a:miter lim="800000"/>
            <a:headEnd len="sm" w="sm" type="none"/>
            <a:tailEnd len="med" w="med" type="triangle"/>
          </a:ln>
        </p:spPr>
      </p:cxn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1" name="Shape 8521"/>
        <p:cNvGrpSpPr/>
        <p:nvPr/>
      </p:nvGrpSpPr>
      <p:grpSpPr>
        <a:xfrm>
          <a:off x="0" y="0"/>
          <a:ext cx="0" cy="0"/>
          <a:chOff x="0" y="0"/>
          <a:chExt cx="0" cy="0"/>
        </a:xfrm>
      </p:grpSpPr>
      <p:grpSp>
        <p:nvGrpSpPr>
          <p:cNvPr id="8522" name="Google Shape;8522;p78"/>
          <p:cNvGrpSpPr/>
          <p:nvPr/>
        </p:nvGrpSpPr>
        <p:grpSpPr>
          <a:xfrm>
            <a:off x="4551470" y="4236503"/>
            <a:ext cx="1463604" cy="737240"/>
            <a:chOff x="7493876" y="2774731"/>
            <a:chExt cx="1481958" cy="894622"/>
          </a:xfrm>
        </p:grpSpPr>
        <p:sp>
          <p:nvSpPr>
            <p:cNvPr id="8523" name="Google Shape;8523;p7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524" name="Google Shape;8524;p7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525" name="Google Shape;8525;p78"/>
            <p:cNvGrpSpPr/>
            <p:nvPr/>
          </p:nvGrpSpPr>
          <p:grpSpPr>
            <a:xfrm>
              <a:off x="7713663" y="2848339"/>
              <a:ext cx="1042107" cy="425543"/>
              <a:chOff x="7786941" y="2884917"/>
              <a:chExt cx="897649" cy="353919"/>
            </a:xfrm>
          </p:grpSpPr>
          <p:sp>
            <p:nvSpPr>
              <p:cNvPr id="8526" name="Google Shape;8526;p7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27" name="Google Shape;8527;p7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28" name="Google Shape;8528;p7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29" name="Google Shape;8529;p7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8530" name="Google Shape;8530;p78"/>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Packet loss</a:t>
            </a:r>
            <a:endParaRPr sz="4400"/>
          </a:p>
        </p:txBody>
      </p:sp>
      <p:sp>
        <p:nvSpPr>
          <p:cNvPr id="8531" name="Google Shape;8531;p7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8532" name="Google Shape;8532;p78"/>
          <p:cNvSpPr txBox="1"/>
          <p:nvPr/>
        </p:nvSpPr>
        <p:spPr>
          <a:xfrm>
            <a:off x="975618" y="1391460"/>
            <a:ext cx="10214897" cy="719344"/>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queue (aka buffer) preceding link in buffer has finite capacity</a:t>
            </a:r>
            <a:endParaRPr/>
          </a:p>
        </p:txBody>
      </p:sp>
      <p:sp>
        <p:nvSpPr>
          <p:cNvPr id="8533" name="Google Shape;8533;p78"/>
          <p:cNvSpPr/>
          <p:nvPr/>
        </p:nvSpPr>
        <p:spPr>
          <a:xfrm>
            <a:off x="4638675" y="4485753"/>
            <a:ext cx="1198563" cy="263525"/>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cxnSp>
        <p:nvCxnSpPr>
          <p:cNvPr id="8534" name="Google Shape;8534;p78"/>
          <p:cNvCxnSpPr/>
          <p:nvPr/>
        </p:nvCxnSpPr>
        <p:spPr>
          <a:xfrm>
            <a:off x="3946525" y="4252390"/>
            <a:ext cx="698500" cy="333375"/>
          </a:xfrm>
          <a:prstGeom prst="straightConnector1">
            <a:avLst/>
          </a:prstGeom>
          <a:noFill/>
          <a:ln cap="flat" cmpd="sng" w="19050">
            <a:solidFill>
              <a:srgbClr val="000000"/>
            </a:solidFill>
            <a:prstDash val="solid"/>
            <a:round/>
            <a:headEnd len="med" w="med" type="none"/>
            <a:tailEnd len="med" w="med" type="none"/>
          </a:ln>
        </p:spPr>
      </p:cxnSp>
      <p:cxnSp>
        <p:nvCxnSpPr>
          <p:cNvPr id="8535" name="Google Shape;8535;p78"/>
          <p:cNvCxnSpPr/>
          <p:nvPr/>
        </p:nvCxnSpPr>
        <p:spPr>
          <a:xfrm flipH="1" rot="10800000">
            <a:off x="4235450" y="4646090"/>
            <a:ext cx="411163" cy="525463"/>
          </a:xfrm>
          <a:prstGeom prst="straightConnector1">
            <a:avLst/>
          </a:prstGeom>
          <a:noFill/>
          <a:ln cap="flat" cmpd="sng" w="19050">
            <a:solidFill>
              <a:srgbClr val="000000"/>
            </a:solidFill>
            <a:prstDash val="solid"/>
            <a:round/>
            <a:headEnd len="med" w="med" type="none"/>
            <a:tailEnd len="med" w="med" type="none"/>
          </a:ln>
        </p:spPr>
      </p:cxnSp>
      <p:cxnSp>
        <p:nvCxnSpPr>
          <p:cNvPr id="8536" name="Google Shape;8536;p78"/>
          <p:cNvCxnSpPr/>
          <p:nvPr/>
        </p:nvCxnSpPr>
        <p:spPr>
          <a:xfrm>
            <a:off x="5832475" y="4649265"/>
            <a:ext cx="1933575" cy="9525"/>
          </a:xfrm>
          <a:prstGeom prst="straightConnector1">
            <a:avLst/>
          </a:prstGeom>
          <a:noFill/>
          <a:ln cap="flat" cmpd="sng" w="19050">
            <a:solidFill>
              <a:srgbClr val="000000"/>
            </a:solidFill>
            <a:prstDash val="solid"/>
            <a:round/>
            <a:headEnd len="med" w="med" type="none"/>
            <a:tailEnd len="med" w="med" type="triangle"/>
          </a:ln>
        </p:spPr>
      </p:cxnSp>
      <p:sp>
        <p:nvSpPr>
          <p:cNvPr id="8537" name="Google Shape;8537;p78"/>
          <p:cNvSpPr/>
          <p:nvPr/>
        </p:nvSpPr>
        <p:spPr>
          <a:xfrm>
            <a:off x="6751638" y="4449240"/>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538" name="Google Shape;8538;p78"/>
          <p:cNvSpPr/>
          <p:nvPr/>
        </p:nvSpPr>
        <p:spPr>
          <a:xfrm>
            <a:off x="5499100" y="4520678"/>
            <a:ext cx="147638"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539" name="Google Shape;8539;p78"/>
          <p:cNvSpPr/>
          <p:nvPr/>
        </p:nvSpPr>
        <p:spPr>
          <a:xfrm>
            <a:off x="5661025" y="4520678"/>
            <a:ext cx="147638"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540" name="Google Shape;8540;p78"/>
          <p:cNvSpPr txBox="1"/>
          <p:nvPr/>
        </p:nvSpPr>
        <p:spPr>
          <a:xfrm>
            <a:off x="2963863" y="3780903"/>
            <a:ext cx="3626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6600"/>
                </a:solidFill>
                <a:latin typeface="Calibri"/>
                <a:ea typeface="Calibri"/>
                <a:cs typeface="Calibri"/>
                <a:sym typeface="Calibri"/>
              </a:rPr>
              <a:t>A</a:t>
            </a:r>
            <a:endParaRPr/>
          </a:p>
        </p:txBody>
      </p:sp>
      <p:sp>
        <p:nvSpPr>
          <p:cNvPr id="8541" name="Google Shape;8541;p78"/>
          <p:cNvSpPr txBox="1"/>
          <p:nvPr/>
        </p:nvSpPr>
        <p:spPr>
          <a:xfrm>
            <a:off x="3284538" y="4766740"/>
            <a:ext cx="35137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99"/>
                </a:solidFill>
                <a:latin typeface="Calibri"/>
                <a:ea typeface="Calibri"/>
                <a:cs typeface="Calibri"/>
                <a:sym typeface="Calibri"/>
              </a:rPr>
              <a:t>B</a:t>
            </a:r>
            <a:endParaRPr/>
          </a:p>
        </p:txBody>
      </p:sp>
      <p:sp>
        <p:nvSpPr>
          <p:cNvPr id="8542" name="Google Shape;8542;p78"/>
          <p:cNvSpPr txBox="1"/>
          <p:nvPr/>
        </p:nvSpPr>
        <p:spPr>
          <a:xfrm>
            <a:off x="6311900" y="3690415"/>
            <a:ext cx="2790700" cy="34471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lang="en-US" sz="2000">
                <a:solidFill>
                  <a:srgbClr val="CC0000"/>
                </a:solidFill>
                <a:latin typeface="Calibri"/>
                <a:ea typeface="Calibri"/>
                <a:cs typeface="Calibri"/>
                <a:sym typeface="Calibri"/>
              </a:rPr>
              <a:t>packet being transmitted</a:t>
            </a:r>
            <a:endParaRPr/>
          </a:p>
        </p:txBody>
      </p:sp>
      <p:cxnSp>
        <p:nvCxnSpPr>
          <p:cNvPr id="8543" name="Google Shape;8543;p78"/>
          <p:cNvCxnSpPr/>
          <p:nvPr/>
        </p:nvCxnSpPr>
        <p:spPr>
          <a:xfrm flipH="1">
            <a:off x="5875338" y="3982515"/>
            <a:ext cx="681037" cy="565150"/>
          </a:xfrm>
          <a:prstGeom prst="straightConnector1">
            <a:avLst/>
          </a:prstGeom>
          <a:noFill/>
          <a:ln cap="flat" cmpd="sng" w="9525">
            <a:solidFill>
              <a:srgbClr val="CC0000"/>
            </a:solidFill>
            <a:prstDash val="solid"/>
            <a:round/>
            <a:headEnd len="med" w="med" type="none"/>
            <a:tailEnd len="med" w="med" type="none"/>
          </a:ln>
        </p:spPr>
      </p:cxnSp>
      <p:sp>
        <p:nvSpPr>
          <p:cNvPr id="8544" name="Google Shape;8544;p78"/>
          <p:cNvSpPr/>
          <p:nvPr/>
        </p:nvSpPr>
        <p:spPr>
          <a:xfrm>
            <a:off x="5335588" y="4519090"/>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545" name="Google Shape;8545;p78"/>
          <p:cNvSpPr/>
          <p:nvPr/>
        </p:nvSpPr>
        <p:spPr>
          <a:xfrm>
            <a:off x="5173663" y="4522265"/>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546" name="Google Shape;8546;p78"/>
          <p:cNvSpPr/>
          <p:nvPr/>
        </p:nvSpPr>
        <p:spPr>
          <a:xfrm>
            <a:off x="5008563" y="4519090"/>
            <a:ext cx="147637"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547" name="Google Shape;8547;p78"/>
          <p:cNvSpPr/>
          <p:nvPr/>
        </p:nvSpPr>
        <p:spPr>
          <a:xfrm>
            <a:off x="4845050" y="4519090"/>
            <a:ext cx="147638"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548" name="Google Shape;8548;p78"/>
          <p:cNvSpPr/>
          <p:nvPr/>
        </p:nvSpPr>
        <p:spPr>
          <a:xfrm>
            <a:off x="4679950" y="4520678"/>
            <a:ext cx="147638" cy="2000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549" name="Google Shape;8549;p78"/>
          <p:cNvSpPr/>
          <p:nvPr/>
        </p:nvSpPr>
        <p:spPr>
          <a:xfrm>
            <a:off x="4651375" y="4496865"/>
            <a:ext cx="1171575" cy="242888"/>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sp>
        <p:nvSpPr>
          <p:cNvPr id="8550" name="Google Shape;8550;p78"/>
          <p:cNvSpPr txBox="1"/>
          <p:nvPr/>
        </p:nvSpPr>
        <p:spPr>
          <a:xfrm>
            <a:off x="4499629" y="3509440"/>
            <a:ext cx="1624291" cy="59093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lang="en-US" sz="2000">
                <a:solidFill>
                  <a:srgbClr val="CC0000"/>
                </a:solidFill>
                <a:latin typeface="Calibri"/>
                <a:ea typeface="Calibri"/>
                <a:cs typeface="Calibri"/>
                <a:sym typeface="Calibri"/>
              </a:rPr>
              <a:t>buffer </a:t>
            </a:r>
            <a:endParaRPr/>
          </a:p>
          <a:p>
            <a:pPr indent="0" lvl="0" marL="0" marR="0" rtl="0" algn="ctr">
              <a:lnSpc>
                <a:spcPct val="80000"/>
              </a:lnSpc>
              <a:spcBef>
                <a:spcPts val="0"/>
              </a:spcBef>
              <a:spcAft>
                <a:spcPts val="0"/>
              </a:spcAft>
              <a:buNone/>
            </a:pPr>
            <a:r>
              <a:rPr lang="en-US" sz="2000">
                <a:solidFill>
                  <a:srgbClr val="CC0000"/>
                </a:solidFill>
                <a:latin typeface="Calibri"/>
                <a:ea typeface="Calibri"/>
                <a:cs typeface="Calibri"/>
                <a:sym typeface="Calibri"/>
              </a:rPr>
              <a:t>(waiting area)</a:t>
            </a:r>
            <a:endParaRPr/>
          </a:p>
        </p:txBody>
      </p:sp>
      <p:cxnSp>
        <p:nvCxnSpPr>
          <p:cNvPr id="8551" name="Google Shape;8551;p78"/>
          <p:cNvCxnSpPr/>
          <p:nvPr/>
        </p:nvCxnSpPr>
        <p:spPr>
          <a:xfrm>
            <a:off x="4784725" y="4117453"/>
            <a:ext cx="0" cy="333375"/>
          </a:xfrm>
          <a:prstGeom prst="straightConnector1">
            <a:avLst/>
          </a:prstGeom>
          <a:noFill/>
          <a:ln cap="flat" cmpd="sng" w="9525">
            <a:solidFill>
              <a:srgbClr val="CC0000"/>
            </a:solidFill>
            <a:prstDash val="solid"/>
            <a:round/>
            <a:headEnd len="med" w="med" type="none"/>
            <a:tailEnd len="med" w="med" type="none"/>
          </a:ln>
        </p:spPr>
      </p:cxnSp>
      <p:grpSp>
        <p:nvGrpSpPr>
          <p:cNvPr id="8552" name="Google Shape;8552;p78"/>
          <p:cNvGrpSpPr/>
          <p:nvPr/>
        </p:nvGrpSpPr>
        <p:grpSpPr>
          <a:xfrm>
            <a:off x="3140075" y="3801540"/>
            <a:ext cx="820738" cy="688975"/>
            <a:chOff x="-44" y="1473"/>
            <a:chExt cx="981" cy="1105"/>
          </a:xfrm>
        </p:grpSpPr>
        <p:pic>
          <p:nvPicPr>
            <p:cNvPr descr="desktop_computer_stylized_medium" id="8553" name="Google Shape;8553;p7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54" name="Google Shape;8554;p7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grpSp>
        <p:nvGrpSpPr>
          <p:cNvPr id="8555" name="Google Shape;8555;p78"/>
          <p:cNvGrpSpPr/>
          <p:nvPr/>
        </p:nvGrpSpPr>
        <p:grpSpPr>
          <a:xfrm>
            <a:off x="3468688" y="4792140"/>
            <a:ext cx="820737" cy="688975"/>
            <a:chOff x="-44" y="1473"/>
            <a:chExt cx="981" cy="1105"/>
          </a:xfrm>
        </p:grpSpPr>
        <p:pic>
          <p:nvPicPr>
            <p:cNvPr descr="desktop_computer_stylized_medium" id="8556" name="Google Shape;8556;p7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557" name="Google Shape;8557;p7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sp>
        <p:nvSpPr>
          <p:cNvPr id="8558" name="Google Shape;8558;p78"/>
          <p:cNvSpPr txBox="1"/>
          <p:nvPr/>
        </p:nvSpPr>
        <p:spPr>
          <a:xfrm>
            <a:off x="1250140" y="6114279"/>
            <a:ext cx="73374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 Check out the Java applet for an interactive animation on queuing and loss</a:t>
            </a:r>
            <a:endParaRPr/>
          </a:p>
        </p:txBody>
      </p:sp>
      <p:grpSp>
        <p:nvGrpSpPr>
          <p:cNvPr id="8559" name="Google Shape;8559;p78"/>
          <p:cNvGrpSpPr/>
          <p:nvPr/>
        </p:nvGrpSpPr>
        <p:grpSpPr>
          <a:xfrm>
            <a:off x="971989" y="1867073"/>
            <a:ext cx="10214897" cy="3871598"/>
            <a:chOff x="971989" y="1867073"/>
            <a:chExt cx="10214897" cy="3871598"/>
          </a:xfrm>
        </p:grpSpPr>
        <p:grpSp>
          <p:nvGrpSpPr>
            <p:cNvPr id="8560" name="Google Shape;8560;p78"/>
            <p:cNvGrpSpPr/>
            <p:nvPr/>
          </p:nvGrpSpPr>
          <p:grpSpPr>
            <a:xfrm>
              <a:off x="4381500" y="4714353"/>
              <a:ext cx="2873096" cy="1024318"/>
              <a:chOff x="4381500" y="4714353"/>
              <a:chExt cx="2873096" cy="1024318"/>
            </a:xfrm>
          </p:grpSpPr>
          <p:sp>
            <p:nvSpPr>
              <p:cNvPr id="8561" name="Google Shape;8561;p78"/>
              <p:cNvSpPr/>
              <p:nvPr/>
            </p:nvSpPr>
            <p:spPr>
              <a:xfrm>
                <a:off x="4411663" y="4868340"/>
                <a:ext cx="147637" cy="200025"/>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CC0000"/>
                  </a:solidFill>
                  <a:latin typeface="Arial"/>
                  <a:ea typeface="Arial"/>
                  <a:cs typeface="Arial"/>
                  <a:sym typeface="Arial"/>
                </a:endParaRPr>
              </a:p>
            </p:txBody>
          </p:sp>
          <p:cxnSp>
            <p:nvCxnSpPr>
              <p:cNvPr id="8562" name="Google Shape;8562;p78"/>
              <p:cNvCxnSpPr/>
              <p:nvPr/>
            </p:nvCxnSpPr>
            <p:spPr>
              <a:xfrm flipH="1" rot="10800000">
                <a:off x="4381500" y="4714353"/>
                <a:ext cx="106363" cy="146050"/>
              </a:xfrm>
              <a:prstGeom prst="straightConnector1">
                <a:avLst/>
              </a:prstGeom>
              <a:noFill/>
              <a:ln cap="flat" cmpd="sng" w="9525">
                <a:solidFill>
                  <a:srgbClr val="000000"/>
                </a:solidFill>
                <a:prstDash val="solid"/>
                <a:round/>
                <a:headEnd len="med" w="med" type="none"/>
                <a:tailEnd len="med" w="med" type="triangle"/>
              </a:ln>
            </p:spPr>
          </p:cxnSp>
          <p:cxnSp>
            <p:nvCxnSpPr>
              <p:cNvPr id="8563" name="Google Shape;8563;p78"/>
              <p:cNvCxnSpPr/>
              <p:nvPr/>
            </p:nvCxnSpPr>
            <p:spPr>
              <a:xfrm rot="10800000">
                <a:off x="4638675" y="4988990"/>
                <a:ext cx="687388" cy="331788"/>
              </a:xfrm>
              <a:prstGeom prst="straightConnector1">
                <a:avLst/>
              </a:prstGeom>
              <a:noFill/>
              <a:ln cap="flat" cmpd="sng" w="9525">
                <a:solidFill>
                  <a:srgbClr val="CC0000"/>
                </a:solidFill>
                <a:prstDash val="solid"/>
                <a:round/>
                <a:headEnd len="med" w="med" type="none"/>
                <a:tailEnd len="med" w="med" type="none"/>
              </a:ln>
            </p:spPr>
          </p:cxnSp>
          <p:sp>
            <p:nvSpPr>
              <p:cNvPr id="8564" name="Google Shape;8564;p78"/>
              <p:cNvSpPr txBox="1"/>
              <p:nvPr/>
            </p:nvSpPr>
            <p:spPr>
              <a:xfrm>
                <a:off x="5254625" y="5147740"/>
                <a:ext cx="1999971" cy="590931"/>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lang="en-US" sz="2000">
                    <a:solidFill>
                      <a:srgbClr val="CC0000"/>
                    </a:solidFill>
                    <a:latin typeface="Calibri"/>
                    <a:ea typeface="Calibri"/>
                    <a:cs typeface="Calibri"/>
                    <a:sym typeface="Calibri"/>
                  </a:rPr>
                  <a:t>packet arriving to</a:t>
                </a:r>
                <a:endParaRPr/>
              </a:p>
              <a:p>
                <a:pPr indent="0" lvl="0" marL="0" marR="0" rtl="0" algn="l">
                  <a:lnSpc>
                    <a:spcPct val="80000"/>
                  </a:lnSpc>
                  <a:spcBef>
                    <a:spcPts val="0"/>
                  </a:spcBef>
                  <a:spcAft>
                    <a:spcPts val="0"/>
                  </a:spcAft>
                  <a:buNone/>
                </a:pPr>
                <a:r>
                  <a:rPr lang="en-US" sz="2000">
                    <a:solidFill>
                      <a:srgbClr val="CC0000"/>
                    </a:solidFill>
                    <a:latin typeface="Calibri"/>
                    <a:ea typeface="Calibri"/>
                    <a:cs typeface="Calibri"/>
                    <a:sym typeface="Calibri"/>
                  </a:rPr>
                  <a:t>full buffer is </a:t>
                </a:r>
                <a:r>
                  <a:rPr i="1" lang="en-US" sz="2000">
                    <a:solidFill>
                      <a:srgbClr val="CC0000"/>
                    </a:solidFill>
                    <a:latin typeface="Calibri"/>
                    <a:ea typeface="Calibri"/>
                    <a:cs typeface="Calibri"/>
                    <a:sym typeface="Calibri"/>
                  </a:rPr>
                  <a:t>lost</a:t>
                </a:r>
                <a:endParaRPr/>
              </a:p>
            </p:txBody>
          </p:sp>
        </p:grpSp>
        <p:sp>
          <p:nvSpPr>
            <p:cNvPr id="8565" name="Google Shape;8565;p78"/>
            <p:cNvSpPr txBox="1"/>
            <p:nvPr/>
          </p:nvSpPr>
          <p:spPr>
            <a:xfrm>
              <a:off x="971989" y="1867073"/>
              <a:ext cx="10214897" cy="2117981"/>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packet arriving to full queue dropped (aka lost)</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lost packet may be retransmitted by previous node, by source end system, or not at all</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9"/>
                                        </p:tgtEl>
                                        <p:attrNameLst>
                                          <p:attrName>style.visibility</p:attrName>
                                        </p:attrNameLst>
                                      </p:cBhvr>
                                      <p:to>
                                        <p:strVal val="visible"/>
                                      </p:to>
                                    </p:set>
                                    <p:animEffect filter="fade" transition="in">
                                      <p:cBhvr>
                                        <p:cTn dur="500"/>
                                        <p:tgtEl>
                                          <p:spTgt spid="8559"/>
                                        </p:tgtEl>
                                      </p:cBhvr>
                                    </p:animEffect>
                                  </p:childTnLst>
                                </p:cTn>
                              </p:par>
                              <p:par>
                                <p:cTn fill="hold" nodeType="withEffect" presetClass="entr" presetID="10" presetSubtype="0">
                                  <p:stCondLst>
                                    <p:cond delay="0"/>
                                  </p:stCondLst>
                                  <p:childTnLst>
                                    <p:set>
                                      <p:cBhvr>
                                        <p:cTn dur="1" fill="hold">
                                          <p:stCondLst>
                                            <p:cond delay="0"/>
                                          </p:stCondLst>
                                        </p:cTn>
                                        <p:tgtEl>
                                          <p:spTgt spid="8558"/>
                                        </p:tgtEl>
                                        <p:attrNameLst>
                                          <p:attrName>style.visibility</p:attrName>
                                        </p:attrNameLst>
                                      </p:cBhvr>
                                      <p:to>
                                        <p:strVal val="visible"/>
                                      </p:to>
                                    </p:set>
                                    <p:animEffect filter="fade" transition="in">
                                      <p:cBhvr>
                                        <p:cTn dur="500"/>
                                        <p:tgtEl>
                                          <p:spTgt spid="85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0" name="Shape 8570"/>
        <p:cNvGrpSpPr/>
        <p:nvPr/>
      </p:nvGrpSpPr>
      <p:grpSpPr>
        <a:xfrm>
          <a:off x="0" y="0"/>
          <a:ext cx="0" cy="0"/>
          <a:chOff x="0" y="0"/>
          <a:chExt cx="0" cy="0"/>
        </a:xfrm>
      </p:grpSpPr>
      <p:cxnSp>
        <p:nvCxnSpPr>
          <p:cNvPr id="8571" name="Google Shape;8571;p79"/>
          <p:cNvCxnSpPr/>
          <p:nvPr/>
        </p:nvCxnSpPr>
        <p:spPr>
          <a:xfrm>
            <a:off x="3004779" y="4480629"/>
            <a:ext cx="6316663" cy="0"/>
          </a:xfrm>
          <a:prstGeom prst="straightConnector1">
            <a:avLst/>
          </a:prstGeom>
          <a:noFill/>
          <a:ln cap="flat" cmpd="sng" w="28575">
            <a:solidFill>
              <a:srgbClr val="000000"/>
            </a:solidFill>
            <a:prstDash val="solid"/>
            <a:round/>
            <a:headEnd len="med" w="med" type="none"/>
            <a:tailEnd len="med" w="med" type="none"/>
          </a:ln>
        </p:spPr>
      </p:cxnSp>
      <p:grpSp>
        <p:nvGrpSpPr>
          <p:cNvPr id="8572" name="Google Shape;8572;p79"/>
          <p:cNvGrpSpPr/>
          <p:nvPr/>
        </p:nvGrpSpPr>
        <p:grpSpPr>
          <a:xfrm>
            <a:off x="4551470" y="4103771"/>
            <a:ext cx="1463604" cy="737240"/>
            <a:chOff x="7493876" y="2774731"/>
            <a:chExt cx="1481958" cy="894622"/>
          </a:xfrm>
        </p:grpSpPr>
        <p:sp>
          <p:nvSpPr>
            <p:cNvPr id="8573" name="Google Shape;8573;p79"/>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8574" name="Google Shape;8574;p79"/>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8575" name="Google Shape;8575;p79"/>
            <p:cNvGrpSpPr/>
            <p:nvPr/>
          </p:nvGrpSpPr>
          <p:grpSpPr>
            <a:xfrm>
              <a:off x="7713663" y="2848339"/>
              <a:ext cx="1042107" cy="425543"/>
              <a:chOff x="7786941" y="2884917"/>
              <a:chExt cx="897649" cy="353919"/>
            </a:xfrm>
          </p:grpSpPr>
          <p:sp>
            <p:nvSpPr>
              <p:cNvPr id="8576" name="Google Shape;8576;p79"/>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77" name="Google Shape;8577;p79"/>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78" name="Google Shape;8578;p79"/>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79" name="Google Shape;8579;p79"/>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8580" name="Google Shape;8580;p79"/>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Throughput</a:t>
            </a:r>
            <a:endParaRPr sz="4400"/>
          </a:p>
        </p:txBody>
      </p:sp>
      <p:sp>
        <p:nvSpPr>
          <p:cNvPr id="8581" name="Google Shape;8581;p7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8582" name="Google Shape;8582;p79"/>
          <p:cNvSpPr txBox="1"/>
          <p:nvPr/>
        </p:nvSpPr>
        <p:spPr>
          <a:xfrm>
            <a:off x="989013" y="1359295"/>
            <a:ext cx="10973804" cy="1779588"/>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2800"/>
              <a:buFont typeface="Noto Sans Symbols"/>
              <a:buChar char="▪"/>
            </a:pPr>
            <a:r>
              <a:rPr i="1" lang="en-US" sz="2800">
                <a:solidFill>
                  <a:srgbClr val="CC0000"/>
                </a:solidFill>
                <a:latin typeface="Calibri"/>
                <a:ea typeface="Calibri"/>
                <a:cs typeface="Calibri"/>
                <a:sym typeface="Calibri"/>
              </a:rPr>
              <a:t>throughput:</a:t>
            </a:r>
            <a:r>
              <a:rPr lang="en-US" sz="2800">
                <a:solidFill>
                  <a:schemeClr val="dk1"/>
                </a:solidFill>
                <a:latin typeface="Calibri"/>
                <a:ea typeface="Calibri"/>
                <a:cs typeface="Calibri"/>
                <a:sym typeface="Calibri"/>
              </a:rPr>
              <a:t> rate (bits/time unit) at which bits are being sent from sender to receiver</a:t>
            </a:r>
            <a:endParaRPr/>
          </a:p>
          <a:p>
            <a:pPr indent="-225425" lvl="1" marL="6826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instantaneous:</a:t>
            </a:r>
            <a:r>
              <a:rPr b="0" i="0" lang="en-US" sz="2800" u="none" cap="none" strike="noStrike">
                <a:solidFill>
                  <a:schemeClr val="dk1"/>
                </a:solidFill>
                <a:latin typeface="Calibri"/>
                <a:ea typeface="Calibri"/>
                <a:cs typeface="Calibri"/>
                <a:sym typeface="Calibri"/>
              </a:rPr>
              <a:t> rate at given point in time</a:t>
            </a:r>
            <a:endParaRPr/>
          </a:p>
          <a:p>
            <a:pPr indent="-225425" lvl="1" marL="6826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average:</a:t>
            </a:r>
            <a:r>
              <a:rPr b="0" i="0" lang="en-US" sz="2800" u="none" cap="none" strike="noStrike">
                <a:solidFill>
                  <a:schemeClr val="dk1"/>
                </a:solidFill>
                <a:latin typeface="Calibri"/>
                <a:ea typeface="Calibri"/>
                <a:cs typeface="Calibri"/>
                <a:sym typeface="Calibri"/>
              </a:rPr>
              <a:t> rate over longer period of time</a:t>
            </a:r>
            <a:endParaRPr/>
          </a:p>
        </p:txBody>
      </p:sp>
      <p:sp>
        <p:nvSpPr>
          <p:cNvPr id="8583" name="Google Shape;8583;p79"/>
          <p:cNvSpPr/>
          <p:nvPr/>
        </p:nvSpPr>
        <p:spPr>
          <a:xfrm>
            <a:off x="1980004" y="3615115"/>
            <a:ext cx="500062" cy="581025"/>
          </a:xfrm>
          <a:prstGeom prst="can">
            <a:avLst>
              <a:gd fmla="val 23491" name="adj"/>
            </a:avLst>
          </a:prstGeom>
          <a:gradFill>
            <a:gsLst>
              <a:gs pos="0">
                <a:srgbClr val="000099"/>
              </a:gs>
              <a:gs pos="100000">
                <a:srgbClr val="FFFFFF"/>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grpSp>
        <p:nvGrpSpPr>
          <p:cNvPr id="8584" name="Google Shape;8584;p79"/>
          <p:cNvGrpSpPr/>
          <p:nvPr/>
        </p:nvGrpSpPr>
        <p:grpSpPr>
          <a:xfrm>
            <a:off x="2538054" y="4021842"/>
            <a:ext cx="352425" cy="876300"/>
            <a:chOff x="4140" y="429"/>
            <a:chExt cx="1425" cy="2396"/>
          </a:xfrm>
        </p:grpSpPr>
        <p:sp>
          <p:nvSpPr>
            <p:cNvPr id="8585" name="Google Shape;8585;p7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8586" name="Google Shape;8586;p79"/>
            <p:cNvSpPr/>
            <p:nvPr/>
          </p:nvSpPr>
          <p:spPr>
            <a:xfrm>
              <a:off x="4204" y="429"/>
              <a:ext cx="1046"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587" name="Google Shape;8587;p7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8588" name="Google Shape;8588;p7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8589" name="Google Shape;8589;p79"/>
            <p:cNvSpPr/>
            <p:nvPr/>
          </p:nvSpPr>
          <p:spPr>
            <a:xfrm>
              <a:off x="4211" y="694"/>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8590" name="Google Shape;8590;p79"/>
            <p:cNvGrpSpPr/>
            <p:nvPr/>
          </p:nvGrpSpPr>
          <p:grpSpPr>
            <a:xfrm>
              <a:off x="4750" y="668"/>
              <a:ext cx="578" cy="143"/>
              <a:chOff x="615" y="2568"/>
              <a:chExt cx="721" cy="137"/>
            </a:xfrm>
          </p:grpSpPr>
          <p:sp>
            <p:nvSpPr>
              <p:cNvPr id="8591" name="Google Shape;8591;p79"/>
              <p:cNvSpPr/>
              <p:nvPr/>
            </p:nvSpPr>
            <p:spPr>
              <a:xfrm>
                <a:off x="615" y="2568"/>
                <a:ext cx="721"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592" name="Google Shape;8592;p79"/>
              <p:cNvSpPr/>
              <p:nvPr/>
            </p:nvSpPr>
            <p:spPr>
              <a:xfrm>
                <a:off x="631" y="2584"/>
                <a:ext cx="689"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sp>
          <p:nvSpPr>
            <p:cNvPr id="8593" name="Google Shape;8593;p79"/>
            <p:cNvSpPr/>
            <p:nvPr/>
          </p:nvSpPr>
          <p:spPr>
            <a:xfrm>
              <a:off x="4223" y="101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8594" name="Google Shape;8594;p79"/>
            <p:cNvGrpSpPr/>
            <p:nvPr/>
          </p:nvGrpSpPr>
          <p:grpSpPr>
            <a:xfrm>
              <a:off x="4749" y="993"/>
              <a:ext cx="578" cy="135"/>
              <a:chOff x="617" y="2567"/>
              <a:chExt cx="721" cy="140"/>
            </a:xfrm>
          </p:grpSpPr>
          <p:sp>
            <p:nvSpPr>
              <p:cNvPr id="8595" name="Google Shape;8595;p79"/>
              <p:cNvSpPr/>
              <p:nvPr/>
            </p:nvSpPr>
            <p:spPr>
              <a:xfrm>
                <a:off x="617" y="2567"/>
                <a:ext cx="72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596" name="Google Shape;8596;p79"/>
              <p:cNvSpPr/>
              <p:nvPr/>
            </p:nvSpPr>
            <p:spPr>
              <a:xfrm>
                <a:off x="634" y="2585"/>
                <a:ext cx="689"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sp>
          <p:nvSpPr>
            <p:cNvPr id="8597" name="Google Shape;8597;p79"/>
            <p:cNvSpPr/>
            <p:nvPr/>
          </p:nvSpPr>
          <p:spPr>
            <a:xfrm>
              <a:off x="4217" y="1358"/>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598" name="Google Shape;8598;p79"/>
            <p:cNvSpPr/>
            <p:nvPr/>
          </p:nvSpPr>
          <p:spPr>
            <a:xfrm>
              <a:off x="4230" y="1653"/>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nvGrpSpPr>
            <p:cNvPr id="8599" name="Google Shape;8599;p79"/>
            <p:cNvGrpSpPr/>
            <p:nvPr/>
          </p:nvGrpSpPr>
          <p:grpSpPr>
            <a:xfrm>
              <a:off x="4737" y="1627"/>
              <a:ext cx="578" cy="152"/>
              <a:chOff x="616" y="2568"/>
              <a:chExt cx="720" cy="140"/>
            </a:xfrm>
          </p:grpSpPr>
          <p:sp>
            <p:nvSpPr>
              <p:cNvPr id="8600" name="Google Shape;8600;p79"/>
              <p:cNvSpPr/>
              <p:nvPr/>
            </p:nvSpPr>
            <p:spPr>
              <a:xfrm>
                <a:off x="616" y="2568"/>
                <a:ext cx="720"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601" name="Google Shape;8601;p79"/>
              <p:cNvSpPr/>
              <p:nvPr/>
            </p:nvSpPr>
            <p:spPr>
              <a:xfrm>
                <a:off x="632" y="2584"/>
                <a:ext cx="68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sp>
          <p:nvSpPr>
            <p:cNvPr id="8602" name="Google Shape;8602;p7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nvGrpSpPr>
            <p:cNvPr id="8603" name="Google Shape;8603;p79"/>
            <p:cNvGrpSpPr/>
            <p:nvPr/>
          </p:nvGrpSpPr>
          <p:grpSpPr>
            <a:xfrm>
              <a:off x="4737" y="1327"/>
              <a:ext cx="584" cy="139"/>
              <a:chOff x="611" y="2568"/>
              <a:chExt cx="728" cy="139"/>
            </a:xfrm>
          </p:grpSpPr>
          <p:sp>
            <p:nvSpPr>
              <p:cNvPr id="8604" name="Google Shape;8604;p79"/>
              <p:cNvSpPr/>
              <p:nvPr/>
            </p:nvSpPr>
            <p:spPr>
              <a:xfrm>
                <a:off x="611" y="2568"/>
                <a:ext cx="728"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605" name="Google Shape;8605;p79"/>
              <p:cNvSpPr/>
              <p:nvPr/>
            </p:nvSpPr>
            <p:spPr>
              <a:xfrm>
                <a:off x="627" y="2586"/>
                <a:ext cx="696"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sp>
          <p:nvSpPr>
            <p:cNvPr id="8606" name="Google Shape;8606;p79"/>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607" name="Google Shape;8607;p7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8608" name="Google Shape;8608;p7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8609" name="Google Shape;8609;p79"/>
            <p:cNvSpPr/>
            <p:nvPr/>
          </p:nvSpPr>
          <p:spPr>
            <a:xfrm>
              <a:off x="5520" y="2612"/>
              <a:ext cx="45"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610" name="Google Shape;8610;p7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sp>
          <p:nvSpPr>
            <p:cNvPr id="8611" name="Google Shape;8611;p79"/>
            <p:cNvSpPr/>
            <p:nvPr/>
          </p:nvSpPr>
          <p:spPr>
            <a:xfrm>
              <a:off x="4140" y="2677"/>
              <a:ext cx="1200"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612" name="Google Shape;8612;p79"/>
            <p:cNvSpPr/>
            <p:nvPr/>
          </p:nvSpPr>
          <p:spPr>
            <a:xfrm>
              <a:off x="4204" y="2712"/>
              <a:ext cx="1072"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613" name="Google Shape;8613;p79"/>
            <p:cNvSpPr/>
            <p:nvPr/>
          </p:nvSpPr>
          <p:spPr>
            <a:xfrm>
              <a:off x="4307" y="2382"/>
              <a:ext cx="160"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614" name="Google Shape;8614;p79"/>
            <p:cNvSpPr/>
            <p:nvPr/>
          </p:nvSpPr>
          <p:spPr>
            <a:xfrm>
              <a:off x="4487" y="2382"/>
              <a:ext cx="160"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Arial"/>
                <a:ea typeface="Arial"/>
                <a:cs typeface="Arial"/>
                <a:sym typeface="Arial"/>
              </a:endParaRPr>
            </a:p>
          </p:txBody>
        </p:sp>
        <p:sp>
          <p:nvSpPr>
            <p:cNvPr id="8615" name="Google Shape;8615;p79"/>
            <p:cNvSpPr/>
            <p:nvPr/>
          </p:nvSpPr>
          <p:spPr>
            <a:xfrm>
              <a:off x="4660" y="2382"/>
              <a:ext cx="160"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8616" name="Google Shape;8616;p79"/>
            <p:cNvSpPr/>
            <p:nvPr/>
          </p:nvSpPr>
          <p:spPr>
            <a:xfrm>
              <a:off x="5064" y="1835"/>
              <a:ext cx="83"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Arial"/>
                <a:ea typeface="Arial"/>
                <a:cs typeface="Arial"/>
                <a:sym typeface="Arial"/>
              </a:endParaRPr>
            </a:p>
          </p:txBody>
        </p:sp>
      </p:grpSp>
      <p:grpSp>
        <p:nvGrpSpPr>
          <p:cNvPr id="8617" name="Google Shape;8617;p79"/>
          <p:cNvGrpSpPr/>
          <p:nvPr/>
        </p:nvGrpSpPr>
        <p:grpSpPr>
          <a:xfrm flipH="1">
            <a:off x="9843242" y="4083754"/>
            <a:ext cx="1192212" cy="1171575"/>
            <a:chOff x="-44" y="1473"/>
            <a:chExt cx="981" cy="1105"/>
          </a:xfrm>
        </p:grpSpPr>
        <p:pic>
          <p:nvPicPr>
            <p:cNvPr descr="desktop_computer_stylized_medium" id="8618" name="Google Shape;8618;p7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619" name="Google Shape;8619;p7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Arial"/>
                <a:ea typeface="Arial"/>
                <a:cs typeface="Arial"/>
                <a:sym typeface="Arial"/>
              </a:endParaRPr>
            </a:p>
          </p:txBody>
        </p:sp>
      </p:grpSp>
      <p:sp>
        <p:nvSpPr>
          <p:cNvPr id="8620" name="Google Shape;8620;p79"/>
          <p:cNvSpPr txBox="1"/>
          <p:nvPr/>
        </p:nvSpPr>
        <p:spPr>
          <a:xfrm>
            <a:off x="792820" y="5516537"/>
            <a:ext cx="2198742" cy="1036887"/>
          </a:xfrm>
          <a:prstGeom prst="rect">
            <a:avLst/>
          </a:prstGeom>
          <a:noFill/>
          <a:ln>
            <a:noFill/>
          </a:ln>
        </p:spPr>
        <p:txBody>
          <a:bodyPr anchorCtr="0" anchor="t" bIns="45700" lIns="91425" spcFirstLastPara="1" rIns="91425" wrap="square" tIns="45700">
            <a:spAutoFit/>
          </a:bodyPr>
          <a:lstStyle/>
          <a:p>
            <a:pPr indent="0" lvl="0" marL="0" marR="0" rtl="0" algn="r">
              <a:lnSpc>
                <a:spcPct val="85000"/>
              </a:lnSpc>
              <a:spcBef>
                <a:spcPts val="0"/>
              </a:spcBef>
              <a:spcAft>
                <a:spcPts val="0"/>
              </a:spcAft>
              <a:buNone/>
            </a:pPr>
            <a:r>
              <a:rPr lang="en-US" sz="2400">
                <a:solidFill>
                  <a:srgbClr val="000000"/>
                </a:solidFill>
                <a:latin typeface="Calibri"/>
                <a:ea typeface="Calibri"/>
                <a:cs typeface="Calibri"/>
                <a:sym typeface="Calibri"/>
              </a:rPr>
              <a:t>server, with</a:t>
            </a:r>
            <a:endParaRPr/>
          </a:p>
          <a:p>
            <a:pPr indent="0" lvl="0" marL="0" marR="0" rtl="0" algn="r">
              <a:lnSpc>
                <a:spcPct val="85000"/>
              </a:lnSpc>
              <a:spcBef>
                <a:spcPts val="0"/>
              </a:spcBef>
              <a:spcAft>
                <a:spcPts val="0"/>
              </a:spcAft>
              <a:buNone/>
            </a:pPr>
            <a:r>
              <a:rPr lang="en-US" sz="2400">
                <a:solidFill>
                  <a:srgbClr val="000000"/>
                </a:solidFill>
                <a:latin typeface="Calibri"/>
                <a:ea typeface="Calibri"/>
                <a:cs typeface="Calibri"/>
                <a:sym typeface="Calibri"/>
              </a:rPr>
              <a:t>file of F bits </a:t>
            </a:r>
            <a:endParaRPr/>
          </a:p>
          <a:p>
            <a:pPr indent="0" lvl="0" marL="0" marR="0" rtl="0" algn="r">
              <a:lnSpc>
                <a:spcPct val="85000"/>
              </a:lnSpc>
              <a:spcBef>
                <a:spcPts val="0"/>
              </a:spcBef>
              <a:spcAft>
                <a:spcPts val="0"/>
              </a:spcAft>
              <a:buNone/>
            </a:pPr>
            <a:r>
              <a:rPr lang="en-US" sz="2400">
                <a:solidFill>
                  <a:srgbClr val="000000"/>
                </a:solidFill>
                <a:latin typeface="Calibri"/>
                <a:ea typeface="Calibri"/>
                <a:cs typeface="Calibri"/>
                <a:sym typeface="Calibri"/>
              </a:rPr>
              <a:t>to send to client</a:t>
            </a:r>
            <a:endParaRPr/>
          </a:p>
        </p:txBody>
      </p:sp>
      <p:sp>
        <p:nvSpPr>
          <p:cNvPr id="8621" name="Google Shape;8621;p79"/>
          <p:cNvSpPr txBox="1"/>
          <p:nvPr/>
        </p:nvSpPr>
        <p:spPr>
          <a:xfrm>
            <a:off x="3097926" y="4936011"/>
            <a:ext cx="1722587" cy="722955"/>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2400">
                <a:solidFill>
                  <a:srgbClr val="000000"/>
                </a:solidFill>
                <a:latin typeface="Calibri"/>
                <a:ea typeface="Calibri"/>
                <a:cs typeface="Calibri"/>
                <a:sym typeface="Calibri"/>
              </a:rPr>
              <a:t>link capacity</a:t>
            </a:r>
            <a:endParaRPr/>
          </a:p>
          <a:p>
            <a:pPr indent="0" lvl="0" marL="0" marR="0" rtl="0" algn="ctr">
              <a:lnSpc>
                <a:spcPct val="85000"/>
              </a:lnSpc>
              <a:spcBef>
                <a:spcPts val="0"/>
              </a:spcBef>
              <a:spcAft>
                <a:spcPts val="0"/>
              </a:spcAft>
              <a:buNone/>
            </a:pPr>
            <a:r>
              <a:rPr lang="en-US" sz="2400">
                <a:solidFill>
                  <a:srgbClr val="000000"/>
                </a:solidFill>
                <a:latin typeface="Calibri"/>
                <a:ea typeface="Calibri"/>
                <a:cs typeface="Calibri"/>
                <a:sym typeface="Calibri"/>
              </a:rPr>
              <a:t> R</a:t>
            </a:r>
            <a:r>
              <a:rPr baseline="-25000" lang="en-US" sz="3200">
                <a:solidFill>
                  <a:srgbClr val="000000"/>
                </a:solidFill>
                <a:latin typeface="Calibri"/>
                <a:ea typeface="Calibri"/>
                <a:cs typeface="Calibri"/>
                <a:sym typeface="Calibri"/>
              </a:rPr>
              <a:t>s</a:t>
            </a:r>
            <a:r>
              <a:rPr baseline="-25000" lang="en-US" sz="2400">
                <a:solidFill>
                  <a:srgbClr val="000000"/>
                </a:solidFill>
                <a:latin typeface="Calibri"/>
                <a:ea typeface="Calibri"/>
                <a:cs typeface="Calibri"/>
                <a:sym typeface="Calibri"/>
              </a:rPr>
              <a:t> </a:t>
            </a:r>
            <a:r>
              <a:rPr lang="en-US" sz="2400">
                <a:solidFill>
                  <a:srgbClr val="000000"/>
                </a:solidFill>
                <a:latin typeface="Calibri"/>
                <a:ea typeface="Calibri"/>
                <a:cs typeface="Calibri"/>
                <a:sym typeface="Calibri"/>
              </a:rPr>
              <a:t>bits/sec</a:t>
            </a:r>
            <a:endParaRPr/>
          </a:p>
        </p:txBody>
      </p:sp>
      <p:sp>
        <p:nvSpPr>
          <p:cNvPr id="8622" name="Google Shape;8622;p79"/>
          <p:cNvSpPr txBox="1"/>
          <p:nvPr/>
        </p:nvSpPr>
        <p:spPr>
          <a:xfrm>
            <a:off x="7217773" y="4939162"/>
            <a:ext cx="1722587" cy="722955"/>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None/>
            </a:pPr>
            <a:r>
              <a:rPr lang="en-US" sz="2400">
                <a:solidFill>
                  <a:srgbClr val="000000"/>
                </a:solidFill>
                <a:latin typeface="Calibri"/>
                <a:ea typeface="Calibri"/>
                <a:cs typeface="Calibri"/>
                <a:sym typeface="Calibri"/>
              </a:rPr>
              <a:t>link capacity</a:t>
            </a:r>
            <a:endParaRPr/>
          </a:p>
          <a:p>
            <a:pPr indent="0" lvl="0" marL="0" marR="0" rtl="0" algn="ctr">
              <a:lnSpc>
                <a:spcPct val="85000"/>
              </a:lnSpc>
              <a:spcBef>
                <a:spcPts val="0"/>
              </a:spcBef>
              <a:spcAft>
                <a:spcPts val="0"/>
              </a:spcAft>
              <a:buNone/>
            </a:pPr>
            <a:r>
              <a:rPr lang="en-US" sz="2400">
                <a:solidFill>
                  <a:srgbClr val="000000"/>
                </a:solidFill>
                <a:latin typeface="Calibri"/>
                <a:ea typeface="Calibri"/>
                <a:cs typeface="Calibri"/>
                <a:sym typeface="Calibri"/>
              </a:rPr>
              <a:t> R</a:t>
            </a:r>
            <a:r>
              <a:rPr baseline="-25000" lang="en-US" sz="3200">
                <a:solidFill>
                  <a:srgbClr val="000000"/>
                </a:solidFill>
                <a:latin typeface="Calibri"/>
                <a:ea typeface="Calibri"/>
                <a:cs typeface="Calibri"/>
                <a:sym typeface="Calibri"/>
              </a:rPr>
              <a:t>c</a:t>
            </a:r>
            <a:r>
              <a:rPr baseline="-25000" lang="en-US" sz="2400">
                <a:solidFill>
                  <a:srgbClr val="000000"/>
                </a:solidFill>
                <a:latin typeface="Calibri"/>
                <a:ea typeface="Calibri"/>
                <a:cs typeface="Calibri"/>
                <a:sym typeface="Calibri"/>
              </a:rPr>
              <a:t> </a:t>
            </a:r>
            <a:r>
              <a:rPr lang="en-US" sz="2400">
                <a:solidFill>
                  <a:srgbClr val="000000"/>
                </a:solidFill>
                <a:latin typeface="Calibri"/>
                <a:ea typeface="Calibri"/>
                <a:cs typeface="Calibri"/>
                <a:sym typeface="Calibri"/>
              </a:rPr>
              <a:t>bits/sec</a:t>
            </a:r>
            <a:endParaRPr/>
          </a:p>
        </p:txBody>
      </p:sp>
      <p:grpSp>
        <p:nvGrpSpPr>
          <p:cNvPr id="8623" name="Google Shape;8623;p79"/>
          <p:cNvGrpSpPr/>
          <p:nvPr/>
        </p:nvGrpSpPr>
        <p:grpSpPr>
          <a:xfrm>
            <a:off x="644751" y="4976621"/>
            <a:ext cx="9050338" cy="1484313"/>
            <a:chOff x="-335" y="3658"/>
            <a:chExt cx="5701" cy="935"/>
          </a:xfrm>
        </p:grpSpPr>
        <p:sp>
          <p:nvSpPr>
            <p:cNvPr id="8624" name="Google Shape;8624;p79"/>
            <p:cNvSpPr txBox="1"/>
            <p:nvPr/>
          </p:nvSpPr>
          <p:spPr>
            <a:xfrm>
              <a:off x="-335" y="3942"/>
              <a:ext cx="1461" cy="651"/>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server sends bits </a:t>
              </a:r>
              <a:endParaRPr/>
            </a:p>
            <a:p>
              <a:pPr indent="0" lvl="0" marL="0" marR="0" rtl="0" algn="ctr">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(fluid) into pipe</a:t>
              </a:r>
              <a:endParaRPr/>
            </a:p>
            <a:p>
              <a:pPr indent="0" lvl="0" marL="0" marR="0" rtl="0" algn="ctr">
                <a:lnSpc>
                  <a:spcPct val="85000"/>
                </a:lnSpc>
                <a:spcBef>
                  <a:spcPts val="0"/>
                </a:spcBef>
                <a:spcAft>
                  <a:spcPts val="0"/>
                </a:spcAft>
                <a:buClr>
                  <a:schemeClr val="dk1"/>
                </a:buClr>
                <a:buSzPts val="2400"/>
                <a:buFont typeface="Arial"/>
                <a:buNone/>
              </a:pPr>
              <a:r>
                <a:t/>
              </a:r>
              <a:endParaRPr b="0" i="0" sz="2400" u="none" cap="none" strike="noStrike">
                <a:solidFill>
                  <a:srgbClr val="000000"/>
                </a:solidFill>
                <a:latin typeface="Gill Sans"/>
                <a:ea typeface="Gill Sans"/>
                <a:cs typeface="Gill Sans"/>
                <a:sym typeface="Gill Sans"/>
              </a:endParaRPr>
            </a:p>
          </p:txBody>
        </p:sp>
        <p:sp>
          <p:nvSpPr>
            <p:cNvPr id="8625" name="Google Shape;8625;p79"/>
            <p:cNvSpPr txBox="1"/>
            <p:nvPr/>
          </p:nvSpPr>
          <p:spPr>
            <a:xfrm>
              <a:off x="1089" y="3661"/>
              <a:ext cx="1769" cy="651"/>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2400"/>
                <a:buFont typeface="Gill Sans"/>
                <a:buNone/>
              </a:pPr>
              <a:r>
                <a:rPr b="0" i="0" lang="en-US" sz="2400" u="none" cap="none" strike="noStrike">
                  <a:solidFill>
                    <a:srgbClr val="000000"/>
                  </a:solidFill>
                  <a:latin typeface="Gill Sans"/>
                  <a:ea typeface="Gill Sans"/>
                  <a:cs typeface="Gill Sans"/>
                  <a:sym typeface="Gill Sans"/>
                </a:rPr>
                <a:t> </a:t>
              </a:r>
              <a:r>
                <a:rPr b="0" i="0" lang="en-US" sz="2400" u="none" cap="none" strike="noStrike">
                  <a:solidFill>
                    <a:srgbClr val="000000"/>
                  </a:solidFill>
                  <a:latin typeface="Calibri"/>
                  <a:ea typeface="Calibri"/>
                  <a:cs typeface="Calibri"/>
                  <a:sym typeface="Calibri"/>
                </a:rPr>
                <a:t>pipe that can carry</a:t>
              </a:r>
              <a:endParaRPr/>
            </a:p>
            <a:p>
              <a:pPr indent="0" lvl="0" marL="0" marR="0" rtl="0" algn="ctr">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fluid at rate</a:t>
              </a:r>
              <a:endParaRPr/>
            </a:p>
            <a:p>
              <a:pPr indent="0" lvl="0" marL="0" marR="0" rtl="0" algn="ctr">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 (</a:t>
              </a:r>
              <a:r>
                <a:rPr b="0" i="1" lang="en-US" sz="2400" u="none" cap="none" strike="noStrike">
                  <a:solidFill>
                    <a:srgbClr val="000000"/>
                  </a:solidFill>
                  <a:latin typeface="Calibri"/>
                  <a:ea typeface="Calibri"/>
                  <a:cs typeface="Calibri"/>
                  <a:sym typeface="Calibri"/>
                </a:rPr>
                <a:t>R</a:t>
              </a:r>
              <a:r>
                <a:rPr b="0" baseline="-25000" i="1" lang="en-US" sz="3200" u="none" cap="none" strike="noStrike">
                  <a:solidFill>
                    <a:srgbClr val="000000"/>
                  </a:solidFill>
                  <a:latin typeface="Calibri"/>
                  <a:ea typeface="Calibri"/>
                  <a:cs typeface="Calibri"/>
                  <a:sym typeface="Calibri"/>
                </a:rPr>
                <a:t>s</a:t>
              </a:r>
              <a:r>
                <a:rPr b="0" baseline="-25000" i="1" lang="en-US" sz="24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bits/sec)</a:t>
              </a:r>
              <a:endParaRPr/>
            </a:p>
          </p:txBody>
        </p:sp>
        <p:sp>
          <p:nvSpPr>
            <p:cNvPr id="8626" name="Google Shape;8626;p79"/>
            <p:cNvSpPr txBox="1"/>
            <p:nvPr/>
          </p:nvSpPr>
          <p:spPr>
            <a:xfrm>
              <a:off x="3506" y="3658"/>
              <a:ext cx="1860" cy="651"/>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 pipe that can carry</a:t>
              </a:r>
              <a:endParaRPr/>
            </a:p>
            <a:p>
              <a:pPr indent="0" lvl="0" marL="0" marR="0" rtl="0" algn="ctr">
                <a:lnSpc>
                  <a:spcPct val="85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fluid at rate</a:t>
              </a:r>
              <a:endParaRPr/>
            </a:p>
            <a:p>
              <a:pPr indent="0" lvl="0" marL="0" marR="0" rtl="0" algn="ctr">
                <a:lnSpc>
                  <a:spcPct val="85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 (R</a:t>
              </a:r>
              <a:r>
                <a:rPr b="0" baseline="-25000" i="1" lang="en-US" sz="3200" u="none" cap="none" strike="noStrike">
                  <a:solidFill>
                    <a:srgbClr val="000000"/>
                  </a:solidFill>
                  <a:latin typeface="Calibri"/>
                  <a:ea typeface="Calibri"/>
                  <a:cs typeface="Calibri"/>
                  <a:sym typeface="Calibri"/>
                </a:rPr>
                <a:t>c</a:t>
              </a:r>
              <a:r>
                <a:rPr b="0" baseline="-25000" i="1" lang="en-US" sz="2400" u="none" cap="none" strike="noStrike">
                  <a:solidFill>
                    <a:srgbClr val="00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bits/sec)</a:t>
              </a:r>
              <a:endParaRPr/>
            </a:p>
          </p:txBody>
        </p:sp>
      </p:grpSp>
      <p:grpSp>
        <p:nvGrpSpPr>
          <p:cNvPr id="8627" name="Google Shape;8627;p79"/>
          <p:cNvGrpSpPr/>
          <p:nvPr/>
        </p:nvGrpSpPr>
        <p:grpSpPr>
          <a:xfrm>
            <a:off x="2071325" y="4013900"/>
            <a:ext cx="7826653" cy="763668"/>
            <a:chOff x="2071325" y="4013900"/>
            <a:chExt cx="7826653" cy="763668"/>
          </a:xfrm>
        </p:grpSpPr>
        <p:sp>
          <p:nvSpPr>
            <p:cNvPr id="8628" name="Google Shape;8628;p79"/>
            <p:cNvSpPr/>
            <p:nvPr/>
          </p:nvSpPr>
          <p:spPr>
            <a:xfrm>
              <a:off x="9008978" y="4275842"/>
              <a:ext cx="889000" cy="485775"/>
            </a:xfrm>
            <a:prstGeom prst="rightArrow">
              <a:avLst>
                <a:gd fmla="val 50000" name="adj1"/>
                <a:gd fmla="val 45752" name="adj2"/>
              </a:avLst>
            </a:pr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grpSp>
          <p:nvGrpSpPr>
            <p:cNvPr id="8629" name="Google Shape;8629;p79"/>
            <p:cNvGrpSpPr/>
            <p:nvPr/>
          </p:nvGrpSpPr>
          <p:grpSpPr>
            <a:xfrm>
              <a:off x="3016469" y="4319954"/>
              <a:ext cx="2322512" cy="392112"/>
              <a:chOff x="2249" y="3430"/>
              <a:chExt cx="1389" cy="256"/>
            </a:xfrm>
          </p:grpSpPr>
          <p:sp>
            <p:nvSpPr>
              <p:cNvPr id="8630" name="Google Shape;8630;p79"/>
              <p:cNvSpPr/>
              <p:nvPr/>
            </p:nvSpPr>
            <p:spPr>
              <a:xfrm>
                <a:off x="3569" y="3433"/>
                <a:ext cx="69" cy="253"/>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8631" name="Google Shape;8631;p79"/>
              <p:cNvSpPr/>
              <p:nvPr/>
            </p:nvSpPr>
            <p:spPr>
              <a:xfrm>
                <a:off x="2275" y="3433"/>
                <a:ext cx="1326" cy="253"/>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8632" name="Google Shape;8632;p79"/>
              <p:cNvSpPr/>
              <p:nvPr/>
            </p:nvSpPr>
            <p:spPr>
              <a:xfrm>
                <a:off x="2249" y="3430"/>
                <a:ext cx="69" cy="253"/>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8633" name="Google Shape;8633;p79"/>
              <p:cNvSpPr/>
              <p:nvPr/>
            </p:nvSpPr>
            <p:spPr>
              <a:xfrm>
                <a:off x="3562" y="3438"/>
                <a:ext cx="44" cy="246"/>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imes New Roman"/>
                  <a:ea typeface="Times New Roman"/>
                  <a:cs typeface="Times New Roman"/>
                  <a:sym typeface="Times New Roman"/>
                </a:endParaRPr>
              </a:p>
            </p:txBody>
          </p:sp>
        </p:grpSp>
        <p:grpSp>
          <p:nvGrpSpPr>
            <p:cNvPr id="8634" name="Google Shape;8634;p79"/>
            <p:cNvGrpSpPr/>
            <p:nvPr/>
          </p:nvGrpSpPr>
          <p:grpSpPr>
            <a:xfrm>
              <a:off x="6475852" y="4196543"/>
              <a:ext cx="2801937" cy="581025"/>
              <a:chOff x="2249" y="3430"/>
              <a:chExt cx="1389" cy="256"/>
            </a:xfrm>
          </p:grpSpPr>
          <p:sp>
            <p:nvSpPr>
              <p:cNvPr id="8635" name="Google Shape;8635;p79"/>
              <p:cNvSpPr/>
              <p:nvPr/>
            </p:nvSpPr>
            <p:spPr>
              <a:xfrm>
                <a:off x="3569" y="3433"/>
                <a:ext cx="69" cy="253"/>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8636" name="Google Shape;8636;p79"/>
              <p:cNvSpPr/>
              <p:nvPr/>
            </p:nvSpPr>
            <p:spPr>
              <a:xfrm>
                <a:off x="2275" y="3433"/>
                <a:ext cx="1326" cy="253"/>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8637" name="Google Shape;8637;p79"/>
              <p:cNvSpPr/>
              <p:nvPr/>
            </p:nvSpPr>
            <p:spPr>
              <a:xfrm>
                <a:off x="2249" y="3430"/>
                <a:ext cx="69" cy="253"/>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8638" name="Google Shape;8638;p79"/>
              <p:cNvSpPr/>
              <p:nvPr/>
            </p:nvSpPr>
            <p:spPr>
              <a:xfrm>
                <a:off x="3562" y="3438"/>
                <a:ext cx="44" cy="246"/>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Times New Roman"/>
                  <a:ea typeface="Times New Roman"/>
                  <a:cs typeface="Times New Roman"/>
                  <a:sym typeface="Times New Roman"/>
                </a:endParaRPr>
              </a:p>
            </p:txBody>
          </p:sp>
        </p:grpSp>
        <p:sp>
          <p:nvSpPr>
            <p:cNvPr id="8639" name="Google Shape;8639;p79"/>
            <p:cNvSpPr/>
            <p:nvPr/>
          </p:nvSpPr>
          <p:spPr>
            <a:xfrm>
              <a:off x="5295542" y="4258379"/>
              <a:ext cx="1279525" cy="485775"/>
            </a:xfrm>
            <a:prstGeom prst="rightArrow">
              <a:avLst>
                <a:gd fmla="val 50000" name="adj1"/>
                <a:gd fmla="val 65850" name="adj2"/>
              </a:avLst>
            </a:pr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Times New Roman"/>
                <a:ea typeface="Times New Roman"/>
                <a:cs typeface="Times New Roman"/>
                <a:sym typeface="Times New Roman"/>
              </a:endParaRPr>
            </a:p>
          </p:txBody>
        </p:sp>
        <p:sp>
          <p:nvSpPr>
            <p:cNvPr id="8640" name="Google Shape;8640;p79"/>
            <p:cNvSpPr/>
            <p:nvPr/>
          </p:nvSpPr>
          <p:spPr>
            <a:xfrm flipH="1" rot="10800000">
              <a:off x="2071329" y="4013904"/>
              <a:ext cx="974725" cy="720725"/>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1" name="Google Shape;8641;p79"/>
            <p:cNvSpPr txBox="1"/>
            <p:nvPr/>
          </p:nvSpPr>
          <p:spPr>
            <a:xfrm flipH="1">
              <a:off x="2071325" y="4013900"/>
              <a:ext cx="974725" cy="7207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Arial"/>
                <a:ea typeface="Arial"/>
                <a:cs typeface="Arial"/>
                <a:sym typeface="Arial"/>
              </a:endParaRPr>
            </a:p>
          </p:txBody>
        </p:sp>
      </p:grpSp>
      <p:cxnSp>
        <p:nvCxnSpPr>
          <p:cNvPr id="8642" name="Google Shape;8642;p79"/>
          <p:cNvCxnSpPr/>
          <p:nvPr/>
        </p:nvCxnSpPr>
        <p:spPr>
          <a:xfrm>
            <a:off x="2663444" y="4956164"/>
            <a:ext cx="0" cy="499262"/>
          </a:xfrm>
          <a:prstGeom prst="straightConnector1">
            <a:avLst/>
          </a:prstGeom>
          <a:noFill/>
          <a:ln cap="flat" cmpd="sng" w="9525">
            <a:solidFill>
              <a:schemeClr val="dk1"/>
            </a:solidFill>
            <a:prstDash val="solid"/>
            <a:miter lim="800000"/>
            <a:headEnd len="sm" w="sm" type="none"/>
            <a:tailEnd len="sm" w="sm" type="none"/>
          </a:ln>
        </p:spPr>
      </p:cxnSp>
      <p:cxnSp>
        <p:nvCxnSpPr>
          <p:cNvPr id="8643" name="Google Shape;8643;p79"/>
          <p:cNvCxnSpPr/>
          <p:nvPr/>
        </p:nvCxnSpPr>
        <p:spPr>
          <a:xfrm>
            <a:off x="3671250" y="4571341"/>
            <a:ext cx="0" cy="499262"/>
          </a:xfrm>
          <a:prstGeom prst="straightConnector1">
            <a:avLst/>
          </a:prstGeom>
          <a:noFill/>
          <a:ln cap="flat" cmpd="sng" w="9525">
            <a:solidFill>
              <a:schemeClr val="dk1"/>
            </a:solidFill>
            <a:prstDash val="solid"/>
            <a:miter lim="800000"/>
            <a:headEnd len="sm" w="sm" type="none"/>
            <a:tailEnd len="sm" w="sm" type="none"/>
          </a:ln>
        </p:spPr>
      </p:cxnSp>
      <p:cxnSp>
        <p:nvCxnSpPr>
          <p:cNvPr id="8644" name="Google Shape;8644;p79"/>
          <p:cNvCxnSpPr/>
          <p:nvPr/>
        </p:nvCxnSpPr>
        <p:spPr>
          <a:xfrm>
            <a:off x="7773171" y="4574886"/>
            <a:ext cx="0" cy="499262"/>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23"/>
                                        </p:tgtEl>
                                        <p:attrNameLst>
                                          <p:attrName>style.visibility</p:attrName>
                                        </p:attrNameLst>
                                      </p:cBhvr>
                                      <p:to>
                                        <p:strVal val="visible"/>
                                      </p:to>
                                    </p:set>
                                    <p:animEffect filter="fade" transition="in">
                                      <p:cBhvr>
                                        <p:cTn dur="500"/>
                                        <p:tgtEl>
                                          <p:spTgt spid="8623"/>
                                        </p:tgtEl>
                                      </p:cBhvr>
                                    </p:animEffect>
                                  </p:childTnLst>
                                </p:cTn>
                              </p:par>
                              <p:par>
                                <p:cTn fill="hold" nodeType="withEffect" presetClass="entr" presetID="10" presetSubtype="0">
                                  <p:stCondLst>
                                    <p:cond delay="0"/>
                                  </p:stCondLst>
                                  <p:childTnLst>
                                    <p:set>
                                      <p:cBhvr>
                                        <p:cTn dur="1" fill="hold">
                                          <p:stCondLst>
                                            <p:cond delay="0"/>
                                          </p:stCondLst>
                                        </p:cTn>
                                        <p:tgtEl>
                                          <p:spTgt spid="8627"/>
                                        </p:tgtEl>
                                        <p:attrNameLst>
                                          <p:attrName>style.visibility</p:attrName>
                                        </p:attrNameLst>
                                      </p:cBhvr>
                                      <p:to>
                                        <p:strVal val="visible"/>
                                      </p:to>
                                    </p:set>
                                    <p:animEffect filter="fade" transition="in">
                                      <p:cBhvr>
                                        <p:cTn dur="500"/>
                                        <p:tgtEl>
                                          <p:spTgt spid="86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9" name="Shape 8649"/>
        <p:cNvGrpSpPr/>
        <p:nvPr/>
      </p:nvGrpSpPr>
      <p:grpSpPr>
        <a:xfrm>
          <a:off x="0" y="0"/>
          <a:ext cx="0" cy="0"/>
          <a:chOff x="0" y="0"/>
          <a:chExt cx="0" cy="0"/>
        </a:xfrm>
      </p:grpSpPr>
      <p:sp>
        <p:nvSpPr>
          <p:cNvPr id="8650" name="Google Shape;8650;p80"/>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Throughput</a:t>
            </a:r>
            <a:endParaRPr sz="4400"/>
          </a:p>
        </p:txBody>
      </p:sp>
      <p:sp>
        <p:nvSpPr>
          <p:cNvPr id="8651" name="Google Shape;8651;p8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grpSp>
        <p:nvGrpSpPr>
          <p:cNvPr id="8652" name="Google Shape;8652;p80"/>
          <p:cNvGrpSpPr/>
          <p:nvPr/>
        </p:nvGrpSpPr>
        <p:grpSpPr>
          <a:xfrm>
            <a:off x="4983726" y="4245735"/>
            <a:ext cx="912813" cy="415925"/>
            <a:chOff x="1871277" y="1576300"/>
            <a:chExt cx="1128371" cy="437861"/>
          </a:xfrm>
        </p:grpSpPr>
        <p:sp>
          <p:nvSpPr>
            <p:cNvPr id="8653" name="Google Shape;8653;p80"/>
            <p:cNvSpPr/>
            <p:nvPr/>
          </p:nvSpPr>
          <p:spPr>
            <a:xfrm flipH="1" rot="10800000">
              <a:off x="1874446" y="1694641"/>
              <a:ext cx="1125202" cy="319520"/>
            </a:xfrm>
            <a:prstGeom prst="ellipse">
              <a:avLst/>
            </a:prstGeom>
            <a:gradFill>
              <a:gsLst>
                <a:gs pos="0">
                  <a:srgbClr val="262699"/>
                </a:gs>
                <a:gs pos="53000">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654" name="Google Shape;8654;p80"/>
            <p:cNvSpPr/>
            <p:nvPr/>
          </p:nvSpPr>
          <p:spPr>
            <a:xfrm>
              <a:off x="1871277" y="1740080"/>
              <a:ext cx="1128371" cy="115314"/>
            </a:xfrm>
            <a:prstGeom prst="rect">
              <a:avLst/>
            </a:prstGeom>
            <a:gradFill>
              <a:gsLst>
                <a:gs pos="0">
                  <a:srgbClr val="262699"/>
                </a:gs>
                <a:gs pos="53000">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655" name="Google Shape;8655;p80"/>
            <p:cNvSpPr/>
            <p:nvPr/>
          </p:nvSpPr>
          <p:spPr>
            <a:xfrm flipH="1" rot="10800000">
              <a:off x="1871277" y="1576300"/>
              <a:ext cx="1125200"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656" name="Google Shape;8656;p80"/>
            <p:cNvSpPr/>
            <p:nvPr/>
          </p:nvSpPr>
          <p:spPr>
            <a:xfrm>
              <a:off x="2159748" y="1673231"/>
              <a:ext cx="547504" cy="160438"/>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657" name="Google Shape;8657;p80"/>
            <p:cNvSpPr/>
            <p:nvPr/>
          </p:nvSpPr>
          <p:spPr>
            <a:xfrm>
              <a:off x="2102655" y="1633103"/>
              <a:ext cx="662444"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658" name="Google Shape;8658;p80"/>
            <p:cNvSpPr/>
            <p:nvPr/>
          </p:nvSpPr>
          <p:spPr>
            <a:xfrm>
              <a:off x="2536889" y="1727776"/>
              <a:ext cx="244057"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659" name="Google Shape;8659;p80"/>
            <p:cNvSpPr/>
            <p:nvPr/>
          </p:nvSpPr>
          <p:spPr>
            <a:xfrm>
              <a:off x="2089977" y="1730144"/>
              <a:ext cx="240888"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8660" name="Google Shape;8660;p80"/>
            <p:cNvCxnSpPr>
              <a:endCxn id="8655" idx="2"/>
            </p:cNvCxnSpPr>
            <p:nvPr/>
          </p:nvCxnSpPr>
          <p:spPr>
            <a:xfrm rot="10800000">
              <a:off x="1871277" y="1736060"/>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8661" name="Google Shape;8661;p80"/>
            <p:cNvCxnSpPr/>
            <p:nvPr/>
          </p:nvCxnSpPr>
          <p:spPr>
            <a:xfrm rot="10800000">
              <a:off x="2996477" y="1734877"/>
              <a:ext cx="3171" cy="123074"/>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8662" name="Google Shape;8662;p80"/>
          <p:cNvGrpSpPr/>
          <p:nvPr/>
        </p:nvGrpSpPr>
        <p:grpSpPr>
          <a:xfrm>
            <a:off x="4937689" y="2318255"/>
            <a:ext cx="911225" cy="415925"/>
            <a:chOff x="1871277" y="1576300"/>
            <a:chExt cx="1128371" cy="437861"/>
          </a:xfrm>
        </p:grpSpPr>
        <p:sp>
          <p:nvSpPr>
            <p:cNvPr id="8663" name="Google Shape;8663;p80"/>
            <p:cNvSpPr/>
            <p:nvPr/>
          </p:nvSpPr>
          <p:spPr>
            <a:xfrm flipH="1" rot="10800000">
              <a:off x="1874446" y="1694641"/>
              <a:ext cx="1125202" cy="319520"/>
            </a:xfrm>
            <a:prstGeom prst="ellipse">
              <a:avLst/>
            </a:prstGeom>
            <a:gradFill>
              <a:gsLst>
                <a:gs pos="0">
                  <a:srgbClr val="262699"/>
                </a:gs>
                <a:gs pos="53000">
                  <a:srgbClr val="8585E0"/>
                </a:gs>
                <a:gs pos="100000">
                  <a:srgbClr val="262699"/>
                </a:gs>
              </a:gsLst>
              <a:lin ang="0" scaled="0"/>
            </a:gra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664" name="Google Shape;8664;p80"/>
            <p:cNvSpPr/>
            <p:nvPr/>
          </p:nvSpPr>
          <p:spPr>
            <a:xfrm>
              <a:off x="1871277" y="1740080"/>
              <a:ext cx="1128371" cy="115315"/>
            </a:xfrm>
            <a:prstGeom prst="rect">
              <a:avLst/>
            </a:prstGeom>
            <a:gradFill>
              <a:gsLst>
                <a:gs pos="0">
                  <a:srgbClr val="262699"/>
                </a:gs>
                <a:gs pos="53000">
                  <a:srgbClr val="8383E0"/>
                </a:gs>
                <a:gs pos="100000">
                  <a:srgbClr val="262699"/>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665" name="Google Shape;8665;p80"/>
            <p:cNvSpPr/>
            <p:nvPr/>
          </p:nvSpPr>
          <p:spPr>
            <a:xfrm flipH="1" rot="10800000">
              <a:off x="1871277" y="1576300"/>
              <a:ext cx="1125200" cy="319520"/>
            </a:xfrm>
            <a:prstGeom prst="ellipse">
              <a:avLst/>
            </a:prstGeom>
            <a:solidFill>
              <a:srgbClr val="BFBFBF"/>
            </a:solidFill>
            <a:ln cap="flat" cmpd="sng" w="9525">
              <a:solidFill>
                <a:srgbClr val="000000"/>
              </a:solidFill>
              <a:prstDash val="solid"/>
              <a:round/>
              <a:headEnd len="sm" w="sm" type="none"/>
              <a:tailEnd len="sm" w="sm" type="none"/>
            </a:ln>
            <a:effectLst>
              <a:outerShdw blurRad="40000" rotWithShape="0" dir="5400000" dist="23000">
                <a:srgbClr val="80808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666" name="Google Shape;8666;p80"/>
            <p:cNvSpPr/>
            <p:nvPr/>
          </p:nvSpPr>
          <p:spPr>
            <a:xfrm>
              <a:off x="2160249" y="1673231"/>
              <a:ext cx="548460" cy="160438"/>
            </a:xfrm>
            <a:custGeom>
              <a:rect b="b" l="l" r="r" t="t"/>
              <a:pathLst>
                <a:path extrusionOk="0" h="1321259" w="307606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8383E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libri"/>
                <a:buNone/>
              </a:pPr>
              <a:r>
                <a:t/>
              </a:r>
              <a:endParaRPr b="0" i="0" sz="2400" u="none" cap="none" strike="noStrike">
                <a:solidFill>
                  <a:srgbClr val="FFFFFF"/>
                </a:solidFill>
                <a:latin typeface="Calibri"/>
                <a:ea typeface="Calibri"/>
                <a:cs typeface="Calibri"/>
                <a:sym typeface="Calibri"/>
              </a:endParaRPr>
            </a:p>
          </p:txBody>
        </p:sp>
        <p:sp>
          <p:nvSpPr>
            <p:cNvPr id="8667" name="Google Shape;8667;p80"/>
            <p:cNvSpPr/>
            <p:nvPr/>
          </p:nvSpPr>
          <p:spPr>
            <a:xfrm>
              <a:off x="2102655" y="1633103"/>
              <a:ext cx="662444" cy="111241"/>
            </a:xfrm>
            <a:custGeom>
              <a:rect b="b" l="l" r="r" t="t"/>
              <a:pathLst>
                <a:path extrusionOk="0" h="932950" w="3723451">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668" name="Google Shape;8668;p80"/>
            <p:cNvSpPr/>
            <p:nvPr/>
          </p:nvSpPr>
          <p:spPr>
            <a:xfrm>
              <a:off x="2536889" y="1727776"/>
              <a:ext cx="244057" cy="97040"/>
            </a:xfrm>
            <a:custGeom>
              <a:rect b="b" l="l" r="r" t="t"/>
              <a:pathLst>
                <a:path extrusionOk="0" h="809868" w="1366596">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669" name="Google Shape;8669;p80"/>
            <p:cNvSpPr/>
            <p:nvPr/>
          </p:nvSpPr>
          <p:spPr>
            <a:xfrm>
              <a:off x="2089977" y="1730144"/>
              <a:ext cx="240888" cy="97039"/>
            </a:xfrm>
            <a:custGeom>
              <a:rect b="b" l="l" r="r" t="t"/>
              <a:pathLst>
                <a:path extrusionOk="0" h="791462" w="1348191">
                  <a:moveTo>
                    <a:pt x="1329786" y="0"/>
                  </a:moveTo>
                  <a:lnTo>
                    <a:pt x="1348191" y="381926"/>
                  </a:lnTo>
                  <a:lnTo>
                    <a:pt x="487742" y="791462"/>
                  </a:lnTo>
                  <a:lnTo>
                    <a:pt x="0" y="612002"/>
                  </a:lnTo>
                  <a:lnTo>
                    <a:pt x="1329786" y="0"/>
                  </a:lnTo>
                  <a:close/>
                </a:path>
              </a:pathLst>
            </a:custGeom>
            <a:solidFill>
              <a:srgbClr val="26269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cxnSp>
          <p:nvCxnSpPr>
            <p:cNvPr id="8670" name="Google Shape;8670;p80"/>
            <p:cNvCxnSpPr>
              <a:endCxn id="8665" idx="2"/>
            </p:cNvCxnSpPr>
            <p:nvPr/>
          </p:nvCxnSpPr>
          <p:spPr>
            <a:xfrm rot="10800000">
              <a:off x="1871277" y="1736060"/>
              <a:ext cx="3300" cy="123000"/>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cxnSp>
          <p:nvCxnSpPr>
            <p:cNvPr id="8671" name="Google Shape;8671;p80"/>
            <p:cNvCxnSpPr/>
            <p:nvPr/>
          </p:nvCxnSpPr>
          <p:spPr>
            <a:xfrm rot="10800000">
              <a:off x="2996477" y="1734877"/>
              <a:ext cx="3171" cy="123074"/>
            </a:xfrm>
            <a:prstGeom prst="straightConnector1">
              <a:avLst/>
            </a:prstGeom>
            <a:noFill/>
            <a:ln cap="flat" cmpd="sng" w="9525">
              <a:solidFill>
                <a:srgbClr val="000000"/>
              </a:solidFill>
              <a:prstDash val="solid"/>
              <a:round/>
              <a:headEnd len="med" w="med" type="none"/>
              <a:tailEnd len="med" w="med" type="none"/>
            </a:ln>
            <a:effectLst>
              <a:outerShdw blurRad="40005" rotWithShape="0" algn="tl" dir="5400000" dist="19939">
                <a:srgbClr val="808080">
                  <a:alpha val="37647"/>
                </a:srgbClr>
              </a:outerShdw>
            </a:effectLst>
          </p:spPr>
        </p:cxnSp>
      </p:grpSp>
      <p:grpSp>
        <p:nvGrpSpPr>
          <p:cNvPr id="8672" name="Google Shape;8672;p80"/>
          <p:cNvGrpSpPr/>
          <p:nvPr/>
        </p:nvGrpSpPr>
        <p:grpSpPr>
          <a:xfrm>
            <a:off x="2292914" y="1991230"/>
            <a:ext cx="352425" cy="876300"/>
            <a:chOff x="4140" y="429"/>
            <a:chExt cx="1425" cy="2396"/>
          </a:xfrm>
        </p:grpSpPr>
        <p:sp>
          <p:nvSpPr>
            <p:cNvPr id="8673" name="Google Shape;8673;p8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674" name="Google Shape;8674;p80"/>
            <p:cNvSpPr/>
            <p:nvPr/>
          </p:nvSpPr>
          <p:spPr>
            <a:xfrm>
              <a:off x="4204" y="429"/>
              <a:ext cx="1046"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675" name="Google Shape;8675;p8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676" name="Google Shape;8676;p8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677" name="Google Shape;8677;p80"/>
            <p:cNvSpPr/>
            <p:nvPr/>
          </p:nvSpPr>
          <p:spPr>
            <a:xfrm>
              <a:off x="4211" y="694"/>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8678" name="Google Shape;8678;p80"/>
            <p:cNvGrpSpPr/>
            <p:nvPr/>
          </p:nvGrpSpPr>
          <p:grpSpPr>
            <a:xfrm>
              <a:off x="4750" y="668"/>
              <a:ext cx="578" cy="143"/>
              <a:chOff x="615" y="2568"/>
              <a:chExt cx="721" cy="137"/>
            </a:xfrm>
          </p:grpSpPr>
          <p:sp>
            <p:nvSpPr>
              <p:cNvPr id="8679" name="Google Shape;8679;p80"/>
              <p:cNvSpPr/>
              <p:nvPr/>
            </p:nvSpPr>
            <p:spPr>
              <a:xfrm>
                <a:off x="615" y="2568"/>
                <a:ext cx="721"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680" name="Google Shape;8680;p80"/>
              <p:cNvSpPr/>
              <p:nvPr/>
            </p:nvSpPr>
            <p:spPr>
              <a:xfrm>
                <a:off x="631" y="2584"/>
                <a:ext cx="689"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8681" name="Google Shape;8681;p80"/>
            <p:cNvSpPr/>
            <p:nvPr/>
          </p:nvSpPr>
          <p:spPr>
            <a:xfrm>
              <a:off x="4223" y="101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8682" name="Google Shape;8682;p80"/>
            <p:cNvGrpSpPr/>
            <p:nvPr/>
          </p:nvGrpSpPr>
          <p:grpSpPr>
            <a:xfrm>
              <a:off x="4749" y="993"/>
              <a:ext cx="578" cy="135"/>
              <a:chOff x="617" y="2567"/>
              <a:chExt cx="721" cy="140"/>
            </a:xfrm>
          </p:grpSpPr>
          <p:sp>
            <p:nvSpPr>
              <p:cNvPr id="8683" name="Google Shape;8683;p80"/>
              <p:cNvSpPr/>
              <p:nvPr/>
            </p:nvSpPr>
            <p:spPr>
              <a:xfrm>
                <a:off x="617" y="2567"/>
                <a:ext cx="72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684" name="Google Shape;8684;p80"/>
              <p:cNvSpPr/>
              <p:nvPr/>
            </p:nvSpPr>
            <p:spPr>
              <a:xfrm>
                <a:off x="634" y="2585"/>
                <a:ext cx="689"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8685" name="Google Shape;8685;p80"/>
            <p:cNvSpPr/>
            <p:nvPr/>
          </p:nvSpPr>
          <p:spPr>
            <a:xfrm>
              <a:off x="4217" y="1358"/>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686" name="Google Shape;8686;p80"/>
            <p:cNvSpPr/>
            <p:nvPr/>
          </p:nvSpPr>
          <p:spPr>
            <a:xfrm>
              <a:off x="4230" y="1653"/>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8687" name="Google Shape;8687;p80"/>
            <p:cNvGrpSpPr/>
            <p:nvPr/>
          </p:nvGrpSpPr>
          <p:grpSpPr>
            <a:xfrm>
              <a:off x="4737" y="1627"/>
              <a:ext cx="578" cy="152"/>
              <a:chOff x="616" y="2568"/>
              <a:chExt cx="720" cy="140"/>
            </a:xfrm>
          </p:grpSpPr>
          <p:sp>
            <p:nvSpPr>
              <p:cNvPr id="8688" name="Google Shape;8688;p80"/>
              <p:cNvSpPr/>
              <p:nvPr/>
            </p:nvSpPr>
            <p:spPr>
              <a:xfrm>
                <a:off x="616" y="2568"/>
                <a:ext cx="720"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689" name="Google Shape;8689;p80"/>
              <p:cNvSpPr/>
              <p:nvPr/>
            </p:nvSpPr>
            <p:spPr>
              <a:xfrm>
                <a:off x="632" y="2584"/>
                <a:ext cx="68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8690" name="Google Shape;8690;p8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8691" name="Google Shape;8691;p80"/>
            <p:cNvGrpSpPr/>
            <p:nvPr/>
          </p:nvGrpSpPr>
          <p:grpSpPr>
            <a:xfrm>
              <a:off x="4737" y="1328"/>
              <a:ext cx="584" cy="139"/>
              <a:chOff x="611" y="2569"/>
              <a:chExt cx="728" cy="139"/>
            </a:xfrm>
          </p:grpSpPr>
          <p:sp>
            <p:nvSpPr>
              <p:cNvPr id="8692" name="Google Shape;8692;p80"/>
              <p:cNvSpPr/>
              <p:nvPr/>
            </p:nvSpPr>
            <p:spPr>
              <a:xfrm>
                <a:off x="611" y="2569"/>
                <a:ext cx="728"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693" name="Google Shape;8693;p80"/>
              <p:cNvSpPr/>
              <p:nvPr/>
            </p:nvSpPr>
            <p:spPr>
              <a:xfrm>
                <a:off x="627" y="2586"/>
                <a:ext cx="696"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8694" name="Google Shape;8694;p80"/>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695" name="Google Shape;8695;p8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696" name="Google Shape;8696;p8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697" name="Google Shape;8697;p80"/>
            <p:cNvSpPr/>
            <p:nvPr/>
          </p:nvSpPr>
          <p:spPr>
            <a:xfrm>
              <a:off x="5520" y="2612"/>
              <a:ext cx="45"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698" name="Google Shape;8698;p8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699" name="Google Shape;8699;p80"/>
            <p:cNvSpPr/>
            <p:nvPr/>
          </p:nvSpPr>
          <p:spPr>
            <a:xfrm>
              <a:off x="4140" y="2677"/>
              <a:ext cx="1200"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00" name="Google Shape;8700;p80"/>
            <p:cNvSpPr/>
            <p:nvPr/>
          </p:nvSpPr>
          <p:spPr>
            <a:xfrm>
              <a:off x="4204" y="2712"/>
              <a:ext cx="1072"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01" name="Google Shape;8701;p80"/>
            <p:cNvSpPr/>
            <p:nvPr/>
          </p:nvSpPr>
          <p:spPr>
            <a:xfrm>
              <a:off x="4307" y="2382"/>
              <a:ext cx="160"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02" name="Google Shape;8702;p80"/>
            <p:cNvSpPr/>
            <p:nvPr/>
          </p:nvSpPr>
          <p:spPr>
            <a:xfrm>
              <a:off x="4487" y="2382"/>
              <a:ext cx="160"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Calibri"/>
                <a:ea typeface="Calibri"/>
                <a:cs typeface="Calibri"/>
                <a:sym typeface="Calibri"/>
              </a:endParaRPr>
            </a:p>
          </p:txBody>
        </p:sp>
        <p:sp>
          <p:nvSpPr>
            <p:cNvPr id="8703" name="Google Shape;8703;p80"/>
            <p:cNvSpPr/>
            <p:nvPr/>
          </p:nvSpPr>
          <p:spPr>
            <a:xfrm>
              <a:off x="4660" y="2382"/>
              <a:ext cx="160"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04" name="Google Shape;8704;p80"/>
            <p:cNvSpPr/>
            <p:nvPr/>
          </p:nvSpPr>
          <p:spPr>
            <a:xfrm>
              <a:off x="5064" y="1835"/>
              <a:ext cx="83"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8705" name="Google Shape;8705;p80"/>
          <p:cNvSpPr txBox="1"/>
          <p:nvPr/>
        </p:nvSpPr>
        <p:spPr>
          <a:xfrm>
            <a:off x="1197539" y="1361756"/>
            <a:ext cx="8150225" cy="554038"/>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000090"/>
              </a:buClr>
              <a:buSzPts val="2800"/>
              <a:buFont typeface="Noto Sans Symbols"/>
              <a:buNone/>
            </a:pPr>
            <a:r>
              <a:rPr i="1" lang="en-US" sz="2800">
                <a:solidFill>
                  <a:srgbClr val="CC0000"/>
                </a:solidFill>
                <a:latin typeface="Calibri"/>
                <a:ea typeface="Calibri"/>
                <a:cs typeface="Calibri"/>
                <a:sym typeface="Calibri"/>
              </a:rPr>
              <a:t>R</a:t>
            </a:r>
            <a:r>
              <a:rPr baseline="-25000" i="1" lang="en-US" sz="2800">
                <a:solidFill>
                  <a:srgbClr val="CC0000"/>
                </a:solidFill>
                <a:latin typeface="Calibri"/>
                <a:ea typeface="Calibri"/>
                <a:cs typeface="Calibri"/>
                <a:sym typeface="Calibri"/>
              </a:rPr>
              <a:t>s</a:t>
            </a:r>
            <a:r>
              <a:rPr i="1" lang="en-US" sz="2800">
                <a:solidFill>
                  <a:srgbClr val="CC0000"/>
                </a:solidFill>
                <a:latin typeface="Calibri"/>
                <a:ea typeface="Calibri"/>
                <a:cs typeface="Calibri"/>
                <a:sym typeface="Calibri"/>
              </a:rPr>
              <a:t> &lt; R</a:t>
            </a:r>
            <a:r>
              <a:rPr baseline="-25000" i="1" lang="en-US" sz="2800">
                <a:solidFill>
                  <a:srgbClr val="CC0000"/>
                </a:solidFill>
                <a:latin typeface="Calibri"/>
                <a:ea typeface="Calibri"/>
                <a:cs typeface="Calibri"/>
                <a:sym typeface="Calibri"/>
              </a:rPr>
              <a:t>c</a:t>
            </a:r>
            <a:r>
              <a:rPr i="1" lang="en-US" sz="2800">
                <a:solidFill>
                  <a:srgbClr val="FF3300"/>
                </a:solidFill>
                <a:latin typeface="Calibri"/>
                <a:ea typeface="Calibri"/>
                <a:cs typeface="Calibri"/>
                <a:sym typeface="Calibri"/>
              </a:rPr>
              <a:t>  </a:t>
            </a:r>
            <a:r>
              <a:rPr lang="en-US" sz="2800">
                <a:solidFill>
                  <a:schemeClr val="dk1"/>
                </a:solidFill>
                <a:latin typeface="Calibri"/>
                <a:ea typeface="Calibri"/>
                <a:cs typeface="Calibri"/>
                <a:sym typeface="Calibri"/>
              </a:rPr>
              <a:t>What is average end-end throughput?</a:t>
            </a:r>
            <a:endParaRPr/>
          </a:p>
        </p:txBody>
      </p:sp>
      <p:grpSp>
        <p:nvGrpSpPr>
          <p:cNvPr id="8706" name="Google Shape;8706;p80"/>
          <p:cNvGrpSpPr/>
          <p:nvPr/>
        </p:nvGrpSpPr>
        <p:grpSpPr>
          <a:xfrm>
            <a:off x="2745351" y="2343655"/>
            <a:ext cx="2136775" cy="307975"/>
            <a:chOff x="2249" y="3430"/>
            <a:chExt cx="1389" cy="256"/>
          </a:xfrm>
        </p:grpSpPr>
        <p:sp>
          <p:nvSpPr>
            <p:cNvPr id="8707" name="Google Shape;8707;p80"/>
            <p:cNvSpPr/>
            <p:nvPr/>
          </p:nvSpPr>
          <p:spPr>
            <a:xfrm>
              <a:off x="3569" y="3433"/>
              <a:ext cx="69" cy="253"/>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708" name="Google Shape;8708;p80"/>
            <p:cNvSpPr/>
            <p:nvPr/>
          </p:nvSpPr>
          <p:spPr>
            <a:xfrm>
              <a:off x="2275" y="3433"/>
              <a:ext cx="1326" cy="253"/>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709" name="Google Shape;8709;p80"/>
            <p:cNvSpPr/>
            <p:nvPr/>
          </p:nvSpPr>
          <p:spPr>
            <a:xfrm>
              <a:off x="2249" y="3430"/>
              <a:ext cx="69" cy="253"/>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10" name="Google Shape;8710;p80"/>
            <p:cNvSpPr/>
            <p:nvPr/>
          </p:nvSpPr>
          <p:spPr>
            <a:xfrm>
              <a:off x="3562" y="3438"/>
              <a:ext cx="44" cy="245"/>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sp>
        <p:nvSpPr>
          <p:cNvPr id="8711" name="Google Shape;8711;p80"/>
          <p:cNvSpPr txBox="1"/>
          <p:nvPr/>
        </p:nvSpPr>
        <p:spPr>
          <a:xfrm>
            <a:off x="2534214" y="2270741"/>
            <a:ext cx="2586037" cy="3968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0000"/>
                </a:solidFill>
                <a:latin typeface="Calibri"/>
                <a:ea typeface="Calibri"/>
                <a:cs typeface="Calibri"/>
                <a:sym typeface="Calibri"/>
              </a:rPr>
              <a:t>  R</a:t>
            </a:r>
            <a:r>
              <a:rPr baseline="-25000" lang="en-US" sz="2800">
                <a:solidFill>
                  <a:srgbClr val="000000"/>
                </a:solidFill>
                <a:latin typeface="Calibri"/>
                <a:ea typeface="Calibri"/>
                <a:cs typeface="Calibri"/>
                <a:sym typeface="Calibri"/>
              </a:rPr>
              <a:t>s</a:t>
            </a:r>
            <a:r>
              <a:rPr baseline="-25000" lang="en-US" sz="2000">
                <a:solidFill>
                  <a:srgbClr val="000000"/>
                </a:solidFill>
                <a:latin typeface="Calibri"/>
                <a:ea typeface="Calibri"/>
                <a:cs typeface="Calibri"/>
                <a:sym typeface="Calibri"/>
              </a:rPr>
              <a:t> </a:t>
            </a:r>
            <a:r>
              <a:rPr lang="en-US" sz="2000">
                <a:solidFill>
                  <a:srgbClr val="000000"/>
                </a:solidFill>
                <a:latin typeface="Calibri"/>
                <a:ea typeface="Calibri"/>
                <a:cs typeface="Calibri"/>
                <a:sym typeface="Calibri"/>
              </a:rPr>
              <a:t>bits/sec</a:t>
            </a:r>
            <a:endParaRPr/>
          </a:p>
        </p:txBody>
      </p:sp>
      <p:sp>
        <p:nvSpPr>
          <p:cNvPr id="8712" name="Google Shape;8712;p80"/>
          <p:cNvSpPr/>
          <p:nvPr/>
        </p:nvSpPr>
        <p:spPr>
          <a:xfrm flipH="1" rot="10800000">
            <a:off x="1934139" y="2111880"/>
            <a:ext cx="895350" cy="565150"/>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3" name="Google Shape;8713;p80"/>
          <p:cNvSpPr txBox="1"/>
          <p:nvPr/>
        </p:nvSpPr>
        <p:spPr>
          <a:xfrm flipH="1">
            <a:off x="1934125" y="2111875"/>
            <a:ext cx="895350" cy="565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sp>
        <p:nvSpPr>
          <p:cNvPr id="8714" name="Google Shape;8714;p80"/>
          <p:cNvSpPr/>
          <p:nvPr/>
        </p:nvSpPr>
        <p:spPr>
          <a:xfrm>
            <a:off x="8168251" y="2318255"/>
            <a:ext cx="941624" cy="379413"/>
          </a:xfrm>
          <a:prstGeom prst="rightArrow">
            <a:avLst>
              <a:gd fmla="val 50000" name="adj1"/>
              <a:gd fmla="val 53870" name="adj2"/>
            </a:avLst>
          </a:pr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grpSp>
        <p:nvGrpSpPr>
          <p:cNvPr id="8715" name="Google Shape;8715;p80"/>
          <p:cNvGrpSpPr/>
          <p:nvPr/>
        </p:nvGrpSpPr>
        <p:grpSpPr>
          <a:xfrm>
            <a:off x="6118790" y="2210305"/>
            <a:ext cx="2577607" cy="569913"/>
            <a:chOff x="3130" y="3069"/>
            <a:chExt cx="1765" cy="366"/>
          </a:xfrm>
        </p:grpSpPr>
        <p:grpSp>
          <p:nvGrpSpPr>
            <p:cNvPr id="8716" name="Google Shape;8716;p80"/>
            <p:cNvGrpSpPr/>
            <p:nvPr/>
          </p:nvGrpSpPr>
          <p:grpSpPr>
            <a:xfrm>
              <a:off x="3130" y="3069"/>
              <a:ext cx="1765" cy="366"/>
              <a:chOff x="2249" y="3430"/>
              <a:chExt cx="1389" cy="256"/>
            </a:xfrm>
          </p:grpSpPr>
          <p:sp>
            <p:nvSpPr>
              <p:cNvPr id="8717" name="Google Shape;8717;p80"/>
              <p:cNvSpPr/>
              <p:nvPr/>
            </p:nvSpPr>
            <p:spPr>
              <a:xfrm>
                <a:off x="3569" y="3433"/>
                <a:ext cx="69" cy="253"/>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718" name="Google Shape;8718;p80"/>
              <p:cNvSpPr/>
              <p:nvPr/>
            </p:nvSpPr>
            <p:spPr>
              <a:xfrm>
                <a:off x="2275" y="3433"/>
                <a:ext cx="1329" cy="253"/>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719" name="Google Shape;8719;p80"/>
              <p:cNvSpPr/>
              <p:nvPr/>
            </p:nvSpPr>
            <p:spPr>
              <a:xfrm>
                <a:off x="2249" y="3430"/>
                <a:ext cx="69" cy="253"/>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20" name="Google Shape;8720;p80"/>
              <p:cNvSpPr/>
              <p:nvPr/>
            </p:nvSpPr>
            <p:spPr>
              <a:xfrm>
                <a:off x="3562" y="3438"/>
                <a:ext cx="44" cy="246"/>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sp>
          <p:nvSpPr>
            <p:cNvPr id="8721" name="Google Shape;8721;p80"/>
            <p:cNvSpPr txBox="1"/>
            <p:nvPr/>
          </p:nvSpPr>
          <p:spPr>
            <a:xfrm>
              <a:off x="3181" y="3135"/>
              <a:ext cx="1702" cy="25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a:t>
              </a:r>
              <a:r>
                <a:rPr b="0" baseline="-25000" i="0" lang="en-US" sz="2800" u="none" cap="none" strike="noStrike">
                  <a:solidFill>
                    <a:srgbClr val="000000"/>
                  </a:solidFill>
                  <a:latin typeface="Calibri"/>
                  <a:ea typeface="Calibri"/>
                  <a:cs typeface="Calibri"/>
                  <a:sym typeface="Calibri"/>
                </a:rPr>
                <a:t>c</a:t>
              </a:r>
              <a:r>
                <a:rPr b="0" baseline="-25000" i="0" lang="en-US" sz="20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bits/sec</a:t>
              </a:r>
              <a:endParaRPr/>
            </a:p>
          </p:txBody>
        </p:sp>
      </p:grpSp>
      <p:sp>
        <p:nvSpPr>
          <p:cNvPr id="8722" name="Google Shape;8722;p80"/>
          <p:cNvSpPr/>
          <p:nvPr/>
        </p:nvSpPr>
        <p:spPr>
          <a:xfrm>
            <a:off x="1234051" y="3170791"/>
            <a:ext cx="8062913" cy="55403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2800">
                <a:solidFill>
                  <a:srgbClr val="CC0000"/>
                </a:solidFill>
                <a:latin typeface="Calibri"/>
                <a:ea typeface="Calibri"/>
                <a:cs typeface="Calibri"/>
                <a:sym typeface="Calibri"/>
              </a:rPr>
              <a:t>R</a:t>
            </a:r>
            <a:r>
              <a:rPr baseline="-25000" i="1" lang="en-US" sz="2800">
                <a:solidFill>
                  <a:srgbClr val="CC0000"/>
                </a:solidFill>
                <a:latin typeface="Calibri"/>
                <a:ea typeface="Calibri"/>
                <a:cs typeface="Calibri"/>
                <a:sym typeface="Calibri"/>
              </a:rPr>
              <a:t>s</a:t>
            </a:r>
            <a:r>
              <a:rPr i="1" lang="en-US" sz="2800">
                <a:solidFill>
                  <a:srgbClr val="CC0000"/>
                </a:solidFill>
                <a:latin typeface="Calibri"/>
                <a:ea typeface="Calibri"/>
                <a:cs typeface="Calibri"/>
                <a:sym typeface="Calibri"/>
              </a:rPr>
              <a:t> &gt; R</a:t>
            </a:r>
            <a:r>
              <a:rPr baseline="-25000" i="1" lang="en-US" sz="2800">
                <a:solidFill>
                  <a:srgbClr val="CC0000"/>
                </a:solidFill>
                <a:latin typeface="Calibri"/>
                <a:ea typeface="Calibri"/>
                <a:cs typeface="Calibri"/>
                <a:sym typeface="Calibri"/>
              </a:rPr>
              <a:t>c</a:t>
            </a:r>
            <a:r>
              <a:rPr i="1" lang="en-US" sz="2800">
                <a:solidFill>
                  <a:srgbClr val="FF3300"/>
                </a:solidFill>
                <a:latin typeface="Calibri"/>
                <a:ea typeface="Calibri"/>
                <a:cs typeface="Calibri"/>
                <a:sym typeface="Calibri"/>
              </a:rPr>
              <a:t>  </a:t>
            </a:r>
            <a:r>
              <a:rPr lang="en-US" sz="2800">
                <a:solidFill>
                  <a:srgbClr val="000000"/>
                </a:solidFill>
                <a:latin typeface="Calibri"/>
                <a:ea typeface="Calibri"/>
                <a:cs typeface="Calibri"/>
                <a:sym typeface="Calibri"/>
              </a:rPr>
              <a:t>What is average end-end throughput?</a:t>
            </a:r>
            <a:endParaRPr/>
          </a:p>
        </p:txBody>
      </p:sp>
      <p:grpSp>
        <p:nvGrpSpPr>
          <p:cNvPr id="8723" name="Google Shape;8723;p80"/>
          <p:cNvGrpSpPr/>
          <p:nvPr/>
        </p:nvGrpSpPr>
        <p:grpSpPr>
          <a:xfrm>
            <a:off x="1327659" y="5111236"/>
            <a:ext cx="8847138" cy="1282702"/>
            <a:chOff x="186" y="3246"/>
            <a:chExt cx="5573" cy="808"/>
          </a:xfrm>
        </p:grpSpPr>
        <p:sp>
          <p:nvSpPr>
            <p:cNvPr id="8724" name="Google Shape;8724;p80"/>
            <p:cNvSpPr/>
            <p:nvPr/>
          </p:nvSpPr>
          <p:spPr>
            <a:xfrm>
              <a:off x="186" y="3414"/>
              <a:ext cx="5521" cy="640"/>
            </a:xfrm>
            <a:prstGeom prst="rect">
              <a:avLst/>
            </a:prstGeom>
            <a:solidFill>
              <a:srgbClr val="FFFFFF"/>
            </a:solidFill>
            <a:ln cap="flat" cmpd="sng" w="2857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25" name="Google Shape;8725;p80"/>
            <p:cNvSpPr txBox="1"/>
            <p:nvPr/>
          </p:nvSpPr>
          <p:spPr>
            <a:xfrm>
              <a:off x="238" y="3585"/>
              <a:ext cx="5521" cy="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link on end-end path that constrains  end-end throughput</a:t>
              </a:r>
              <a:endParaRPr/>
            </a:p>
          </p:txBody>
        </p:sp>
        <p:sp>
          <p:nvSpPr>
            <p:cNvPr id="8726" name="Google Shape;8726;p80"/>
            <p:cNvSpPr txBox="1"/>
            <p:nvPr/>
          </p:nvSpPr>
          <p:spPr>
            <a:xfrm>
              <a:off x="375" y="3246"/>
              <a:ext cx="1629" cy="330"/>
            </a:xfrm>
            <a:prstGeom prst="rect">
              <a:avLst/>
            </a:prstGeom>
            <a:solidFill>
              <a:srgbClr val="FFFFFF"/>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800"/>
                <a:buFont typeface="Calibri"/>
                <a:buNone/>
              </a:pPr>
              <a:r>
                <a:rPr b="0" i="1" lang="en-US" sz="2800" u="none" cap="none" strike="noStrike">
                  <a:solidFill>
                    <a:srgbClr val="CC0000"/>
                  </a:solidFill>
                  <a:latin typeface="Calibri"/>
                  <a:ea typeface="Calibri"/>
                  <a:cs typeface="Calibri"/>
                  <a:sym typeface="Calibri"/>
                </a:rPr>
                <a:t>bottleneck link</a:t>
              </a:r>
              <a:endParaRPr/>
            </a:p>
          </p:txBody>
        </p:sp>
      </p:grpSp>
      <p:sp>
        <p:nvSpPr>
          <p:cNvPr id="8727" name="Google Shape;8727;p80"/>
          <p:cNvSpPr/>
          <p:nvPr/>
        </p:nvSpPr>
        <p:spPr>
          <a:xfrm>
            <a:off x="4883714" y="2311905"/>
            <a:ext cx="1365250" cy="381000"/>
          </a:xfrm>
          <a:prstGeom prst="rightArrow">
            <a:avLst>
              <a:gd fmla="val 50000" name="adj1"/>
              <a:gd fmla="val 89583" name="adj2"/>
            </a:avLst>
          </a:pr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rgbClr val="000000"/>
              </a:solidFill>
              <a:latin typeface="Calibri"/>
              <a:ea typeface="Calibri"/>
              <a:cs typeface="Calibri"/>
              <a:sym typeface="Calibri"/>
            </a:endParaRPr>
          </a:p>
        </p:txBody>
      </p:sp>
      <p:grpSp>
        <p:nvGrpSpPr>
          <p:cNvPr id="8728" name="Google Shape;8728;p80"/>
          <p:cNvGrpSpPr/>
          <p:nvPr/>
        </p:nvGrpSpPr>
        <p:grpSpPr>
          <a:xfrm flipH="1">
            <a:off x="9058681" y="2157918"/>
            <a:ext cx="871538" cy="885825"/>
            <a:chOff x="-44" y="1473"/>
            <a:chExt cx="981" cy="1105"/>
          </a:xfrm>
        </p:grpSpPr>
        <p:pic>
          <p:nvPicPr>
            <p:cNvPr descr="desktop_computer_stylized_medium" id="8729" name="Google Shape;8729;p8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730" name="Google Shape;8730;p8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sp>
        <p:nvSpPr>
          <p:cNvPr id="8731" name="Google Shape;8731;p80"/>
          <p:cNvSpPr/>
          <p:nvPr/>
        </p:nvSpPr>
        <p:spPr>
          <a:xfrm>
            <a:off x="1846826" y="1854705"/>
            <a:ext cx="407988" cy="431800"/>
          </a:xfrm>
          <a:prstGeom prst="can">
            <a:avLst>
              <a:gd fmla="val 21398" name="adj"/>
            </a:avLst>
          </a:prstGeom>
          <a:gradFill>
            <a:gsLst>
              <a:gs pos="0">
                <a:srgbClr val="000099"/>
              </a:gs>
              <a:gs pos="100000">
                <a:srgbClr val="FFFFFF"/>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8732" name="Google Shape;8732;p80"/>
          <p:cNvGrpSpPr/>
          <p:nvPr/>
        </p:nvGrpSpPr>
        <p:grpSpPr>
          <a:xfrm>
            <a:off x="1908739" y="3723447"/>
            <a:ext cx="8126412" cy="1166813"/>
            <a:chOff x="775" y="2474"/>
            <a:chExt cx="5119" cy="735"/>
          </a:xfrm>
        </p:grpSpPr>
        <p:grpSp>
          <p:nvGrpSpPr>
            <p:cNvPr id="8733" name="Google Shape;8733;p80"/>
            <p:cNvGrpSpPr/>
            <p:nvPr/>
          </p:nvGrpSpPr>
          <p:grpSpPr>
            <a:xfrm>
              <a:off x="1056" y="2589"/>
              <a:ext cx="222" cy="552"/>
              <a:chOff x="4140" y="429"/>
              <a:chExt cx="1425" cy="2396"/>
            </a:xfrm>
          </p:grpSpPr>
          <p:sp>
            <p:nvSpPr>
              <p:cNvPr id="8734" name="Google Shape;8734;p8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735" name="Google Shape;8735;p80"/>
              <p:cNvSpPr/>
              <p:nvPr/>
            </p:nvSpPr>
            <p:spPr>
              <a:xfrm>
                <a:off x="4204" y="429"/>
                <a:ext cx="1046"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36" name="Google Shape;8736;p8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737" name="Google Shape;8737;p8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738" name="Google Shape;8738;p80"/>
              <p:cNvSpPr/>
              <p:nvPr/>
            </p:nvSpPr>
            <p:spPr>
              <a:xfrm>
                <a:off x="4211" y="694"/>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8739" name="Google Shape;8739;p80"/>
              <p:cNvGrpSpPr/>
              <p:nvPr/>
            </p:nvGrpSpPr>
            <p:grpSpPr>
              <a:xfrm>
                <a:off x="4750" y="668"/>
                <a:ext cx="578" cy="143"/>
                <a:chOff x="615" y="2568"/>
                <a:chExt cx="721" cy="137"/>
              </a:xfrm>
            </p:grpSpPr>
            <p:sp>
              <p:nvSpPr>
                <p:cNvPr id="8740" name="Google Shape;8740;p80"/>
                <p:cNvSpPr/>
                <p:nvPr/>
              </p:nvSpPr>
              <p:spPr>
                <a:xfrm>
                  <a:off x="615" y="2568"/>
                  <a:ext cx="721"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41" name="Google Shape;8741;p80"/>
                <p:cNvSpPr/>
                <p:nvPr/>
              </p:nvSpPr>
              <p:spPr>
                <a:xfrm>
                  <a:off x="631" y="2584"/>
                  <a:ext cx="689"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8742" name="Google Shape;8742;p80"/>
              <p:cNvSpPr/>
              <p:nvPr/>
            </p:nvSpPr>
            <p:spPr>
              <a:xfrm>
                <a:off x="4223" y="1019"/>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8743" name="Google Shape;8743;p80"/>
              <p:cNvGrpSpPr/>
              <p:nvPr/>
            </p:nvGrpSpPr>
            <p:grpSpPr>
              <a:xfrm>
                <a:off x="4749" y="993"/>
                <a:ext cx="578" cy="135"/>
                <a:chOff x="617" y="2567"/>
                <a:chExt cx="721" cy="140"/>
              </a:xfrm>
            </p:grpSpPr>
            <p:sp>
              <p:nvSpPr>
                <p:cNvPr id="8744" name="Google Shape;8744;p80"/>
                <p:cNvSpPr/>
                <p:nvPr/>
              </p:nvSpPr>
              <p:spPr>
                <a:xfrm>
                  <a:off x="617" y="2567"/>
                  <a:ext cx="721"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45" name="Google Shape;8745;p80"/>
                <p:cNvSpPr/>
                <p:nvPr/>
              </p:nvSpPr>
              <p:spPr>
                <a:xfrm>
                  <a:off x="634" y="2585"/>
                  <a:ext cx="689"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8746" name="Google Shape;8746;p80"/>
              <p:cNvSpPr/>
              <p:nvPr/>
            </p:nvSpPr>
            <p:spPr>
              <a:xfrm>
                <a:off x="4217" y="1358"/>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47" name="Google Shape;8747;p80"/>
              <p:cNvSpPr/>
              <p:nvPr/>
            </p:nvSpPr>
            <p:spPr>
              <a:xfrm>
                <a:off x="4230" y="1653"/>
                <a:ext cx="597" cy="48"/>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8748" name="Google Shape;8748;p80"/>
              <p:cNvGrpSpPr/>
              <p:nvPr/>
            </p:nvGrpSpPr>
            <p:grpSpPr>
              <a:xfrm>
                <a:off x="4737" y="1627"/>
                <a:ext cx="578" cy="152"/>
                <a:chOff x="616" y="2568"/>
                <a:chExt cx="720" cy="140"/>
              </a:xfrm>
            </p:grpSpPr>
            <p:sp>
              <p:nvSpPr>
                <p:cNvPr id="8749" name="Google Shape;8749;p80"/>
                <p:cNvSpPr/>
                <p:nvPr/>
              </p:nvSpPr>
              <p:spPr>
                <a:xfrm>
                  <a:off x="616" y="2568"/>
                  <a:ext cx="720"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50" name="Google Shape;8750;p80"/>
                <p:cNvSpPr/>
                <p:nvPr/>
              </p:nvSpPr>
              <p:spPr>
                <a:xfrm>
                  <a:off x="632" y="2584"/>
                  <a:ext cx="68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8751" name="Google Shape;8751;p8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8752" name="Google Shape;8752;p80"/>
              <p:cNvGrpSpPr/>
              <p:nvPr/>
            </p:nvGrpSpPr>
            <p:grpSpPr>
              <a:xfrm>
                <a:off x="4737" y="1327"/>
                <a:ext cx="584" cy="139"/>
                <a:chOff x="611" y="2568"/>
                <a:chExt cx="728" cy="139"/>
              </a:xfrm>
            </p:grpSpPr>
            <p:sp>
              <p:nvSpPr>
                <p:cNvPr id="8753" name="Google Shape;8753;p80"/>
                <p:cNvSpPr/>
                <p:nvPr/>
              </p:nvSpPr>
              <p:spPr>
                <a:xfrm>
                  <a:off x="611" y="2568"/>
                  <a:ext cx="728"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54" name="Google Shape;8754;p80"/>
                <p:cNvSpPr/>
                <p:nvPr/>
              </p:nvSpPr>
              <p:spPr>
                <a:xfrm>
                  <a:off x="627" y="2586"/>
                  <a:ext cx="696"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
            <p:nvSpPr>
              <p:cNvPr id="8755" name="Google Shape;8755;p80"/>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56" name="Google Shape;8756;p8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757" name="Google Shape;8757;p8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758" name="Google Shape;8758;p80"/>
              <p:cNvSpPr/>
              <p:nvPr/>
            </p:nvSpPr>
            <p:spPr>
              <a:xfrm>
                <a:off x="5520" y="2612"/>
                <a:ext cx="45" cy="95"/>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59" name="Google Shape;8759;p8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760" name="Google Shape;8760;p80"/>
              <p:cNvSpPr/>
              <p:nvPr/>
            </p:nvSpPr>
            <p:spPr>
              <a:xfrm>
                <a:off x="4140" y="2677"/>
                <a:ext cx="1200" cy="148"/>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61" name="Google Shape;8761;p80"/>
              <p:cNvSpPr/>
              <p:nvPr/>
            </p:nvSpPr>
            <p:spPr>
              <a:xfrm>
                <a:off x="4204" y="2712"/>
                <a:ext cx="1072" cy="82"/>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62" name="Google Shape;8762;p80"/>
              <p:cNvSpPr/>
              <p:nvPr/>
            </p:nvSpPr>
            <p:spPr>
              <a:xfrm>
                <a:off x="4307" y="2382"/>
                <a:ext cx="160" cy="143"/>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63" name="Google Shape;8763;p80"/>
              <p:cNvSpPr/>
              <p:nvPr/>
            </p:nvSpPr>
            <p:spPr>
              <a:xfrm>
                <a:off x="4487" y="2382"/>
                <a:ext cx="160" cy="143"/>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0000"/>
                  </a:solidFill>
                  <a:latin typeface="Calibri"/>
                  <a:ea typeface="Calibri"/>
                  <a:cs typeface="Calibri"/>
                  <a:sym typeface="Calibri"/>
                </a:endParaRPr>
              </a:p>
            </p:txBody>
          </p:sp>
          <p:sp>
            <p:nvSpPr>
              <p:cNvPr id="8764" name="Google Shape;8764;p80"/>
              <p:cNvSpPr/>
              <p:nvPr/>
            </p:nvSpPr>
            <p:spPr>
              <a:xfrm>
                <a:off x="4660" y="2382"/>
                <a:ext cx="160"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65" name="Google Shape;8765;p80"/>
              <p:cNvSpPr/>
              <p:nvPr/>
            </p:nvSpPr>
            <p:spPr>
              <a:xfrm>
                <a:off x="5064" y="1835"/>
                <a:ext cx="83"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cxnSp>
          <p:nvCxnSpPr>
            <p:cNvPr id="8766" name="Google Shape;8766;p80"/>
            <p:cNvCxnSpPr/>
            <p:nvPr/>
          </p:nvCxnSpPr>
          <p:spPr>
            <a:xfrm>
              <a:off x="1354" y="2913"/>
              <a:ext cx="3661" cy="0"/>
            </a:xfrm>
            <a:prstGeom prst="straightConnector1">
              <a:avLst/>
            </a:prstGeom>
            <a:noFill/>
            <a:ln cap="flat" cmpd="sng" w="9525">
              <a:solidFill>
                <a:srgbClr val="000000"/>
              </a:solidFill>
              <a:prstDash val="solid"/>
              <a:round/>
              <a:headEnd len="med" w="med" type="none"/>
              <a:tailEnd len="med" w="med" type="none"/>
            </a:ln>
          </p:spPr>
        </p:cxnSp>
        <p:grpSp>
          <p:nvGrpSpPr>
            <p:cNvPr id="8767" name="Google Shape;8767;p80"/>
            <p:cNvGrpSpPr/>
            <p:nvPr/>
          </p:nvGrpSpPr>
          <p:grpSpPr>
            <a:xfrm>
              <a:off x="2731" y="2870"/>
              <a:ext cx="607" cy="108"/>
              <a:chOff x="3603" y="243"/>
              <a:chExt cx="357" cy="106"/>
            </a:xfrm>
          </p:grpSpPr>
          <p:cxnSp>
            <p:nvCxnSpPr>
              <p:cNvPr id="8768" name="Google Shape;8768;p80"/>
              <p:cNvCxnSpPr/>
              <p:nvPr/>
            </p:nvCxnSpPr>
            <p:spPr>
              <a:xfrm>
                <a:off x="3603" y="289"/>
                <a:ext cx="0" cy="60"/>
              </a:xfrm>
              <a:prstGeom prst="straightConnector1">
                <a:avLst/>
              </a:prstGeom>
              <a:noFill/>
              <a:ln cap="flat" cmpd="sng" w="12700">
                <a:solidFill>
                  <a:srgbClr val="000000"/>
                </a:solidFill>
                <a:prstDash val="solid"/>
                <a:round/>
                <a:headEnd len="med" w="med" type="none"/>
                <a:tailEnd len="med" w="med" type="none"/>
              </a:ln>
            </p:spPr>
          </p:cxnSp>
          <p:cxnSp>
            <p:nvCxnSpPr>
              <p:cNvPr id="8769" name="Google Shape;8769;p80"/>
              <p:cNvCxnSpPr/>
              <p:nvPr/>
            </p:nvCxnSpPr>
            <p:spPr>
              <a:xfrm>
                <a:off x="3960" y="289"/>
                <a:ext cx="0" cy="60"/>
              </a:xfrm>
              <a:prstGeom prst="straightConnector1">
                <a:avLst/>
              </a:prstGeom>
              <a:noFill/>
              <a:ln cap="flat" cmpd="sng" w="12700">
                <a:solidFill>
                  <a:srgbClr val="000000"/>
                </a:solidFill>
                <a:prstDash val="solid"/>
                <a:round/>
                <a:headEnd len="med" w="med" type="none"/>
                <a:tailEnd len="med" w="med" type="none"/>
              </a:ln>
            </p:spPr>
          </p:cxnSp>
          <p:sp>
            <p:nvSpPr>
              <p:cNvPr id="8770" name="Google Shape;8770;p80"/>
              <p:cNvSpPr/>
              <p:nvPr/>
            </p:nvSpPr>
            <p:spPr>
              <a:xfrm>
                <a:off x="3603" y="289"/>
                <a:ext cx="354" cy="59"/>
              </a:xfrm>
              <a:prstGeom prst="rect">
                <a:avLst/>
              </a:prstGeom>
              <a:solidFill>
                <a:srgbClr val="CCCC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8771" name="Google Shape;8771;p80"/>
              <p:cNvGrpSpPr/>
              <p:nvPr/>
            </p:nvGrpSpPr>
            <p:grpSpPr>
              <a:xfrm>
                <a:off x="3749" y="248"/>
                <a:ext cx="119" cy="65"/>
                <a:chOff x="2894" y="850"/>
                <a:chExt cx="94" cy="96"/>
              </a:xfrm>
            </p:grpSpPr>
            <p:cxnSp>
              <p:nvCxnSpPr>
                <p:cNvPr id="8772" name="Google Shape;8772;p80"/>
                <p:cNvCxnSpPr/>
                <p:nvPr/>
              </p:nvCxnSpPr>
              <p:spPr>
                <a:xfrm>
                  <a:off x="2944" y="946"/>
                  <a:ext cx="44" cy="0"/>
                </a:xfrm>
                <a:prstGeom prst="straightConnector1">
                  <a:avLst/>
                </a:prstGeom>
                <a:noFill/>
                <a:ln cap="flat" cmpd="sng" w="28575">
                  <a:solidFill>
                    <a:srgbClr val="000000"/>
                  </a:solidFill>
                  <a:prstDash val="solid"/>
                  <a:round/>
                  <a:headEnd len="med" w="med" type="none"/>
                  <a:tailEnd len="med" w="med" type="none"/>
                </a:ln>
              </p:spPr>
            </p:cxnSp>
            <p:cxnSp>
              <p:nvCxnSpPr>
                <p:cNvPr id="8773" name="Google Shape;8773;p80"/>
                <p:cNvCxnSpPr/>
                <p:nvPr/>
              </p:nvCxnSpPr>
              <p:spPr>
                <a:xfrm>
                  <a:off x="2894" y="850"/>
                  <a:ext cx="52" cy="96"/>
                </a:xfrm>
                <a:prstGeom prst="straightConnector1">
                  <a:avLst/>
                </a:prstGeom>
                <a:noFill/>
                <a:ln cap="flat" cmpd="sng" w="28575">
                  <a:solidFill>
                    <a:srgbClr val="000000"/>
                  </a:solidFill>
                  <a:prstDash val="solid"/>
                  <a:round/>
                  <a:headEnd len="med" w="med" type="none"/>
                  <a:tailEnd len="med" w="med" type="none"/>
                </a:ln>
              </p:spPr>
            </p:cxnSp>
          </p:grpSp>
          <p:grpSp>
            <p:nvGrpSpPr>
              <p:cNvPr id="8774" name="Google Shape;8774;p80"/>
              <p:cNvGrpSpPr/>
              <p:nvPr/>
            </p:nvGrpSpPr>
            <p:grpSpPr>
              <a:xfrm flipH="1" rot="10800000">
                <a:off x="3689" y="243"/>
                <a:ext cx="124" cy="66"/>
                <a:chOff x="2848" y="848"/>
                <a:chExt cx="98" cy="98"/>
              </a:xfrm>
            </p:grpSpPr>
            <p:cxnSp>
              <p:nvCxnSpPr>
                <p:cNvPr id="8775" name="Google Shape;8775;p80"/>
                <p:cNvCxnSpPr/>
                <p:nvPr/>
              </p:nvCxnSpPr>
              <p:spPr>
                <a:xfrm flipH="1" rot="10800000">
                  <a:off x="2848" y="848"/>
                  <a:ext cx="50" cy="2"/>
                </a:xfrm>
                <a:prstGeom prst="straightConnector1">
                  <a:avLst/>
                </a:prstGeom>
                <a:noFill/>
                <a:ln cap="flat" cmpd="sng" w="28575">
                  <a:solidFill>
                    <a:srgbClr val="000000"/>
                  </a:solidFill>
                  <a:prstDash val="solid"/>
                  <a:round/>
                  <a:headEnd len="med" w="med" type="none"/>
                  <a:tailEnd len="med" w="med" type="none"/>
                </a:ln>
              </p:spPr>
            </p:cxnSp>
            <p:cxnSp>
              <p:nvCxnSpPr>
                <p:cNvPr id="8776" name="Google Shape;8776;p80"/>
                <p:cNvCxnSpPr/>
                <p:nvPr/>
              </p:nvCxnSpPr>
              <p:spPr>
                <a:xfrm>
                  <a:off x="2894" y="850"/>
                  <a:ext cx="52" cy="96"/>
                </a:xfrm>
                <a:prstGeom prst="straightConnector1">
                  <a:avLst/>
                </a:prstGeom>
                <a:noFill/>
                <a:ln cap="flat" cmpd="sng" w="28575">
                  <a:solidFill>
                    <a:srgbClr val="000000"/>
                  </a:solidFill>
                  <a:prstDash val="solid"/>
                  <a:round/>
                  <a:headEnd len="med" w="med" type="none"/>
                  <a:tailEnd len="med" w="med" type="none"/>
                </a:ln>
              </p:spPr>
            </p:cxnSp>
          </p:grpSp>
        </p:grpSp>
        <p:sp>
          <p:nvSpPr>
            <p:cNvPr id="8777" name="Google Shape;8777;p80"/>
            <p:cNvSpPr/>
            <p:nvPr/>
          </p:nvSpPr>
          <p:spPr>
            <a:xfrm>
              <a:off x="4741" y="2812"/>
              <a:ext cx="609" cy="239"/>
            </a:xfrm>
            <a:prstGeom prst="rightArrow">
              <a:avLst>
                <a:gd fmla="val 50000" name="adj1"/>
                <a:gd fmla="val 53870" name="adj2"/>
              </a:avLst>
            </a:pr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nvGrpSpPr>
            <p:cNvPr id="8778" name="Google Shape;8778;p80"/>
            <p:cNvGrpSpPr/>
            <p:nvPr/>
          </p:nvGrpSpPr>
          <p:grpSpPr>
            <a:xfrm>
              <a:off x="1328" y="2739"/>
              <a:ext cx="1347" cy="360"/>
              <a:chOff x="2249" y="3459"/>
              <a:chExt cx="1389" cy="257"/>
            </a:xfrm>
          </p:grpSpPr>
          <p:sp>
            <p:nvSpPr>
              <p:cNvPr id="8779" name="Google Shape;8779;p80"/>
              <p:cNvSpPr/>
              <p:nvPr/>
            </p:nvSpPr>
            <p:spPr>
              <a:xfrm>
                <a:off x="3569" y="3463"/>
                <a:ext cx="69" cy="253"/>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780" name="Google Shape;8780;p80"/>
              <p:cNvSpPr/>
              <p:nvPr/>
            </p:nvSpPr>
            <p:spPr>
              <a:xfrm>
                <a:off x="2275" y="3459"/>
                <a:ext cx="1326" cy="253"/>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781" name="Google Shape;8781;p80"/>
              <p:cNvSpPr/>
              <p:nvPr/>
            </p:nvSpPr>
            <p:spPr>
              <a:xfrm>
                <a:off x="2249" y="3460"/>
                <a:ext cx="69" cy="253"/>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82" name="Google Shape;8782;p80"/>
              <p:cNvSpPr/>
              <p:nvPr/>
            </p:nvSpPr>
            <p:spPr>
              <a:xfrm>
                <a:off x="3562" y="3462"/>
                <a:ext cx="44" cy="246"/>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sp>
          <p:nvSpPr>
            <p:cNvPr id="8783" name="Google Shape;8783;p80"/>
            <p:cNvSpPr txBox="1"/>
            <p:nvPr/>
          </p:nvSpPr>
          <p:spPr>
            <a:xfrm>
              <a:off x="1313" y="2811"/>
              <a:ext cx="1419"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R</a:t>
              </a:r>
              <a:r>
                <a:rPr b="0" baseline="-25000" i="0" lang="en-US" sz="2800" u="none" cap="none" strike="noStrike">
                  <a:solidFill>
                    <a:srgbClr val="000000"/>
                  </a:solidFill>
                  <a:latin typeface="Calibri"/>
                  <a:ea typeface="Calibri"/>
                  <a:cs typeface="Calibri"/>
                  <a:sym typeface="Calibri"/>
                </a:rPr>
                <a:t>s</a:t>
              </a:r>
              <a:r>
                <a:rPr b="0" baseline="-25000" i="0" lang="en-US" sz="20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bits/sec</a:t>
              </a:r>
              <a:endParaRPr/>
            </a:p>
          </p:txBody>
        </p:sp>
        <p:grpSp>
          <p:nvGrpSpPr>
            <p:cNvPr id="8784" name="Google Shape;8784;p80"/>
            <p:cNvGrpSpPr/>
            <p:nvPr/>
          </p:nvGrpSpPr>
          <p:grpSpPr>
            <a:xfrm>
              <a:off x="3419" y="2828"/>
              <a:ext cx="1621" cy="194"/>
              <a:chOff x="2249" y="3430"/>
              <a:chExt cx="1389" cy="256"/>
            </a:xfrm>
          </p:grpSpPr>
          <p:sp>
            <p:nvSpPr>
              <p:cNvPr id="8785" name="Google Shape;8785;p80"/>
              <p:cNvSpPr/>
              <p:nvPr/>
            </p:nvSpPr>
            <p:spPr>
              <a:xfrm>
                <a:off x="3569" y="3433"/>
                <a:ext cx="69" cy="253"/>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786" name="Google Shape;8786;p80"/>
              <p:cNvSpPr/>
              <p:nvPr/>
            </p:nvSpPr>
            <p:spPr>
              <a:xfrm>
                <a:off x="2275" y="3433"/>
                <a:ext cx="1326" cy="253"/>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sp>
            <p:nvSpPr>
              <p:cNvPr id="8787" name="Google Shape;8787;p80"/>
              <p:cNvSpPr/>
              <p:nvPr/>
            </p:nvSpPr>
            <p:spPr>
              <a:xfrm>
                <a:off x="2249" y="3430"/>
                <a:ext cx="69" cy="253"/>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88" name="Google Shape;8788;p80"/>
              <p:cNvSpPr/>
              <p:nvPr/>
            </p:nvSpPr>
            <p:spPr>
              <a:xfrm>
                <a:off x="3562" y="3438"/>
                <a:ext cx="45" cy="245"/>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sp>
          <p:nvSpPr>
            <p:cNvPr id="8789" name="Google Shape;8789;p80"/>
            <p:cNvSpPr txBox="1"/>
            <p:nvPr/>
          </p:nvSpPr>
          <p:spPr>
            <a:xfrm>
              <a:off x="3475" y="2780"/>
              <a:ext cx="1629" cy="2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R</a:t>
              </a:r>
              <a:r>
                <a:rPr b="0" baseline="-25000" i="0" lang="en-US" sz="2800" u="none" cap="none" strike="noStrike">
                  <a:solidFill>
                    <a:srgbClr val="000000"/>
                  </a:solidFill>
                  <a:latin typeface="Calibri"/>
                  <a:ea typeface="Calibri"/>
                  <a:cs typeface="Calibri"/>
                  <a:sym typeface="Calibri"/>
                </a:rPr>
                <a:t>c</a:t>
              </a:r>
              <a:r>
                <a:rPr b="0" baseline="-25000" i="0" lang="en-US" sz="2000" u="none" cap="none" strike="noStrike">
                  <a:solidFill>
                    <a:srgbClr val="000000"/>
                  </a:solidFill>
                  <a:latin typeface="Calibri"/>
                  <a:ea typeface="Calibri"/>
                  <a:cs typeface="Calibri"/>
                  <a:sym typeface="Calibri"/>
                </a:rPr>
                <a:t> </a:t>
              </a:r>
              <a:r>
                <a:rPr b="0" i="0" lang="en-US" sz="2000" u="none" cap="none" strike="noStrike">
                  <a:solidFill>
                    <a:srgbClr val="000000"/>
                  </a:solidFill>
                  <a:latin typeface="Calibri"/>
                  <a:ea typeface="Calibri"/>
                  <a:cs typeface="Calibri"/>
                  <a:sym typeface="Calibri"/>
                </a:rPr>
                <a:t>bits/sec</a:t>
              </a:r>
              <a:endParaRPr/>
            </a:p>
          </p:txBody>
        </p:sp>
        <p:sp>
          <p:nvSpPr>
            <p:cNvPr id="8790" name="Google Shape;8790;p80"/>
            <p:cNvSpPr/>
            <p:nvPr/>
          </p:nvSpPr>
          <p:spPr>
            <a:xfrm>
              <a:off x="2668" y="2808"/>
              <a:ext cx="860" cy="240"/>
            </a:xfrm>
            <a:prstGeom prst="rightArrow">
              <a:avLst>
                <a:gd fmla="val 50000" name="adj1"/>
                <a:gd fmla="val 89583" name="adj2"/>
              </a:avLst>
            </a:pr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sp>
          <p:nvSpPr>
            <p:cNvPr id="8791" name="Google Shape;8791;p80"/>
            <p:cNvSpPr/>
            <p:nvPr/>
          </p:nvSpPr>
          <p:spPr>
            <a:xfrm flipH="1" rot="10800000">
              <a:off x="814" y="2682"/>
              <a:ext cx="564" cy="356"/>
            </a:xfrm>
            <a:custGeom>
              <a:rect b="b" l="l" r="r" t="t"/>
              <a:pathLst>
                <a:path extrusionOk="0" h="21600" w="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a:gsLst>
                <a:gs pos="0">
                  <a:srgbClr val="FFFFFF"/>
                </a:gs>
                <a:gs pos="100000">
                  <a:srgbClr val="CC0000"/>
                </a:gs>
              </a:gsLst>
              <a:lin ang="0" scaled="0"/>
            </a:gradFill>
            <a:ln cap="flat" cmpd="sng" w="9525">
              <a:solidFill>
                <a:srgbClr val="CC0000"/>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2" name="Google Shape;8792;p80"/>
            <p:cNvSpPr txBox="1"/>
            <p:nvPr/>
          </p:nvSpPr>
          <p:spPr>
            <a:xfrm flipH="1">
              <a:off x="800" y="2675"/>
              <a:ext cx="564" cy="3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nvGrpSpPr>
            <p:cNvPr id="8793" name="Google Shape;8793;p80"/>
            <p:cNvGrpSpPr/>
            <p:nvPr/>
          </p:nvGrpSpPr>
          <p:grpSpPr>
            <a:xfrm flipH="1">
              <a:off x="5345" y="2651"/>
              <a:ext cx="549" cy="558"/>
              <a:chOff x="-248" y="1473"/>
              <a:chExt cx="981" cy="1105"/>
            </a:xfrm>
          </p:grpSpPr>
          <p:pic>
            <p:nvPicPr>
              <p:cNvPr descr="desktop_computer_stylized_medium" id="8794" name="Google Shape;8794;p80"/>
              <p:cNvPicPr preferRelativeResize="0"/>
              <p:nvPr/>
            </p:nvPicPr>
            <p:blipFill rotWithShape="1">
              <a:blip r:embed="rId3">
                <a:alphaModFix/>
              </a:blip>
              <a:srcRect b="0" l="0" r="0" t="0"/>
              <a:stretch/>
            </p:blipFill>
            <p:spPr>
              <a:xfrm flipH="1">
                <a:off x="-248" y="1473"/>
                <a:ext cx="981" cy="1105"/>
              </a:xfrm>
              <a:prstGeom prst="rect">
                <a:avLst/>
              </a:prstGeom>
              <a:noFill/>
              <a:ln>
                <a:noFill/>
              </a:ln>
            </p:spPr>
          </p:pic>
          <p:sp>
            <p:nvSpPr>
              <p:cNvPr id="8795" name="Google Shape;8795;p80"/>
              <p:cNvSpPr/>
              <p:nvPr/>
            </p:nvSpPr>
            <p:spPr>
              <a:xfrm flipH="1">
                <a:off x="20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cap="none" strike="noStrike">
                  <a:solidFill>
                    <a:srgbClr val="000000"/>
                  </a:solidFill>
                  <a:latin typeface="Calibri"/>
                  <a:ea typeface="Calibri"/>
                  <a:cs typeface="Calibri"/>
                  <a:sym typeface="Calibri"/>
                </a:endParaRPr>
              </a:p>
            </p:txBody>
          </p:sp>
        </p:grpSp>
        <p:sp>
          <p:nvSpPr>
            <p:cNvPr id="8796" name="Google Shape;8796;p80"/>
            <p:cNvSpPr/>
            <p:nvPr/>
          </p:nvSpPr>
          <p:spPr>
            <a:xfrm>
              <a:off x="775" y="2474"/>
              <a:ext cx="257" cy="272"/>
            </a:xfrm>
            <a:prstGeom prst="can">
              <a:avLst>
                <a:gd fmla="val 21398" name="adj"/>
              </a:avLst>
            </a:prstGeom>
            <a:gradFill>
              <a:gsLst>
                <a:gs pos="0">
                  <a:srgbClr val="000099"/>
                </a:gs>
                <a:gs pos="100000">
                  <a:srgbClr val="FFFFFF"/>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22">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1" name="Shape 8801"/>
        <p:cNvGrpSpPr/>
        <p:nvPr/>
      </p:nvGrpSpPr>
      <p:grpSpPr>
        <a:xfrm>
          <a:off x="0" y="0"/>
          <a:ext cx="0" cy="0"/>
          <a:chOff x="0" y="0"/>
          <a:chExt cx="0" cy="0"/>
        </a:xfrm>
      </p:grpSpPr>
      <p:pic>
        <p:nvPicPr>
          <p:cNvPr id="8802" name="Google Shape;8802;p81"/>
          <p:cNvPicPr preferRelativeResize="0"/>
          <p:nvPr/>
        </p:nvPicPr>
        <p:blipFill rotWithShape="1">
          <a:blip r:embed="rId3">
            <a:alphaModFix/>
          </a:blip>
          <a:srcRect b="0" l="0" r="0" t="0"/>
          <a:stretch/>
        </p:blipFill>
        <p:spPr>
          <a:xfrm>
            <a:off x="2566989" y="549276"/>
            <a:ext cx="6276975" cy="1552575"/>
          </a:xfrm>
          <a:prstGeom prst="rect">
            <a:avLst/>
          </a:prstGeom>
          <a:noFill/>
          <a:ln>
            <a:noFill/>
          </a:ln>
        </p:spPr>
      </p:pic>
      <p:sp>
        <p:nvSpPr>
          <p:cNvPr id="8803" name="Google Shape;8803;p81"/>
          <p:cNvSpPr txBox="1"/>
          <p:nvPr/>
        </p:nvSpPr>
        <p:spPr>
          <a:xfrm>
            <a:off x="1919288" y="2276476"/>
            <a:ext cx="4032250" cy="1200329"/>
          </a:xfrm>
          <a:prstGeom prst="rect">
            <a:avLst/>
          </a:prstGeom>
          <a:solidFill>
            <a:srgbClr val="D8D8D8"/>
          </a:solidFill>
          <a:ln>
            <a:noFill/>
          </a:ln>
        </p:spPr>
        <p:txBody>
          <a:bodyPr anchorCtr="0" anchor="t" bIns="45700" lIns="91425" spcFirstLastPara="1" rIns="91425" wrap="square" tIns="45700">
            <a:spAutoFit/>
          </a:bodyPr>
          <a:lstStyle/>
          <a:p>
            <a:pPr indent="-114300" lvl="0" marL="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If  </a:t>
            </a:r>
            <a:r>
              <a:rPr lang="en-US" sz="1800">
                <a:solidFill>
                  <a:srgbClr val="C00000"/>
                </a:solidFill>
                <a:latin typeface="Calibri"/>
                <a:ea typeface="Calibri"/>
                <a:cs typeface="Calibri"/>
                <a:sym typeface="Calibri"/>
              </a:rPr>
              <a:t>R</a:t>
            </a:r>
            <a:r>
              <a:rPr baseline="-25000" lang="en-US" sz="1800">
                <a:solidFill>
                  <a:srgbClr val="C00000"/>
                </a:solidFill>
                <a:latin typeface="Calibri"/>
                <a:ea typeface="Calibri"/>
                <a:cs typeface="Calibri"/>
                <a:sym typeface="Calibri"/>
              </a:rPr>
              <a:t>s</a:t>
            </a:r>
            <a:r>
              <a:rPr lang="en-US" sz="1800">
                <a:solidFill>
                  <a:srgbClr val="C00000"/>
                </a:solidFill>
                <a:latin typeface="Calibri"/>
                <a:ea typeface="Calibri"/>
                <a:cs typeface="Calibri"/>
                <a:sym typeface="Calibri"/>
              </a:rPr>
              <a:t> &lt; R</a:t>
            </a:r>
            <a:r>
              <a:rPr baseline="-25000" lang="en-US" sz="1800">
                <a:solidFill>
                  <a:srgbClr val="C00000"/>
                </a:solidFill>
                <a:latin typeface="Calibri"/>
                <a:ea typeface="Calibri"/>
                <a:cs typeface="Calibri"/>
                <a:sym typeface="Calibri"/>
              </a:rPr>
              <a:t>c</a:t>
            </a:r>
            <a:endParaRPr baseline="-25000" sz="1800">
              <a:solidFill>
                <a:srgbClr val="C00000"/>
              </a:solidFill>
              <a:latin typeface="Calibri"/>
              <a:ea typeface="Calibri"/>
              <a:cs typeface="Calibri"/>
              <a:sym typeface="Calibri"/>
            </a:endParaRPr>
          </a:p>
          <a:p>
            <a:pPr indent="-114300" lvl="1" marL="45720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 Flow from Server to Client not interrupted</a:t>
            </a:r>
            <a:endParaRPr/>
          </a:p>
          <a:p>
            <a:pPr indent="-114300" lvl="1" marL="45720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 </a:t>
            </a:r>
            <a:r>
              <a:rPr b="0" i="0" lang="en-US" sz="1800" u="none" cap="none" strike="noStrike">
                <a:solidFill>
                  <a:srgbClr val="C00000"/>
                </a:solidFill>
                <a:latin typeface="Calibri"/>
                <a:ea typeface="Calibri"/>
                <a:cs typeface="Calibri"/>
                <a:sym typeface="Calibri"/>
              </a:rPr>
              <a:t>Throughput = R</a:t>
            </a:r>
            <a:r>
              <a:rPr b="0" baseline="-25000" i="0" lang="en-US" sz="1800" u="none" cap="none" strike="noStrike">
                <a:solidFill>
                  <a:srgbClr val="C00000"/>
                </a:solidFill>
                <a:latin typeface="Calibri"/>
                <a:ea typeface="Calibri"/>
                <a:cs typeface="Calibri"/>
                <a:sym typeface="Calibri"/>
              </a:rPr>
              <a:t>s</a:t>
            </a:r>
            <a:endParaRPr b="0" baseline="-25000" i="0" sz="1800" u="none" cap="none" strike="noStrike">
              <a:solidFill>
                <a:srgbClr val="C00000"/>
              </a:solidFill>
              <a:latin typeface="Calibri"/>
              <a:ea typeface="Calibri"/>
              <a:cs typeface="Calibri"/>
              <a:sym typeface="Calibri"/>
            </a:endParaRPr>
          </a:p>
        </p:txBody>
      </p:sp>
      <p:sp>
        <p:nvSpPr>
          <p:cNvPr id="8804" name="Google Shape;8804;p81"/>
          <p:cNvSpPr txBox="1"/>
          <p:nvPr/>
        </p:nvSpPr>
        <p:spPr>
          <a:xfrm>
            <a:off x="6096000" y="2276476"/>
            <a:ext cx="4032250" cy="1200329"/>
          </a:xfrm>
          <a:prstGeom prst="rect">
            <a:avLst/>
          </a:prstGeom>
          <a:solidFill>
            <a:srgbClr val="D8D8D8"/>
          </a:solidFill>
          <a:ln>
            <a:noFill/>
          </a:ln>
        </p:spPr>
        <p:txBody>
          <a:bodyPr anchorCtr="0" anchor="t" bIns="45700" lIns="91425" spcFirstLastPara="1" rIns="91425" wrap="square" tIns="45700">
            <a:spAutoFit/>
          </a:bodyPr>
          <a:lstStyle/>
          <a:p>
            <a:pPr indent="-114300" lvl="0" marL="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If  </a:t>
            </a:r>
            <a:r>
              <a:rPr lang="en-US" sz="1800">
                <a:solidFill>
                  <a:srgbClr val="C00000"/>
                </a:solidFill>
                <a:latin typeface="Calibri"/>
                <a:ea typeface="Calibri"/>
                <a:cs typeface="Calibri"/>
                <a:sym typeface="Calibri"/>
              </a:rPr>
              <a:t>R</a:t>
            </a:r>
            <a:r>
              <a:rPr baseline="-25000" lang="en-US" sz="1800">
                <a:solidFill>
                  <a:srgbClr val="C00000"/>
                </a:solidFill>
                <a:latin typeface="Calibri"/>
                <a:ea typeface="Calibri"/>
                <a:cs typeface="Calibri"/>
                <a:sym typeface="Calibri"/>
              </a:rPr>
              <a:t>s</a:t>
            </a:r>
            <a:r>
              <a:rPr lang="en-US" sz="1800">
                <a:solidFill>
                  <a:srgbClr val="C00000"/>
                </a:solidFill>
                <a:latin typeface="Calibri"/>
                <a:ea typeface="Calibri"/>
                <a:cs typeface="Calibri"/>
                <a:sym typeface="Calibri"/>
              </a:rPr>
              <a:t> &gt; R</a:t>
            </a:r>
            <a:r>
              <a:rPr baseline="-25000" lang="en-US" sz="1800">
                <a:solidFill>
                  <a:srgbClr val="C00000"/>
                </a:solidFill>
                <a:latin typeface="Calibri"/>
                <a:ea typeface="Calibri"/>
                <a:cs typeface="Calibri"/>
                <a:sym typeface="Calibri"/>
              </a:rPr>
              <a:t>c</a:t>
            </a:r>
            <a:endParaRPr baseline="-25000" sz="1800">
              <a:solidFill>
                <a:srgbClr val="C00000"/>
              </a:solidFill>
              <a:latin typeface="Calibri"/>
              <a:ea typeface="Calibri"/>
              <a:cs typeface="Calibri"/>
              <a:sym typeface="Calibri"/>
            </a:endParaRPr>
          </a:p>
          <a:p>
            <a:pPr indent="-114300" lvl="1" marL="45720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 Flow from Server to Client is interrupted, queue may form</a:t>
            </a:r>
            <a:endParaRPr/>
          </a:p>
          <a:p>
            <a:pPr indent="-114300" lvl="1" marL="45720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 </a:t>
            </a:r>
            <a:r>
              <a:rPr b="0" i="0" lang="en-US" sz="1800" u="none" cap="none" strike="noStrike">
                <a:solidFill>
                  <a:srgbClr val="C00000"/>
                </a:solidFill>
                <a:latin typeface="Calibri"/>
                <a:ea typeface="Calibri"/>
                <a:cs typeface="Calibri"/>
                <a:sym typeface="Calibri"/>
              </a:rPr>
              <a:t>Throughput = R</a:t>
            </a:r>
            <a:r>
              <a:rPr b="0" baseline="-25000" i="0" lang="en-US" sz="1800" u="none" cap="none" strike="noStrike">
                <a:solidFill>
                  <a:srgbClr val="C00000"/>
                </a:solidFill>
                <a:latin typeface="Calibri"/>
                <a:ea typeface="Calibri"/>
                <a:cs typeface="Calibri"/>
                <a:sym typeface="Calibri"/>
              </a:rPr>
              <a:t>c</a:t>
            </a:r>
            <a:endParaRPr b="0" baseline="-25000" i="0" sz="1800" u="none" cap="none" strike="noStrike">
              <a:solidFill>
                <a:srgbClr val="C00000"/>
              </a:solidFill>
              <a:latin typeface="Calibri"/>
              <a:ea typeface="Calibri"/>
              <a:cs typeface="Calibri"/>
              <a:sym typeface="Calibri"/>
            </a:endParaRPr>
          </a:p>
        </p:txBody>
      </p:sp>
      <p:sp>
        <p:nvSpPr>
          <p:cNvPr id="8805" name="Google Shape;8805;p81"/>
          <p:cNvSpPr/>
          <p:nvPr/>
        </p:nvSpPr>
        <p:spPr>
          <a:xfrm>
            <a:off x="3847307" y="4362451"/>
            <a:ext cx="408797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Noto Sans Symbols"/>
              <a:buNone/>
            </a:pPr>
            <a:r>
              <a:rPr b="1" lang="en-US" sz="2400">
                <a:solidFill>
                  <a:srgbClr val="C00000"/>
                </a:solidFill>
                <a:latin typeface="Arial"/>
                <a:ea typeface="Arial"/>
                <a:cs typeface="Arial"/>
                <a:sym typeface="Arial"/>
              </a:rPr>
              <a:t>Throughput = min{</a:t>
            </a:r>
            <a:r>
              <a:rPr b="1" i="1" lang="en-US" sz="2400">
                <a:solidFill>
                  <a:srgbClr val="C00000"/>
                </a:solidFill>
                <a:latin typeface="Arial"/>
                <a:ea typeface="Arial"/>
                <a:cs typeface="Arial"/>
                <a:sym typeface="Arial"/>
              </a:rPr>
              <a:t>Rc, Rs},</a:t>
            </a:r>
            <a:endParaRPr b="1" sz="2400">
              <a:solidFill>
                <a:srgbClr val="C00000"/>
              </a:solidFill>
              <a:latin typeface="Arial"/>
              <a:ea typeface="Arial"/>
              <a:cs typeface="Arial"/>
              <a:sym typeface="Arial"/>
            </a:endParaRPr>
          </a:p>
        </p:txBody>
      </p:sp>
      <p:sp>
        <p:nvSpPr>
          <p:cNvPr id="8806" name="Google Shape;8806;p81"/>
          <p:cNvSpPr/>
          <p:nvPr/>
        </p:nvSpPr>
        <p:spPr>
          <a:xfrm>
            <a:off x="3772694" y="4868324"/>
            <a:ext cx="4572000" cy="830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 the transmission rate of the </a:t>
            </a:r>
            <a:r>
              <a:rPr b="1" lang="en-US" sz="2400">
                <a:solidFill>
                  <a:schemeClr val="dk1"/>
                </a:solidFill>
                <a:latin typeface="Arial"/>
                <a:ea typeface="Arial"/>
                <a:cs typeface="Arial"/>
                <a:sym typeface="Arial"/>
              </a:rPr>
              <a:t>bottleneck link</a:t>
            </a:r>
            <a:endParaRPr sz="2400">
              <a:solidFill>
                <a:schemeClr val="dk1"/>
              </a:solidFill>
              <a:latin typeface="Arial"/>
              <a:ea typeface="Arial"/>
              <a:cs typeface="Arial"/>
              <a:sym typeface="Arial"/>
            </a:endParaRPr>
          </a:p>
        </p:txBody>
      </p:sp>
      <p:pic>
        <p:nvPicPr>
          <p:cNvPr descr="Image result for bottleneck" id="8807" name="Google Shape;8807;p81"/>
          <p:cNvPicPr preferRelativeResize="0"/>
          <p:nvPr/>
        </p:nvPicPr>
        <p:blipFill rotWithShape="1">
          <a:blip r:embed="rId4">
            <a:alphaModFix/>
          </a:blip>
          <a:srcRect b="0" l="0" r="0" t="0"/>
          <a:stretch/>
        </p:blipFill>
        <p:spPr>
          <a:xfrm>
            <a:off x="7191955" y="5338763"/>
            <a:ext cx="3041025" cy="1236157"/>
          </a:xfrm>
          <a:prstGeom prst="rect">
            <a:avLst/>
          </a:prstGeom>
          <a:noFill/>
          <a:ln>
            <a:noFill/>
          </a:ln>
        </p:spPr>
      </p:pic>
      <p:pic>
        <p:nvPicPr>
          <p:cNvPr descr="Puzzle" id="8808" name="Google Shape;8808;p81"/>
          <p:cNvPicPr preferRelativeResize="0"/>
          <p:nvPr/>
        </p:nvPicPr>
        <p:blipFill rotWithShape="1">
          <a:blip r:embed="rId5">
            <a:alphaModFix/>
          </a:blip>
          <a:srcRect b="0" l="0" r="0" t="0"/>
          <a:stretch/>
        </p:blipFill>
        <p:spPr>
          <a:xfrm rot="2653558">
            <a:off x="9729788" y="204788"/>
            <a:ext cx="603250" cy="603250"/>
          </a:xfrm>
          <a:prstGeom prst="rect">
            <a:avLst/>
          </a:prstGeom>
          <a:noFill/>
          <a:ln>
            <a:noFill/>
          </a:ln>
        </p:spPr>
      </p:pic>
      <p:sp>
        <p:nvSpPr>
          <p:cNvPr id="8809" name="Google Shape;8809;p81"/>
          <p:cNvSpPr txBox="1"/>
          <p:nvPr/>
        </p:nvSpPr>
        <p:spPr>
          <a:xfrm>
            <a:off x="10128250" y="6492875"/>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3" name="Shape 8813"/>
        <p:cNvGrpSpPr/>
        <p:nvPr/>
      </p:nvGrpSpPr>
      <p:grpSpPr>
        <a:xfrm>
          <a:off x="0" y="0"/>
          <a:ext cx="0" cy="0"/>
          <a:chOff x="0" y="0"/>
          <a:chExt cx="0" cy="0"/>
        </a:xfrm>
      </p:grpSpPr>
      <p:pic>
        <p:nvPicPr>
          <p:cNvPr id="8814" name="Google Shape;8814;p82"/>
          <p:cNvPicPr preferRelativeResize="0"/>
          <p:nvPr/>
        </p:nvPicPr>
        <p:blipFill rotWithShape="1">
          <a:blip r:embed="rId3">
            <a:alphaModFix/>
          </a:blip>
          <a:srcRect b="0" l="0" r="0" t="0"/>
          <a:stretch/>
        </p:blipFill>
        <p:spPr>
          <a:xfrm>
            <a:off x="2482851" y="1776414"/>
            <a:ext cx="6684963" cy="3597275"/>
          </a:xfrm>
          <a:prstGeom prst="rect">
            <a:avLst/>
          </a:prstGeom>
          <a:noFill/>
          <a:ln>
            <a:noFill/>
          </a:ln>
        </p:spPr>
      </p:pic>
      <p:sp>
        <p:nvSpPr>
          <p:cNvPr id="8815" name="Google Shape;8815;p82"/>
          <p:cNvSpPr/>
          <p:nvPr/>
        </p:nvSpPr>
        <p:spPr>
          <a:xfrm>
            <a:off x="2135189" y="549276"/>
            <a:ext cx="7056437"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Noto Sans Symbols"/>
              <a:buNone/>
            </a:pPr>
            <a:r>
              <a:rPr b="1" lang="en-US" sz="2400">
                <a:solidFill>
                  <a:srgbClr val="C00000"/>
                </a:solidFill>
                <a:latin typeface="Arial"/>
                <a:ea typeface="Arial"/>
                <a:cs typeface="Arial"/>
                <a:sym typeface="Arial"/>
              </a:rPr>
              <a:t>Throughput for a file transfer from server to client</a:t>
            </a:r>
            <a:endParaRPr/>
          </a:p>
        </p:txBody>
      </p:sp>
      <p:sp>
        <p:nvSpPr>
          <p:cNvPr id="8816" name="Google Shape;8816;p82"/>
          <p:cNvSpPr/>
          <p:nvPr/>
        </p:nvSpPr>
        <p:spPr>
          <a:xfrm>
            <a:off x="3143250" y="5229226"/>
            <a:ext cx="504336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Noto Sans Symbols"/>
              <a:buNone/>
            </a:pPr>
            <a:r>
              <a:rPr b="1" lang="en-US" sz="2400">
                <a:solidFill>
                  <a:srgbClr val="C00000"/>
                </a:solidFill>
                <a:latin typeface="Arial"/>
                <a:ea typeface="Arial"/>
                <a:cs typeface="Arial"/>
                <a:sym typeface="Arial"/>
              </a:rPr>
              <a:t>Throughput = min{</a:t>
            </a:r>
            <a:r>
              <a:rPr b="1" i="1" lang="en-US" sz="2400">
                <a:solidFill>
                  <a:srgbClr val="C00000"/>
                </a:solidFill>
                <a:latin typeface="Arial"/>
                <a:ea typeface="Arial"/>
                <a:cs typeface="Arial"/>
                <a:sym typeface="Arial"/>
              </a:rPr>
              <a:t>R1, R2,..., RN},</a:t>
            </a:r>
            <a:endParaRPr b="1" sz="2400">
              <a:solidFill>
                <a:srgbClr val="C00000"/>
              </a:solidFill>
              <a:latin typeface="Arial"/>
              <a:ea typeface="Arial"/>
              <a:cs typeface="Arial"/>
              <a:sym typeface="Arial"/>
            </a:endParaRPr>
          </a:p>
        </p:txBody>
      </p:sp>
      <p:sp>
        <p:nvSpPr>
          <p:cNvPr id="8817" name="Google Shape;8817;p82"/>
          <p:cNvSpPr/>
          <p:nvPr/>
        </p:nvSpPr>
        <p:spPr>
          <a:xfrm>
            <a:off x="3432176" y="2924176"/>
            <a:ext cx="408797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Noto Sans Symbols"/>
              <a:buNone/>
            </a:pPr>
            <a:r>
              <a:rPr b="1" lang="en-US" sz="2400">
                <a:solidFill>
                  <a:srgbClr val="C00000"/>
                </a:solidFill>
                <a:latin typeface="Arial"/>
                <a:ea typeface="Arial"/>
                <a:cs typeface="Arial"/>
                <a:sym typeface="Arial"/>
              </a:rPr>
              <a:t>Throughput = min{</a:t>
            </a:r>
            <a:r>
              <a:rPr b="1" i="1" lang="en-US" sz="2400">
                <a:solidFill>
                  <a:srgbClr val="C00000"/>
                </a:solidFill>
                <a:latin typeface="Arial"/>
                <a:ea typeface="Arial"/>
                <a:cs typeface="Arial"/>
                <a:sym typeface="Arial"/>
              </a:rPr>
              <a:t>Rc, Rs},</a:t>
            </a:r>
            <a:endParaRPr b="1" sz="2400">
              <a:solidFill>
                <a:srgbClr val="C00000"/>
              </a:solidFill>
              <a:latin typeface="Arial"/>
              <a:ea typeface="Arial"/>
              <a:cs typeface="Arial"/>
              <a:sym typeface="Arial"/>
            </a:endParaRPr>
          </a:p>
        </p:txBody>
      </p:sp>
      <p:pic>
        <p:nvPicPr>
          <p:cNvPr descr="Puzzle" id="8818" name="Google Shape;8818;p82"/>
          <p:cNvPicPr preferRelativeResize="0"/>
          <p:nvPr/>
        </p:nvPicPr>
        <p:blipFill rotWithShape="1">
          <a:blip r:embed="rId4">
            <a:alphaModFix/>
          </a:blip>
          <a:srcRect b="0" l="0" r="0" t="0"/>
          <a:stretch/>
        </p:blipFill>
        <p:spPr>
          <a:xfrm rot="2653558">
            <a:off x="9729788" y="204788"/>
            <a:ext cx="603250" cy="603250"/>
          </a:xfrm>
          <a:prstGeom prst="rect">
            <a:avLst/>
          </a:prstGeom>
          <a:noFill/>
          <a:ln>
            <a:noFill/>
          </a:ln>
        </p:spPr>
      </p:pic>
      <p:sp>
        <p:nvSpPr>
          <p:cNvPr id="8819" name="Google Shape;8819;p82"/>
          <p:cNvSpPr txBox="1"/>
          <p:nvPr/>
        </p:nvSpPr>
        <p:spPr>
          <a:xfrm>
            <a:off x="9219616" y="6443089"/>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Introduction: 1-</a:t>
            </a: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4" name="Shape 8824"/>
        <p:cNvGrpSpPr/>
        <p:nvPr/>
      </p:nvGrpSpPr>
      <p:grpSpPr>
        <a:xfrm>
          <a:off x="0" y="0"/>
          <a:ext cx="0" cy="0"/>
          <a:chOff x="0" y="0"/>
          <a:chExt cx="0" cy="0"/>
        </a:xfrm>
      </p:grpSpPr>
      <p:sp>
        <p:nvSpPr>
          <p:cNvPr id="8825" name="Google Shape;8825;p8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Example A</a:t>
            </a:r>
            <a:endParaRPr/>
          </a:p>
        </p:txBody>
      </p:sp>
      <p:sp>
        <p:nvSpPr>
          <p:cNvPr id="8826" name="Google Shape;8826;p83"/>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400"/>
              <a:buChar char="▪"/>
            </a:pPr>
            <a:r>
              <a:rPr lang="en-US" sz="2400"/>
              <a:t>The time it takes to transfer a large file of </a:t>
            </a:r>
            <a:r>
              <a:rPr i="1" lang="en-US" sz="2400"/>
              <a:t>F bits from server to </a:t>
            </a:r>
            <a:r>
              <a:rPr lang="en-US" sz="2400"/>
              <a:t>client as </a:t>
            </a:r>
            <a:r>
              <a:rPr i="1" lang="en-US" sz="2400">
                <a:solidFill>
                  <a:srgbClr val="C00000"/>
                </a:solidFill>
              </a:rPr>
              <a:t>F/min{Rs, Rc}</a:t>
            </a:r>
            <a:endParaRPr/>
          </a:p>
          <a:p>
            <a:pPr indent="-222250" lvl="0" marL="352425" rtl="0" algn="l">
              <a:lnSpc>
                <a:spcPct val="90000"/>
              </a:lnSpc>
              <a:spcBef>
                <a:spcPts val="1000"/>
              </a:spcBef>
              <a:spcAft>
                <a:spcPts val="0"/>
              </a:spcAft>
              <a:buSzPts val="2400"/>
              <a:buChar char="▪"/>
            </a:pPr>
            <a:r>
              <a:rPr i="1" lang="en-US" sz="2400"/>
              <a:t>Say, you are downloading a</a:t>
            </a:r>
            <a:r>
              <a:rPr lang="en-US" sz="2400"/>
              <a:t> file of </a:t>
            </a:r>
            <a:r>
              <a:rPr i="1" lang="en-US" sz="2400"/>
              <a:t>F = 32 million bits, the server has a transmission rate of Rs = 2 Mbps, </a:t>
            </a:r>
            <a:r>
              <a:rPr lang="en-US" sz="2400"/>
              <a:t>and you have an access link of </a:t>
            </a:r>
            <a:r>
              <a:rPr i="1" lang="en-US" sz="2400"/>
              <a:t>Rc = 1 Mbps. </a:t>
            </a:r>
            <a:endParaRPr/>
          </a:p>
          <a:p>
            <a:pPr indent="-222250" lvl="0" marL="352425" rtl="0" algn="l">
              <a:lnSpc>
                <a:spcPct val="90000"/>
              </a:lnSpc>
              <a:spcBef>
                <a:spcPts val="1000"/>
              </a:spcBef>
              <a:spcAft>
                <a:spcPts val="0"/>
              </a:spcAft>
              <a:buSzPts val="2400"/>
              <a:buChar char="▪"/>
            </a:pPr>
            <a:r>
              <a:rPr i="1" lang="en-US" sz="2400"/>
              <a:t>The time needed to transfer the file is </a:t>
            </a:r>
            <a:endParaRPr/>
          </a:p>
        </p:txBody>
      </p:sp>
      <p:sp>
        <p:nvSpPr>
          <p:cNvPr id="8827" name="Google Shape;8827;p83"/>
          <p:cNvSpPr txBox="1"/>
          <p:nvPr/>
        </p:nvSpPr>
        <p:spPr>
          <a:xfrm>
            <a:off x="2424114" y="4437063"/>
            <a:ext cx="7488237" cy="83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Noto Sans Symbols"/>
              <a:buNone/>
            </a:pPr>
            <a:r>
              <a:rPr b="1" lang="en-US" sz="2400">
                <a:solidFill>
                  <a:srgbClr val="C00000"/>
                </a:solidFill>
                <a:latin typeface="Arial"/>
                <a:ea typeface="Arial"/>
                <a:cs typeface="Arial"/>
                <a:sym typeface="Arial"/>
              </a:rPr>
              <a:t>Transfer time = (32 x 10</a:t>
            </a:r>
            <a:r>
              <a:rPr b="1" baseline="30000" lang="en-US" sz="2400">
                <a:solidFill>
                  <a:srgbClr val="C00000"/>
                </a:solidFill>
                <a:latin typeface="Arial"/>
                <a:ea typeface="Arial"/>
                <a:cs typeface="Arial"/>
                <a:sym typeface="Arial"/>
              </a:rPr>
              <a:t>6</a:t>
            </a:r>
            <a:r>
              <a:rPr b="1" lang="en-US" sz="2400">
                <a:solidFill>
                  <a:srgbClr val="C00000"/>
                </a:solidFill>
                <a:latin typeface="Arial"/>
                <a:ea typeface="Arial"/>
                <a:cs typeface="Arial"/>
                <a:sym typeface="Arial"/>
              </a:rPr>
              <a:t>) bits/1Mbps </a:t>
            </a:r>
            <a:endParaRPr/>
          </a:p>
          <a:p>
            <a:pPr indent="0" lvl="0" marL="0" marR="0" rtl="0" algn="l">
              <a:lnSpc>
                <a:spcPct val="100000"/>
              </a:lnSpc>
              <a:spcBef>
                <a:spcPts val="0"/>
              </a:spcBef>
              <a:spcAft>
                <a:spcPts val="0"/>
              </a:spcAft>
              <a:buClr>
                <a:srgbClr val="C00000"/>
              </a:buClr>
              <a:buSzPts val="2400"/>
              <a:buFont typeface="Noto Sans Symbols"/>
              <a:buNone/>
            </a:pPr>
            <a:r>
              <a:rPr b="1" lang="en-US" sz="2400">
                <a:solidFill>
                  <a:srgbClr val="C00000"/>
                </a:solidFill>
                <a:latin typeface="Arial"/>
                <a:ea typeface="Arial"/>
                <a:cs typeface="Arial"/>
                <a:sym typeface="Arial"/>
              </a:rPr>
              <a:t>                             = 32 seconds</a:t>
            </a:r>
            <a:endParaRPr b="1" sz="2400">
              <a:solidFill>
                <a:srgbClr val="C00000"/>
              </a:solidFill>
              <a:latin typeface="Arial"/>
              <a:ea typeface="Arial"/>
              <a:cs typeface="Arial"/>
              <a:sym typeface="Arial"/>
            </a:endParaRPr>
          </a:p>
        </p:txBody>
      </p:sp>
      <p:sp>
        <p:nvSpPr>
          <p:cNvPr id="8828" name="Google Shape;8828;p8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3" name="Shape 8833"/>
        <p:cNvGrpSpPr/>
        <p:nvPr/>
      </p:nvGrpSpPr>
      <p:grpSpPr>
        <a:xfrm>
          <a:off x="0" y="0"/>
          <a:ext cx="0" cy="0"/>
          <a:chOff x="0" y="0"/>
          <a:chExt cx="0" cy="0"/>
        </a:xfrm>
      </p:grpSpPr>
      <p:sp>
        <p:nvSpPr>
          <p:cNvPr id="8834" name="Google Shape;8834;p84"/>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Throughput: network scenario</a:t>
            </a:r>
            <a:endParaRPr sz="4400"/>
          </a:p>
        </p:txBody>
      </p:sp>
      <p:sp>
        <p:nvSpPr>
          <p:cNvPr id="8835" name="Google Shape;8835;p8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grpSp>
        <p:nvGrpSpPr>
          <p:cNvPr id="8836" name="Google Shape;8836;p84"/>
          <p:cNvGrpSpPr/>
          <p:nvPr/>
        </p:nvGrpSpPr>
        <p:grpSpPr>
          <a:xfrm>
            <a:off x="1066778" y="1303830"/>
            <a:ext cx="4754562" cy="5021997"/>
            <a:chOff x="6096000" y="1390614"/>
            <a:chExt cx="4754562" cy="5021997"/>
          </a:xfrm>
        </p:grpSpPr>
        <p:sp>
          <p:nvSpPr>
            <p:cNvPr id="8837" name="Google Shape;8837;p84"/>
            <p:cNvSpPr txBox="1"/>
            <p:nvPr/>
          </p:nvSpPr>
          <p:spPr>
            <a:xfrm>
              <a:off x="6096000" y="5581614"/>
              <a:ext cx="4754562"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10 connections (fairly) share backbone bottleneck link </a:t>
              </a:r>
              <a:r>
                <a:rPr i="1" lang="en-US" sz="2400">
                  <a:solidFill>
                    <a:srgbClr val="000000"/>
                  </a:solidFill>
                  <a:latin typeface="Calibri"/>
                  <a:ea typeface="Calibri"/>
                  <a:cs typeface="Calibri"/>
                  <a:sym typeface="Calibri"/>
                </a:rPr>
                <a:t>R</a:t>
              </a:r>
              <a:r>
                <a:rPr baseline="-25000" lang="en-US" sz="2400">
                  <a:solidFill>
                    <a:srgbClr val="000000"/>
                  </a:solidFill>
                  <a:latin typeface="Calibri"/>
                  <a:ea typeface="Calibri"/>
                  <a:cs typeface="Calibri"/>
                  <a:sym typeface="Calibri"/>
                </a:rPr>
                <a:t> </a:t>
              </a:r>
              <a:r>
                <a:rPr lang="en-US" sz="2400">
                  <a:solidFill>
                    <a:srgbClr val="000000"/>
                  </a:solidFill>
                  <a:latin typeface="Calibri"/>
                  <a:ea typeface="Calibri"/>
                  <a:cs typeface="Calibri"/>
                  <a:sym typeface="Calibri"/>
                </a:rPr>
                <a:t>bits/sec</a:t>
              </a:r>
              <a:endParaRPr/>
            </a:p>
          </p:txBody>
        </p:sp>
        <p:sp>
          <p:nvSpPr>
            <p:cNvPr id="8838" name="Google Shape;8838;p84"/>
            <p:cNvSpPr/>
            <p:nvPr/>
          </p:nvSpPr>
          <p:spPr>
            <a:xfrm>
              <a:off x="6742112" y="2666964"/>
              <a:ext cx="3127375" cy="1498600"/>
            </a:xfrm>
            <a:custGeom>
              <a:rect b="b" l="l" r="r" t="t"/>
              <a:pathLst>
                <a:path extrusionOk="0" h="917" w="187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sp>
          <p:nvSpPr>
            <p:cNvPr id="8839" name="Google Shape;8839;p84"/>
            <p:cNvSpPr txBox="1"/>
            <p:nvPr/>
          </p:nvSpPr>
          <p:spPr>
            <a:xfrm>
              <a:off x="6605587" y="2290727"/>
              <a:ext cx="67627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R</a:t>
              </a:r>
              <a:r>
                <a:rPr baseline="-25000" lang="en-US" sz="3200">
                  <a:solidFill>
                    <a:srgbClr val="000000"/>
                  </a:solidFill>
                  <a:latin typeface="Calibri"/>
                  <a:ea typeface="Calibri"/>
                  <a:cs typeface="Calibri"/>
                  <a:sym typeface="Calibri"/>
                </a:rPr>
                <a:t>s</a:t>
              </a:r>
              <a:endParaRPr sz="2400">
                <a:solidFill>
                  <a:srgbClr val="000000"/>
                </a:solidFill>
                <a:latin typeface="Calibri"/>
                <a:ea typeface="Calibri"/>
                <a:cs typeface="Calibri"/>
                <a:sym typeface="Calibri"/>
              </a:endParaRPr>
            </a:p>
          </p:txBody>
        </p:sp>
        <p:sp>
          <p:nvSpPr>
            <p:cNvPr id="8840" name="Google Shape;8840;p84"/>
            <p:cNvSpPr/>
            <p:nvPr/>
          </p:nvSpPr>
          <p:spPr>
            <a:xfrm rot="5400000">
              <a:off x="8470106" y="3718683"/>
              <a:ext cx="50800" cy="525462"/>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41" name="Google Shape;8841;p84"/>
            <p:cNvSpPr/>
            <p:nvPr/>
          </p:nvSpPr>
          <p:spPr>
            <a:xfrm rot="5400000">
              <a:off x="8003381" y="3224971"/>
              <a:ext cx="984250" cy="525462"/>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42" name="Google Shape;8842;p84"/>
            <p:cNvSpPr/>
            <p:nvPr/>
          </p:nvSpPr>
          <p:spPr>
            <a:xfrm rot="5400000">
              <a:off x="8474075" y="2739989"/>
              <a:ext cx="52387" cy="525463"/>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843" name="Google Shape;8843;p84"/>
            <p:cNvSpPr/>
            <p:nvPr/>
          </p:nvSpPr>
          <p:spPr>
            <a:xfrm rot="5400000">
              <a:off x="8474075" y="3711539"/>
              <a:ext cx="31750" cy="511175"/>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44" name="Google Shape;8844;p84"/>
            <p:cNvSpPr/>
            <p:nvPr/>
          </p:nvSpPr>
          <p:spPr>
            <a:xfrm rot="1792560">
              <a:off x="7480300" y="2614577"/>
              <a:ext cx="38100" cy="158750"/>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45" name="Google Shape;8845;p84"/>
            <p:cNvSpPr/>
            <p:nvPr/>
          </p:nvSpPr>
          <p:spPr>
            <a:xfrm rot="1792560">
              <a:off x="6815137" y="2411377"/>
              <a:ext cx="730250" cy="158750"/>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46" name="Google Shape;8846;p84"/>
            <p:cNvSpPr/>
            <p:nvPr/>
          </p:nvSpPr>
          <p:spPr>
            <a:xfrm rot="1792560">
              <a:off x="6850062" y="2211352"/>
              <a:ext cx="38100" cy="158750"/>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847" name="Google Shape;8847;p84"/>
            <p:cNvSpPr/>
            <p:nvPr/>
          </p:nvSpPr>
          <p:spPr>
            <a:xfrm rot="1792560">
              <a:off x="7477125" y="2611402"/>
              <a:ext cx="23812" cy="153987"/>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8848" name="Google Shape;8848;p84"/>
            <p:cNvCxnSpPr/>
            <p:nvPr/>
          </p:nvCxnSpPr>
          <p:spPr>
            <a:xfrm rot="1792560">
              <a:off x="6686550" y="2482814"/>
              <a:ext cx="955675" cy="0"/>
            </a:xfrm>
            <a:prstGeom prst="straightConnector1">
              <a:avLst/>
            </a:prstGeom>
            <a:noFill/>
            <a:ln cap="flat" cmpd="sng" w="38100">
              <a:solidFill>
                <a:srgbClr val="FF3300"/>
              </a:solidFill>
              <a:prstDash val="solid"/>
              <a:round/>
              <a:headEnd len="med" w="med" type="none"/>
              <a:tailEnd len="med" w="med" type="none"/>
            </a:ln>
          </p:spPr>
        </p:cxnSp>
        <p:sp>
          <p:nvSpPr>
            <p:cNvPr id="8849" name="Google Shape;8849;p84"/>
            <p:cNvSpPr/>
            <p:nvPr/>
          </p:nvSpPr>
          <p:spPr>
            <a:xfrm rot="2768172">
              <a:off x="7989887" y="2617752"/>
              <a:ext cx="47625" cy="142875"/>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50" name="Google Shape;8850;p84"/>
            <p:cNvSpPr/>
            <p:nvPr/>
          </p:nvSpPr>
          <p:spPr>
            <a:xfrm rot="2768172">
              <a:off x="7268369" y="2285170"/>
              <a:ext cx="915988" cy="142875"/>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51" name="Google Shape;8851;p84"/>
            <p:cNvSpPr/>
            <p:nvPr/>
          </p:nvSpPr>
          <p:spPr>
            <a:xfrm rot="2768172">
              <a:off x="7419975" y="1958939"/>
              <a:ext cx="47625" cy="142875"/>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852" name="Google Shape;8852;p84"/>
            <p:cNvSpPr/>
            <p:nvPr/>
          </p:nvSpPr>
          <p:spPr>
            <a:xfrm rot="2768172">
              <a:off x="7989887" y="2609814"/>
              <a:ext cx="30163" cy="138113"/>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8853" name="Google Shape;8853;p84"/>
            <p:cNvCxnSpPr/>
            <p:nvPr/>
          </p:nvCxnSpPr>
          <p:spPr>
            <a:xfrm rot="2768172">
              <a:off x="7111999" y="2341527"/>
              <a:ext cx="1196975" cy="0"/>
            </a:xfrm>
            <a:prstGeom prst="straightConnector1">
              <a:avLst/>
            </a:prstGeom>
            <a:noFill/>
            <a:ln cap="flat" cmpd="sng" w="38100">
              <a:solidFill>
                <a:srgbClr val="FF3300"/>
              </a:solidFill>
              <a:prstDash val="solid"/>
              <a:round/>
              <a:headEnd len="med" w="med" type="none"/>
              <a:tailEnd len="med" w="med" type="none"/>
            </a:ln>
          </p:spPr>
        </p:cxnSp>
        <p:sp>
          <p:nvSpPr>
            <p:cNvPr id="8854" name="Google Shape;8854;p84"/>
            <p:cNvSpPr/>
            <p:nvPr/>
          </p:nvSpPr>
          <p:spPr>
            <a:xfrm flipH="1" rot="-1792560">
              <a:off x="6943725" y="4467189"/>
              <a:ext cx="38100" cy="158750"/>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55" name="Google Shape;8855;p84"/>
            <p:cNvSpPr/>
            <p:nvPr/>
          </p:nvSpPr>
          <p:spPr>
            <a:xfrm flipH="1" rot="-1792560">
              <a:off x="6916737" y="4263989"/>
              <a:ext cx="730250" cy="158750"/>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56" name="Google Shape;8856;p84"/>
            <p:cNvSpPr/>
            <p:nvPr/>
          </p:nvSpPr>
          <p:spPr>
            <a:xfrm flipH="1" rot="-1792560">
              <a:off x="7575550" y="4063964"/>
              <a:ext cx="36512" cy="158750"/>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857" name="Google Shape;8857;p84"/>
            <p:cNvSpPr/>
            <p:nvPr/>
          </p:nvSpPr>
          <p:spPr>
            <a:xfrm flipH="1" rot="-1792560">
              <a:off x="6959600" y="4464014"/>
              <a:ext cx="23812" cy="153988"/>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8858" name="Google Shape;8858;p84"/>
            <p:cNvCxnSpPr/>
            <p:nvPr/>
          </p:nvCxnSpPr>
          <p:spPr>
            <a:xfrm rot="9007440">
              <a:off x="6821487" y="4335427"/>
              <a:ext cx="955675" cy="0"/>
            </a:xfrm>
            <a:prstGeom prst="straightConnector1">
              <a:avLst/>
            </a:prstGeom>
            <a:noFill/>
            <a:ln cap="flat" cmpd="sng" w="38100">
              <a:solidFill>
                <a:srgbClr val="FF3300"/>
              </a:solidFill>
              <a:prstDash val="solid"/>
              <a:round/>
              <a:headEnd len="med" w="med" type="none"/>
              <a:tailEnd len="med" w="med" type="triangle"/>
            </a:ln>
          </p:spPr>
        </p:cxnSp>
        <p:sp>
          <p:nvSpPr>
            <p:cNvPr id="8859" name="Google Shape;8859;p84"/>
            <p:cNvSpPr/>
            <p:nvPr/>
          </p:nvSpPr>
          <p:spPr>
            <a:xfrm flipH="1" rot="8031828">
              <a:off x="8197850" y="4240177"/>
              <a:ext cx="47625" cy="142875"/>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60" name="Google Shape;8860;p84"/>
            <p:cNvSpPr/>
            <p:nvPr/>
          </p:nvSpPr>
          <p:spPr>
            <a:xfrm flipH="1" rot="8031828">
              <a:off x="7475537" y="4571964"/>
              <a:ext cx="917575" cy="142875"/>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61" name="Google Shape;8861;p84"/>
            <p:cNvSpPr/>
            <p:nvPr/>
          </p:nvSpPr>
          <p:spPr>
            <a:xfrm flipH="1" rot="8031828">
              <a:off x="7629525" y="4898989"/>
              <a:ext cx="47625" cy="142875"/>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862" name="Google Shape;8862;p84"/>
            <p:cNvSpPr/>
            <p:nvPr/>
          </p:nvSpPr>
          <p:spPr>
            <a:xfrm flipH="1" rot="8031828">
              <a:off x="8197850" y="4249702"/>
              <a:ext cx="30162" cy="138112"/>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8863" name="Google Shape;8863;p84"/>
            <p:cNvCxnSpPr/>
            <p:nvPr/>
          </p:nvCxnSpPr>
          <p:spPr>
            <a:xfrm rot="-2768172">
              <a:off x="7319962" y="4657690"/>
              <a:ext cx="1196975" cy="0"/>
            </a:xfrm>
            <a:prstGeom prst="straightConnector1">
              <a:avLst/>
            </a:prstGeom>
            <a:noFill/>
            <a:ln cap="flat" cmpd="sng" w="38100">
              <a:solidFill>
                <a:srgbClr val="FF3300"/>
              </a:solidFill>
              <a:prstDash val="solid"/>
              <a:round/>
              <a:headEnd len="med" w="med" type="triangle"/>
              <a:tailEnd len="med" w="med" type="none"/>
            </a:ln>
          </p:spPr>
        </p:cxnSp>
        <p:sp>
          <p:nvSpPr>
            <p:cNvPr id="8864" name="Google Shape;8864;p84"/>
            <p:cNvSpPr/>
            <p:nvPr/>
          </p:nvSpPr>
          <p:spPr>
            <a:xfrm flipH="1" rot="-1792560">
              <a:off x="9150350" y="2586002"/>
              <a:ext cx="38100" cy="158750"/>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65" name="Google Shape;8865;p84"/>
            <p:cNvSpPr/>
            <p:nvPr/>
          </p:nvSpPr>
          <p:spPr>
            <a:xfrm flipH="1" rot="-1792560">
              <a:off x="9123362" y="2382802"/>
              <a:ext cx="730250" cy="158750"/>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66" name="Google Shape;8866;p84"/>
            <p:cNvSpPr/>
            <p:nvPr/>
          </p:nvSpPr>
          <p:spPr>
            <a:xfrm flipH="1" rot="-1792560">
              <a:off x="9782175" y="2182777"/>
              <a:ext cx="36512" cy="158750"/>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867" name="Google Shape;8867;p84"/>
            <p:cNvSpPr/>
            <p:nvPr/>
          </p:nvSpPr>
          <p:spPr>
            <a:xfrm flipH="1" rot="-1792560">
              <a:off x="9166225" y="2582827"/>
              <a:ext cx="25400" cy="153987"/>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8868" name="Google Shape;8868;p84"/>
            <p:cNvCxnSpPr/>
            <p:nvPr/>
          </p:nvCxnSpPr>
          <p:spPr>
            <a:xfrm rot="9007440">
              <a:off x="9028112" y="2454239"/>
              <a:ext cx="955675" cy="0"/>
            </a:xfrm>
            <a:prstGeom prst="straightConnector1">
              <a:avLst/>
            </a:prstGeom>
            <a:noFill/>
            <a:ln cap="flat" cmpd="sng" w="38100">
              <a:solidFill>
                <a:srgbClr val="FF3300"/>
              </a:solidFill>
              <a:prstDash val="solid"/>
              <a:round/>
              <a:headEnd len="med" w="med" type="none"/>
              <a:tailEnd len="med" w="med" type="none"/>
            </a:ln>
          </p:spPr>
        </p:cxnSp>
        <p:sp>
          <p:nvSpPr>
            <p:cNvPr id="8869" name="Google Shape;8869;p84"/>
            <p:cNvSpPr/>
            <p:nvPr/>
          </p:nvSpPr>
          <p:spPr>
            <a:xfrm rot="1792560">
              <a:off x="9907587" y="4546564"/>
              <a:ext cx="38100" cy="158750"/>
            </a:xfrm>
            <a:prstGeom prst="ellipse">
              <a:avLst/>
            </a:prstGeom>
            <a:gradFill>
              <a:gsLst>
                <a:gs pos="0">
                  <a:srgbClr val="FFFFFF"/>
                </a:gs>
                <a:gs pos="50000">
                  <a:srgbClr val="B2B2B2"/>
                </a:gs>
                <a:gs pos="100000">
                  <a:srgbClr val="FFFFFF"/>
                </a:gs>
              </a:gsLst>
              <a:lin ang="540000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70" name="Google Shape;8870;p84"/>
            <p:cNvSpPr/>
            <p:nvPr/>
          </p:nvSpPr>
          <p:spPr>
            <a:xfrm rot="1792560">
              <a:off x="9240837" y="4341777"/>
              <a:ext cx="731838" cy="158750"/>
            </a:xfrm>
            <a:prstGeom prst="rect">
              <a:avLst/>
            </a:prstGeom>
            <a:gradFill>
              <a:gsLst>
                <a:gs pos="0">
                  <a:srgbClr val="FFFFFF"/>
                </a:gs>
                <a:gs pos="50000">
                  <a:srgbClr val="B2B2B2"/>
                </a:gs>
                <a:gs pos="100000">
                  <a:srgbClr val="FFFFFF"/>
                </a:gs>
              </a:gsLst>
              <a:lin ang="540000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71" name="Google Shape;8871;p84"/>
            <p:cNvSpPr/>
            <p:nvPr/>
          </p:nvSpPr>
          <p:spPr>
            <a:xfrm rot="1792560">
              <a:off x="9275762" y="4141752"/>
              <a:ext cx="38100" cy="158750"/>
            </a:xfrm>
            <a:prstGeom prst="ellipse">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872" name="Google Shape;8872;p84"/>
            <p:cNvSpPr/>
            <p:nvPr/>
          </p:nvSpPr>
          <p:spPr>
            <a:xfrm rot="1792560">
              <a:off x="9902825" y="4543389"/>
              <a:ext cx="25400" cy="152400"/>
            </a:xfrm>
            <a:prstGeom prst="rect">
              <a:avLst/>
            </a:prstGeom>
            <a:gradFill>
              <a:gsLst>
                <a:gs pos="0">
                  <a:srgbClr val="FFFFFF"/>
                </a:gs>
                <a:gs pos="50000">
                  <a:srgbClr val="B2B2B2"/>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cxnSp>
          <p:nvCxnSpPr>
            <p:cNvPr id="8873" name="Google Shape;8873;p84"/>
            <p:cNvCxnSpPr/>
            <p:nvPr/>
          </p:nvCxnSpPr>
          <p:spPr>
            <a:xfrm rot="1792560">
              <a:off x="9102725" y="4441789"/>
              <a:ext cx="1062037" cy="12700"/>
            </a:xfrm>
            <a:prstGeom prst="straightConnector1">
              <a:avLst/>
            </a:prstGeom>
            <a:noFill/>
            <a:ln cap="flat" cmpd="sng" w="38100">
              <a:solidFill>
                <a:srgbClr val="FF3300"/>
              </a:solidFill>
              <a:prstDash val="solid"/>
              <a:round/>
              <a:headEnd len="med" w="med" type="none"/>
              <a:tailEnd len="med" w="med" type="triangle"/>
            </a:ln>
          </p:spPr>
        </p:cxnSp>
        <p:sp>
          <p:nvSpPr>
            <p:cNvPr id="8874" name="Google Shape;8874;p84"/>
            <p:cNvSpPr txBox="1"/>
            <p:nvPr/>
          </p:nvSpPr>
          <p:spPr>
            <a:xfrm>
              <a:off x="7575550" y="1849402"/>
              <a:ext cx="67627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R</a:t>
              </a:r>
              <a:r>
                <a:rPr baseline="-25000" lang="en-US" sz="3200">
                  <a:solidFill>
                    <a:srgbClr val="000000"/>
                  </a:solidFill>
                  <a:latin typeface="Calibri"/>
                  <a:ea typeface="Calibri"/>
                  <a:cs typeface="Calibri"/>
                  <a:sym typeface="Calibri"/>
                </a:rPr>
                <a:t>s</a:t>
              </a:r>
              <a:endParaRPr sz="2400">
                <a:solidFill>
                  <a:srgbClr val="000000"/>
                </a:solidFill>
                <a:latin typeface="Calibri"/>
                <a:ea typeface="Calibri"/>
                <a:cs typeface="Calibri"/>
                <a:sym typeface="Calibri"/>
              </a:endParaRPr>
            </a:p>
          </p:txBody>
        </p:sp>
        <p:sp>
          <p:nvSpPr>
            <p:cNvPr id="8875" name="Google Shape;8875;p84"/>
            <p:cNvSpPr txBox="1"/>
            <p:nvPr/>
          </p:nvSpPr>
          <p:spPr>
            <a:xfrm>
              <a:off x="9402762" y="2357402"/>
              <a:ext cx="67627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R</a:t>
              </a:r>
              <a:r>
                <a:rPr baseline="-25000" lang="en-US" sz="3200">
                  <a:solidFill>
                    <a:srgbClr val="000000"/>
                  </a:solidFill>
                  <a:latin typeface="Calibri"/>
                  <a:ea typeface="Calibri"/>
                  <a:cs typeface="Calibri"/>
                  <a:sym typeface="Calibri"/>
                </a:rPr>
                <a:t>s</a:t>
              </a:r>
              <a:endParaRPr sz="2400">
                <a:solidFill>
                  <a:srgbClr val="000000"/>
                </a:solidFill>
                <a:latin typeface="Calibri"/>
                <a:ea typeface="Calibri"/>
                <a:cs typeface="Calibri"/>
                <a:sym typeface="Calibri"/>
              </a:endParaRPr>
            </a:p>
          </p:txBody>
        </p:sp>
        <p:sp>
          <p:nvSpPr>
            <p:cNvPr id="8876" name="Google Shape;8876;p84"/>
            <p:cNvSpPr/>
            <p:nvPr/>
          </p:nvSpPr>
          <p:spPr>
            <a:xfrm>
              <a:off x="7569200" y="2717764"/>
              <a:ext cx="800100" cy="1381125"/>
            </a:xfrm>
            <a:custGeom>
              <a:rect b="b" l="l" r="r" t="t"/>
              <a:pathLst>
                <a:path extrusionOk="0" h="870" w="504">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cap="flat" cmpd="sng" w="3810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sp>
          <p:nvSpPr>
            <p:cNvPr id="8877" name="Google Shape;8877;p84"/>
            <p:cNvSpPr txBox="1"/>
            <p:nvPr/>
          </p:nvSpPr>
          <p:spPr>
            <a:xfrm>
              <a:off x="6583362" y="3833062"/>
              <a:ext cx="674688"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R</a:t>
              </a:r>
              <a:r>
                <a:rPr baseline="-25000" lang="en-US" sz="3200">
                  <a:solidFill>
                    <a:srgbClr val="000000"/>
                  </a:solidFill>
                  <a:latin typeface="Calibri"/>
                  <a:ea typeface="Calibri"/>
                  <a:cs typeface="Calibri"/>
                  <a:sym typeface="Calibri"/>
                </a:rPr>
                <a:t>c</a:t>
              </a:r>
              <a:endParaRPr sz="2400">
                <a:solidFill>
                  <a:srgbClr val="000000"/>
                </a:solidFill>
                <a:latin typeface="Calibri"/>
                <a:ea typeface="Calibri"/>
                <a:cs typeface="Calibri"/>
                <a:sym typeface="Calibri"/>
              </a:endParaRPr>
            </a:p>
          </p:txBody>
        </p:sp>
        <p:sp>
          <p:nvSpPr>
            <p:cNvPr id="8878" name="Google Shape;8878;p84"/>
            <p:cNvSpPr/>
            <p:nvPr/>
          </p:nvSpPr>
          <p:spPr>
            <a:xfrm>
              <a:off x="8032750" y="2695539"/>
              <a:ext cx="431800" cy="1570038"/>
            </a:xfrm>
            <a:custGeom>
              <a:rect b="b" l="l" r="r" t="t"/>
              <a:pathLst>
                <a:path extrusionOk="0" h="989" w="272">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cap="flat" cmpd="sng" w="3810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sp>
          <p:nvSpPr>
            <p:cNvPr id="8879" name="Google Shape;8879;p84"/>
            <p:cNvSpPr/>
            <p:nvPr/>
          </p:nvSpPr>
          <p:spPr>
            <a:xfrm>
              <a:off x="8616950" y="2679664"/>
              <a:ext cx="638175" cy="1538288"/>
            </a:xfrm>
            <a:custGeom>
              <a:rect b="b" l="l" r="r" t="t"/>
              <a:pathLst>
                <a:path extrusionOk="0" h="969" w="402">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cap="flat" cmpd="sng" w="38100">
              <a:solidFill>
                <a:srgbClr val="FF3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800">
                <a:solidFill>
                  <a:srgbClr val="000000"/>
                </a:solidFill>
                <a:latin typeface="Calibri"/>
                <a:ea typeface="Calibri"/>
                <a:cs typeface="Calibri"/>
                <a:sym typeface="Calibri"/>
              </a:endParaRPr>
            </a:p>
          </p:txBody>
        </p:sp>
        <p:sp>
          <p:nvSpPr>
            <p:cNvPr id="8880" name="Google Shape;8880;p84"/>
            <p:cNvSpPr txBox="1"/>
            <p:nvPr/>
          </p:nvSpPr>
          <p:spPr>
            <a:xfrm>
              <a:off x="7842250" y="4444964"/>
              <a:ext cx="67627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R</a:t>
              </a:r>
              <a:r>
                <a:rPr baseline="-25000" lang="en-US" sz="3200">
                  <a:solidFill>
                    <a:srgbClr val="000000"/>
                  </a:solidFill>
                  <a:latin typeface="Calibri"/>
                  <a:ea typeface="Calibri"/>
                  <a:cs typeface="Calibri"/>
                  <a:sym typeface="Calibri"/>
                </a:rPr>
                <a:t>c</a:t>
              </a:r>
              <a:endParaRPr sz="2400">
                <a:solidFill>
                  <a:srgbClr val="000000"/>
                </a:solidFill>
                <a:latin typeface="Calibri"/>
                <a:ea typeface="Calibri"/>
                <a:cs typeface="Calibri"/>
                <a:sym typeface="Calibri"/>
              </a:endParaRPr>
            </a:p>
          </p:txBody>
        </p:sp>
        <p:sp>
          <p:nvSpPr>
            <p:cNvPr id="8881" name="Google Shape;8881;p84"/>
            <p:cNvSpPr txBox="1"/>
            <p:nvPr/>
          </p:nvSpPr>
          <p:spPr>
            <a:xfrm>
              <a:off x="9529762" y="3932202"/>
              <a:ext cx="674688"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R</a:t>
              </a:r>
              <a:r>
                <a:rPr baseline="-25000" lang="en-US" sz="3200">
                  <a:solidFill>
                    <a:srgbClr val="000000"/>
                  </a:solidFill>
                  <a:latin typeface="Calibri"/>
                  <a:ea typeface="Calibri"/>
                  <a:cs typeface="Calibri"/>
                  <a:sym typeface="Calibri"/>
                </a:rPr>
                <a:t>c</a:t>
              </a:r>
              <a:endParaRPr sz="2400">
                <a:solidFill>
                  <a:srgbClr val="000000"/>
                </a:solidFill>
                <a:latin typeface="Calibri"/>
                <a:ea typeface="Calibri"/>
                <a:cs typeface="Calibri"/>
                <a:sym typeface="Calibri"/>
              </a:endParaRPr>
            </a:p>
          </p:txBody>
        </p:sp>
        <p:sp>
          <p:nvSpPr>
            <p:cNvPr id="8882" name="Google Shape;8882;p84"/>
            <p:cNvSpPr txBox="1"/>
            <p:nvPr/>
          </p:nvSpPr>
          <p:spPr>
            <a:xfrm>
              <a:off x="8558212" y="3303552"/>
              <a:ext cx="676275"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00000"/>
                  </a:solidFill>
                  <a:latin typeface="Calibri"/>
                  <a:ea typeface="Calibri"/>
                  <a:cs typeface="Calibri"/>
                  <a:sym typeface="Calibri"/>
                </a:rPr>
                <a:t>R</a:t>
              </a:r>
              <a:endParaRPr/>
            </a:p>
          </p:txBody>
        </p:sp>
        <p:grpSp>
          <p:nvGrpSpPr>
            <p:cNvPr id="8883" name="Google Shape;8883;p84"/>
            <p:cNvGrpSpPr/>
            <p:nvPr/>
          </p:nvGrpSpPr>
          <p:grpSpPr>
            <a:xfrm>
              <a:off x="6435725" y="1730339"/>
              <a:ext cx="352425" cy="660400"/>
              <a:chOff x="4140" y="429"/>
              <a:chExt cx="1425" cy="2396"/>
            </a:xfrm>
          </p:grpSpPr>
          <p:sp>
            <p:nvSpPr>
              <p:cNvPr id="8884" name="Google Shape;8884;p8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85" name="Google Shape;8885;p84"/>
              <p:cNvSpPr/>
              <p:nvPr/>
            </p:nvSpPr>
            <p:spPr>
              <a:xfrm>
                <a:off x="4204" y="429"/>
                <a:ext cx="1046" cy="228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886" name="Google Shape;8886;p8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87" name="Google Shape;8887;p8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888" name="Google Shape;8888;p84"/>
              <p:cNvSpPr/>
              <p:nvPr/>
            </p:nvSpPr>
            <p:spPr>
              <a:xfrm>
                <a:off x="4211" y="694"/>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8889" name="Google Shape;8889;p84"/>
              <p:cNvGrpSpPr/>
              <p:nvPr/>
            </p:nvGrpSpPr>
            <p:grpSpPr>
              <a:xfrm>
                <a:off x="4750" y="660"/>
                <a:ext cx="578" cy="155"/>
                <a:chOff x="615" y="2560"/>
                <a:chExt cx="721" cy="149"/>
              </a:xfrm>
            </p:grpSpPr>
            <p:sp>
              <p:nvSpPr>
                <p:cNvPr id="8890" name="Google Shape;8890;p84"/>
                <p:cNvSpPr/>
                <p:nvPr/>
              </p:nvSpPr>
              <p:spPr>
                <a:xfrm>
                  <a:off x="615" y="2560"/>
                  <a:ext cx="721" cy="14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891" name="Google Shape;8891;p84"/>
                <p:cNvSpPr/>
                <p:nvPr/>
              </p:nvSpPr>
              <p:spPr>
                <a:xfrm>
                  <a:off x="631" y="2582"/>
                  <a:ext cx="689"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8892" name="Google Shape;8892;p84"/>
              <p:cNvSpPr/>
              <p:nvPr/>
            </p:nvSpPr>
            <p:spPr>
              <a:xfrm>
                <a:off x="4223" y="1016"/>
                <a:ext cx="597"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8893" name="Google Shape;8893;p84"/>
              <p:cNvGrpSpPr/>
              <p:nvPr/>
            </p:nvGrpSpPr>
            <p:grpSpPr>
              <a:xfrm>
                <a:off x="4749" y="993"/>
                <a:ext cx="578" cy="132"/>
                <a:chOff x="617" y="2567"/>
                <a:chExt cx="721" cy="137"/>
              </a:xfrm>
            </p:grpSpPr>
            <p:sp>
              <p:nvSpPr>
                <p:cNvPr id="8894" name="Google Shape;8894;p84"/>
                <p:cNvSpPr/>
                <p:nvPr/>
              </p:nvSpPr>
              <p:spPr>
                <a:xfrm>
                  <a:off x="617" y="2567"/>
                  <a:ext cx="721"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895" name="Google Shape;8895;p84"/>
                <p:cNvSpPr/>
                <p:nvPr/>
              </p:nvSpPr>
              <p:spPr>
                <a:xfrm>
                  <a:off x="634" y="2585"/>
                  <a:ext cx="689"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8896" name="Google Shape;8896;p84"/>
              <p:cNvSpPr/>
              <p:nvPr/>
            </p:nvSpPr>
            <p:spPr>
              <a:xfrm>
                <a:off x="4217" y="1356"/>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897" name="Google Shape;8897;p84"/>
              <p:cNvSpPr/>
              <p:nvPr/>
            </p:nvSpPr>
            <p:spPr>
              <a:xfrm>
                <a:off x="4230" y="1656"/>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8898" name="Google Shape;8898;p84"/>
              <p:cNvGrpSpPr/>
              <p:nvPr/>
            </p:nvGrpSpPr>
            <p:grpSpPr>
              <a:xfrm>
                <a:off x="4737" y="1627"/>
                <a:ext cx="578" cy="150"/>
                <a:chOff x="616" y="2568"/>
                <a:chExt cx="720" cy="138"/>
              </a:xfrm>
            </p:grpSpPr>
            <p:sp>
              <p:nvSpPr>
                <p:cNvPr id="8899" name="Google Shape;8899;p84"/>
                <p:cNvSpPr/>
                <p:nvPr/>
              </p:nvSpPr>
              <p:spPr>
                <a:xfrm>
                  <a:off x="616" y="2568"/>
                  <a:ext cx="72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00" name="Google Shape;8900;p84"/>
                <p:cNvSpPr/>
                <p:nvPr/>
              </p:nvSpPr>
              <p:spPr>
                <a:xfrm>
                  <a:off x="632" y="2584"/>
                  <a:ext cx="688"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8901" name="Google Shape;8901;p8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grpSp>
            <p:nvGrpSpPr>
              <p:cNvPr id="8902" name="Google Shape;8902;p84"/>
              <p:cNvGrpSpPr/>
              <p:nvPr/>
            </p:nvGrpSpPr>
            <p:grpSpPr>
              <a:xfrm>
                <a:off x="4737" y="1328"/>
                <a:ext cx="584" cy="138"/>
                <a:chOff x="611" y="2569"/>
                <a:chExt cx="728" cy="138"/>
              </a:xfrm>
            </p:grpSpPr>
            <p:sp>
              <p:nvSpPr>
                <p:cNvPr id="8903" name="Google Shape;8903;p84"/>
                <p:cNvSpPr/>
                <p:nvPr/>
              </p:nvSpPr>
              <p:spPr>
                <a:xfrm>
                  <a:off x="611" y="2569"/>
                  <a:ext cx="728"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04" name="Google Shape;8904;p84"/>
                <p:cNvSpPr/>
                <p:nvPr/>
              </p:nvSpPr>
              <p:spPr>
                <a:xfrm>
                  <a:off x="627" y="2586"/>
                  <a:ext cx="696"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8905" name="Google Shape;8905;p84"/>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06" name="Google Shape;8906;p8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07" name="Google Shape;8907;p8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08" name="Google Shape;8908;p84"/>
              <p:cNvSpPr/>
              <p:nvPr/>
            </p:nvSpPr>
            <p:spPr>
              <a:xfrm>
                <a:off x="5520" y="2612"/>
                <a:ext cx="45"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09" name="Google Shape;8909;p8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10" name="Google Shape;8910;p84"/>
              <p:cNvSpPr/>
              <p:nvPr/>
            </p:nvSpPr>
            <p:spPr>
              <a:xfrm>
                <a:off x="4140" y="2675"/>
                <a:ext cx="1200"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11" name="Google Shape;8911;p84"/>
              <p:cNvSpPr/>
              <p:nvPr/>
            </p:nvSpPr>
            <p:spPr>
              <a:xfrm>
                <a:off x="4204" y="2710"/>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12" name="Google Shape;8912;p84"/>
              <p:cNvSpPr/>
              <p:nvPr/>
            </p:nvSpPr>
            <p:spPr>
              <a:xfrm>
                <a:off x="4307" y="2382"/>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13" name="Google Shape;8913;p84"/>
              <p:cNvSpPr/>
              <p:nvPr/>
            </p:nvSpPr>
            <p:spPr>
              <a:xfrm>
                <a:off x="4487" y="2382"/>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0000"/>
                  </a:solidFill>
                  <a:latin typeface="Calibri"/>
                  <a:ea typeface="Calibri"/>
                  <a:cs typeface="Calibri"/>
                  <a:sym typeface="Calibri"/>
                </a:endParaRPr>
              </a:p>
            </p:txBody>
          </p:sp>
          <p:sp>
            <p:nvSpPr>
              <p:cNvPr id="8914" name="Google Shape;8914;p84"/>
              <p:cNvSpPr/>
              <p:nvPr/>
            </p:nvSpPr>
            <p:spPr>
              <a:xfrm>
                <a:off x="4660" y="2382"/>
                <a:ext cx="160"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15" name="Google Shape;8915;p84"/>
              <p:cNvSpPr/>
              <p:nvPr/>
            </p:nvSpPr>
            <p:spPr>
              <a:xfrm>
                <a:off x="5064" y="1834"/>
                <a:ext cx="83"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grpSp>
          <p:nvGrpSpPr>
            <p:cNvPr id="8916" name="Google Shape;8916;p84"/>
            <p:cNvGrpSpPr/>
            <p:nvPr/>
          </p:nvGrpSpPr>
          <p:grpSpPr>
            <a:xfrm>
              <a:off x="7010400" y="1390614"/>
              <a:ext cx="352425" cy="660400"/>
              <a:chOff x="4140" y="429"/>
              <a:chExt cx="1425" cy="2396"/>
            </a:xfrm>
          </p:grpSpPr>
          <p:sp>
            <p:nvSpPr>
              <p:cNvPr id="8917" name="Google Shape;8917;p8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18" name="Google Shape;8918;p84"/>
              <p:cNvSpPr/>
              <p:nvPr/>
            </p:nvSpPr>
            <p:spPr>
              <a:xfrm>
                <a:off x="4204" y="429"/>
                <a:ext cx="1046" cy="228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19" name="Google Shape;8919;p8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20" name="Google Shape;8920;p8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21" name="Google Shape;8921;p84"/>
              <p:cNvSpPr/>
              <p:nvPr/>
            </p:nvSpPr>
            <p:spPr>
              <a:xfrm>
                <a:off x="4211" y="694"/>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8922" name="Google Shape;8922;p84"/>
              <p:cNvGrpSpPr/>
              <p:nvPr/>
            </p:nvGrpSpPr>
            <p:grpSpPr>
              <a:xfrm>
                <a:off x="4750" y="660"/>
                <a:ext cx="578" cy="155"/>
                <a:chOff x="615" y="2560"/>
                <a:chExt cx="721" cy="149"/>
              </a:xfrm>
            </p:grpSpPr>
            <p:sp>
              <p:nvSpPr>
                <p:cNvPr id="8923" name="Google Shape;8923;p84"/>
                <p:cNvSpPr/>
                <p:nvPr/>
              </p:nvSpPr>
              <p:spPr>
                <a:xfrm>
                  <a:off x="615" y="2560"/>
                  <a:ext cx="721" cy="14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24" name="Google Shape;8924;p84"/>
                <p:cNvSpPr/>
                <p:nvPr/>
              </p:nvSpPr>
              <p:spPr>
                <a:xfrm>
                  <a:off x="631" y="2582"/>
                  <a:ext cx="689"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8925" name="Google Shape;8925;p84"/>
              <p:cNvSpPr/>
              <p:nvPr/>
            </p:nvSpPr>
            <p:spPr>
              <a:xfrm>
                <a:off x="4223" y="1016"/>
                <a:ext cx="597"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8926" name="Google Shape;8926;p84"/>
              <p:cNvGrpSpPr/>
              <p:nvPr/>
            </p:nvGrpSpPr>
            <p:grpSpPr>
              <a:xfrm>
                <a:off x="4749" y="993"/>
                <a:ext cx="578" cy="132"/>
                <a:chOff x="617" y="2567"/>
                <a:chExt cx="721" cy="137"/>
              </a:xfrm>
            </p:grpSpPr>
            <p:sp>
              <p:nvSpPr>
                <p:cNvPr id="8927" name="Google Shape;8927;p84"/>
                <p:cNvSpPr/>
                <p:nvPr/>
              </p:nvSpPr>
              <p:spPr>
                <a:xfrm>
                  <a:off x="617" y="2567"/>
                  <a:ext cx="721"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28" name="Google Shape;8928;p84"/>
                <p:cNvSpPr/>
                <p:nvPr/>
              </p:nvSpPr>
              <p:spPr>
                <a:xfrm>
                  <a:off x="634" y="2585"/>
                  <a:ext cx="689"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8929" name="Google Shape;8929;p84"/>
              <p:cNvSpPr/>
              <p:nvPr/>
            </p:nvSpPr>
            <p:spPr>
              <a:xfrm>
                <a:off x="4217" y="1356"/>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30" name="Google Shape;8930;p84"/>
              <p:cNvSpPr/>
              <p:nvPr/>
            </p:nvSpPr>
            <p:spPr>
              <a:xfrm>
                <a:off x="4230" y="1656"/>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8931" name="Google Shape;8931;p84"/>
              <p:cNvGrpSpPr/>
              <p:nvPr/>
            </p:nvGrpSpPr>
            <p:grpSpPr>
              <a:xfrm>
                <a:off x="4737" y="1627"/>
                <a:ext cx="578" cy="150"/>
                <a:chOff x="616" y="2568"/>
                <a:chExt cx="720" cy="138"/>
              </a:xfrm>
            </p:grpSpPr>
            <p:sp>
              <p:nvSpPr>
                <p:cNvPr id="8932" name="Google Shape;8932;p84"/>
                <p:cNvSpPr/>
                <p:nvPr/>
              </p:nvSpPr>
              <p:spPr>
                <a:xfrm>
                  <a:off x="616" y="2568"/>
                  <a:ext cx="72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33" name="Google Shape;8933;p84"/>
                <p:cNvSpPr/>
                <p:nvPr/>
              </p:nvSpPr>
              <p:spPr>
                <a:xfrm>
                  <a:off x="632" y="2584"/>
                  <a:ext cx="688"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8934" name="Google Shape;8934;p8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grpSp>
            <p:nvGrpSpPr>
              <p:cNvPr id="8935" name="Google Shape;8935;p84"/>
              <p:cNvGrpSpPr/>
              <p:nvPr/>
            </p:nvGrpSpPr>
            <p:grpSpPr>
              <a:xfrm>
                <a:off x="4737" y="1328"/>
                <a:ext cx="584" cy="138"/>
                <a:chOff x="611" y="2569"/>
                <a:chExt cx="728" cy="138"/>
              </a:xfrm>
            </p:grpSpPr>
            <p:sp>
              <p:nvSpPr>
                <p:cNvPr id="8936" name="Google Shape;8936;p84"/>
                <p:cNvSpPr/>
                <p:nvPr/>
              </p:nvSpPr>
              <p:spPr>
                <a:xfrm>
                  <a:off x="611" y="2569"/>
                  <a:ext cx="728"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37" name="Google Shape;8937;p84"/>
                <p:cNvSpPr/>
                <p:nvPr/>
              </p:nvSpPr>
              <p:spPr>
                <a:xfrm>
                  <a:off x="627" y="2586"/>
                  <a:ext cx="696"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8938" name="Google Shape;8938;p84"/>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39" name="Google Shape;8939;p8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40" name="Google Shape;8940;p8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41" name="Google Shape;8941;p84"/>
              <p:cNvSpPr/>
              <p:nvPr/>
            </p:nvSpPr>
            <p:spPr>
              <a:xfrm>
                <a:off x="5520" y="2612"/>
                <a:ext cx="45"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42" name="Google Shape;8942;p8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43" name="Google Shape;8943;p84"/>
              <p:cNvSpPr/>
              <p:nvPr/>
            </p:nvSpPr>
            <p:spPr>
              <a:xfrm>
                <a:off x="4140" y="2675"/>
                <a:ext cx="1200"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44" name="Google Shape;8944;p84"/>
              <p:cNvSpPr/>
              <p:nvPr/>
            </p:nvSpPr>
            <p:spPr>
              <a:xfrm>
                <a:off x="4204" y="2710"/>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45" name="Google Shape;8945;p84"/>
              <p:cNvSpPr/>
              <p:nvPr/>
            </p:nvSpPr>
            <p:spPr>
              <a:xfrm>
                <a:off x="4307" y="2382"/>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46" name="Google Shape;8946;p84"/>
              <p:cNvSpPr/>
              <p:nvPr/>
            </p:nvSpPr>
            <p:spPr>
              <a:xfrm>
                <a:off x="4487" y="2382"/>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0000"/>
                  </a:solidFill>
                  <a:latin typeface="Calibri"/>
                  <a:ea typeface="Calibri"/>
                  <a:cs typeface="Calibri"/>
                  <a:sym typeface="Calibri"/>
                </a:endParaRPr>
              </a:p>
            </p:txBody>
          </p:sp>
          <p:sp>
            <p:nvSpPr>
              <p:cNvPr id="8947" name="Google Shape;8947;p84"/>
              <p:cNvSpPr/>
              <p:nvPr/>
            </p:nvSpPr>
            <p:spPr>
              <a:xfrm>
                <a:off x="4660" y="2382"/>
                <a:ext cx="160"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48" name="Google Shape;8948;p84"/>
              <p:cNvSpPr/>
              <p:nvPr/>
            </p:nvSpPr>
            <p:spPr>
              <a:xfrm>
                <a:off x="5064" y="1834"/>
                <a:ext cx="83"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grpSp>
          <p:nvGrpSpPr>
            <p:cNvPr id="8949" name="Google Shape;8949;p84"/>
            <p:cNvGrpSpPr/>
            <p:nvPr/>
          </p:nvGrpSpPr>
          <p:grpSpPr>
            <a:xfrm>
              <a:off x="9861550" y="1646202"/>
              <a:ext cx="352425" cy="660400"/>
              <a:chOff x="4140" y="429"/>
              <a:chExt cx="1425" cy="2396"/>
            </a:xfrm>
          </p:grpSpPr>
          <p:sp>
            <p:nvSpPr>
              <p:cNvPr id="8950" name="Google Shape;8950;p8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51" name="Google Shape;8951;p84"/>
              <p:cNvSpPr/>
              <p:nvPr/>
            </p:nvSpPr>
            <p:spPr>
              <a:xfrm>
                <a:off x="4204" y="429"/>
                <a:ext cx="1046" cy="2287"/>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52" name="Google Shape;8952;p8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53" name="Google Shape;8953;p8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54" name="Google Shape;8954;p84"/>
              <p:cNvSpPr/>
              <p:nvPr/>
            </p:nvSpPr>
            <p:spPr>
              <a:xfrm>
                <a:off x="4211" y="694"/>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8955" name="Google Shape;8955;p84"/>
              <p:cNvGrpSpPr/>
              <p:nvPr/>
            </p:nvGrpSpPr>
            <p:grpSpPr>
              <a:xfrm>
                <a:off x="4750" y="660"/>
                <a:ext cx="578" cy="155"/>
                <a:chOff x="615" y="2560"/>
                <a:chExt cx="721" cy="149"/>
              </a:xfrm>
            </p:grpSpPr>
            <p:sp>
              <p:nvSpPr>
                <p:cNvPr id="8956" name="Google Shape;8956;p84"/>
                <p:cNvSpPr/>
                <p:nvPr/>
              </p:nvSpPr>
              <p:spPr>
                <a:xfrm>
                  <a:off x="615" y="2560"/>
                  <a:ext cx="721" cy="14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57" name="Google Shape;8957;p84"/>
                <p:cNvSpPr/>
                <p:nvPr/>
              </p:nvSpPr>
              <p:spPr>
                <a:xfrm>
                  <a:off x="631" y="2582"/>
                  <a:ext cx="689" cy="11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8958" name="Google Shape;8958;p84"/>
              <p:cNvSpPr/>
              <p:nvPr/>
            </p:nvSpPr>
            <p:spPr>
              <a:xfrm>
                <a:off x="4223" y="1016"/>
                <a:ext cx="597" cy="52"/>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8959" name="Google Shape;8959;p84"/>
              <p:cNvGrpSpPr/>
              <p:nvPr/>
            </p:nvGrpSpPr>
            <p:grpSpPr>
              <a:xfrm>
                <a:off x="4749" y="993"/>
                <a:ext cx="578" cy="132"/>
                <a:chOff x="617" y="2567"/>
                <a:chExt cx="721" cy="137"/>
              </a:xfrm>
            </p:grpSpPr>
            <p:sp>
              <p:nvSpPr>
                <p:cNvPr id="8960" name="Google Shape;8960;p84"/>
                <p:cNvSpPr/>
                <p:nvPr/>
              </p:nvSpPr>
              <p:spPr>
                <a:xfrm>
                  <a:off x="617" y="2567"/>
                  <a:ext cx="721" cy="137"/>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61" name="Google Shape;8961;p84"/>
                <p:cNvSpPr/>
                <p:nvPr/>
              </p:nvSpPr>
              <p:spPr>
                <a:xfrm>
                  <a:off x="634" y="2585"/>
                  <a:ext cx="689"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8962" name="Google Shape;8962;p84"/>
              <p:cNvSpPr/>
              <p:nvPr/>
            </p:nvSpPr>
            <p:spPr>
              <a:xfrm>
                <a:off x="4217" y="1356"/>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63" name="Google Shape;8963;p84"/>
              <p:cNvSpPr/>
              <p:nvPr/>
            </p:nvSpPr>
            <p:spPr>
              <a:xfrm>
                <a:off x="4230" y="1656"/>
                <a:ext cx="597" cy="46"/>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nvGrpSpPr>
              <p:cNvPr id="8964" name="Google Shape;8964;p84"/>
              <p:cNvGrpSpPr/>
              <p:nvPr/>
            </p:nvGrpSpPr>
            <p:grpSpPr>
              <a:xfrm>
                <a:off x="4737" y="1627"/>
                <a:ext cx="578" cy="150"/>
                <a:chOff x="616" y="2568"/>
                <a:chExt cx="720" cy="138"/>
              </a:xfrm>
            </p:grpSpPr>
            <p:sp>
              <p:nvSpPr>
                <p:cNvPr id="8965" name="Google Shape;8965;p84"/>
                <p:cNvSpPr/>
                <p:nvPr/>
              </p:nvSpPr>
              <p:spPr>
                <a:xfrm>
                  <a:off x="616" y="2568"/>
                  <a:ext cx="720"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66" name="Google Shape;8966;p84"/>
                <p:cNvSpPr/>
                <p:nvPr/>
              </p:nvSpPr>
              <p:spPr>
                <a:xfrm>
                  <a:off x="632" y="2584"/>
                  <a:ext cx="688"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8967" name="Google Shape;8967;p8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grpSp>
            <p:nvGrpSpPr>
              <p:cNvPr id="8968" name="Google Shape;8968;p84"/>
              <p:cNvGrpSpPr/>
              <p:nvPr/>
            </p:nvGrpSpPr>
            <p:grpSpPr>
              <a:xfrm>
                <a:off x="4737" y="1328"/>
                <a:ext cx="584" cy="138"/>
                <a:chOff x="611" y="2569"/>
                <a:chExt cx="728" cy="138"/>
              </a:xfrm>
            </p:grpSpPr>
            <p:sp>
              <p:nvSpPr>
                <p:cNvPr id="8969" name="Google Shape;8969;p84"/>
                <p:cNvSpPr/>
                <p:nvPr/>
              </p:nvSpPr>
              <p:spPr>
                <a:xfrm>
                  <a:off x="611" y="2569"/>
                  <a:ext cx="728" cy="138"/>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70" name="Google Shape;8970;p84"/>
                <p:cNvSpPr/>
                <p:nvPr/>
              </p:nvSpPr>
              <p:spPr>
                <a:xfrm>
                  <a:off x="627" y="2586"/>
                  <a:ext cx="696"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sp>
            <p:nvSpPr>
              <p:cNvPr id="8971" name="Google Shape;8971;p84"/>
              <p:cNvSpPr/>
              <p:nvPr/>
            </p:nvSpPr>
            <p:spPr>
              <a:xfrm>
                <a:off x="5250" y="429"/>
                <a:ext cx="71" cy="2287"/>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72" name="Google Shape;8972;p8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73" name="Google Shape;8973;p8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74" name="Google Shape;8974;p84"/>
              <p:cNvSpPr/>
              <p:nvPr/>
            </p:nvSpPr>
            <p:spPr>
              <a:xfrm>
                <a:off x="5520" y="2612"/>
                <a:ext cx="45" cy="98"/>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75" name="Google Shape;8975;p8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sp>
            <p:nvSpPr>
              <p:cNvPr id="8976" name="Google Shape;8976;p84"/>
              <p:cNvSpPr/>
              <p:nvPr/>
            </p:nvSpPr>
            <p:spPr>
              <a:xfrm>
                <a:off x="4140" y="2675"/>
                <a:ext cx="1200" cy="150"/>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77" name="Google Shape;8977;p84"/>
              <p:cNvSpPr/>
              <p:nvPr/>
            </p:nvSpPr>
            <p:spPr>
              <a:xfrm>
                <a:off x="4204" y="2710"/>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78" name="Google Shape;8978;p84"/>
              <p:cNvSpPr/>
              <p:nvPr/>
            </p:nvSpPr>
            <p:spPr>
              <a:xfrm>
                <a:off x="4307" y="2382"/>
                <a:ext cx="160"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79" name="Google Shape;8979;p84"/>
              <p:cNvSpPr/>
              <p:nvPr/>
            </p:nvSpPr>
            <p:spPr>
              <a:xfrm>
                <a:off x="4487" y="2382"/>
                <a:ext cx="160"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0000"/>
                  </a:solidFill>
                  <a:latin typeface="Calibri"/>
                  <a:ea typeface="Calibri"/>
                  <a:cs typeface="Calibri"/>
                  <a:sym typeface="Calibri"/>
                </a:endParaRPr>
              </a:p>
            </p:txBody>
          </p:sp>
          <p:sp>
            <p:nvSpPr>
              <p:cNvPr id="8980" name="Google Shape;8980;p84"/>
              <p:cNvSpPr/>
              <p:nvPr/>
            </p:nvSpPr>
            <p:spPr>
              <a:xfrm>
                <a:off x="4660" y="2382"/>
                <a:ext cx="160"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sp>
            <p:nvSpPr>
              <p:cNvPr id="8981" name="Google Shape;8981;p84"/>
              <p:cNvSpPr/>
              <p:nvPr/>
            </p:nvSpPr>
            <p:spPr>
              <a:xfrm>
                <a:off x="5064" y="1834"/>
                <a:ext cx="83" cy="760"/>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rgbClr val="000000"/>
                  </a:solidFill>
                  <a:latin typeface="Calibri"/>
                  <a:ea typeface="Calibri"/>
                  <a:cs typeface="Calibri"/>
                  <a:sym typeface="Calibri"/>
                </a:endParaRPr>
              </a:p>
            </p:txBody>
          </p:sp>
        </p:grpSp>
        <p:grpSp>
          <p:nvGrpSpPr>
            <p:cNvPr id="8982" name="Google Shape;8982;p84"/>
            <p:cNvGrpSpPr/>
            <p:nvPr/>
          </p:nvGrpSpPr>
          <p:grpSpPr>
            <a:xfrm flipH="1">
              <a:off x="10010775" y="4435439"/>
              <a:ext cx="803275" cy="771525"/>
              <a:chOff x="-44" y="1473"/>
              <a:chExt cx="981" cy="1105"/>
            </a:xfrm>
          </p:grpSpPr>
          <p:pic>
            <p:nvPicPr>
              <p:cNvPr descr="desktop_computer_stylized_medium" id="8983" name="Google Shape;8983;p8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984" name="Google Shape;8984;p8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grpSp>
        <p:grpSp>
          <p:nvGrpSpPr>
            <p:cNvPr id="8985" name="Google Shape;8985;p84"/>
            <p:cNvGrpSpPr/>
            <p:nvPr/>
          </p:nvGrpSpPr>
          <p:grpSpPr>
            <a:xfrm>
              <a:off x="6096000" y="4416389"/>
              <a:ext cx="803275" cy="771525"/>
              <a:chOff x="-44" y="1473"/>
              <a:chExt cx="981" cy="1105"/>
            </a:xfrm>
          </p:grpSpPr>
          <p:pic>
            <p:nvPicPr>
              <p:cNvPr descr="desktop_computer_stylized_medium" id="8986" name="Google Shape;8986;p8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987" name="Google Shape;8987;p8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grpSp>
        <p:grpSp>
          <p:nvGrpSpPr>
            <p:cNvPr id="8988" name="Google Shape;8988;p84"/>
            <p:cNvGrpSpPr/>
            <p:nvPr/>
          </p:nvGrpSpPr>
          <p:grpSpPr>
            <a:xfrm>
              <a:off x="6718300" y="4865652"/>
              <a:ext cx="803275" cy="771525"/>
              <a:chOff x="-44" y="1473"/>
              <a:chExt cx="981" cy="1105"/>
            </a:xfrm>
          </p:grpSpPr>
          <p:pic>
            <p:nvPicPr>
              <p:cNvPr descr="desktop_computer_stylized_medium" id="8989" name="Google Shape;8989;p8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8990" name="Google Shape;8990;p8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rgbClr val="000000"/>
                  </a:solidFill>
                  <a:latin typeface="Calibri"/>
                  <a:ea typeface="Calibri"/>
                  <a:cs typeface="Calibri"/>
                  <a:sym typeface="Calibri"/>
                </a:endParaRPr>
              </a:p>
            </p:txBody>
          </p:sp>
        </p:grpSp>
      </p:grpSp>
      <p:grpSp>
        <p:nvGrpSpPr>
          <p:cNvPr id="8991" name="Google Shape;8991;p84"/>
          <p:cNvGrpSpPr/>
          <p:nvPr/>
        </p:nvGrpSpPr>
        <p:grpSpPr>
          <a:xfrm>
            <a:off x="6423336" y="1491893"/>
            <a:ext cx="4706682" cy="4114800"/>
            <a:chOff x="877941" y="1593850"/>
            <a:chExt cx="4706682" cy="4114800"/>
          </a:xfrm>
        </p:grpSpPr>
        <p:sp>
          <p:nvSpPr>
            <p:cNvPr id="8992" name="Google Shape;8992;p84"/>
            <p:cNvSpPr txBox="1"/>
            <p:nvPr/>
          </p:nvSpPr>
          <p:spPr>
            <a:xfrm>
              <a:off x="877941" y="1593850"/>
              <a:ext cx="4522733"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0"/>
                </a:buClr>
                <a:buSzPts val="3200"/>
                <a:buFont typeface="Noto Sans Symbols"/>
                <a:buChar char="▪"/>
              </a:pPr>
              <a:r>
                <a:rPr lang="en-US" sz="3200">
                  <a:solidFill>
                    <a:schemeClr val="dk1"/>
                  </a:solidFill>
                  <a:latin typeface="Calibri"/>
                  <a:ea typeface="Calibri"/>
                  <a:cs typeface="Calibri"/>
                  <a:sym typeface="Calibri"/>
                </a:rPr>
                <a:t>per-connection end-end throughput: </a:t>
              </a:r>
              <a:r>
                <a:rPr i="1" lang="en-US" sz="3200">
                  <a:solidFill>
                    <a:schemeClr val="dk1"/>
                  </a:solidFill>
                  <a:latin typeface="Calibri"/>
                  <a:ea typeface="Calibri"/>
                  <a:cs typeface="Calibri"/>
                  <a:sym typeface="Calibri"/>
                </a:rPr>
                <a:t>min(R</a:t>
              </a:r>
              <a:r>
                <a:rPr baseline="-25000" i="1" lang="en-US" sz="3200">
                  <a:solidFill>
                    <a:schemeClr val="dk1"/>
                  </a:solidFill>
                  <a:latin typeface="Calibri"/>
                  <a:ea typeface="Calibri"/>
                  <a:cs typeface="Calibri"/>
                  <a:sym typeface="Calibri"/>
                </a:rPr>
                <a:t>c</a:t>
              </a:r>
              <a:r>
                <a:rPr i="1" lang="en-US" sz="3200">
                  <a:solidFill>
                    <a:schemeClr val="dk1"/>
                  </a:solidFill>
                  <a:latin typeface="Calibri"/>
                  <a:ea typeface="Calibri"/>
                  <a:cs typeface="Calibri"/>
                  <a:sym typeface="Calibri"/>
                </a:rPr>
                <a:t>,R</a:t>
              </a:r>
              <a:r>
                <a:rPr baseline="-25000" i="1" lang="en-US" sz="3200">
                  <a:solidFill>
                    <a:schemeClr val="dk1"/>
                  </a:solidFill>
                  <a:latin typeface="Calibri"/>
                  <a:ea typeface="Calibri"/>
                  <a:cs typeface="Calibri"/>
                  <a:sym typeface="Calibri"/>
                </a:rPr>
                <a:t>s</a:t>
              </a:r>
              <a:r>
                <a:rPr i="1" lang="en-US" sz="3200">
                  <a:solidFill>
                    <a:schemeClr val="dk1"/>
                  </a:solidFill>
                  <a:latin typeface="Calibri"/>
                  <a:ea typeface="Calibri"/>
                  <a:cs typeface="Calibri"/>
                  <a:sym typeface="Calibri"/>
                </a:rPr>
                <a:t>,R/10)</a:t>
              </a:r>
              <a:endParaRPr/>
            </a:p>
            <a:p>
              <a:pPr indent="-342900" lvl="0" marL="342900" marR="0" rtl="0" algn="l">
                <a:lnSpc>
                  <a:spcPct val="85000"/>
                </a:lnSpc>
                <a:spcBef>
                  <a:spcPts val="640"/>
                </a:spcBef>
                <a:spcAft>
                  <a:spcPts val="0"/>
                </a:spcAft>
                <a:buClr>
                  <a:srgbClr val="000090"/>
                </a:buClr>
                <a:buSzPts val="3200"/>
                <a:buFont typeface="Noto Sans Symbols"/>
                <a:buChar char="▪"/>
              </a:pPr>
              <a:r>
                <a:rPr lang="en-US" sz="3200">
                  <a:solidFill>
                    <a:schemeClr val="dk1"/>
                  </a:solidFill>
                  <a:latin typeface="Calibri"/>
                  <a:ea typeface="Calibri"/>
                  <a:cs typeface="Calibri"/>
                  <a:sym typeface="Calibri"/>
                </a:rPr>
                <a:t>in practice: </a:t>
              </a:r>
              <a:r>
                <a:rPr i="1" lang="en-US" sz="3200">
                  <a:solidFill>
                    <a:schemeClr val="dk1"/>
                  </a:solidFill>
                  <a:latin typeface="Calibri"/>
                  <a:ea typeface="Calibri"/>
                  <a:cs typeface="Calibri"/>
                  <a:sym typeface="Calibri"/>
                </a:rPr>
                <a:t>R</a:t>
              </a:r>
              <a:r>
                <a:rPr baseline="-25000" i="1" lang="en-US" sz="3200">
                  <a:solidFill>
                    <a:schemeClr val="dk1"/>
                  </a:solidFill>
                  <a:latin typeface="Calibri"/>
                  <a:ea typeface="Calibri"/>
                  <a:cs typeface="Calibri"/>
                  <a:sym typeface="Calibri"/>
                </a:rPr>
                <a:t>c</a:t>
              </a:r>
              <a:r>
                <a:rPr lang="en-US" sz="3200">
                  <a:solidFill>
                    <a:schemeClr val="dk1"/>
                  </a:solidFill>
                  <a:latin typeface="Calibri"/>
                  <a:ea typeface="Calibri"/>
                  <a:cs typeface="Calibri"/>
                  <a:sym typeface="Calibri"/>
                </a:rPr>
                <a:t> or </a:t>
              </a:r>
              <a:r>
                <a:rPr i="1" lang="en-US" sz="3200">
                  <a:solidFill>
                    <a:schemeClr val="dk1"/>
                  </a:solidFill>
                  <a:latin typeface="Calibri"/>
                  <a:ea typeface="Calibri"/>
                  <a:cs typeface="Calibri"/>
                  <a:sym typeface="Calibri"/>
                </a:rPr>
                <a:t>R</a:t>
              </a:r>
              <a:r>
                <a:rPr baseline="-25000" i="1" lang="en-US" sz="3200">
                  <a:solidFill>
                    <a:schemeClr val="dk1"/>
                  </a:solidFill>
                  <a:latin typeface="Calibri"/>
                  <a:ea typeface="Calibri"/>
                  <a:cs typeface="Calibri"/>
                  <a:sym typeface="Calibri"/>
                </a:rPr>
                <a:t>s</a:t>
              </a:r>
              <a:r>
                <a:rPr lang="en-US" sz="3200">
                  <a:solidFill>
                    <a:schemeClr val="dk1"/>
                  </a:solidFill>
                  <a:latin typeface="Calibri"/>
                  <a:ea typeface="Calibri"/>
                  <a:cs typeface="Calibri"/>
                  <a:sym typeface="Calibri"/>
                </a:rPr>
                <a:t> is often bottleneck</a:t>
              </a:r>
              <a:endParaRPr/>
            </a:p>
          </p:txBody>
        </p:sp>
        <p:sp>
          <p:nvSpPr>
            <p:cNvPr id="8993" name="Google Shape;8993;p84"/>
            <p:cNvSpPr txBox="1"/>
            <p:nvPr/>
          </p:nvSpPr>
          <p:spPr>
            <a:xfrm>
              <a:off x="1077710" y="4985599"/>
              <a:ext cx="4506913" cy="5222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Check out the online interactive exercises for more examples: h</a:t>
              </a:r>
              <a:r>
                <a:rPr lang="en-US" sz="1200">
                  <a:solidFill>
                    <a:srgbClr val="000000"/>
                  </a:solidFill>
                  <a:latin typeface="Arial"/>
                  <a:ea typeface="Arial"/>
                  <a:cs typeface="Arial"/>
                  <a:sym typeface="Arial"/>
                </a:rPr>
                <a:t>ttp://gaia.cs.umass.edu/kurose_ross/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91"/>
                                        </p:tgtEl>
                                        <p:attrNameLst>
                                          <p:attrName>style.visibility</p:attrName>
                                        </p:attrNameLst>
                                      </p:cBhvr>
                                      <p:to>
                                        <p:strVal val="visible"/>
                                      </p:to>
                                    </p:set>
                                    <p:animEffect filter="fade" transition="in">
                                      <p:cBhvr>
                                        <p:cTn dur="500"/>
                                        <p:tgtEl>
                                          <p:spTgt spid="89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7" name="Shape 8997"/>
        <p:cNvGrpSpPr/>
        <p:nvPr/>
      </p:nvGrpSpPr>
      <p:grpSpPr>
        <a:xfrm>
          <a:off x="0" y="0"/>
          <a:ext cx="0" cy="0"/>
          <a:chOff x="0" y="0"/>
          <a:chExt cx="0" cy="0"/>
        </a:xfrm>
      </p:grpSpPr>
      <p:sp>
        <p:nvSpPr>
          <p:cNvPr id="8998" name="Google Shape;8998;p8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99" name="Google Shape;8999;p8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id="9000" name="Google Shape;9000;p85"/>
          <p:cNvPicPr preferRelativeResize="0"/>
          <p:nvPr/>
        </p:nvPicPr>
        <p:blipFill rotWithShape="1">
          <a:blip r:embed="rId3">
            <a:alphaModFix/>
          </a:blip>
          <a:srcRect b="0" l="0" r="0" t="0"/>
          <a:stretch/>
        </p:blipFill>
        <p:spPr>
          <a:xfrm>
            <a:off x="6211889" y="382588"/>
            <a:ext cx="3629025" cy="5638800"/>
          </a:xfrm>
          <a:prstGeom prst="rect">
            <a:avLst/>
          </a:prstGeom>
          <a:noFill/>
          <a:ln>
            <a:noFill/>
          </a:ln>
        </p:spPr>
      </p:pic>
      <p:sp>
        <p:nvSpPr>
          <p:cNvPr id="9001" name="Google Shape;9001;p85"/>
          <p:cNvSpPr/>
          <p:nvPr/>
        </p:nvSpPr>
        <p:spPr>
          <a:xfrm>
            <a:off x="1847851" y="260351"/>
            <a:ext cx="3095625"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Noto Sans Symbols"/>
              <a:buNone/>
            </a:pPr>
            <a:r>
              <a:rPr b="1" lang="en-US" sz="2400">
                <a:solidFill>
                  <a:srgbClr val="C00000"/>
                </a:solidFill>
                <a:latin typeface="Arial"/>
                <a:ea typeface="Arial"/>
                <a:cs typeface="Arial"/>
                <a:sym typeface="Arial"/>
              </a:rPr>
              <a:t>End-to-end throughput: Internet scenario</a:t>
            </a:r>
            <a:endParaRPr/>
          </a:p>
        </p:txBody>
      </p:sp>
      <p:sp>
        <p:nvSpPr>
          <p:cNvPr id="9002" name="Google Shape;9002;p85"/>
          <p:cNvSpPr txBox="1"/>
          <p:nvPr/>
        </p:nvSpPr>
        <p:spPr>
          <a:xfrm>
            <a:off x="1919289" y="2281238"/>
            <a:ext cx="4937125" cy="923330"/>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70C0"/>
                </a:solidFill>
                <a:latin typeface="Calibri"/>
                <a:ea typeface="Calibri"/>
                <a:cs typeface="Calibri"/>
                <a:sym typeface="Calibri"/>
              </a:rPr>
              <a:t>Example B:</a:t>
            </a:r>
            <a:endParaRPr/>
          </a:p>
          <a:p>
            <a:pPr indent="0" lvl="0" marL="0" marR="0" rtl="0" algn="l">
              <a:spcBef>
                <a:spcPts val="0"/>
              </a:spcBef>
              <a:spcAft>
                <a:spcPts val="0"/>
              </a:spcAft>
              <a:buNone/>
            </a:pPr>
            <a:r>
              <a:rPr lang="en-US" sz="1800">
                <a:solidFill>
                  <a:srgbClr val="0070C0"/>
                </a:solidFill>
                <a:latin typeface="Calibri"/>
                <a:ea typeface="Calibri"/>
                <a:cs typeface="Calibri"/>
                <a:sym typeface="Calibri"/>
              </a:rPr>
              <a:t>If R</a:t>
            </a:r>
            <a:r>
              <a:rPr baseline="-25000" lang="en-US" sz="1800">
                <a:solidFill>
                  <a:srgbClr val="0070C0"/>
                </a:solidFill>
                <a:latin typeface="Calibri"/>
                <a:ea typeface="Calibri"/>
                <a:cs typeface="Calibri"/>
                <a:sym typeface="Calibri"/>
              </a:rPr>
              <a:t>s</a:t>
            </a:r>
            <a:r>
              <a:rPr lang="en-US" sz="1800">
                <a:solidFill>
                  <a:srgbClr val="0070C0"/>
                </a:solidFill>
                <a:latin typeface="Calibri"/>
                <a:ea typeface="Calibri"/>
                <a:cs typeface="Calibri"/>
                <a:sym typeface="Calibri"/>
              </a:rPr>
              <a:t> = 2Mbps, R</a:t>
            </a:r>
            <a:r>
              <a:rPr baseline="-25000" lang="en-US" sz="1800">
                <a:solidFill>
                  <a:srgbClr val="0070C0"/>
                </a:solidFill>
                <a:latin typeface="Calibri"/>
                <a:ea typeface="Calibri"/>
                <a:cs typeface="Calibri"/>
                <a:sym typeface="Calibri"/>
              </a:rPr>
              <a:t>c</a:t>
            </a:r>
            <a:r>
              <a:rPr lang="en-US" sz="1800">
                <a:solidFill>
                  <a:srgbClr val="0070C0"/>
                </a:solidFill>
                <a:latin typeface="Calibri"/>
                <a:ea typeface="Calibri"/>
                <a:cs typeface="Calibri"/>
                <a:sym typeface="Calibri"/>
              </a:rPr>
              <a:t> = 1Mbps, R = 5Mbps, what is the throughput?</a:t>
            </a:r>
            <a:endParaRPr sz="1800">
              <a:solidFill>
                <a:srgbClr val="0070C0"/>
              </a:solidFill>
              <a:latin typeface="Calibri"/>
              <a:ea typeface="Calibri"/>
              <a:cs typeface="Calibri"/>
              <a:sym typeface="Calibri"/>
            </a:endParaRPr>
          </a:p>
        </p:txBody>
      </p:sp>
      <p:sp>
        <p:nvSpPr>
          <p:cNvPr id="9003" name="Google Shape;9003;p85"/>
          <p:cNvSpPr txBox="1"/>
          <p:nvPr/>
        </p:nvSpPr>
        <p:spPr>
          <a:xfrm>
            <a:off x="1847851" y="3632200"/>
            <a:ext cx="5008563" cy="1477328"/>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Answer:</a:t>
            </a:r>
            <a:endParaRPr/>
          </a:p>
          <a:p>
            <a:pPr indent="0" lvl="0" marL="0" marR="0" rtl="0" algn="l">
              <a:spcBef>
                <a:spcPts val="0"/>
              </a:spcBef>
              <a:spcAft>
                <a:spcPts val="0"/>
              </a:spcAft>
              <a:buNone/>
            </a:pPr>
            <a:r>
              <a:rPr lang="en-US" sz="1800">
                <a:solidFill>
                  <a:srgbClr val="C00000"/>
                </a:solidFill>
                <a:latin typeface="Calibri"/>
                <a:ea typeface="Calibri"/>
                <a:cs typeface="Calibri"/>
                <a:sym typeface="Calibri"/>
              </a:rPr>
              <a:t>Because R is shared, what is available for each link is (5Mbps/10) = 500kbps</a:t>
            </a:r>
            <a:endParaRPr/>
          </a:p>
          <a:p>
            <a:pPr indent="0" lvl="0" marL="0" marR="0" rtl="0" algn="l">
              <a:spcBef>
                <a:spcPts val="0"/>
              </a:spcBef>
              <a:spcAft>
                <a:spcPts val="0"/>
              </a:spcAft>
              <a:buNone/>
            </a:pPr>
            <a:r>
              <a:t/>
            </a:r>
            <a:endParaRPr sz="1800">
              <a:solidFill>
                <a:srgbClr val="C00000"/>
              </a:solidFill>
              <a:latin typeface="Calibri"/>
              <a:ea typeface="Calibri"/>
              <a:cs typeface="Calibri"/>
              <a:sym typeface="Calibri"/>
            </a:endParaRPr>
          </a:p>
          <a:p>
            <a:pPr indent="0" lvl="0" marL="0" marR="0" rtl="0" algn="l">
              <a:spcBef>
                <a:spcPts val="0"/>
              </a:spcBef>
              <a:spcAft>
                <a:spcPts val="0"/>
              </a:spcAft>
              <a:buNone/>
            </a:pPr>
            <a:r>
              <a:rPr lang="en-US" sz="1800">
                <a:solidFill>
                  <a:srgbClr val="C00000"/>
                </a:solidFill>
                <a:latin typeface="Calibri"/>
                <a:ea typeface="Calibri"/>
                <a:cs typeface="Calibri"/>
                <a:sym typeface="Calibri"/>
              </a:rPr>
              <a:t>Throughput = 500kbps</a:t>
            </a:r>
            <a:endParaRPr sz="1800">
              <a:solidFill>
                <a:srgbClr val="C00000"/>
              </a:solidFill>
              <a:latin typeface="Calibri"/>
              <a:ea typeface="Calibri"/>
              <a:cs typeface="Calibri"/>
              <a:sym typeface="Calibri"/>
            </a:endParaRPr>
          </a:p>
        </p:txBody>
      </p:sp>
      <p:pic>
        <p:nvPicPr>
          <p:cNvPr descr="Puzzle" id="9004" name="Google Shape;9004;p85"/>
          <p:cNvPicPr preferRelativeResize="0"/>
          <p:nvPr/>
        </p:nvPicPr>
        <p:blipFill rotWithShape="1">
          <a:blip r:embed="rId4">
            <a:alphaModFix/>
          </a:blip>
          <a:srcRect b="0" l="0" r="0" t="0"/>
          <a:stretch/>
        </p:blipFill>
        <p:spPr>
          <a:xfrm rot="2653558">
            <a:off x="9729788" y="204788"/>
            <a:ext cx="603250" cy="603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8" name="Shape 9008"/>
        <p:cNvGrpSpPr/>
        <p:nvPr/>
      </p:nvGrpSpPr>
      <p:grpSpPr>
        <a:xfrm>
          <a:off x="0" y="0"/>
          <a:ext cx="0" cy="0"/>
          <a:chOff x="0" y="0"/>
          <a:chExt cx="0" cy="0"/>
        </a:xfrm>
      </p:grpSpPr>
      <p:sp>
        <p:nvSpPr>
          <p:cNvPr id="9009" name="Google Shape;9009;p8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9010" name="Google Shape;9010;p86"/>
          <p:cNvSpPr/>
          <p:nvPr/>
        </p:nvSpPr>
        <p:spPr>
          <a:xfrm>
            <a:off x="1898985" y="1590676"/>
            <a:ext cx="8785057" cy="40934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Suppose Host A wants to send a large file to Host B. The path from Host A to Host B has 3-links, of rate R</a:t>
            </a:r>
            <a:r>
              <a:rPr baseline="-25000" lang="en-US" sz="2000">
                <a:solidFill>
                  <a:schemeClr val="dk1"/>
                </a:solidFill>
                <a:latin typeface="Arial"/>
                <a:ea typeface="Arial"/>
                <a:cs typeface="Arial"/>
                <a:sym typeface="Arial"/>
              </a:rPr>
              <a:t>1</a:t>
            </a:r>
            <a:r>
              <a:rPr lang="en-US" sz="2000">
                <a:solidFill>
                  <a:schemeClr val="dk1"/>
                </a:solidFill>
                <a:latin typeface="Arial"/>
                <a:ea typeface="Arial"/>
                <a:cs typeface="Arial"/>
                <a:sym typeface="Arial"/>
              </a:rPr>
              <a:t>=150kbps, R</a:t>
            </a:r>
            <a:r>
              <a:rPr baseline="-25000" lang="en-US" sz="2000">
                <a:solidFill>
                  <a:schemeClr val="dk1"/>
                </a:solidFill>
                <a:latin typeface="Arial"/>
                <a:ea typeface="Arial"/>
                <a:cs typeface="Arial"/>
                <a:sym typeface="Arial"/>
              </a:rPr>
              <a:t>2</a:t>
            </a:r>
            <a:r>
              <a:rPr lang="en-US" sz="2000">
                <a:solidFill>
                  <a:schemeClr val="dk1"/>
                </a:solidFill>
                <a:latin typeface="Arial"/>
                <a:ea typeface="Arial"/>
                <a:cs typeface="Arial"/>
                <a:sym typeface="Arial"/>
              </a:rPr>
              <a:t>=2Mbps, and R</a:t>
            </a:r>
            <a:r>
              <a:rPr baseline="-25000" lang="en-US" sz="2000">
                <a:solidFill>
                  <a:schemeClr val="dk1"/>
                </a:solidFill>
                <a:latin typeface="Arial"/>
                <a:ea typeface="Arial"/>
                <a:cs typeface="Arial"/>
                <a:sym typeface="Arial"/>
              </a:rPr>
              <a:t>3</a:t>
            </a:r>
            <a:r>
              <a:rPr lang="en-US" sz="2000">
                <a:solidFill>
                  <a:schemeClr val="dk1"/>
                </a:solidFill>
                <a:latin typeface="Arial"/>
                <a:ea typeface="Arial"/>
                <a:cs typeface="Arial"/>
                <a:sym typeface="Arial"/>
              </a:rPr>
              <a:t>=1Mbps.</a:t>
            </a:r>
            <a:endParaRPr/>
          </a:p>
          <a:p>
            <a:pPr indent="0" lvl="0" marL="0" marR="0" rtl="0" algn="l">
              <a:lnSpc>
                <a:spcPct val="100000"/>
              </a:lnSpc>
              <a:spcBef>
                <a:spcPts val="0"/>
              </a:spcBef>
              <a:spcAft>
                <a:spcPts val="0"/>
              </a:spcAft>
              <a:buClr>
                <a:schemeClr val="dk1"/>
              </a:buClr>
              <a:buSzPts val="2000"/>
              <a:buFont typeface="Noto Sans Symbols"/>
              <a:buNone/>
            </a:pPr>
            <a:r>
              <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i)  Assuming no other traffic in the network, what is the throughput for the file transfer? Justify your answer. [2 mark]</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Throughput = min(R)=150 kbps</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ii) Suppose the file is 4 million bytes. Roughly, how long will it take to transfer the file to Host B? [5 marks]</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Time transfer=4*10</a:t>
            </a:r>
            <a:r>
              <a:rPr baseline="30000" lang="en-US" sz="2000">
                <a:solidFill>
                  <a:schemeClr val="dk1"/>
                </a:solidFill>
                <a:latin typeface="Arial"/>
                <a:ea typeface="Arial"/>
                <a:cs typeface="Arial"/>
                <a:sym typeface="Arial"/>
              </a:rPr>
              <a:t>6</a:t>
            </a:r>
            <a:r>
              <a:rPr lang="en-US" sz="2000">
                <a:solidFill>
                  <a:schemeClr val="dk1"/>
                </a:solidFill>
                <a:latin typeface="Arial"/>
                <a:ea typeface="Arial"/>
                <a:cs typeface="Arial"/>
                <a:sym typeface="Arial"/>
              </a:rPr>
              <a:t>*8/(150*10</a:t>
            </a:r>
            <a:r>
              <a:rPr baseline="30000" lang="en-US" sz="2000">
                <a:solidFill>
                  <a:schemeClr val="dk1"/>
                </a:solidFill>
                <a:latin typeface="Arial"/>
                <a:ea typeface="Arial"/>
                <a:cs typeface="Arial"/>
                <a:sym typeface="Arial"/>
              </a:rPr>
              <a:t>3</a:t>
            </a:r>
            <a:r>
              <a:rPr lang="en-US" sz="2000">
                <a:solidFill>
                  <a:schemeClr val="dk1"/>
                </a:solidFill>
                <a:latin typeface="Arial"/>
                <a:ea typeface="Arial"/>
                <a:cs typeface="Arial"/>
                <a:sym typeface="Arial"/>
              </a:rPr>
              <a:t>)=213.3 seconds</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b="1" lang="en-US"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p:txBody>
      </p:sp>
      <p:sp>
        <p:nvSpPr>
          <p:cNvPr id="9011" name="Google Shape;9011;p86"/>
          <p:cNvSpPr txBox="1"/>
          <p:nvPr/>
        </p:nvSpPr>
        <p:spPr>
          <a:xfrm>
            <a:off x="2171701" y="374650"/>
            <a:ext cx="7400925" cy="9032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4000">
                <a:solidFill>
                  <a:srgbClr val="000099"/>
                </a:solidFill>
                <a:latin typeface="Calibri"/>
                <a:ea typeface="Calibri"/>
                <a:cs typeface="Calibri"/>
                <a:sym typeface="Calibri"/>
              </a:rPr>
              <a:t>Calculation: Example 1</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5" name="Shape 9015"/>
        <p:cNvGrpSpPr/>
        <p:nvPr/>
      </p:nvGrpSpPr>
      <p:grpSpPr>
        <a:xfrm>
          <a:off x="0" y="0"/>
          <a:ext cx="0" cy="0"/>
          <a:chOff x="0" y="0"/>
          <a:chExt cx="0" cy="0"/>
        </a:xfrm>
      </p:grpSpPr>
      <p:sp>
        <p:nvSpPr>
          <p:cNvPr id="9016" name="Google Shape;9016;p8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9017" name="Google Shape;9017;p87"/>
          <p:cNvSpPr/>
          <p:nvPr/>
        </p:nvSpPr>
        <p:spPr>
          <a:xfrm>
            <a:off x="887413" y="1175903"/>
            <a:ext cx="10775198" cy="56323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Host A wants to send a 30-Mbit MP3 file to host B. All the links in the path between source and destination have a transmission rate of 10Mbps. Assume that the propagation speed is 2*10</a:t>
            </a:r>
            <a:r>
              <a:rPr baseline="30000" lang="en-US" sz="2000">
                <a:solidFill>
                  <a:schemeClr val="dk1"/>
                </a:solidFill>
                <a:latin typeface="Arial"/>
                <a:ea typeface="Arial"/>
                <a:cs typeface="Arial"/>
                <a:sym typeface="Arial"/>
              </a:rPr>
              <a:t>8</a:t>
            </a:r>
            <a:r>
              <a:rPr lang="en-US" sz="2000">
                <a:solidFill>
                  <a:schemeClr val="dk1"/>
                </a:solidFill>
                <a:latin typeface="Arial"/>
                <a:ea typeface="Arial"/>
                <a:cs typeface="Arial"/>
                <a:sym typeface="Arial"/>
              </a:rPr>
              <a:t> meters/sec, and the distance between source and destination is 10km. Initially suppose there is only one link between the source and the destination. Also suppose that the entire MP3 file is sent as one packet (Ignore processing delay and queuing delay). Show your workings.</a:t>
            </a:r>
            <a:endParaRPr/>
          </a:p>
          <a:p>
            <a:pPr indent="0" lvl="0" marL="0" marR="0" rtl="0" algn="l">
              <a:lnSpc>
                <a:spcPct val="100000"/>
              </a:lnSpc>
              <a:spcBef>
                <a:spcPts val="0"/>
              </a:spcBef>
              <a:spcAft>
                <a:spcPts val="0"/>
              </a:spcAft>
              <a:buClr>
                <a:schemeClr val="dk1"/>
              </a:buClr>
              <a:buSzPts val="2000"/>
              <a:buFont typeface="Noto Sans Symbols"/>
              <a:buNone/>
            </a:pPr>
            <a:r>
              <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i) Calculate the transmission delay?  </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transmission delay = L/R = 30M/10Mbps = 3s</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ii) What will be the end-to-end delay?  </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D</a:t>
            </a:r>
            <a:r>
              <a:rPr baseline="-25000" lang="en-US" sz="2000">
                <a:solidFill>
                  <a:schemeClr val="dk1"/>
                </a:solidFill>
                <a:latin typeface="Arial"/>
                <a:ea typeface="Arial"/>
                <a:cs typeface="Arial"/>
                <a:sym typeface="Arial"/>
              </a:rPr>
              <a:t>prop</a:t>
            </a:r>
            <a:r>
              <a:rPr lang="en-US" sz="2000">
                <a:solidFill>
                  <a:schemeClr val="dk1"/>
                </a:solidFill>
                <a:latin typeface="Arial"/>
                <a:ea typeface="Arial"/>
                <a:cs typeface="Arial"/>
                <a:sym typeface="Arial"/>
              </a:rPr>
              <a:t> = d/s = 10000/2*10</a:t>
            </a:r>
            <a:r>
              <a:rPr baseline="30000" lang="en-US" sz="2000">
                <a:solidFill>
                  <a:schemeClr val="dk1"/>
                </a:solidFill>
                <a:latin typeface="Arial"/>
                <a:ea typeface="Arial"/>
                <a:cs typeface="Arial"/>
                <a:sym typeface="Arial"/>
              </a:rPr>
              <a:t>8</a:t>
            </a:r>
            <a:r>
              <a:rPr lang="en-US" sz="2000">
                <a:solidFill>
                  <a:schemeClr val="dk1"/>
                </a:solidFill>
                <a:latin typeface="Arial"/>
                <a:ea typeface="Arial"/>
                <a:cs typeface="Arial"/>
                <a:sym typeface="Arial"/>
              </a:rPr>
              <a:t> = 0.00005s</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D</a:t>
            </a:r>
            <a:r>
              <a:rPr baseline="-25000" lang="en-US" sz="2000">
                <a:solidFill>
                  <a:schemeClr val="dk1"/>
                </a:solidFill>
                <a:latin typeface="Arial"/>
                <a:ea typeface="Arial"/>
                <a:cs typeface="Arial"/>
                <a:sym typeface="Arial"/>
              </a:rPr>
              <a:t>total</a:t>
            </a:r>
            <a:r>
              <a:rPr lang="en-US" sz="2000">
                <a:solidFill>
                  <a:schemeClr val="dk1"/>
                </a:solidFill>
                <a:latin typeface="Arial"/>
                <a:ea typeface="Arial"/>
                <a:cs typeface="Arial"/>
                <a:sym typeface="Arial"/>
              </a:rPr>
              <a:t> = 3+0.00005 = 3. 00005s</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iii) How many bits will the source have transmitted when the first bit of the MP3 file arrives at the destination? </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	R* D</a:t>
            </a:r>
            <a:r>
              <a:rPr baseline="-25000" lang="en-US" sz="2000">
                <a:solidFill>
                  <a:schemeClr val="dk1"/>
                </a:solidFill>
                <a:latin typeface="Arial"/>
                <a:ea typeface="Arial"/>
                <a:cs typeface="Arial"/>
                <a:sym typeface="Arial"/>
              </a:rPr>
              <a:t>prop</a:t>
            </a:r>
            <a:r>
              <a:rPr lang="en-US" sz="2000">
                <a:solidFill>
                  <a:schemeClr val="dk1"/>
                </a:solidFill>
                <a:latin typeface="Arial"/>
                <a:ea typeface="Arial"/>
                <a:cs typeface="Arial"/>
                <a:sym typeface="Arial"/>
              </a:rPr>
              <a:t> = 10Mbps*0.00005s=500bit</a:t>
            </a:r>
            <a:endParaRPr sz="2000">
              <a:solidFill>
                <a:schemeClr val="dk1"/>
              </a:solidFill>
              <a:latin typeface="Arial"/>
              <a:ea typeface="Arial"/>
              <a:cs typeface="Arial"/>
              <a:sym typeface="Arial"/>
            </a:endParaRPr>
          </a:p>
        </p:txBody>
      </p:sp>
      <p:sp>
        <p:nvSpPr>
          <p:cNvPr id="9018" name="Google Shape;9018;p87"/>
          <p:cNvSpPr txBox="1"/>
          <p:nvPr/>
        </p:nvSpPr>
        <p:spPr>
          <a:xfrm>
            <a:off x="1947112" y="320675"/>
            <a:ext cx="7400925" cy="9032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4000">
                <a:solidFill>
                  <a:srgbClr val="000099"/>
                </a:solidFill>
                <a:latin typeface="Calibri"/>
                <a:ea typeface="Calibri"/>
                <a:cs typeface="Calibri"/>
                <a:sym typeface="Calibri"/>
              </a:rPr>
              <a:t>Calculation: Example 2</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3" name="Shape 9023"/>
        <p:cNvGrpSpPr/>
        <p:nvPr/>
      </p:nvGrpSpPr>
      <p:grpSpPr>
        <a:xfrm>
          <a:off x="0" y="0"/>
          <a:ext cx="0" cy="0"/>
          <a:chOff x="0" y="0"/>
          <a:chExt cx="0" cy="0"/>
        </a:xfrm>
      </p:grpSpPr>
      <p:sp>
        <p:nvSpPr>
          <p:cNvPr id="9024" name="Google Shape;9024;p88"/>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1: roadmap</a:t>
            </a:r>
            <a:endParaRPr/>
          </a:p>
        </p:txBody>
      </p:sp>
      <p:sp>
        <p:nvSpPr>
          <p:cNvPr id="9025" name="Google Shape;9025;p8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026" name="Google Shape;9026;p88"/>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fontScale="92500"/>
          </a:bodyPr>
          <a:lstStyle/>
          <a:p>
            <a:pPr indent="-285750" lvl="0" marL="403225" rtl="0" algn="l">
              <a:lnSpc>
                <a:spcPct val="90000"/>
              </a:lnSpc>
              <a:spcBef>
                <a:spcPts val="0"/>
              </a:spcBef>
              <a:spcAft>
                <a:spcPts val="0"/>
              </a:spcAft>
              <a:buClr>
                <a:srgbClr val="BFBFBF"/>
              </a:buClr>
              <a:buSzPct val="100000"/>
              <a:buChar char="▪"/>
            </a:pPr>
            <a:r>
              <a:rPr lang="en-US" sz="3200">
                <a:solidFill>
                  <a:srgbClr val="A5A5A5"/>
                </a:solidFill>
                <a:latin typeface="Calibri"/>
                <a:ea typeface="Calibri"/>
                <a:cs typeface="Calibri"/>
                <a:sym typeface="Calibri"/>
              </a:rPr>
              <a:t>What </a:t>
            </a:r>
            <a:r>
              <a:rPr i="1" lang="en-US" sz="3200">
                <a:solidFill>
                  <a:srgbClr val="A5A5A5"/>
                </a:solidFill>
                <a:latin typeface="Calibri"/>
                <a:ea typeface="Calibri"/>
                <a:cs typeface="Calibri"/>
                <a:sym typeface="Calibri"/>
              </a:rPr>
              <a:t>is</a:t>
            </a:r>
            <a:r>
              <a:rPr lang="en-US" sz="3200">
                <a:solidFill>
                  <a:srgbClr val="A5A5A5"/>
                </a:solidFill>
                <a:latin typeface="Calibri"/>
                <a:ea typeface="Calibri"/>
                <a:cs typeface="Calibri"/>
                <a:sym typeface="Calibri"/>
              </a:rPr>
              <a:t> the Internet?</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What</a:t>
            </a:r>
            <a:r>
              <a:rPr i="1" lang="en-US" sz="3200">
                <a:solidFill>
                  <a:srgbClr val="A5A5A5"/>
                </a:solidFill>
                <a:latin typeface="Calibri"/>
                <a:ea typeface="Calibri"/>
                <a:cs typeface="Calibri"/>
                <a:sym typeface="Calibri"/>
              </a:rPr>
              <a:t> is </a:t>
            </a:r>
            <a:r>
              <a:rPr lang="en-US" sz="3200">
                <a:solidFill>
                  <a:srgbClr val="A5A5A5"/>
                </a:solidFill>
                <a:latin typeface="Calibri"/>
                <a:ea typeface="Calibri"/>
                <a:cs typeface="Calibri"/>
                <a:sym typeface="Calibri"/>
              </a:rPr>
              <a:t>a protocol?</a:t>
            </a:r>
            <a:endParaRPr/>
          </a:p>
          <a:p>
            <a:pPr indent="-285750" lvl="0" marL="403225" rtl="0" algn="l">
              <a:lnSpc>
                <a:spcPct val="90000"/>
              </a:lnSpc>
              <a:spcBef>
                <a:spcPts val="800"/>
              </a:spcBef>
              <a:spcAft>
                <a:spcPts val="0"/>
              </a:spcAft>
              <a:buClr>
                <a:srgbClr val="BFBFBF"/>
              </a:buClr>
              <a:buSzPct val="100000"/>
              <a:buChar char="▪"/>
            </a:pPr>
            <a:r>
              <a:rPr lang="en-US" sz="3200">
                <a:solidFill>
                  <a:srgbClr val="BFBFBF"/>
                </a:solidFill>
                <a:latin typeface="Calibri"/>
                <a:ea typeface="Calibri"/>
                <a:cs typeface="Calibri"/>
                <a:sym typeface="Calibri"/>
              </a:rPr>
              <a:t>Network edge: hosts, access network, physical media</a:t>
            </a:r>
            <a:endParaRPr/>
          </a:p>
          <a:p>
            <a:pPr indent="-285750" lvl="0" marL="403225" rtl="0" algn="l">
              <a:lnSpc>
                <a:spcPct val="90000"/>
              </a:lnSpc>
              <a:spcBef>
                <a:spcPts val="800"/>
              </a:spcBef>
              <a:spcAft>
                <a:spcPts val="0"/>
              </a:spcAft>
              <a:buClr>
                <a:srgbClr val="BFBFBF"/>
              </a:buClr>
              <a:buSzPct val="100000"/>
              <a:buChar char="▪"/>
            </a:pPr>
            <a:r>
              <a:rPr lang="en-US" sz="3200">
                <a:solidFill>
                  <a:srgbClr val="BFBFBF"/>
                </a:solidFill>
                <a:latin typeface="Calibri"/>
                <a:ea typeface="Calibri"/>
                <a:cs typeface="Calibri"/>
                <a:sym typeface="Calibri"/>
              </a:rPr>
              <a:t>Network core: packet/circuit switching, internet structure</a:t>
            </a:r>
            <a:endParaRPr/>
          </a:p>
          <a:p>
            <a:pPr indent="-285750" lvl="0" marL="403225" rtl="0" algn="l">
              <a:lnSpc>
                <a:spcPct val="90000"/>
              </a:lnSpc>
              <a:spcBef>
                <a:spcPts val="800"/>
              </a:spcBef>
              <a:spcAft>
                <a:spcPts val="0"/>
              </a:spcAft>
              <a:buClr>
                <a:srgbClr val="BFBFBF"/>
              </a:buClr>
              <a:buSzPct val="100000"/>
              <a:buChar char="▪"/>
            </a:pPr>
            <a:r>
              <a:rPr lang="en-US" sz="3200">
                <a:solidFill>
                  <a:srgbClr val="BFBFBF"/>
                </a:solidFill>
                <a:latin typeface="Calibri"/>
                <a:ea typeface="Calibri"/>
                <a:cs typeface="Calibri"/>
                <a:sym typeface="Calibri"/>
              </a:rPr>
              <a:t>Performance: loss, delay, throughput</a:t>
            </a:r>
            <a:endParaRPr/>
          </a:p>
          <a:p>
            <a:pPr indent="-285750" lvl="0" marL="403225" rtl="0" algn="l">
              <a:lnSpc>
                <a:spcPct val="90000"/>
              </a:lnSpc>
              <a:spcBef>
                <a:spcPts val="800"/>
              </a:spcBef>
              <a:spcAft>
                <a:spcPts val="0"/>
              </a:spcAft>
              <a:buClr>
                <a:srgbClr val="BFBFBF"/>
              </a:buClr>
              <a:buSzPct val="100000"/>
              <a:buChar char="▪"/>
            </a:pPr>
            <a:r>
              <a:rPr lang="en-US" sz="3200">
                <a:solidFill>
                  <a:srgbClr val="BFBFBF"/>
                </a:solidFill>
                <a:latin typeface="Calibri"/>
                <a:ea typeface="Calibri"/>
                <a:cs typeface="Calibri"/>
                <a:sym typeface="Calibri"/>
              </a:rPr>
              <a:t>Security</a:t>
            </a:r>
            <a:endParaRPr/>
          </a:p>
          <a:p>
            <a:pPr indent="-285750" lvl="0" marL="403225" rtl="0" algn="l">
              <a:lnSpc>
                <a:spcPct val="90000"/>
              </a:lnSpc>
              <a:spcBef>
                <a:spcPts val="800"/>
              </a:spcBef>
              <a:spcAft>
                <a:spcPts val="0"/>
              </a:spcAft>
              <a:buClr>
                <a:srgbClr val="0000A8"/>
              </a:buClr>
              <a:buSzPct val="100000"/>
              <a:buChar char="▪"/>
            </a:pPr>
            <a:r>
              <a:rPr lang="en-US" sz="3200">
                <a:latin typeface="Calibri"/>
                <a:ea typeface="Calibri"/>
                <a:cs typeface="Calibri"/>
                <a:sym typeface="Calibri"/>
              </a:rPr>
              <a:t>Protocol layers, service models</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History</a:t>
            </a:r>
            <a:endParaRPr/>
          </a:p>
          <a:p>
            <a:pPr indent="-222250" lvl="0" marL="352425" rtl="0" algn="l">
              <a:lnSpc>
                <a:spcPct val="90000"/>
              </a:lnSpc>
              <a:spcBef>
                <a:spcPts val="1000"/>
              </a:spcBef>
              <a:spcAft>
                <a:spcPts val="0"/>
              </a:spcAft>
              <a:buSzPct val="100000"/>
              <a:buFont typeface="Noto Sans Symbols"/>
              <a:buNone/>
            </a:pPr>
            <a:r>
              <a:t/>
            </a:r>
            <a:endParaRPr sz="2400"/>
          </a:p>
        </p:txBody>
      </p:sp>
      <p:pic>
        <p:nvPicPr>
          <p:cNvPr descr="Kurose&amp;Ross 8th ed cover picture" id="9027" name="Google Shape;9027;p88"/>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2" name="Shape 9032"/>
        <p:cNvGrpSpPr/>
        <p:nvPr/>
      </p:nvGrpSpPr>
      <p:grpSpPr>
        <a:xfrm>
          <a:off x="0" y="0"/>
          <a:ext cx="0" cy="0"/>
          <a:chOff x="0" y="0"/>
          <a:chExt cx="0" cy="0"/>
        </a:xfrm>
      </p:grpSpPr>
      <p:sp>
        <p:nvSpPr>
          <p:cNvPr id="9033" name="Google Shape;9033;p89"/>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Protocol </a:t>
            </a:r>
            <a:r>
              <a:rPr lang="en-US"/>
              <a:t>“l</a:t>
            </a:r>
            <a:r>
              <a:rPr lang="en-US" sz="4400"/>
              <a:t>ayers</a:t>
            </a:r>
            <a:r>
              <a:rPr lang="en-US"/>
              <a:t>”</a:t>
            </a:r>
            <a:r>
              <a:rPr lang="en-US" sz="4400"/>
              <a:t> and reference </a:t>
            </a:r>
            <a:r>
              <a:rPr lang="en-US"/>
              <a:t>m</a:t>
            </a:r>
            <a:r>
              <a:rPr lang="en-US" sz="4400"/>
              <a:t>odels</a:t>
            </a:r>
            <a:endParaRPr sz="4400"/>
          </a:p>
        </p:txBody>
      </p:sp>
      <p:sp>
        <p:nvSpPr>
          <p:cNvPr id="9034" name="Google Shape;9034;p8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035" name="Google Shape;9035;p89"/>
          <p:cNvSpPr txBox="1"/>
          <p:nvPr/>
        </p:nvSpPr>
        <p:spPr>
          <a:xfrm>
            <a:off x="1325222" y="1575775"/>
            <a:ext cx="5115815" cy="5049876"/>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75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Networks are complex,</a:t>
            </a:r>
            <a:endParaRPr/>
          </a:p>
          <a:p>
            <a:pPr indent="-222250" lvl="0" marL="352425" marR="0" rtl="0" algn="l">
              <a:lnSpc>
                <a:spcPct val="75000"/>
              </a:lnSpc>
              <a:spcBef>
                <a:spcPts val="100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with many “pieces”:</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hosts</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routers</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links of various media</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applications</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protocols</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hardware, software</a:t>
            </a:r>
            <a:endParaRPr/>
          </a:p>
          <a:p>
            <a:pPr indent="-222250" lvl="0" marL="352425" marR="0" rtl="0" algn="l">
              <a:lnSpc>
                <a:spcPct val="75000"/>
              </a:lnSpc>
              <a:spcBef>
                <a:spcPts val="1000"/>
              </a:spcBef>
              <a:spcAft>
                <a:spcPts val="0"/>
              </a:spcAft>
              <a:buClr>
                <a:srgbClr val="0000A3"/>
              </a:buClr>
              <a:buSzPts val="3200"/>
              <a:buFont typeface="Noto Sans Symbols"/>
              <a:buNone/>
            </a:pPr>
            <a:r>
              <a:t/>
            </a:r>
            <a:endParaRPr i="1" sz="3200">
              <a:solidFill>
                <a:srgbClr val="CC0000"/>
              </a:solidFill>
              <a:latin typeface="Calibri"/>
              <a:ea typeface="Calibri"/>
              <a:cs typeface="Calibri"/>
              <a:sym typeface="Calibri"/>
            </a:endParaRPr>
          </a:p>
        </p:txBody>
      </p:sp>
      <p:sp>
        <p:nvSpPr>
          <p:cNvPr id="9036" name="Google Shape;9036;p89"/>
          <p:cNvSpPr txBox="1"/>
          <p:nvPr/>
        </p:nvSpPr>
        <p:spPr>
          <a:xfrm>
            <a:off x="6809127" y="1929196"/>
            <a:ext cx="4531739" cy="4343034"/>
          </a:xfrm>
          <a:prstGeom prst="rect">
            <a:avLst/>
          </a:prstGeom>
          <a:noFill/>
          <a:ln>
            <a:noFill/>
          </a:ln>
        </p:spPr>
        <p:txBody>
          <a:bodyPr anchorCtr="0" anchor="t" bIns="45700" lIns="91425" spcFirstLastPara="1" rIns="91425" wrap="square" tIns="45700">
            <a:normAutofit/>
          </a:bodyPr>
          <a:lstStyle/>
          <a:p>
            <a:pPr indent="-222250" lvl="0" marL="352425" marR="0" rtl="0" algn="ctr">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Question:</a:t>
            </a:r>
            <a:r>
              <a:rPr lang="en-US" sz="2400" u="sng">
                <a:solidFill>
                  <a:srgbClr val="FF0000"/>
                </a:solidFill>
                <a:latin typeface="Calibri"/>
                <a:ea typeface="Calibri"/>
                <a:cs typeface="Calibri"/>
                <a:sym typeface="Calibri"/>
              </a:rPr>
              <a:t> </a:t>
            </a:r>
            <a:endParaRPr/>
          </a:p>
          <a:p>
            <a:pPr indent="-222250" lvl="0" marL="352425" marR="0" rtl="0" algn="ctr">
              <a:lnSpc>
                <a:spcPct val="90000"/>
              </a:lnSpc>
              <a:spcBef>
                <a:spcPts val="1000"/>
              </a:spcBef>
              <a:spcAft>
                <a:spcPts val="0"/>
              </a:spcAft>
              <a:buClr>
                <a:srgbClr val="0000A3"/>
              </a:buClr>
              <a:buSzPts val="3200"/>
              <a:buFont typeface="Noto Sans Symbols"/>
              <a:buNone/>
            </a:pPr>
            <a:r>
              <a:rPr lang="en-US" sz="3200">
                <a:solidFill>
                  <a:schemeClr val="dk1"/>
                </a:solidFill>
                <a:latin typeface="Calibri"/>
                <a:ea typeface="Calibri"/>
                <a:cs typeface="Calibri"/>
                <a:sym typeface="Calibri"/>
              </a:rPr>
              <a:t>is there any hope of </a:t>
            </a:r>
            <a:r>
              <a:rPr i="1" lang="en-US" sz="3200">
                <a:solidFill>
                  <a:schemeClr val="dk1"/>
                </a:solidFill>
                <a:latin typeface="Calibri"/>
                <a:ea typeface="Calibri"/>
                <a:cs typeface="Calibri"/>
                <a:sym typeface="Calibri"/>
              </a:rPr>
              <a:t>organizing</a:t>
            </a:r>
            <a:r>
              <a:rPr lang="en-US" sz="3200">
                <a:solidFill>
                  <a:schemeClr val="dk1"/>
                </a:solidFill>
                <a:latin typeface="Calibri"/>
                <a:ea typeface="Calibri"/>
                <a:cs typeface="Calibri"/>
                <a:sym typeface="Calibri"/>
              </a:rPr>
              <a:t> structure of network?</a:t>
            </a:r>
            <a:endParaRPr/>
          </a:p>
          <a:p>
            <a:pPr indent="-222250" lvl="0" marL="352425" marR="0" rtl="0" algn="ctr">
              <a:lnSpc>
                <a:spcPct val="90000"/>
              </a:lnSpc>
              <a:spcBef>
                <a:spcPts val="1000"/>
              </a:spcBef>
              <a:spcAft>
                <a:spcPts val="0"/>
              </a:spcAft>
              <a:buClr>
                <a:srgbClr val="0000A3"/>
              </a:buClr>
              <a:buSzPts val="3200"/>
              <a:buFont typeface="Noto Sans Symbols"/>
              <a:buNone/>
            </a:pPr>
            <a:r>
              <a:t/>
            </a:r>
            <a:endParaRPr sz="3200">
              <a:solidFill>
                <a:schemeClr val="dk1"/>
              </a:solidFill>
              <a:latin typeface="Calibri"/>
              <a:ea typeface="Calibri"/>
              <a:cs typeface="Calibri"/>
              <a:sym typeface="Calibri"/>
            </a:endParaRPr>
          </a:p>
          <a:p>
            <a:pPr indent="-222250" lvl="0" marL="352425" marR="0" rtl="0" algn="ctr">
              <a:lnSpc>
                <a:spcPct val="90000"/>
              </a:lnSpc>
              <a:spcBef>
                <a:spcPts val="1000"/>
              </a:spcBef>
              <a:spcAft>
                <a:spcPts val="0"/>
              </a:spcAft>
              <a:buClr>
                <a:srgbClr val="0000A3"/>
              </a:buClr>
              <a:buSzPts val="3200"/>
              <a:buFont typeface="Noto Sans Symbols"/>
              <a:buNone/>
            </a:pPr>
            <a:r>
              <a:rPr lang="en-US" sz="3200">
                <a:solidFill>
                  <a:schemeClr val="dk1"/>
                </a:solidFill>
                <a:latin typeface="Calibri"/>
                <a:ea typeface="Calibri"/>
                <a:cs typeface="Calibri"/>
                <a:sym typeface="Calibri"/>
              </a:rPr>
              <a:t>…. or at least our </a:t>
            </a:r>
            <a:r>
              <a:rPr i="1" lang="en-US" sz="3200">
                <a:solidFill>
                  <a:schemeClr val="dk1"/>
                </a:solidFill>
                <a:latin typeface="Calibri"/>
                <a:ea typeface="Calibri"/>
                <a:cs typeface="Calibri"/>
                <a:sym typeface="Calibri"/>
              </a:rPr>
              <a:t>discussion</a:t>
            </a:r>
            <a:r>
              <a:rPr lang="en-US" sz="3200">
                <a:solidFill>
                  <a:schemeClr val="dk1"/>
                </a:solidFill>
                <a:latin typeface="Calibri"/>
                <a:ea typeface="Calibri"/>
                <a:cs typeface="Calibri"/>
                <a:sym typeface="Calibri"/>
              </a:rPr>
              <a:t> of networks?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1" name="Shape 9041"/>
        <p:cNvGrpSpPr/>
        <p:nvPr/>
      </p:nvGrpSpPr>
      <p:grpSpPr>
        <a:xfrm>
          <a:off x="0" y="0"/>
          <a:ext cx="0" cy="0"/>
          <a:chOff x="0" y="0"/>
          <a:chExt cx="0" cy="0"/>
        </a:xfrm>
      </p:grpSpPr>
      <p:sp>
        <p:nvSpPr>
          <p:cNvPr id="9042" name="Google Shape;9042;p90"/>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Example: organization of air </a:t>
            </a:r>
            <a:r>
              <a:rPr lang="en-US"/>
              <a:t>t</a:t>
            </a:r>
            <a:r>
              <a:rPr lang="en-US" sz="4400"/>
              <a:t>ravel</a:t>
            </a:r>
            <a:endParaRPr/>
          </a:p>
        </p:txBody>
      </p:sp>
      <p:sp>
        <p:nvSpPr>
          <p:cNvPr id="9043" name="Google Shape;9043;p9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044" name="Google Shape;9044;p90"/>
          <p:cNvSpPr txBox="1"/>
          <p:nvPr/>
        </p:nvSpPr>
        <p:spPr>
          <a:xfrm>
            <a:off x="1670538" y="5706489"/>
            <a:ext cx="9529651" cy="54292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A3"/>
              </a:buClr>
              <a:buSzPts val="3200"/>
              <a:buFont typeface="Noto Sans Symbols"/>
              <a:buNone/>
            </a:pPr>
            <a:r>
              <a:rPr lang="en-US" sz="3200">
                <a:solidFill>
                  <a:schemeClr val="dk1"/>
                </a:solidFill>
                <a:latin typeface="Calibri"/>
                <a:ea typeface="Calibri"/>
                <a:cs typeface="Calibri"/>
                <a:sym typeface="Calibri"/>
              </a:rPr>
              <a:t>airline travel: a series of steps, involving many services</a:t>
            </a:r>
            <a:endParaRPr/>
          </a:p>
        </p:txBody>
      </p:sp>
      <p:sp>
        <p:nvSpPr>
          <p:cNvPr id="9045" name="Google Shape;9045;p90"/>
          <p:cNvSpPr txBox="1"/>
          <p:nvPr/>
        </p:nvSpPr>
        <p:spPr>
          <a:xfrm>
            <a:off x="1110119" y="1635919"/>
            <a:ext cx="3719769" cy="2847976"/>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lang="en-US" sz="2800">
                <a:solidFill>
                  <a:srgbClr val="000099"/>
                </a:solidFill>
                <a:latin typeface="Calibri"/>
                <a:ea typeface="Calibri"/>
                <a:cs typeface="Calibri"/>
                <a:sym typeface="Calibri"/>
              </a:rPr>
              <a:t>ticket (purchase)</a:t>
            </a:r>
            <a:endParaRPr/>
          </a:p>
          <a:p>
            <a:pPr indent="0" lvl="0" marL="0" marR="0" rtl="0" algn="l">
              <a:lnSpc>
                <a:spcPct val="130000"/>
              </a:lnSpc>
              <a:spcBef>
                <a:spcPts val="0"/>
              </a:spcBef>
              <a:spcAft>
                <a:spcPts val="0"/>
              </a:spcAft>
              <a:buNone/>
            </a:pPr>
            <a:r>
              <a:rPr lang="en-US" sz="2800">
                <a:solidFill>
                  <a:srgbClr val="000099"/>
                </a:solidFill>
                <a:latin typeface="Calibri"/>
                <a:ea typeface="Calibri"/>
                <a:cs typeface="Calibri"/>
                <a:sym typeface="Calibri"/>
              </a:rPr>
              <a:t>baggage (check)</a:t>
            </a:r>
            <a:endParaRPr/>
          </a:p>
          <a:p>
            <a:pPr indent="0" lvl="0" marL="0" marR="0" rtl="0" algn="l">
              <a:lnSpc>
                <a:spcPct val="130000"/>
              </a:lnSpc>
              <a:spcBef>
                <a:spcPts val="0"/>
              </a:spcBef>
              <a:spcAft>
                <a:spcPts val="0"/>
              </a:spcAft>
              <a:buNone/>
            </a:pPr>
            <a:r>
              <a:rPr lang="en-US" sz="2800">
                <a:solidFill>
                  <a:srgbClr val="000099"/>
                </a:solidFill>
                <a:latin typeface="Calibri"/>
                <a:ea typeface="Calibri"/>
                <a:cs typeface="Calibri"/>
                <a:sym typeface="Calibri"/>
              </a:rPr>
              <a:t>gates (load)</a:t>
            </a:r>
            <a:endParaRPr/>
          </a:p>
          <a:p>
            <a:pPr indent="0" lvl="0" marL="0" marR="0" rtl="0" algn="l">
              <a:lnSpc>
                <a:spcPct val="130000"/>
              </a:lnSpc>
              <a:spcBef>
                <a:spcPts val="0"/>
              </a:spcBef>
              <a:spcAft>
                <a:spcPts val="0"/>
              </a:spcAft>
              <a:buNone/>
            </a:pPr>
            <a:r>
              <a:rPr lang="en-US" sz="2800">
                <a:solidFill>
                  <a:srgbClr val="000099"/>
                </a:solidFill>
                <a:latin typeface="Calibri"/>
                <a:ea typeface="Calibri"/>
                <a:cs typeface="Calibri"/>
                <a:sym typeface="Calibri"/>
              </a:rPr>
              <a:t>runway takeoff</a:t>
            </a:r>
            <a:endParaRPr/>
          </a:p>
          <a:p>
            <a:pPr indent="0" lvl="0" marL="0" marR="0" rtl="0" algn="l">
              <a:lnSpc>
                <a:spcPct val="130000"/>
              </a:lnSpc>
              <a:spcBef>
                <a:spcPts val="0"/>
              </a:spcBef>
              <a:spcAft>
                <a:spcPts val="0"/>
              </a:spcAft>
              <a:buNone/>
            </a:pPr>
            <a:r>
              <a:rPr lang="en-US" sz="2800">
                <a:solidFill>
                  <a:srgbClr val="000099"/>
                </a:solidFill>
                <a:latin typeface="Calibri"/>
                <a:ea typeface="Calibri"/>
                <a:cs typeface="Calibri"/>
                <a:sym typeface="Calibri"/>
              </a:rPr>
              <a:t>airplane routing</a:t>
            </a:r>
            <a:endParaRPr sz="2000">
              <a:solidFill>
                <a:srgbClr val="000099"/>
              </a:solidFill>
              <a:latin typeface="Calibri"/>
              <a:ea typeface="Calibri"/>
              <a:cs typeface="Calibri"/>
              <a:sym typeface="Calibri"/>
            </a:endParaRPr>
          </a:p>
        </p:txBody>
      </p:sp>
      <p:sp>
        <p:nvSpPr>
          <p:cNvPr id="9046" name="Google Shape;9046;p90"/>
          <p:cNvSpPr txBox="1"/>
          <p:nvPr/>
        </p:nvSpPr>
        <p:spPr>
          <a:xfrm>
            <a:off x="7623765" y="1642218"/>
            <a:ext cx="2625654" cy="2847831"/>
          </a:xfrm>
          <a:prstGeom prst="rect">
            <a:avLst/>
          </a:prstGeom>
          <a:noFill/>
          <a:ln>
            <a:noFill/>
          </a:ln>
        </p:spPr>
        <p:txBody>
          <a:bodyPr anchorCtr="0" anchor="t" bIns="45700" lIns="91425" spcFirstLastPara="1" rIns="91425" wrap="square" tIns="45700">
            <a:spAutoFit/>
          </a:bodyPr>
          <a:lstStyle/>
          <a:p>
            <a:pPr indent="0" lvl="0" marL="0" marR="0" rtl="0" algn="r">
              <a:lnSpc>
                <a:spcPct val="130000"/>
              </a:lnSpc>
              <a:spcBef>
                <a:spcPts val="0"/>
              </a:spcBef>
              <a:spcAft>
                <a:spcPts val="0"/>
              </a:spcAft>
              <a:buNone/>
            </a:pPr>
            <a:r>
              <a:rPr lang="en-US" sz="2800">
                <a:solidFill>
                  <a:srgbClr val="000099"/>
                </a:solidFill>
                <a:latin typeface="Calibri"/>
                <a:ea typeface="Calibri"/>
                <a:cs typeface="Calibri"/>
                <a:sym typeface="Calibri"/>
              </a:rPr>
              <a:t>ticket (complain)</a:t>
            </a:r>
            <a:endParaRPr/>
          </a:p>
          <a:p>
            <a:pPr indent="0" lvl="0" marL="0" marR="0" rtl="0" algn="r">
              <a:lnSpc>
                <a:spcPct val="130000"/>
              </a:lnSpc>
              <a:spcBef>
                <a:spcPts val="0"/>
              </a:spcBef>
              <a:spcAft>
                <a:spcPts val="0"/>
              </a:spcAft>
              <a:buNone/>
            </a:pPr>
            <a:r>
              <a:rPr lang="en-US" sz="2800">
                <a:solidFill>
                  <a:srgbClr val="000099"/>
                </a:solidFill>
                <a:latin typeface="Calibri"/>
                <a:ea typeface="Calibri"/>
                <a:cs typeface="Calibri"/>
                <a:sym typeface="Calibri"/>
              </a:rPr>
              <a:t>baggage (claim)</a:t>
            </a:r>
            <a:endParaRPr/>
          </a:p>
          <a:p>
            <a:pPr indent="0" lvl="0" marL="0" marR="0" rtl="0" algn="r">
              <a:lnSpc>
                <a:spcPct val="130000"/>
              </a:lnSpc>
              <a:spcBef>
                <a:spcPts val="0"/>
              </a:spcBef>
              <a:spcAft>
                <a:spcPts val="0"/>
              </a:spcAft>
              <a:buNone/>
            </a:pPr>
            <a:r>
              <a:rPr lang="en-US" sz="2800">
                <a:solidFill>
                  <a:srgbClr val="000099"/>
                </a:solidFill>
                <a:latin typeface="Calibri"/>
                <a:ea typeface="Calibri"/>
                <a:cs typeface="Calibri"/>
                <a:sym typeface="Calibri"/>
              </a:rPr>
              <a:t>gates (unload)</a:t>
            </a:r>
            <a:endParaRPr/>
          </a:p>
          <a:p>
            <a:pPr indent="0" lvl="0" marL="0" marR="0" rtl="0" algn="r">
              <a:lnSpc>
                <a:spcPct val="130000"/>
              </a:lnSpc>
              <a:spcBef>
                <a:spcPts val="0"/>
              </a:spcBef>
              <a:spcAft>
                <a:spcPts val="0"/>
              </a:spcAft>
              <a:buNone/>
            </a:pPr>
            <a:r>
              <a:rPr lang="en-US" sz="2800">
                <a:solidFill>
                  <a:srgbClr val="000099"/>
                </a:solidFill>
                <a:latin typeface="Calibri"/>
                <a:ea typeface="Calibri"/>
                <a:cs typeface="Calibri"/>
                <a:sym typeface="Calibri"/>
              </a:rPr>
              <a:t>runway landing</a:t>
            </a:r>
            <a:endParaRPr/>
          </a:p>
          <a:p>
            <a:pPr indent="0" lvl="0" marL="0" marR="0" rtl="0" algn="r">
              <a:lnSpc>
                <a:spcPct val="130000"/>
              </a:lnSpc>
              <a:spcBef>
                <a:spcPts val="0"/>
              </a:spcBef>
              <a:spcAft>
                <a:spcPts val="0"/>
              </a:spcAft>
              <a:buNone/>
            </a:pPr>
            <a:r>
              <a:rPr lang="en-US" sz="2800">
                <a:solidFill>
                  <a:srgbClr val="000099"/>
                </a:solidFill>
                <a:latin typeface="Calibri"/>
                <a:ea typeface="Calibri"/>
                <a:cs typeface="Calibri"/>
                <a:sym typeface="Calibri"/>
              </a:rPr>
              <a:t>airplane routing</a:t>
            </a:r>
            <a:endParaRPr/>
          </a:p>
        </p:txBody>
      </p:sp>
      <p:sp>
        <p:nvSpPr>
          <p:cNvPr id="9047" name="Google Shape;9047;p90"/>
          <p:cNvSpPr txBox="1"/>
          <p:nvPr/>
        </p:nvSpPr>
        <p:spPr>
          <a:xfrm>
            <a:off x="4389746" y="4531520"/>
            <a:ext cx="3570798"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99"/>
                </a:solidFill>
                <a:latin typeface="Calibri"/>
                <a:ea typeface="Calibri"/>
                <a:cs typeface="Calibri"/>
                <a:sym typeface="Calibri"/>
              </a:rPr>
              <a:t>airplane routing</a:t>
            </a:r>
            <a:endParaRPr/>
          </a:p>
        </p:txBody>
      </p:sp>
      <p:sp>
        <p:nvSpPr>
          <p:cNvPr id="9048" name="Google Shape;9048;p90"/>
          <p:cNvSpPr/>
          <p:nvPr/>
        </p:nvSpPr>
        <p:spPr>
          <a:xfrm>
            <a:off x="879891" y="1780382"/>
            <a:ext cx="7827767" cy="3289301"/>
          </a:xfrm>
          <a:custGeom>
            <a:rect b="b" l="l" r="r" t="t"/>
            <a:pathLst>
              <a:path extrusionOk="0" h="10000" w="8459">
                <a:moveTo>
                  <a:pt x="0" y="0"/>
                </a:moveTo>
                <a:cubicBezTo>
                  <a:pt x="3" y="2793"/>
                  <a:pt x="7" y="5585"/>
                  <a:pt x="10" y="8378"/>
                </a:cubicBezTo>
                <a:lnTo>
                  <a:pt x="1961" y="9961"/>
                </a:lnTo>
                <a:lnTo>
                  <a:pt x="8459" y="10000"/>
                </a:lnTo>
              </a:path>
            </a:pathLst>
          </a:custGeom>
          <a:noFill/>
          <a:ln cap="flat" cmpd="sng" w="4445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49" name="Google Shape;9049;p90"/>
          <p:cNvSpPr/>
          <p:nvPr/>
        </p:nvSpPr>
        <p:spPr>
          <a:xfrm flipH="1">
            <a:off x="8627458" y="1806653"/>
            <a:ext cx="1822537" cy="3263030"/>
          </a:xfrm>
          <a:custGeom>
            <a:rect b="b" l="l" r="r" t="t"/>
            <a:pathLst>
              <a:path extrusionOk="0" h="3263030" w="1822537">
                <a:moveTo>
                  <a:pt x="1822537" y="3263030"/>
                </a:moveTo>
                <a:lnTo>
                  <a:pt x="6263" y="2743200"/>
                </a:lnTo>
                <a:cubicBezTo>
                  <a:pt x="4175" y="1828800"/>
                  <a:pt x="2088" y="914400"/>
                  <a:pt x="0" y="0"/>
                </a:cubicBezTo>
              </a:path>
            </a:pathLst>
          </a:custGeom>
          <a:noFill/>
          <a:ln cap="flat" cmpd="sng" w="444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050" name="Google Shape;9050;p90"/>
          <p:cNvGrpSpPr/>
          <p:nvPr/>
        </p:nvGrpSpPr>
        <p:grpSpPr>
          <a:xfrm>
            <a:off x="4732420" y="1276350"/>
            <a:ext cx="1528763" cy="620713"/>
            <a:chOff x="-1042195" y="4302698"/>
            <a:chExt cx="1528763" cy="620713"/>
          </a:xfrm>
        </p:grpSpPr>
        <p:pic>
          <p:nvPicPr>
            <p:cNvPr descr="yylgaifm[1]" id="9051" name="Google Shape;9051;p90"/>
            <p:cNvPicPr preferRelativeResize="0"/>
            <p:nvPr/>
          </p:nvPicPr>
          <p:blipFill rotWithShape="1">
            <a:blip r:embed="rId3">
              <a:alphaModFix/>
            </a:blip>
            <a:srcRect b="0" l="0" r="0" t="0"/>
            <a:stretch/>
          </p:blipFill>
          <p:spPr>
            <a:xfrm flipH="1">
              <a:off x="-1042195" y="4463036"/>
              <a:ext cx="1528763" cy="460375"/>
            </a:xfrm>
            <a:prstGeom prst="rect">
              <a:avLst/>
            </a:prstGeom>
            <a:noFill/>
            <a:ln>
              <a:noFill/>
            </a:ln>
          </p:spPr>
        </p:pic>
        <p:cxnSp>
          <p:nvCxnSpPr>
            <p:cNvPr id="9052" name="Google Shape;9052;p90"/>
            <p:cNvCxnSpPr/>
            <p:nvPr/>
          </p:nvCxnSpPr>
          <p:spPr>
            <a:xfrm>
              <a:off x="-561182" y="4302698"/>
              <a:ext cx="450850" cy="1588"/>
            </a:xfrm>
            <a:prstGeom prst="straightConnector1">
              <a:avLst/>
            </a:prstGeom>
            <a:noFill/>
            <a:ln cap="flat" cmpd="sng" w="9525">
              <a:solidFill>
                <a:schemeClr val="dk1"/>
              </a:solidFill>
              <a:prstDash val="solid"/>
              <a:round/>
              <a:headEnd len="med" w="med" type="none"/>
              <a:tailEnd len="med" w="med" type="none"/>
            </a:ln>
          </p:spPr>
        </p:cxnSp>
        <p:cxnSp>
          <p:nvCxnSpPr>
            <p:cNvPr id="9053" name="Google Shape;9053;p90"/>
            <p:cNvCxnSpPr/>
            <p:nvPr/>
          </p:nvCxnSpPr>
          <p:spPr>
            <a:xfrm>
              <a:off x="-408782" y="4455098"/>
              <a:ext cx="450850" cy="1588"/>
            </a:xfrm>
            <a:prstGeom prst="straightConnector1">
              <a:avLst/>
            </a:prstGeom>
            <a:noFill/>
            <a:ln cap="flat" cmpd="sng" w="9525">
              <a:solidFill>
                <a:schemeClr val="dk1"/>
              </a:solidFill>
              <a:prstDash val="solid"/>
              <a:round/>
              <a:headEnd len="med" w="med" type="none"/>
              <a:tailEnd len="med" w="med" type="none"/>
            </a:ln>
          </p:spPr>
        </p:cxnSp>
        <p:cxnSp>
          <p:nvCxnSpPr>
            <p:cNvPr id="9054" name="Google Shape;9054;p90"/>
            <p:cNvCxnSpPr/>
            <p:nvPr/>
          </p:nvCxnSpPr>
          <p:spPr>
            <a:xfrm>
              <a:off x="-256382" y="4607498"/>
              <a:ext cx="450850" cy="1588"/>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48"/>
                                        </p:tgtEl>
                                        <p:attrNameLst>
                                          <p:attrName>style.visibility</p:attrName>
                                        </p:attrNameLst>
                                      </p:cBhvr>
                                      <p:to>
                                        <p:strVal val="visible"/>
                                      </p:to>
                                    </p:set>
                                    <p:animEffect filter="fade" transition="in">
                                      <p:cBhvr>
                                        <p:cTn dur="500"/>
                                        <p:tgtEl>
                                          <p:spTgt spid="9048"/>
                                        </p:tgtEl>
                                      </p:cBhvr>
                                    </p:animEffect>
                                  </p:childTnLst>
                                </p:cTn>
                              </p:par>
                              <p:par>
                                <p:cTn fill="hold" nodeType="withEffect" presetClass="entr" presetID="10" presetSubtype="0">
                                  <p:stCondLst>
                                    <p:cond delay="0"/>
                                  </p:stCondLst>
                                  <p:childTnLst>
                                    <p:set>
                                      <p:cBhvr>
                                        <p:cTn dur="1" fill="hold">
                                          <p:stCondLst>
                                            <p:cond delay="0"/>
                                          </p:stCondLst>
                                        </p:cTn>
                                        <p:tgtEl>
                                          <p:spTgt spid="9045"/>
                                        </p:tgtEl>
                                        <p:attrNameLst>
                                          <p:attrName>style.visibility</p:attrName>
                                        </p:attrNameLst>
                                      </p:cBhvr>
                                      <p:to>
                                        <p:strVal val="visible"/>
                                      </p:to>
                                    </p:set>
                                    <p:animEffect filter="fade" transition="in">
                                      <p:cBhvr>
                                        <p:cTn dur="500"/>
                                        <p:tgtEl>
                                          <p:spTgt spid="904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047"/>
                                        </p:tgtEl>
                                        <p:attrNameLst>
                                          <p:attrName>style.visibility</p:attrName>
                                        </p:attrNameLst>
                                      </p:cBhvr>
                                      <p:to>
                                        <p:strVal val="visible"/>
                                      </p:to>
                                    </p:set>
                                    <p:animEffect filter="fade" transition="in">
                                      <p:cBhvr>
                                        <p:cTn dur="500"/>
                                        <p:tgtEl>
                                          <p:spTgt spid="90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46"/>
                                        </p:tgtEl>
                                        <p:attrNameLst>
                                          <p:attrName>style.visibility</p:attrName>
                                        </p:attrNameLst>
                                      </p:cBhvr>
                                      <p:to>
                                        <p:strVal val="visible"/>
                                      </p:to>
                                    </p:set>
                                    <p:animEffect filter="fade" transition="in">
                                      <p:cBhvr>
                                        <p:cTn dur="500"/>
                                        <p:tgtEl>
                                          <p:spTgt spid="9046"/>
                                        </p:tgtEl>
                                      </p:cBhvr>
                                    </p:animEffect>
                                  </p:childTnLst>
                                </p:cTn>
                              </p:par>
                              <p:par>
                                <p:cTn fill="hold" nodeType="withEffect" presetClass="entr" presetID="10" presetSubtype="0">
                                  <p:stCondLst>
                                    <p:cond delay="0"/>
                                  </p:stCondLst>
                                  <p:childTnLst>
                                    <p:set>
                                      <p:cBhvr>
                                        <p:cTn dur="1" fill="hold">
                                          <p:stCondLst>
                                            <p:cond delay="0"/>
                                          </p:stCondLst>
                                        </p:cTn>
                                        <p:tgtEl>
                                          <p:spTgt spid="9049"/>
                                        </p:tgtEl>
                                        <p:attrNameLst>
                                          <p:attrName>style.visibility</p:attrName>
                                        </p:attrNameLst>
                                      </p:cBhvr>
                                      <p:to>
                                        <p:strVal val="visible"/>
                                      </p:to>
                                    </p:set>
                                    <p:animEffect filter="fade" transition="in">
                                      <p:cBhvr>
                                        <p:cTn dur="500"/>
                                        <p:tgtEl>
                                          <p:spTgt spid="90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9" name="Shape 9059"/>
        <p:cNvGrpSpPr/>
        <p:nvPr/>
      </p:nvGrpSpPr>
      <p:grpSpPr>
        <a:xfrm>
          <a:off x="0" y="0"/>
          <a:ext cx="0" cy="0"/>
          <a:chOff x="0" y="0"/>
          <a:chExt cx="0" cy="0"/>
        </a:xfrm>
      </p:grpSpPr>
      <p:grpSp>
        <p:nvGrpSpPr>
          <p:cNvPr id="9060" name="Google Shape;9060;p91"/>
          <p:cNvGrpSpPr/>
          <p:nvPr/>
        </p:nvGrpSpPr>
        <p:grpSpPr>
          <a:xfrm>
            <a:off x="464981" y="1753061"/>
            <a:ext cx="10432006" cy="2708042"/>
            <a:chOff x="464981" y="1753061"/>
            <a:chExt cx="10432006" cy="2708042"/>
          </a:xfrm>
        </p:grpSpPr>
        <p:sp>
          <p:nvSpPr>
            <p:cNvPr id="9061" name="Google Shape;9061;p91"/>
            <p:cNvSpPr/>
            <p:nvPr/>
          </p:nvSpPr>
          <p:spPr>
            <a:xfrm>
              <a:off x="464981" y="4061418"/>
              <a:ext cx="10421481" cy="399685"/>
            </a:xfrm>
            <a:prstGeom prst="rect">
              <a:avLst/>
            </a:pr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62" name="Google Shape;9062;p91"/>
            <p:cNvSpPr/>
            <p:nvPr/>
          </p:nvSpPr>
          <p:spPr>
            <a:xfrm>
              <a:off x="475506" y="3495132"/>
              <a:ext cx="10421481" cy="399685"/>
            </a:xfrm>
            <a:prstGeom prst="rect">
              <a:avLst/>
            </a:pr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63" name="Google Shape;9063;p91"/>
            <p:cNvSpPr/>
            <p:nvPr/>
          </p:nvSpPr>
          <p:spPr>
            <a:xfrm>
              <a:off x="470508" y="2945434"/>
              <a:ext cx="10421481" cy="399685"/>
            </a:xfrm>
            <a:prstGeom prst="rect">
              <a:avLst/>
            </a:pr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64" name="Google Shape;9064;p91"/>
            <p:cNvSpPr/>
            <p:nvPr/>
          </p:nvSpPr>
          <p:spPr>
            <a:xfrm>
              <a:off x="471525" y="2357714"/>
              <a:ext cx="10421481" cy="399685"/>
            </a:xfrm>
            <a:prstGeom prst="rect">
              <a:avLst/>
            </a:pr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65" name="Google Shape;9065;p91"/>
            <p:cNvSpPr/>
            <p:nvPr/>
          </p:nvSpPr>
          <p:spPr>
            <a:xfrm>
              <a:off x="464982" y="1753061"/>
              <a:ext cx="10421481" cy="399685"/>
            </a:xfrm>
            <a:prstGeom prst="rect">
              <a:avLst/>
            </a:pr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9066" name="Google Shape;9066;p91"/>
          <p:cNvGrpSpPr/>
          <p:nvPr/>
        </p:nvGrpSpPr>
        <p:grpSpPr>
          <a:xfrm>
            <a:off x="7572969" y="1645899"/>
            <a:ext cx="2929467" cy="2895601"/>
            <a:chOff x="1574800" y="1788319"/>
            <a:chExt cx="2929467" cy="2895601"/>
          </a:xfrm>
        </p:grpSpPr>
        <p:sp>
          <p:nvSpPr>
            <p:cNvPr id="9067" name="Google Shape;9067;p91"/>
            <p:cNvSpPr/>
            <p:nvPr/>
          </p:nvSpPr>
          <p:spPr>
            <a:xfrm>
              <a:off x="1591733" y="1788319"/>
              <a:ext cx="2794000" cy="2895601"/>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9068" name="Google Shape;9068;p91"/>
            <p:cNvCxnSpPr/>
            <p:nvPr/>
          </p:nvCxnSpPr>
          <p:spPr>
            <a:xfrm>
              <a:off x="1574800" y="2421466"/>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9069" name="Google Shape;9069;p91"/>
            <p:cNvCxnSpPr/>
            <p:nvPr/>
          </p:nvCxnSpPr>
          <p:spPr>
            <a:xfrm>
              <a:off x="1574800" y="3009694"/>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9070" name="Google Shape;9070;p91"/>
            <p:cNvCxnSpPr/>
            <p:nvPr/>
          </p:nvCxnSpPr>
          <p:spPr>
            <a:xfrm>
              <a:off x="1574800" y="3581400"/>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9071" name="Google Shape;9071;p91"/>
            <p:cNvCxnSpPr/>
            <p:nvPr/>
          </p:nvCxnSpPr>
          <p:spPr>
            <a:xfrm>
              <a:off x="1574800" y="4115129"/>
              <a:ext cx="2929467" cy="0"/>
            </a:xfrm>
            <a:prstGeom prst="straightConnector1">
              <a:avLst/>
            </a:prstGeom>
            <a:noFill/>
            <a:ln cap="flat" cmpd="sng" w="25400">
              <a:solidFill>
                <a:schemeClr val="lt1"/>
              </a:solidFill>
              <a:prstDash val="solid"/>
              <a:miter lim="800000"/>
              <a:headEnd len="sm" w="sm" type="none"/>
              <a:tailEnd len="sm" w="sm" type="none"/>
            </a:ln>
          </p:spPr>
        </p:cxnSp>
      </p:grpSp>
      <p:sp>
        <p:nvSpPr>
          <p:cNvPr id="9072" name="Google Shape;9072;p91"/>
          <p:cNvSpPr/>
          <p:nvPr/>
        </p:nvSpPr>
        <p:spPr>
          <a:xfrm>
            <a:off x="965209" y="1635919"/>
            <a:ext cx="2794000" cy="2895601"/>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73" name="Google Shape;9073;p91"/>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Example: layering of organization of air </a:t>
            </a:r>
            <a:r>
              <a:rPr lang="en-US"/>
              <a:t>t</a:t>
            </a:r>
            <a:r>
              <a:rPr lang="en-US" sz="4400"/>
              <a:t>ravel</a:t>
            </a:r>
            <a:endParaRPr/>
          </a:p>
        </p:txBody>
      </p:sp>
      <p:sp>
        <p:nvSpPr>
          <p:cNvPr id="9074" name="Google Shape;9074;p9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075" name="Google Shape;9075;p91"/>
          <p:cNvSpPr txBox="1"/>
          <p:nvPr/>
        </p:nvSpPr>
        <p:spPr>
          <a:xfrm>
            <a:off x="1110119" y="1635919"/>
            <a:ext cx="2616935" cy="2847831"/>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None/>
            </a:pPr>
            <a:r>
              <a:rPr lang="en-US" sz="2800">
                <a:solidFill>
                  <a:schemeClr val="lt1"/>
                </a:solidFill>
                <a:latin typeface="Calibri"/>
                <a:ea typeface="Calibri"/>
                <a:cs typeface="Calibri"/>
                <a:sym typeface="Calibri"/>
              </a:rPr>
              <a:t>ticket (purchase)</a:t>
            </a:r>
            <a:endParaRPr/>
          </a:p>
          <a:p>
            <a:pPr indent="0" lvl="0" marL="0" marR="0" rtl="0" algn="l">
              <a:lnSpc>
                <a:spcPct val="130000"/>
              </a:lnSpc>
              <a:spcBef>
                <a:spcPts val="0"/>
              </a:spcBef>
              <a:spcAft>
                <a:spcPts val="0"/>
              </a:spcAft>
              <a:buNone/>
            </a:pPr>
            <a:r>
              <a:rPr lang="en-US" sz="2800">
                <a:solidFill>
                  <a:schemeClr val="lt1"/>
                </a:solidFill>
                <a:latin typeface="Calibri"/>
                <a:ea typeface="Calibri"/>
                <a:cs typeface="Calibri"/>
                <a:sym typeface="Calibri"/>
              </a:rPr>
              <a:t>baggage (check)</a:t>
            </a:r>
            <a:endParaRPr/>
          </a:p>
          <a:p>
            <a:pPr indent="0" lvl="0" marL="0" marR="0" rtl="0" algn="l">
              <a:lnSpc>
                <a:spcPct val="130000"/>
              </a:lnSpc>
              <a:spcBef>
                <a:spcPts val="0"/>
              </a:spcBef>
              <a:spcAft>
                <a:spcPts val="0"/>
              </a:spcAft>
              <a:buNone/>
            </a:pPr>
            <a:r>
              <a:rPr lang="en-US" sz="2800">
                <a:solidFill>
                  <a:schemeClr val="lt1"/>
                </a:solidFill>
                <a:latin typeface="Calibri"/>
                <a:ea typeface="Calibri"/>
                <a:cs typeface="Calibri"/>
                <a:sym typeface="Calibri"/>
              </a:rPr>
              <a:t>gates (load)</a:t>
            </a:r>
            <a:endParaRPr/>
          </a:p>
          <a:p>
            <a:pPr indent="0" lvl="0" marL="0" marR="0" rtl="0" algn="l">
              <a:lnSpc>
                <a:spcPct val="130000"/>
              </a:lnSpc>
              <a:spcBef>
                <a:spcPts val="0"/>
              </a:spcBef>
              <a:spcAft>
                <a:spcPts val="0"/>
              </a:spcAft>
              <a:buNone/>
            </a:pPr>
            <a:r>
              <a:rPr lang="en-US" sz="2800">
                <a:solidFill>
                  <a:schemeClr val="lt1"/>
                </a:solidFill>
                <a:latin typeface="Calibri"/>
                <a:ea typeface="Calibri"/>
                <a:cs typeface="Calibri"/>
                <a:sym typeface="Calibri"/>
              </a:rPr>
              <a:t>runway takeoff</a:t>
            </a:r>
            <a:endParaRPr/>
          </a:p>
          <a:p>
            <a:pPr indent="0" lvl="0" marL="0" marR="0" rtl="0" algn="l">
              <a:lnSpc>
                <a:spcPct val="130000"/>
              </a:lnSpc>
              <a:spcBef>
                <a:spcPts val="0"/>
              </a:spcBef>
              <a:spcAft>
                <a:spcPts val="0"/>
              </a:spcAft>
              <a:buNone/>
            </a:pPr>
            <a:r>
              <a:rPr lang="en-US" sz="2800">
                <a:solidFill>
                  <a:schemeClr val="lt1"/>
                </a:solidFill>
                <a:latin typeface="Calibri"/>
                <a:ea typeface="Calibri"/>
                <a:cs typeface="Calibri"/>
                <a:sym typeface="Calibri"/>
              </a:rPr>
              <a:t>airplane routing</a:t>
            </a:r>
            <a:endParaRPr sz="2000">
              <a:solidFill>
                <a:schemeClr val="lt1"/>
              </a:solidFill>
              <a:latin typeface="Calibri"/>
              <a:ea typeface="Calibri"/>
              <a:cs typeface="Calibri"/>
              <a:sym typeface="Calibri"/>
            </a:endParaRPr>
          </a:p>
        </p:txBody>
      </p:sp>
      <p:sp>
        <p:nvSpPr>
          <p:cNvPr id="9076" name="Google Shape;9076;p91"/>
          <p:cNvSpPr txBox="1"/>
          <p:nvPr/>
        </p:nvSpPr>
        <p:spPr>
          <a:xfrm>
            <a:off x="7623765" y="1642218"/>
            <a:ext cx="2625654" cy="2847831"/>
          </a:xfrm>
          <a:prstGeom prst="rect">
            <a:avLst/>
          </a:prstGeom>
          <a:noFill/>
          <a:ln>
            <a:noFill/>
          </a:ln>
        </p:spPr>
        <p:txBody>
          <a:bodyPr anchorCtr="0" anchor="t" bIns="45700" lIns="91425" spcFirstLastPara="1" rIns="91425" wrap="square" tIns="45700">
            <a:spAutoFit/>
          </a:bodyPr>
          <a:lstStyle/>
          <a:p>
            <a:pPr indent="0" lvl="0" marL="0" marR="0" rtl="0" algn="r">
              <a:lnSpc>
                <a:spcPct val="130000"/>
              </a:lnSpc>
              <a:spcBef>
                <a:spcPts val="0"/>
              </a:spcBef>
              <a:spcAft>
                <a:spcPts val="0"/>
              </a:spcAft>
              <a:buNone/>
            </a:pPr>
            <a:r>
              <a:rPr lang="en-US" sz="2800">
                <a:solidFill>
                  <a:schemeClr val="lt1"/>
                </a:solidFill>
                <a:latin typeface="Calibri"/>
                <a:ea typeface="Calibri"/>
                <a:cs typeface="Calibri"/>
                <a:sym typeface="Calibri"/>
              </a:rPr>
              <a:t>ticket (complain)</a:t>
            </a:r>
            <a:endParaRPr/>
          </a:p>
          <a:p>
            <a:pPr indent="0" lvl="0" marL="0" marR="0" rtl="0" algn="r">
              <a:lnSpc>
                <a:spcPct val="130000"/>
              </a:lnSpc>
              <a:spcBef>
                <a:spcPts val="0"/>
              </a:spcBef>
              <a:spcAft>
                <a:spcPts val="0"/>
              </a:spcAft>
              <a:buNone/>
            </a:pPr>
            <a:r>
              <a:rPr lang="en-US" sz="2800">
                <a:solidFill>
                  <a:schemeClr val="lt1"/>
                </a:solidFill>
                <a:latin typeface="Calibri"/>
                <a:ea typeface="Calibri"/>
                <a:cs typeface="Calibri"/>
                <a:sym typeface="Calibri"/>
              </a:rPr>
              <a:t>baggage (claim)</a:t>
            </a:r>
            <a:endParaRPr/>
          </a:p>
          <a:p>
            <a:pPr indent="0" lvl="0" marL="0" marR="0" rtl="0" algn="r">
              <a:lnSpc>
                <a:spcPct val="130000"/>
              </a:lnSpc>
              <a:spcBef>
                <a:spcPts val="0"/>
              </a:spcBef>
              <a:spcAft>
                <a:spcPts val="0"/>
              </a:spcAft>
              <a:buNone/>
            </a:pPr>
            <a:r>
              <a:rPr lang="en-US" sz="2800">
                <a:solidFill>
                  <a:schemeClr val="lt1"/>
                </a:solidFill>
                <a:latin typeface="Calibri"/>
                <a:ea typeface="Calibri"/>
                <a:cs typeface="Calibri"/>
                <a:sym typeface="Calibri"/>
              </a:rPr>
              <a:t>gates (unload)</a:t>
            </a:r>
            <a:endParaRPr/>
          </a:p>
          <a:p>
            <a:pPr indent="0" lvl="0" marL="0" marR="0" rtl="0" algn="r">
              <a:lnSpc>
                <a:spcPct val="130000"/>
              </a:lnSpc>
              <a:spcBef>
                <a:spcPts val="0"/>
              </a:spcBef>
              <a:spcAft>
                <a:spcPts val="0"/>
              </a:spcAft>
              <a:buNone/>
            </a:pPr>
            <a:r>
              <a:rPr lang="en-US" sz="2800">
                <a:solidFill>
                  <a:schemeClr val="lt1"/>
                </a:solidFill>
                <a:latin typeface="Calibri"/>
                <a:ea typeface="Calibri"/>
                <a:cs typeface="Calibri"/>
                <a:sym typeface="Calibri"/>
              </a:rPr>
              <a:t>runway landing</a:t>
            </a:r>
            <a:endParaRPr/>
          </a:p>
          <a:p>
            <a:pPr indent="0" lvl="0" marL="0" marR="0" rtl="0" algn="r">
              <a:lnSpc>
                <a:spcPct val="130000"/>
              </a:lnSpc>
              <a:spcBef>
                <a:spcPts val="0"/>
              </a:spcBef>
              <a:spcAft>
                <a:spcPts val="0"/>
              </a:spcAft>
              <a:buNone/>
            </a:pPr>
            <a:r>
              <a:rPr lang="en-US" sz="2800">
                <a:solidFill>
                  <a:schemeClr val="lt1"/>
                </a:solidFill>
                <a:latin typeface="Calibri"/>
                <a:ea typeface="Calibri"/>
                <a:cs typeface="Calibri"/>
                <a:sym typeface="Calibri"/>
              </a:rPr>
              <a:t>airplane routing</a:t>
            </a:r>
            <a:endParaRPr/>
          </a:p>
        </p:txBody>
      </p:sp>
      <p:cxnSp>
        <p:nvCxnSpPr>
          <p:cNvPr id="9077" name="Google Shape;9077;p91"/>
          <p:cNvCxnSpPr/>
          <p:nvPr/>
        </p:nvCxnSpPr>
        <p:spPr>
          <a:xfrm>
            <a:off x="948276" y="2269066"/>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9078" name="Google Shape;9078;p91"/>
          <p:cNvCxnSpPr/>
          <p:nvPr/>
        </p:nvCxnSpPr>
        <p:spPr>
          <a:xfrm>
            <a:off x="948276" y="2857294"/>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9079" name="Google Shape;9079;p91"/>
          <p:cNvCxnSpPr/>
          <p:nvPr/>
        </p:nvCxnSpPr>
        <p:spPr>
          <a:xfrm>
            <a:off x="948276" y="3429000"/>
            <a:ext cx="2929467" cy="0"/>
          </a:xfrm>
          <a:prstGeom prst="straightConnector1">
            <a:avLst/>
          </a:prstGeom>
          <a:noFill/>
          <a:ln cap="flat" cmpd="sng" w="25400">
            <a:solidFill>
              <a:schemeClr val="lt1"/>
            </a:solidFill>
            <a:prstDash val="solid"/>
            <a:miter lim="800000"/>
            <a:headEnd len="sm" w="sm" type="none"/>
            <a:tailEnd len="sm" w="sm" type="none"/>
          </a:ln>
        </p:spPr>
      </p:cxnSp>
      <p:cxnSp>
        <p:nvCxnSpPr>
          <p:cNvPr id="9080" name="Google Shape;9080;p91"/>
          <p:cNvCxnSpPr/>
          <p:nvPr/>
        </p:nvCxnSpPr>
        <p:spPr>
          <a:xfrm>
            <a:off x="948276" y="3962729"/>
            <a:ext cx="2929467" cy="0"/>
          </a:xfrm>
          <a:prstGeom prst="straightConnector1">
            <a:avLst/>
          </a:prstGeom>
          <a:noFill/>
          <a:ln cap="flat" cmpd="sng" w="25400">
            <a:solidFill>
              <a:schemeClr val="lt1"/>
            </a:solidFill>
            <a:prstDash val="solid"/>
            <a:miter lim="800000"/>
            <a:headEnd len="sm" w="sm" type="none"/>
            <a:tailEnd len="sm" w="sm" type="none"/>
          </a:ln>
        </p:spPr>
      </p:cxnSp>
      <p:sp>
        <p:nvSpPr>
          <p:cNvPr id="9081" name="Google Shape;9081;p91"/>
          <p:cNvSpPr/>
          <p:nvPr/>
        </p:nvSpPr>
        <p:spPr>
          <a:xfrm>
            <a:off x="4260623" y="3972251"/>
            <a:ext cx="2794000" cy="568791"/>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82" name="Google Shape;9082;p91"/>
          <p:cNvSpPr txBox="1"/>
          <p:nvPr/>
        </p:nvSpPr>
        <p:spPr>
          <a:xfrm>
            <a:off x="4453486" y="4001058"/>
            <a:ext cx="251126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Calibri"/>
                <a:ea typeface="Calibri"/>
                <a:cs typeface="Calibri"/>
                <a:sym typeface="Calibri"/>
              </a:rPr>
              <a:t>airplane routing</a:t>
            </a:r>
            <a:endParaRPr/>
          </a:p>
        </p:txBody>
      </p:sp>
      <p:grpSp>
        <p:nvGrpSpPr>
          <p:cNvPr id="9083" name="Google Shape;9083;p91"/>
          <p:cNvGrpSpPr/>
          <p:nvPr/>
        </p:nvGrpSpPr>
        <p:grpSpPr>
          <a:xfrm>
            <a:off x="3948545" y="1699760"/>
            <a:ext cx="3522823" cy="2811596"/>
            <a:chOff x="3948545" y="1699760"/>
            <a:chExt cx="3522823" cy="2811596"/>
          </a:xfrm>
        </p:grpSpPr>
        <p:sp>
          <p:nvSpPr>
            <p:cNvPr id="9084" name="Google Shape;9084;p91"/>
            <p:cNvSpPr txBox="1"/>
            <p:nvPr/>
          </p:nvSpPr>
          <p:spPr>
            <a:xfrm>
              <a:off x="4400060" y="1699760"/>
              <a:ext cx="250741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chemeClr val="dk1"/>
                  </a:solidFill>
                  <a:latin typeface="Calibri"/>
                  <a:ea typeface="Calibri"/>
                  <a:cs typeface="Calibri"/>
                  <a:sym typeface="Calibri"/>
                </a:rPr>
                <a:t>ticketing service</a:t>
              </a:r>
              <a:endParaRPr/>
            </a:p>
          </p:txBody>
        </p:sp>
        <p:sp>
          <p:nvSpPr>
            <p:cNvPr id="9085" name="Google Shape;9085;p91"/>
            <p:cNvSpPr txBox="1"/>
            <p:nvPr/>
          </p:nvSpPr>
          <p:spPr>
            <a:xfrm>
              <a:off x="4384331" y="2292643"/>
              <a:ext cx="254210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chemeClr val="dk1"/>
                  </a:solidFill>
                  <a:latin typeface="Calibri"/>
                  <a:ea typeface="Calibri"/>
                  <a:cs typeface="Calibri"/>
                  <a:sym typeface="Calibri"/>
                </a:rPr>
                <a:t>baggage service</a:t>
              </a:r>
              <a:endParaRPr/>
            </a:p>
          </p:txBody>
        </p:sp>
        <p:sp>
          <p:nvSpPr>
            <p:cNvPr id="9086" name="Google Shape;9086;p91"/>
            <p:cNvSpPr txBox="1"/>
            <p:nvPr/>
          </p:nvSpPr>
          <p:spPr>
            <a:xfrm>
              <a:off x="4686266" y="2872078"/>
              <a:ext cx="192110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chemeClr val="dk1"/>
                  </a:solidFill>
                  <a:latin typeface="Calibri"/>
                  <a:ea typeface="Calibri"/>
                  <a:cs typeface="Calibri"/>
                  <a:sym typeface="Calibri"/>
                </a:rPr>
                <a:t>gate service</a:t>
              </a:r>
              <a:endParaRPr/>
            </a:p>
          </p:txBody>
        </p:sp>
        <p:sp>
          <p:nvSpPr>
            <p:cNvPr id="9087" name="Google Shape;9087;p91"/>
            <p:cNvSpPr txBox="1"/>
            <p:nvPr/>
          </p:nvSpPr>
          <p:spPr>
            <a:xfrm>
              <a:off x="4485939" y="3451513"/>
              <a:ext cx="235423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chemeClr val="dk1"/>
                  </a:solidFill>
                  <a:latin typeface="Calibri"/>
                  <a:ea typeface="Calibri"/>
                  <a:cs typeface="Calibri"/>
                  <a:sym typeface="Calibri"/>
                </a:rPr>
                <a:t>runway service</a:t>
              </a:r>
              <a:endParaRPr/>
            </a:p>
          </p:txBody>
        </p:sp>
        <p:grpSp>
          <p:nvGrpSpPr>
            <p:cNvPr id="9088" name="Google Shape;9088;p91"/>
            <p:cNvGrpSpPr/>
            <p:nvPr/>
          </p:nvGrpSpPr>
          <p:grpSpPr>
            <a:xfrm>
              <a:off x="3948545" y="3988136"/>
              <a:ext cx="3522823" cy="523220"/>
              <a:chOff x="3976681" y="3974068"/>
              <a:chExt cx="3522823" cy="523220"/>
            </a:xfrm>
          </p:grpSpPr>
          <p:sp>
            <p:nvSpPr>
              <p:cNvPr id="9089" name="Google Shape;9089;p91"/>
              <p:cNvSpPr/>
              <p:nvPr/>
            </p:nvSpPr>
            <p:spPr>
              <a:xfrm>
                <a:off x="3976681" y="4046279"/>
                <a:ext cx="3522823" cy="402622"/>
              </a:xfrm>
              <a:prstGeom prst="rect">
                <a:avLst/>
              </a:pr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90" name="Google Shape;9090;p91"/>
              <p:cNvSpPr txBox="1"/>
              <p:nvPr/>
            </p:nvSpPr>
            <p:spPr>
              <a:xfrm>
                <a:off x="4506558" y="3974068"/>
                <a:ext cx="232730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chemeClr val="dk1"/>
                    </a:solidFill>
                    <a:latin typeface="Calibri"/>
                    <a:ea typeface="Calibri"/>
                    <a:cs typeface="Calibri"/>
                    <a:sym typeface="Calibri"/>
                  </a:rPr>
                  <a:t>routing service</a:t>
                </a:r>
                <a:endParaRPr/>
              </a:p>
            </p:txBody>
          </p:sp>
        </p:grpSp>
      </p:grpSp>
      <p:sp>
        <p:nvSpPr>
          <p:cNvPr id="9091" name="Google Shape;9091;p91"/>
          <p:cNvSpPr txBox="1"/>
          <p:nvPr/>
        </p:nvSpPr>
        <p:spPr>
          <a:xfrm>
            <a:off x="932853" y="5321523"/>
            <a:ext cx="7613650" cy="176371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layers:</a:t>
            </a:r>
            <a:r>
              <a:rPr lang="en-US" sz="3200">
                <a:solidFill>
                  <a:srgbClr val="FF0000"/>
                </a:solidFill>
                <a:latin typeface="Calibri"/>
                <a:ea typeface="Calibri"/>
                <a:cs typeface="Calibri"/>
                <a:sym typeface="Calibri"/>
              </a:rPr>
              <a:t> </a:t>
            </a:r>
            <a:r>
              <a:rPr lang="en-US" sz="3200">
                <a:solidFill>
                  <a:schemeClr val="dk1"/>
                </a:solidFill>
                <a:latin typeface="Calibri"/>
                <a:ea typeface="Calibri"/>
                <a:cs typeface="Calibri"/>
                <a:sym typeface="Calibri"/>
              </a:rPr>
              <a:t>each layer implements a service</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via its own internal-layer actions</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relying on services provided by layer below</a:t>
            </a:r>
            <a:endParaRPr/>
          </a:p>
          <a:p>
            <a:pPr indent="-222250" lvl="0" marL="352425" marR="0" rtl="0" algn="l">
              <a:lnSpc>
                <a:spcPct val="90000"/>
              </a:lnSpc>
              <a:spcBef>
                <a:spcPts val="1000"/>
              </a:spcBef>
              <a:spcAft>
                <a:spcPts val="0"/>
              </a:spcAft>
              <a:buClr>
                <a:srgbClr val="0000A3"/>
              </a:buClr>
              <a:buSzPts val="2800"/>
              <a:buFont typeface="Noto Sans Symbols"/>
              <a:buNone/>
            </a:pPr>
            <a:r>
              <a:t/>
            </a:r>
            <a:endParaRPr sz="2800">
              <a:solidFill>
                <a:schemeClr val="dk1"/>
              </a:solidFill>
              <a:latin typeface="Calibri"/>
              <a:ea typeface="Calibri"/>
              <a:cs typeface="Calibri"/>
              <a:sym typeface="Calibri"/>
            </a:endParaRPr>
          </a:p>
        </p:txBody>
      </p:sp>
      <p:sp>
        <p:nvSpPr>
          <p:cNvPr id="9092" name="Google Shape;9092;p91"/>
          <p:cNvSpPr txBox="1"/>
          <p:nvPr/>
        </p:nvSpPr>
        <p:spPr>
          <a:xfrm>
            <a:off x="1703853" y="4679029"/>
            <a:ext cx="1063112"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departure</a:t>
            </a:r>
            <a:endParaRPr/>
          </a:p>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airport</a:t>
            </a:r>
            <a:endParaRPr/>
          </a:p>
        </p:txBody>
      </p:sp>
      <p:sp>
        <p:nvSpPr>
          <p:cNvPr id="9093" name="Google Shape;9093;p91"/>
          <p:cNvSpPr txBox="1"/>
          <p:nvPr/>
        </p:nvSpPr>
        <p:spPr>
          <a:xfrm>
            <a:off x="4625584" y="4680580"/>
            <a:ext cx="2167068"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intermediate air-traffic</a:t>
            </a:r>
            <a:endParaRPr/>
          </a:p>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control centers</a:t>
            </a:r>
            <a:endParaRPr/>
          </a:p>
        </p:txBody>
      </p:sp>
      <p:sp>
        <p:nvSpPr>
          <p:cNvPr id="9094" name="Google Shape;9094;p91"/>
          <p:cNvSpPr txBox="1"/>
          <p:nvPr/>
        </p:nvSpPr>
        <p:spPr>
          <a:xfrm>
            <a:off x="8690010" y="4688060"/>
            <a:ext cx="766557"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arrival</a:t>
            </a:r>
            <a:endParaRPr/>
          </a:p>
          <a:p>
            <a:pPr indent="0" lvl="0" marL="0" marR="0" rtl="0" algn="ctr">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airport</a:t>
            </a:r>
            <a:endParaRPr/>
          </a:p>
        </p:txBody>
      </p:sp>
      <p:grpSp>
        <p:nvGrpSpPr>
          <p:cNvPr id="9095" name="Google Shape;9095;p91"/>
          <p:cNvGrpSpPr/>
          <p:nvPr/>
        </p:nvGrpSpPr>
        <p:grpSpPr>
          <a:xfrm>
            <a:off x="4732420" y="1004040"/>
            <a:ext cx="1528763" cy="620713"/>
            <a:chOff x="-1042195" y="4302698"/>
            <a:chExt cx="1528763" cy="620713"/>
          </a:xfrm>
        </p:grpSpPr>
        <p:pic>
          <p:nvPicPr>
            <p:cNvPr descr="yylgaifm[1]" id="9096" name="Google Shape;9096;p91"/>
            <p:cNvPicPr preferRelativeResize="0"/>
            <p:nvPr/>
          </p:nvPicPr>
          <p:blipFill rotWithShape="1">
            <a:blip r:embed="rId3">
              <a:alphaModFix/>
            </a:blip>
            <a:srcRect b="0" l="0" r="0" t="0"/>
            <a:stretch/>
          </p:blipFill>
          <p:spPr>
            <a:xfrm flipH="1">
              <a:off x="-1042195" y="4463036"/>
              <a:ext cx="1528763" cy="460375"/>
            </a:xfrm>
            <a:prstGeom prst="rect">
              <a:avLst/>
            </a:prstGeom>
            <a:noFill/>
            <a:ln>
              <a:noFill/>
            </a:ln>
          </p:spPr>
        </p:pic>
        <p:cxnSp>
          <p:nvCxnSpPr>
            <p:cNvPr id="9097" name="Google Shape;9097;p91"/>
            <p:cNvCxnSpPr/>
            <p:nvPr/>
          </p:nvCxnSpPr>
          <p:spPr>
            <a:xfrm>
              <a:off x="-561182" y="4302698"/>
              <a:ext cx="450850" cy="1588"/>
            </a:xfrm>
            <a:prstGeom prst="straightConnector1">
              <a:avLst/>
            </a:prstGeom>
            <a:noFill/>
            <a:ln cap="flat" cmpd="sng" w="9525">
              <a:solidFill>
                <a:schemeClr val="dk1"/>
              </a:solidFill>
              <a:prstDash val="solid"/>
              <a:round/>
              <a:headEnd len="med" w="med" type="none"/>
              <a:tailEnd len="med" w="med" type="none"/>
            </a:ln>
          </p:spPr>
        </p:cxnSp>
        <p:cxnSp>
          <p:nvCxnSpPr>
            <p:cNvPr id="9098" name="Google Shape;9098;p91"/>
            <p:cNvCxnSpPr/>
            <p:nvPr/>
          </p:nvCxnSpPr>
          <p:spPr>
            <a:xfrm>
              <a:off x="-408782" y="4455098"/>
              <a:ext cx="450850" cy="1588"/>
            </a:xfrm>
            <a:prstGeom prst="straightConnector1">
              <a:avLst/>
            </a:prstGeom>
            <a:noFill/>
            <a:ln cap="flat" cmpd="sng" w="9525">
              <a:solidFill>
                <a:schemeClr val="dk1"/>
              </a:solidFill>
              <a:prstDash val="solid"/>
              <a:round/>
              <a:headEnd len="med" w="med" type="none"/>
              <a:tailEnd len="med" w="med" type="none"/>
            </a:ln>
          </p:spPr>
        </p:cxnSp>
        <p:cxnSp>
          <p:nvCxnSpPr>
            <p:cNvPr id="9099" name="Google Shape;9099;p91"/>
            <p:cNvCxnSpPr/>
            <p:nvPr/>
          </p:nvCxnSpPr>
          <p:spPr>
            <a:xfrm>
              <a:off x="-256382" y="4607498"/>
              <a:ext cx="450850" cy="1588"/>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60"/>
                                        </p:tgtEl>
                                        <p:attrNameLst>
                                          <p:attrName>style.visibility</p:attrName>
                                        </p:attrNameLst>
                                      </p:cBhvr>
                                      <p:to>
                                        <p:strVal val="visible"/>
                                      </p:to>
                                    </p:set>
                                    <p:animEffect filter="fade" transition="in">
                                      <p:cBhvr>
                                        <p:cTn dur="500"/>
                                        <p:tgtEl>
                                          <p:spTgt spid="90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3"/>
                                        </p:tgtEl>
                                        <p:attrNameLst>
                                          <p:attrName>style.visibility</p:attrName>
                                        </p:attrNameLst>
                                      </p:cBhvr>
                                      <p:to>
                                        <p:strVal val="visible"/>
                                      </p:to>
                                    </p:set>
                                    <p:animEffect filter="fade" transition="in">
                                      <p:cBhvr>
                                        <p:cTn dur="500"/>
                                        <p:tgtEl>
                                          <p:spTgt spid="90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4" name="Shape 9104"/>
        <p:cNvGrpSpPr/>
        <p:nvPr/>
      </p:nvGrpSpPr>
      <p:grpSpPr>
        <a:xfrm>
          <a:off x="0" y="0"/>
          <a:ext cx="0" cy="0"/>
          <a:chOff x="0" y="0"/>
          <a:chExt cx="0" cy="0"/>
        </a:xfrm>
      </p:grpSpPr>
      <p:sp>
        <p:nvSpPr>
          <p:cNvPr id="9105" name="Google Shape;9105;p92"/>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Why layering?</a:t>
            </a:r>
            <a:endParaRPr sz="4400"/>
          </a:p>
        </p:txBody>
      </p:sp>
      <p:sp>
        <p:nvSpPr>
          <p:cNvPr id="9106" name="Google Shape;9106;p9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107" name="Google Shape;9107;p92"/>
          <p:cNvSpPr txBox="1"/>
          <p:nvPr/>
        </p:nvSpPr>
        <p:spPr>
          <a:xfrm>
            <a:off x="825267" y="1353477"/>
            <a:ext cx="10738481" cy="4922704"/>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600"/>
              <a:buFont typeface="Noto Sans Symbols"/>
              <a:buNone/>
            </a:pPr>
            <a:r>
              <a:rPr lang="en-US" sz="3600">
                <a:solidFill>
                  <a:schemeClr val="dk1"/>
                </a:solidFill>
                <a:latin typeface="Calibri"/>
                <a:ea typeface="Calibri"/>
                <a:cs typeface="Calibri"/>
                <a:sym typeface="Calibri"/>
              </a:rPr>
              <a:t>dealing with complex systems:</a:t>
            </a:r>
            <a:endParaRPr/>
          </a:p>
          <a:p>
            <a:pPr indent="-355600" lvl="0" marL="47307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explicit structure allows identification, relationship of complex system’s pieces</a:t>
            </a:r>
            <a:endParaRPr/>
          </a:p>
          <a:p>
            <a:pPr indent="-288925" lvl="1" marL="863600"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layered </a:t>
            </a:r>
            <a:r>
              <a:rPr b="0" i="1" lang="en-US" sz="2800" u="none" cap="none" strike="noStrike">
                <a:solidFill>
                  <a:srgbClr val="CC0000"/>
                </a:solidFill>
                <a:latin typeface="Calibri"/>
                <a:ea typeface="Calibri"/>
                <a:cs typeface="Calibri"/>
                <a:sym typeface="Calibri"/>
              </a:rPr>
              <a:t>reference model</a:t>
            </a:r>
            <a:r>
              <a:rPr b="0" i="0" lang="en-US" sz="2800" u="none" cap="none" strike="noStrike">
                <a:solidFill>
                  <a:schemeClr val="dk1"/>
                </a:solidFill>
                <a:latin typeface="Calibri"/>
                <a:ea typeface="Calibri"/>
                <a:cs typeface="Calibri"/>
                <a:sym typeface="Calibri"/>
              </a:rPr>
              <a:t> for discussion</a:t>
            </a:r>
            <a:endParaRPr/>
          </a:p>
          <a:p>
            <a:pPr indent="-355600" lvl="0" marL="47307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modularization eases maintenance, updating of system</a:t>
            </a:r>
            <a:endParaRPr/>
          </a:p>
          <a:p>
            <a:pPr indent="-288925" lvl="1" marL="863600"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change in layer's service </a:t>
            </a:r>
            <a:r>
              <a:rPr b="0" i="1" lang="en-US" sz="2800" u="none" cap="none" strike="noStrike">
                <a:solidFill>
                  <a:schemeClr val="dk1"/>
                </a:solidFill>
                <a:latin typeface="Calibri"/>
                <a:ea typeface="Calibri"/>
                <a:cs typeface="Calibri"/>
                <a:sym typeface="Calibri"/>
              </a:rPr>
              <a:t>implementation</a:t>
            </a:r>
            <a:r>
              <a:rPr b="0" i="0" lang="en-US" sz="2800" u="none" cap="none" strike="noStrike">
                <a:solidFill>
                  <a:schemeClr val="dk1"/>
                </a:solidFill>
                <a:latin typeface="Calibri"/>
                <a:ea typeface="Calibri"/>
                <a:cs typeface="Calibri"/>
                <a:sym typeface="Calibri"/>
              </a:rPr>
              <a:t>: transparent to rest of system</a:t>
            </a:r>
            <a:endParaRPr/>
          </a:p>
          <a:p>
            <a:pPr indent="-288925" lvl="1" marL="863600"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e.g., change in gate procedure doesn’t affect rest of system</a:t>
            </a:r>
            <a:endParaRPr/>
          </a:p>
          <a:p>
            <a:pPr indent="-355600" lvl="0" marL="47307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layering considered harmful?</a:t>
            </a:r>
            <a:endParaRPr/>
          </a:p>
          <a:p>
            <a:pPr indent="-355600" lvl="0" marL="47307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layering in other complex systems?</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2" name="Shape 9112"/>
        <p:cNvGrpSpPr/>
        <p:nvPr/>
      </p:nvGrpSpPr>
      <p:grpSpPr>
        <a:xfrm>
          <a:off x="0" y="0"/>
          <a:ext cx="0" cy="0"/>
          <a:chOff x="0" y="0"/>
          <a:chExt cx="0" cy="0"/>
        </a:xfrm>
      </p:grpSpPr>
      <p:sp>
        <p:nvSpPr>
          <p:cNvPr id="9113" name="Google Shape;9113;p9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14" name="Google Shape;9114;p9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9115" name="Google Shape;9115;p93"/>
          <p:cNvSpPr txBox="1"/>
          <p:nvPr/>
        </p:nvSpPr>
        <p:spPr>
          <a:xfrm>
            <a:off x="1924050" y="85725"/>
            <a:ext cx="6503988"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4400">
                <a:solidFill>
                  <a:srgbClr val="000099"/>
                </a:solidFill>
                <a:latin typeface="Calibri"/>
                <a:ea typeface="Calibri"/>
                <a:cs typeface="Calibri"/>
                <a:sym typeface="Calibri"/>
              </a:rPr>
              <a:t>ISO/OSI reference model</a:t>
            </a:r>
            <a:endParaRPr sz="4400">
              <a:solidFill>
                <a:srgbClr val="000099"/>
              </a:solidFill>
              <a:latin typeface="Calibri"/>
              <a:ea typeface="Calibri"/>
              <a:cs typeface="Calibri"/>
              <a:sym typeface="Calibri"/>
            </a:endParaRPr>
          </a:p>
        </p:txBody>
      </p:sp>
      <p:pic>
        <p:nvPicPr>
          <p:cNvPr descr="underline_base" id="9116" name="Google Shape;9116;p93"/>
          <p:cNvPicPr preferRelativeResize="0"/>
          <p:nvPr/>
        </p:nvPicPr>
        <p:blipFill rotWithShape="1">
          <a:blip r:embed="rId3">
            <a:alphaModFix/>
          </a:blip>
          <a:srcRect b="0" l="0" r="0" t="0"/>
          <a:stretch/>
        </p:blipFill>
        <p:spPr>
          <a:xfrm>
            <a:off x="2014538" y="895350"/>
            <a:ext cx="5988050" cy="184150"/>
          </a:xfrm>
          <a:prstGeom prst="rect">
            <a:avLst/>
          </a:prstGeom>
          <a:noFill/>
          <a:ln>
            <a:noFill/>
          </a:ln>
        </p:spPr>
      </p:pic>
      <p:sp>
        <p:nvSpPr>
          <p:cNvPr id="9117" name="Google Shape;9117;p93"/>
          <p:cNvSpPr/>
          <p:nvPr/>
        </p:nvSpPr>
        <p:spPr>
          <a:xfrm>
            <a:off x="1677988" y="1257301"/>
            <a:ext cx="8775700"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b="1" i="1" lang="en-US" sz="2000">
                <a:solidFill>
                  <a:schemeClr val="dk1"/>
                </a:solidFill>
                <a:latin typeface="Arial"/>
                <a:ea typeface="Arial"/>
                <a:cs typeface="Arial"/>
                <a:sym typeface="Arial"/>
              </a:rPr>
              <a:t>O</a:t>
            </a:r>
            <a:r>
              <a:rPr i="1" lang="en-US" sz="2000">
                <a:solidFill>
                  <a:schemeClr val="dk1"/>
                </a:solidFill>
                <a:latin typeface="Arial"/>
                <a:ea typeface="Arial"/>
                <a:cs typeface="Arial"/>
                <a:sym typeface="Arial"/>
              </a:rPr>
              <a:t>pen </a:t>
            </a:r>
            <a:r>
              <a:rPr b="1" i="1" lang="en-US" sz="2000">
                <a:solidFill>
                  <a:schemeClr val="dk1"/>
                </a:solidFill>
                <a:latin typeface="Arial"/>
                <a:ea typeface="Arial"/>
                <a:cs typeface="Arial"/>
                <a:sym typeface="Arial"/>
              </a:rPr>
              <a:t>S</a:t>
            </a:r>
            <a:r>
              <a:rPr i="1" lang="en-US" sz="2000">
                <a:solidFill>
                  <a:schemeClr val="dk1"/>
                </a:solidFill>
                <a:latin typeface="Arial"/>
                <a:ea typeface="Arial"/>
                <a:cs typeface="Arial"/>
                <a:sym typeface="Arial"/>
              </a:rPr>
              <a:t>ystem </a:t>
            </a:r>
            <a:r>
              <a:rPr b="1" i="1" lang="en-US" sz="2000">
                <a:solidFill>
                  <a:schemeClr val="dk1"/>
                </a:solidFill>
                <a:latin typeface="Arial"/>
                <a:ea typeface="Arial"/>
                <a:cs typeface="Arial"/>
                <a:sym typeface="Arial"/>
              </a:rPr>
              <a:t>I</a:t>
            </a:r>
            <a:r>
              <a:rPr i="1" lang="en-US" sz="2000">
                <a:solidFill>
                  <a:schemeClr val="dk1"/>
                </a:solidFill>
                <a:latin typeface="Arial"/>
                <a:ea typeface="Arial"/>
                <a:cs typeface="Arial"/>
                <a:sym typeface="Arial"/>
              </a:rPr>
              <a:t>nterconnection (OSI)</a:t>
            </a:r>
            <a:r>
              <a:rPr lang="en-US" sz="2000">
                <a:solidFill>
                  <a:schemeClr val="dk1"/>
                </a:solidFill>
                <a:latin typeface="Arial"/>
                <a:ea typeface="Arial"/>
                <a:cs typeface="Arial"/>
                <a:sym typeface="Arial"/>
              </a:rPr>
              <a:t> model defines a </a:t>
            </a:r>
            <a:r>
              <a:rPr b="1" lang="en-US" sz="2000">
                <a:solidFill>
                  <a:schemeClr val="dk1"/>
                </a:solidFill>
                <a:latin typeface="Arial"/>
                <a:ea typeface="Arial"/>
                <a:cs typeface="Arial"/>
                <a:sym typeface="Arial"/>
              </a:rPr>
              <a:t>generic</a:t>
            </a:r>
            <a:r>
              <a:rPr lang="en-US" sz="2000">
                <a:solidFill>
                  <a:schemeClr val="dk1"/>
                </a:solidFill>
                <a:latin typeface="Arial"/>
                <a:ea typeface="Arial"/>
                <a:cs typeface="Arial"/>
                <a:sym typeface="Arial"/>
              </a:rPr>
              <a:t> networking framework to implement protocols in seven (7) layers</a:t>
            </a:r>
            <a:endParaRPr sz="2000">
              <a:solidFill>
                <a:schemeClr val="dk1"/>
              </a:solidFill>
              <a:latin typeface="Arial"/>
              <a:ea typeface="Arial"/>
              <a:cs typeface="Arial"/>
              <a:sym typeface="Arial"/>
            </a:endParaRPr>
          </a:p>
        </p:txBody>
      </p:sp>
      <p:graphicFrame>
        <p:nvGraphicFramePr>
          <p:cNvPr id="9118" name="Google Shape;9118;p93"/>
          <p:cNvGraphicFramePr/>
          <p:nvPr/>
        </p:nvGraphicFramePr>
        <p:xfrm>
          <a:off x="1728788" y="2074864"/>
          <a:ext cx="3000000" cy="3000000"/>
        </p:xfrm>
        <a:graphic>
          <a:graphicData uri="http://schemas.openxmlformats.org/drawingml/2006/table">
            <a:tbl>
              <a:tblPr>
                <a:noFill/>
                <a:tableStyleId>{26498F7B-B81F-4FEE-8389-EA0A0DB8F16F}</a:tableStyleId>
              </a:tblPr>
              <a:tblGrid>
                <a:gridCol w="682450"/>
                <a:gridCol w="1526625"/>
                <a:gridCol w="1328275"/>
                <a:gridCol w="5173275"/>
              </a:tblGrid>
              <a:tr h="551500">
                <a:tc gridSpan="4">
                  <a:txBody>
                    <a:bodyPr/>
                    <a:lstStyle/>
                    <a:p>
                      <a:pPr indent="0" lvl="0" marL="0" marR="0" rtl="0" algn="l">
                        <a:spcBef>
                          <a:spcPts val="0"/>
                        </a:spcBef>
                        <a:spcAft>
                          <a:spcPts val="0"/>
                        </a:spcAft>
                        <a:buNone/>
                      </a:pPr>
                      <a:r>
                        <a:rPr lang="en-US" sz="1600" u="none" cap="none" strike="noStrike"/>
                        <a:t>Generic OSI Model</a:t>
                      </a:r>
                      <a:endParaRPr/>
                    </a:p>
                  </a:txBody>
                  <a:tcPr marT="15700" marB="15700" marR="31425" marL="3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c hMerge="1"/>
                <a:tc hMerge="1"/>
              </a:tr>
              <a:tr h="275250">
                <a:tc>
                  <a:txBody>
                    <a:bodyPr/>
                    <a:lstStyle/>
                    <a:p>
                      <a:pPr indent="0" lvl="0" marL="0" marR="0" rtl="0" algn="l">
                        <a:spcBef>
                          <a:spcPts val="0"/>
                        </a:spcBef>
                        <a:spcAft>
                          <a:spcPts val="0"/>
                        </a:spcAft>
                        <a:buNone/>
                      </a:pPr>
                      <a:r>
                        <a:t/>
                      </a:r>
                      <a:endParaRPr sz="1600"/>
                    </a:p>
                  </a:txBody>
                  <a:tcPr marT="15700" marB="15700" marR="31425" marL="3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Data unit</a:t>
                      </a:r>
                      <a:endParaRPr/>
                    </a:p>
                  </a:txBody>
                  <a:tcPr marT="15700" marB="15700" marR="31425" marL="3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Layer</a:t>
                      </a:r>
                      <a:endParaRPr/>
                    </a:p>
                  </a:txBody>
                  <a:tcPr marT="15700" marB="15700" marR="31425" marL="3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Function</a:t>
                      </a:r>
                      <a:endParaRPr/>
                    </a:p>
                  </a:txBody>
                  <a:tcPr marT="15700" marB="15700" marR="31425" marL="3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78300">
                <a:tc rowSpan="4">
                  <a:txBody>
                    <a:bodyPr/>
                    <a:lstStyle/>
                    <a:p>
                      <a:pPr indent="0" lvl="0" marL="0" marR="0" rtl="0" algn="l">
                        <a:spcBef>
                          <a:spcPts val="0"/>
                        </a:spcBef>
                        <a:spcAft>
                          <a:spcPts val="0"/>
                        </a:spcAft>
                        <a:buNone/>
                      </a:pPr>
                      <a:r>
                        <a:rPr lang="en-US" sz="1600"/>
                        <a:t>Host</a:t>
                      </a:r>
                      <a:br>
                        <a:rPr lang="en-US" sz="1600"/>
                      </a:br>
                      <a:r>
                        <a:rPr lang="en-US" sz="1600"/>
                        <a:t>layers</a:t>
                      </a:r>
                      <a:endParaRPr/>
                    </a:p>
                  </a:txBody>
                  <a:tcPr marT="15700" marB="15700" marR="31425" marL="3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99CC"/>
                    </a:solidFill>
                  </a:tcPr>
                </a:tc>
                <a:tc rowSpan="3">
                  <a:txBody>
                    <a:bodyPr/>
                    <a:lstStyle/>
                    <a:p>
                      <a:pPr indent="0" lvl="0" marL="0" marR="0" rtl="0" algn="l">
                        <a:spcBef>
                          <a:spcPts val="0"/>
                        </a:spcBef>
                        <a:spcAft>
                          <a:spcPts val="0"/>
                        </a:spcAft>
                        <a:buNone/>
                      </a:pPr>
                      <a:r>
                        <a:rPr lang="en-US" sz="1600">
                          <a:solidFill>
                            <a:schemeClr val="dk1"/>
                          </a:solidFill>
                        </a:rPr>
                        <a:t>Data</a:t>
                      </a:r>
                      <a:endParaRPr/>
                    </a:p>
                  </a:txBody>
                  <a:tcPr marT="15700" marB="15700" marR="31425" marL="3142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8EC9C"/>
                    </a:solidFill>
                  </a:tcPr>
                </a:tc>
                <a:tc>
                  <a:txBody>
                    <a:bodyPr/>
                    <a:lstStyle/>
                    <a:p>
                      <a:pPr indent="0" lvl="0" marL="0" marR="0" rtl="0" algn="l">
                        <a:spcBef>
                          <a:spcPts val="0"/>
                        </a:spcBef>
                        <a:spcAft>
                          <a:spcPts val="0"/>
                        </a:spcAft>
                        <a:buNone/>
                      </a:pPr>
                      <a:r>
                        <a:rPr lang="en-US" sz="1600"/>
                        <a:t>7</a:t>
                      </a:r>
                      <a:r>
                        <a:rPr lang="en-US" sz="1600">
                          <a:solidFill>
                            <a:schemeClr val="accent6"/>
                          </a:solidFill>
                        </a:rPr>
                        <a:t>. </a:t>
                      </a:r>
                      <a:r>
                        <a:rPr lang="en-US" sz="1600">
                          <a:solidFill>
                            <a:schemeClr val="dk1"/>
                          </a:solidFill>
                        </a:rPr>
                        <a:t>Application</a:t>
                      </a:r>
                      <a:endParaRPr/>
                    </a:p>
                  </a:txBody>
                  <a:tcPr marT="15700" marB="15700" marR="31425" marL="314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EC9B"/>
                    </a:solidFill>
                  </a:tcPr>
                </a:tc>
                <a:tc>
                  <a:txBody>
                    <a:bodyPr/>
                    <a:lstStyle/>
                    <a:p>
                      <a:pPr indent="0" lvl="0" marL="0" marR="0" rtl="0" algn="l">
                        <a:spcBef>
                          <a:spcPts val="0"/>
                        </a:spcBef>
                        <a:spcAft>
                          <a:spcPts val="0"/>
                        </a:spcAft>
                        <a:buNone/>
                      </a:pPr>
                      <a:r>
                        <a:rPr lang="en-US" sz="1600"/>
                        <a:t>Network process to application</a:t>
                      </a:r>
                      <a:endParaRPr/>
                    </a:p>
                  </a:txBody>
                  <a:tcPr marT="15700" marB="15700" marR="31425" marL="314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EC9C"/>
                    </a:solidFill>
                  </a:tcPr>
                </a:tc>
              </a:tr>
              <a:tr h="762925">
                <a:tc vMerge="1"/>
                <a:tc vMerge="1"/>
                <a:tc>
                  <a:txBody>
                    <a:bodyPr/>
                    <a:lstStyle/>
                    <a:p>
                      <a:pPr indent="0" lvl="0" marL="0" marR="0" rtl="0" algn="l">
                        <a:spcBef>
                          <a:spcPts val="0"/>
                        </a:spcBef>
                        <a:spcAft>
                          <a:spcPts val="0"/>
                        </a:spcAft>
                        <a:buNone/>
                      </a:pPr>
                      <a:r>
                        <a:rPr lang="en-US" sz="1600"/>
                        <a:t>6. Presentation</a:t>
                      </a:r>
                      <a:endParaRPr/>
                    </a:p>
                  </a:txBody>
                  <a:tcPr marT="15700" marB="15700" marR="31425" marL="314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EC9B"/>
                    </a:solidFill>
                  </a:tcPr>
                </a:tc>
                <a:tc>
                  <a:txBody>
                    <a:bodyPr/>
                    <a:lstStyle/>
                    <a:p>
                      <a:pPr indent="0" lvl="0" marL="0" marR="0" rtl="0" algn="l">
                        <a:spcBef>
                          <a:spcPts val="0"/>
                        </a:spcBef>
                        <a:spcAft>
                          <a:spcPts val="0"/>
                        </a:spcAft>
                        <a:buNone/>
                      </a:pPr>
                      <a:r>
                        <a:rPr lang="en-US" sz="1600"/>
                        <a:t>allow applications to interpret meaning of data, e.g. data representation, encryption and decryption, convert machine dependent data to machine independent data</a:t>
                      </a:r>
                      <a:endParaRPr/>
                    </a:p>
                  </a:txBody>
                  <a:tcPr marT="15700" marB="15700" marR="31425" marL="314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EC9B"/>
                    </a:solidFill>
                  </a:tcPr>
                </a:tc>
              </a:tr>
              <a:tr h="519100">
                <a:tc vMerge="1"/>
                <a:tc vMerge="1"/>
                <a:tc>
                  <a:txBody>
                    <a:bodyPr/>
                    <a:lstStyle/>
                    <a:p>
                      <a:pPr indent="0" lvl="0" marL="0" marR="0" rtl="0" algn="l">
                        <a:spcBef>
                          <a:spcPts val="0"/>
                        </a:spcBef>
                        <a:spcAft>
                          <a:spcPts val="0"/>
                        </a:spcAft>
                        <a:buNone/>
                      </a:pPr>
                      <a:r>
                        <a:rPr lang="en-US" sz="1600"/>
                        <a:t>5. Session</a:t>
                      </a:r>
                      <a:endParaRPr/>
                    </a:p>
                  </a:txBody>
                  <a:tcPr marT="15700" marB="15700" marR="31425" marL="314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EC9B"/>
                    </a:solidFill>
                  </a:tcPr>
                </a:tc>
                <a:tc>
                  <a:txBody>
                    <a:bodyPr/>
                    <a:lstStyle/>
                    <a:p>
                      <a:pPr indent="0" lvl="0" marL="0" marR="0" rtl="0" algn="l">
                        <a:spcBef>
                          <a:spcPts val="0"/>
                        </a:spcBef>
                        <a:spcAft>
                          <a:spcPts val="0"/>
                        </a:spcAft>
                        <a:buNone/>
                      </a:pPr>
                      <a:r>
                        <a:rPr lang="en-US" sz="1600"/>
                        <a:t>Interhost communication, managing sessions between applications, synchronization, data recovery</a:t>
                      </a:r>
                      <a:endParaRPr sz="1600"/>
                    </a:p>
                  </a:txBody>
                  <a:tcPr marT="15700" marB="15700" marR="31425" marL="314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EC9B"/>
                    </a:solidFill>
                  </a:tcPr>
                </a:tc>
              </a:tr>
              <a:tr h="367375">
                <a:tc vMerge="1"/>
                <a:tc>
                  <a:txBody>
                    <a:bodyPr/>
                    <a:lstStyle/>
                    <a:p>
                      <a:pPr indent="0" lvl="0" marL="0" marR="0" rtl="0" algn="l">
                        <a:spcBef>
                          <a:spcPts val="0"/>
                        </a:spcBef>
                        <a:spcAft>
                          <a:spcPts val="0"/>
                        </a:spcAft>
                        <a:buNone/>
                      </a:pPr>
                      <a:r>
                        <a:rPr lang="en-US" sz="1600"/>
                        <a:t>Segments</a:t>
                      </a:r>
                      <a:endParaRPr/>
                    </a:p>
                  </a:txBody>
                  <a:tcPr marT="15700" marB="15700" marR="31425" marL="3142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7ED9C"/>
                    </a:solidFill>
                  </a:tcPr>
                </a:tc>
                <a:tc>
                  <a:txBody>
                    <a:bodyPr/>
                    <a:lstStyle/>
                    <a:p>
                      <a:pPr indent="0" lvl="0" marL="0" marR="0" rtl="0" algn="l">
                        <a:spcBef>
                          <a:spcPts val="0"/>
                        </a:spcBef>
                        <a:spcAft>
                          <a:spcPts val="0"/>
                        </a:spcAft>
                        <a:buNone/>
                      </a:pPr>
                      <a:r>
                        <a:rPr lang="en-US" sz="1600"/>
                        <a:t>4. Transport</a:t>
                      </a:r>
                      <a:endParaRPr/>
                    </a:p>
                  </a:txBody>
                  <a:tcPr marT="15700" marB="15700" marR="31425" marL="314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7ED9C"/>
                    </a:solidFill>
                  </a:tcPr>
                </a:tc>
                <a:tc>
                  <a:txBody>
                    <a:bodyPr/>
                    <a:lstStyle/>
                    <a:p>
                      <a:pPr indent="0" lvl="0" marL="0" marR="0" rtl="0" algn="l">
                        <a:spcBef>
                          <a:spcPts val="0"/>
                        </a:spcBef>
                        <a:spcAft>
                          <a:spcPts val="0"/>
                        </a:spcAft>
                        <a:buNone/>
                      </a:pPr>
                      <a:r>
                        <a:rPr lang="en-US" sz="1600"/>
                        <a:t>Reliable delivery of packets between points on a network.</a:t>
                      </a:r>
                      <a:endParaRPr/>
                    </a:p>
                  </a:txBody>
                  <a:tcPr marT="15700" marB="15700" marR="31425" marL="314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7ED9C"/>
                    </a:solidFill>
                  </a:tcPr>
                </a:tc>
              </a:tr>
              <a:tr h="519100">
                <a:tc rowSpan="3">
                  <a:txBody>
                    <a:bodyPr/>
                    <a:lstStyle/>
                    <a:p>
                      <a:pPr indent="0" lvl="0" marL="0" marR="0" rtl="0" algn="l">
                        <a:spcBef>
                          <a:spcPts val="0"/>
                        </a:spcBef>
                        <a:spcAft>
                          <a:spcPts val="0"/>
                        </a:spcAft>
                        <a:buNone/>
                      </a:pPr>
                      <a:r>
                        <a:rPr lang="en-US" sz="1600"/>
                        <a:t>Media</a:t>
                      </a:r>
                      <a:br>
                        <a:rPr lang="en-US" sz="1600"/>
                      </a:br>
                      <a:r>
                        <a:rPr lang="en-US" sz="1600"/>
                        <a:t>layers</a:t>
                      </a:r>
                      <a:endParaRPr/>
                    </a:p>
                  </a:txBody>
                  <a:tcPr marT="15700" marB="15700" marR="31425" marL="3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None/>
                      </a:pPr>
                      <a:r>
                        <a:rPr lang="en-US" sz="1600"/>
                        <a:t>Packet/Datagram</a:t>
                      </a:r>
                      <a:endParaRPr/>
                    </a:p>
                  </a:txBody>
                  <a:tcPr marT="15700" marB="15700" marR="31425" marL="3142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DDC9C"/>
                    </a:solidFill>
                  </a:tcPr>
                </a:tc>
                <a:tc>
                  <a:txBody>
                    <a:bodyPr/>
                    <a:lstStyle/>
                    <a:p>
                      <a:pPr indent="0" lvl="0" marL="0" marR="0" rtl="0" algn="l">
                        <a:spcBef>
                          <a:spcPts val="0"/>
                        </a:spcBef>
                        <a:spcAft>
                          <a:spcPts val="0"/>
                        </a:spcAft>
                        <a:buNone/>
                      </a:pPr>
                      <a:r>
                        <a:rPr lang="en-US" sz="1600"/>
                        <a:t>3. Network</a:t>
                      </a:r>
                      <a:endParaRPr/>
                    </a:p>
                  </a:txBody>
                  <a:tcPr marT="15700" marB="15700" marR="31425" marL="314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DDC9C"/>
                    </a:solidFill>
                  </a:tcPr>
                </a:tc>
                <a:tc>
                  <a:txBody>
                    <a:bodyPr/>
                    <a:lstStyle/>
                    <a:p>
                      <a:pPr indent="0" lvl="0" marL="0" marR="0" rtl="0" algn="l">
                        <a:spcBef>
                          <a:spcPts val="0"/>
                        </a:spcBef>
                        <a:spcAft>
                          <a:spcPts val="0"/>
                        </a:spcAft>
                        <a:buNone/>
                      </a:pPr>
                      <a:r>
                        <a:rPr lang="en-US" sz="1600"/>
                        <a:t>Addressing, routing and (not necessarily reliable) delivery of datagrams between points on a network.</a:t>
                      </a:r>
                      <a:endParaRPr/>
                    </a:p>
                  </a:txBody>
                  <a:tcPr marT="15700" marB="15700" marR="31425" marL="314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DDC9C"/>
                    </a:solidFill>
                  </a:tcPr>
                </a:tc>
              </a:tr>
              <a:tr h="407900">
                <a:tc vMerge="1"/>
                <a:tc>
                  <a:txBody>
                    <a:bodyPr/>
                    <a:lstStyle/>
                    <a:p>
                      <a:pPr indent="0" lvl="0" marL="0" marR="0" rtl="0" algn="l">
                        <a:spcBef>
                          <a:spcPts val="0"/>
                        </a:spcBef>
                        <a:spcAft>
                          <a:spcPts val="0"/>
                        </a:spcAft>
                        <a:buNone/>
                      </a:pPr>
                      <a:r>
                        <a:rPr lang="en-US" sz="1600"/>
                        <a:t>Bit/Frame</a:t>
                      </a:r>
                      <a:endParaRPr/>
                    </a:p>
                  </a:txBody>
                  <a:tcPr marT="15700" marB="15700" marR="31425" marL="3142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9C189"/>
                    </a:solidFill>
                  </a:tcPr>
                </a:tc>
                <a:tc>
                  <a:txBody>
                    <a:bodyPr/>
                    <a:lstStyle/>
                    <a:p>
                      <a:pPr indent="0" lvl="0" marL="0" marR="0" rtl="0" algn="l">
                        <a:spcBef>
                          <a:spcPts val="0"/>
                        </a:spcBef>
                        <a:spcAft>
                          <a:spcPts val="0"/>
                        </a:spcAft>
                        <a:buNone/>
                      </a:pPr>
                      <a:r>
                        <a:rPr lang="en-US" sz="1600"/>
                        <a:t>2. Data link</a:t>
                      </a:r>
                      <a:endParaRPr/>
                    </a:p>
                  </a:txBody>
                  <a:tcPr marT="15700" marB="15700" marR="31425" marL="314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9C189"/>
                    </a:solidFill>
                  </a:tcPr>
                </a:tc>
                <a:tc>
                  <a:txBody>
                    <a:bodyPr/>
                    <a:lstStyle/>
                    <a:p>
                      <a:pPr indent="0" lvl="0" marL="0" marR="0" rtl="0" algn="l">
                        <a:spcBef>
                          <a:spcPts val="0"/>
                        </a:spcBef>
                        <a:spcAft>
                          <a:spcPts val="0"/>
                        </a:spcAft>
                        <a:buNone/>
                      </a:pPr>
                      <a:r>
                        <a:rPr lang="en-US" sz="1600"/>
                        <a:t>A reliable direct point-to-point data connection.</a:t>
                      </a:r>
                      <a:endParaRPr/>
                    </a:p>
                  </a:txBody>
                  <a:tcPr marT="15700" marB="15700" marR="31425" marL="314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9C189"/>
                    </a:solidFill>
                  </a:tcPr>
                </a:tc>
              </a:tr>
              <a:tr h="519100">
                <a:tc vMerge="1"/>
                <a:tc>
                  <a:txBody>
                    <a:bodyPr/>
                    <a:lstStyle/>
                    <a:p>
                      <a:pPr indent="0" lvl="0" marL="0" marR="0" rtl="0" algn="l">
                        <a:spcBef>
                          <a:spcPts val="0"/>
                        </a:spcBef>
                        <a:spcAft>
                          <a:spcPts val="0"/>
                        </a:spcAft>
                        <a:buNone/>
                      </a:pPr>
                      <a:r>
                        <a:rPr lang="en-US" sz="1600"/>
                        <a:t>Bit</a:t>
                      </a:r>
                      <a:endParaRPr/>
                    </a:p>
                  </a:txBody>
                  <a:tcPr marT="15700" marB="15700" marR="31425" marL="3142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9988A"/>
                    </a:solidFill>
                  </a:tcPr>
                </a:tc>
                <a:tc>
                  <a:txBody>
                    <a:bodyPr/>
                    <a:lstStyle/>
                    <a:p>
                      <a:pPr indent="0" lvl="0" marL="0" marR="0" rtl="0" algn="l">
                        <a:spcBef>
                          <a:spcPts val="0"/>
                        </a:spcBef>
                        <a:spcAft>
                          <a:spcPts val="0"/>
                        </a:spcAft>
                        <a:buNone/>
                      </a:pPr>
                      <a:r>
                        <a:rPr lang="en-US" sz="1600"/>
                        <a:t>1. Physical</a:t>
                      </a:r>
                      <a:endParaRPr/>
                    </a:p>
                  </a:txBody>
                  <a:tcPr marT="15700" marB="15700" marR="31425" marL="314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9988A"/>
                    </a:solidFill>
                  </a:tcPr>
                </a:tc>
                <a:tc>
                  <a:txBody>
                    <a:bodyPr/>
                    <a:lstStyle/>
                    <a:p>
                      <a:pPr indent="0" lvl="0" marL="0" marR="0" rtl="0" algn="l">
                        <a:spcBef>
                          <a:spcPts val="0"/>
                        </a:spcBef>
                        <a:spcAft>
                          <a:spcPts val="0"/>
                        </a:spcAft>
                        <a:buNone/>
                      </a:pPr>
                      <a:r>
                        <a:rPr lang="en-US" sz="1600"/>
                        <a:t>A (not necessarily reliable) direct point-to-point data connection.</a:t>
                      </a:r>
                      <a:endParaRPr/>
                    </a:p>
                  </a:txBody>
                  <a:tcPr marT="15700" marB="15700" marR="31425" marL="314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E9988A"/>
                    </a:solidFill>
                  </a:tcPr>
                </a:tc>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2" name="Shape 9122"/>
        <p:cNvGrpSpPr/>
        <p:nvPr/>
      </p:nvGrpSpPr>
      <p:grpSpPr>
        <a:xfrm>
          <a:off x="0" y="0"/>
          <a:ext cx="0" cy="0"/>
          <a:chOff x="0" y="0"/>
          <a:chExt cx="0" cy="0"/>
        </a:xfrm>
      </p:grpSpPr>
      <p:sp>
        <p:nvSpPr>
          <p:cNvPr id="9123" name="Google Shape;9123;p94"/>
          <p:cNvSpPr txBox="1"/>
          <p:nvPr>
            <p:ph type="title"/>
          </p:nvPr>
        </p:nvSpPr>
        <p:spPr>
          <a:xfrm>
            <a:off x="1573213" y="26988"/>
            <a:ext cx="904875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2800"/>
              <a:buFont typeface="Calibri"/>
              <a:buNone/>
            </a:pPr>
            <a:r>
              <a:rPr lang="en-US" sz="2800"/>
              <a:t>OSI Model: AN Analogy:  Application Layer - Source Host</a:t>
            </a:r>
            <a:endParaRPr sz="2800" u="sng"/>
          </a:p>
        </p:txBody>
      </p:sp>
      <p:sp>
        <p:nvSpPr>
          <p:cNvPr id="9124" name="Google Shape;9124;p94"/>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b="1" sz="1200">
              <a:solidFill>
                <a:schemeClr val="dk2"/>
              </a:solidFill>
              <a:latin typeface="Arial"/>
              <a:ea typeface="Arial"/>
              <a:cs typeface="Arial"/>
              <a:sym typeface="Arial"/>
            </a:endParaRPr>
          </a:p>
        </p:txBody>
      </p:sp>
      <p:sp>
        <p:nvSpPr>
          <p:cNvPr id="9125" name="Google Shape;9125;p94"/>
          <p:cNvSpPr txBox="1"/>
          <p:nvPr/>
        </p:nvSpPr>
        <p:spPr>
          <a:xfrm>
            <a:off x="2147888" y="5038725"/>
            <a:ext cx="7924800" cy="1200150"/>
          </a:xfrm>
          <a:prstGeom prst="rect">
            <a:avLst/>
          </a:prstGeom>
          <a:solidFill>
            <a:srgbClr val="00FFCC"/>
          </a:solidFill>
          <a:ln cap="flat" cmpd="sng" w="571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After riding your new bicycle a few times in Tokyo, you decide that you want to give it to a friend who studies in UTM, JB.</a:t>
            </a:r>
            <a:endParaRPr/>
          </a:p>
        </p:txBody>
      </p:sp>
      <p:graphicFrame>
        <p:nvGraphicFramePr>
          <p:cNvPr id="9126" name="Google Shape;9126;p94"/>
          <p:cNvGraphicFramePr/>
          <p:nvPr/>
        </p:nvGraphicFramePr>
        <p:xfrm>
          <a:off x="4392613" y="1393826"/>
          <a:ext cx="3429000" cy="3140075"/>
        </p:xfrm>
        <a:graphic>
          <a:graphicData uri="http://schemas.openxmlformats.org/presentationml/2006/ole">
            <mc:AlternateContent>
              <mc:Choice Requires="v">
                <p:oleObj r:id="rId4" imgH="3140075" imgW="3429000" progId="" spid="_x0000_s1">
                  <p:embed/>
                </p:oleObj>
              </mc:Choice>
              <mc:Fallback>
                <p:oleObj r:id="rId5" imgH="3140075" imgW="3429000" progId="">
                  <p:embed/>
                  <p:pic>
                    <p:nvPicPr>
                      <p:cNvPr id="9126" name="Google Shape;9126;p94"/>
                      <p:cNvPicPr preferRelativeResize="0"/>
                      <p:nvPr/>
                    </p:nvPicPr>
                    <p:blipFill rotWithShape="1">
                      <a:blip r:embed="rId6">
                        <a:alphaModFix/>
                      </a:blip>
                      <a:srcRect b="0" l="0" r="0" t="0"/>
                      <a:stretch/>
                    </p:blipFill>
                    <p:spPr>
                      <a:xfrm>
                        <a:off x="4392613" y="1393826"/>
                        <a:ext cx="3429000" cy="3140075"/>
                      </a:xfrm>
                      <a:prstGeom prst="rect">
                        <a:avLst/>
                      </a:prstGeom>
                      <a:noFill/>
                      <a:ln>
                        <a:noFill/>
                      </a:ln>
                    </p:spPr>
                  </p:pic>
                </p:oleObj>
              </mc:Fallback>
            </mc:AlternateContent>
          </a:graphicData>
        </a:graphic>
      </p:graphicFrame>
      <p:pic>
        <p:nvPicPr>
          <p:cNvPr descr="underline_base" id="9127" name="Google Shape;9127;p94"/>
          <p:cNvPicPr preferRelativeResize="0"/>
          <p:nvPr/>
        </p:nvPicPr>
        <p:blipFill rotWithShape="1">
          <a:blip r:embed="rId7">
            <a:alphaModFix/>
          </a:blip>
          <a:srcRect b="0" l="0" r="0" t="0"/>
          <a:stretch/>
        </p:blipFill>
        <p:spPr>
          <a:xfrm>
            <a:off x="1728788" y="968375"/>
            <a:ext cx="8343900" cy="173038"/>
          </a:xfrm>
          <a:prstGeom prst="rect">
            <a:avLst/>
          </a:prstGeom>
          <a:noFill/>
          <a:ln>
            <a:noFill/>
          </a:ln>
        </p:spPr>
      </p:pic>
      <p:sp>
        <p:nvSpPr>
          <p:cNvPr id="9128" name="Google Shape;9128;p94"/>
          <p:cNvSpPr txBox="1"/>
          <p:nvPr>
            <p:ph idx="11" type="ftr"/>
          </p:nvPr>
        </p:nvSpPr>
        <p:spPr>
          <a:xfrm>
            <a:off x="5576888" y="6467475"/>
            <a:ext cx="2895600" cy="28733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chemeClr val="dk1"/>
                </a:solidFill>
                <a:latin typeface="Tahoma"/>
                <a:ea typeface="Tahoma"/>
                <a:cs typeface="Tahoma"/>
                <a:sym typeface="Tahoma"/>
              </a:rPr>
              <a:t>Introduction</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2" name="Shape 9132"/>
        <p:cNvGrpSpPr/>
        <p:nvPr/>
      </p:nvGrpSpPr>
      <p:grpSpPr>
        <a:xfrm>
          <a:off x="0" y="0"/>
          <a:ext cx="0" cy="0"/>
          <a:chOff x="0" y="0"/>
          <a:chExt cx="0" cy="0"/>
        </a:xfrm>
      </p:grpSpPr>
      <p:sp>
        <p:nvSpPr>
          <p:cNvPr id="9133" name="Google Shape;9133;p95"/>
          <p:cNvSpPr txBox="1"/>
          <p:nvPr>
            <p:ph type="title"/>
          </p:nvPr>
        </p:nvSpPr>
        <p:spPr>
          <a:xfrm>
            <a:off x="2057400" y="146050"/>
            <a:ext cx="7772400" cy="495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br>
              <a:rPr lang="en-US" sz="3200"/>
            </a:br>
            <a:r>
              <a:rPr lang="en-US" sz="3200"/>
              <a:t>Presentation &amp; Session Layer - Source Host</a:t>
            </a:r>
            <a:endParaRPr sz="3200" u="sng"/>
          </a:p>
        </p:txBody>
      </p:sp>
      <p:sp>
        <p:nvSpPr>
          <p:cNvPr id="9134" name="Google Shape;9134;p95"/>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b="1" sz="1200">
              <a:solidFill>
                <a:schemeClr val="dk2"/>
              </a:solidFill>
              <a:latin typeface="Arial"/>
              <a:ea typeface="Arial"/>
              <a:cs typeface="Arial"/>
              <a:sym typeface="Arial"/>
            </a:endParaRPr>
          </a:p>
        </p:txBody>
      </p:sp>
      <p:sp>
        <p:nvSpPr>
          <p:cNvPr id="9135" name="Google Shape;9135;p95"/>
          <p:cNvSpPr txBox="1"/>
          <p:nvPr/>
        </p:nvSpPr>
        <p:spPr>
          <a:xfrm>
            <a:off x="2039938" y="4038601"/>
            <a:ext cx="3733800" cy="1692275"/>
          </a:xfrm>
          <a:prstGeom prst="rect">
            <a:avLst/>
          </a:prstGeom>
          <a:solidFill>
            <a:srgbClr val="00FFCC"/>
          </a:solidFill>
          <a:ln cap="flat" cmpd="sng" w="571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PRESENTATION:</a:t>
            </a:r>
            <a:endParaRPr/>
          </a:p>
          <a:p>
            <a:pPr indent="0" lvl="0" marL="0" marR="0" rtl="0" algn="l">
              <a:lnSpc>
                <a:spcPct val="100000"/>
              </a:lnSpc>
              <a:spcBef>
                <a:spcPts val="0"/>
              </a:spcBef>
              <a:spcAft>
                <a:spcPts val="0"/>
              </a:spcAft>
              <a:buClr>
                <a:schemeClr val="dk1"/>
              </a:buClr>
              <a:buSzPts val="2000"/>
              <a:buFont typeface="Noto Sans Symbols"/>
              <a:buNone/>
            </a:pPr>
            <a:r>
              <a:rPr b="1" lang="en-US" sz="2000">
                <a:solidFill>
                  <a:schemeClr val="dk1"/>
                </a:solidFill>
                <a:latin typeface="Arial"/>
                <a:ea typeface="Arial"/>
                <a:cs typeface="Arial"/>
                <a:sym typeface="Arial"/>
              </a:rPr>
              <a:t>Make sure you have the proper directions to disassemble and reassemble the bicycle.</a:t>
            </a:r>
            <a:endParaRPr/>
          </a:p>
        </p:txBody>
      </p:sp>
      <p:graphicFrame>
        <p:nvGraphicFramePr>
          <p:cNvPr id="9136" name="Google Shape;9136;p95"/>
          <p:cNvGraphicFramePr/>
          <p:nvPr/>
        </p:nvGraphicFramePr>
        <p:xfrm>
          <a:off x="2159001" y="1938338"/>
          <a:ext cx="3071813" cy="1905000"/>
        </p:xfrm>
        <a:graphic>
          <a:graphicData uri="http://schemas.openxmlformats.org/presentationml/2006/ole">
            <mc:AlternateContent>
              <mc:Choice Requires="v">
                <p:oleObj r:id="rId4" imgH="1905000" imgW="3071813" progId="" spid="_x0000_s1">
                  <p:embed/>
                </p:oleObj>
              </mc:Choice>
              <mc:Fallback>
                <p:oleObj r:id="rId5" imgH="1905000" imgW="3071813" progId="">
                  <p:embed/>
                  <p:pic>
                    <p:nvPicPr>
                      <p:cNvPr id="9136" name="Google Shape;9136;p95"/>
                      <p:cNvPicPr preferRelativeResize="0"/>
                      <p:nvPr/>
                    </p:nvPicPr>
                    <p:blipFill rotWithShape="1">
                      <a:blip r:embed="rId6">
                        <a:alphaModFix/>
                      </a:blip>
                      <a:srcRect b="0" l="0" r="0" t="0"/>
                      <a:stretch/>
                    </p:blipFill>
                    <p:spPr>
                      <a:xfrm>
                        <a:off x="2159001" y="1938338"/>
                        <a:ext cx="3071813" cy="1905000"/>
                      </a:xfrm>
                      <a:prstGeom prst="rect">
                        <a:avLst/>
                      </a:prstGeom>
                      <a:noFill/>
                      <a:ln>
                        <a:noFill/>
                      </a:ln>
                    </p:spPr>
                  </p:pic>
                </p:oleObj>
              </mc:Fallback>
            </mc:AlternateContent>
          </a:graphicData>
        </a:graphic>
      </p:graphicFrame>
      <p:graphicFrame>
        <p:nvGraphicFramePr>
          <p:cNvPr id="9137" name="Google Shape;9137;p95"/>
          <p:cNvGraphicFramePr/>
          <p:nvPr/>
        </p:nvGraphicFramePr>
        <p:xfrm>
          <a:off x="6711951" y="1687513"/>
          <a:ext cx="2252663" cy="2095500"/>
        </p:xfrm>
        <a:graphic>
          <a:graphicData uri="http://schemas.openxmlformats.org/presentationml/2006/ole">
            <mc:AlternateContent>
              <mc:Choice Requires="v">
                <p:oleObj r:id="rId7" imgH="2095500" imgW="2252663" progId="" spid="_x0000_s2">
                  <p:embed/>
                </p:oleObj>
              </mc:Choice>
              <mc:Fallback>
                <p:oleObj r:id="rId8" imgH="2095500" imgW="2252663" progId="">
                  <p:embed/>
                  <p:pic>
                    <p:nvPicPr>
                      <p:cNvPr id="9137" name="Google Shape;9137;p95"/>
                      <p:cNvPicPr preferRelativeResize="0"/>
                      <p:nvPr/>
                    </p:nvPicPr>
                    <p:blipFill rotWithShape="1">
                      <a:blip r:embed="rId9">
                        <a:alphaModFix/>
                      </a:blip>
                      <a:srcRect b="0" l="0" r="0" t="0"/>
                      <a:stretch/>
                    </p:blipFill>
                    <p:spPr>
                      <a:xfrm>
                        <a:off x="6711951" y="1687513"/>
                        <a:ext cx="2252663" cy="2095500"/>
                      </a:xfrm>
                      <a:prstGeom prst="rect">
                        <a:avLst/>
                      </a:prstGeom>
                      <a:noFill/>
                      <a:ln>
                        <a:noFill/>
                      </a:ln>
                    </p:spPr>
                  </p:pic>
                </p:oleObj>
              </mc:Fallback>
            </mc:AlternateContent>
          </a:graphicData>
        </a:graphic>
      </p:graphicFrame>
      <p:sp>
        <p:nvSpPr>
          <p:cNvPr id="9138" name="Google Shape;9138;p95"/>
          <p:cNvSpPr txBox="1"/>
          <p:nvPr/>
        </p:nvSpPr>
        <p:spPr>
          <a:xfrm>
            <a:off x="6089650" y="4038601"/>
            <a:ext cx="3962400" cy="1077913"/>
          </a:xfrm>
          <a:prstGeom prst="rect">
            <a:avLst/>
          </a:prstGeom>
          <a:solidFill>
            <a:srgbClr val="00FFCC"/>
          </a:solidFill>
          <a:ln cap="flat" cmpd="sng" w="571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SESSION:</a:t>
            </a:r>
            <a:endParaRPr/>
          </a:p>
          <a:p>
            <a:pPr indent="0" lvl="0" marL="0" marR="0" rtl="0" algn="l">
              <a:lnSpc>
                <a:spcPct val="100000"/>
              </a:lnSpc>
              <a:spcBef>
                <a:spcPts val="0"/>
              </a:spcBef>
              <a:spcAft>
                <a:spcPts val="0"/>
              </a:spcAft>
              <a:buClr>
                <a:schemeClr val="dk1"/>
              </a:buClr>
              <a:buSzPts val="2000"/>
              <a:buFont typeface="Noto Sans Symbols"/>
              <a:buNone/>
            </a:pPr>
            <a:r>
              <a:rPr b="1" lang="en-US" sz="2000">
                <a:solidFill>
                  <a:schemeClr val="dk1"/>
                </a:solidFill>
                <a:latin typeface="Arial"/>
                <a:ea typeface="Arial"/>
                <a:cs typeface="Arial"/>
                <a:sym typeface="Arial"/>
              </a:rPr>
              <a:t>Call your friend and make sure you have his correct address.  </a:t>
            </a:r>
            <a:endParaRPr/>
          </a:p>
        </p:txBody>
      </p:sp>
      <p:pic>
        <p:nvPicPr>
          <p:cNvPr descr="underline_base" id="9139" name="Google Shape;9139;p95"/>
          <p:cNvPicPr preferRelativeResize="0"/>
          <p:nvPr/>
        </p:nvPicPr>
        <p:blipFill rotWithShape="1">
          <a:blip r:embed="rId10">
            <a:alphaModFix/>
          </a:blip>
          <a:srcRect b="0" l="0" r="0" t="0"/>
          <a:stretch/>
        </p:blipFill>
        <p:spPr>
          <a:xfrm>
            <a:off x="1728788" y="968375"/>
            <a:ext cx="8343900" cy="173038"/>
          </a:xfrm>
          <a:prstGeom prst="rect">
            <a:avLst/>
          </a:prstGeom>
          <a:noFill/>
          <a:ln>
            <a:noFill/>
          </a:ln>
        </p:spPr>
      </p:pic>
      <p:sp>
        <p:nvSpPr>
          <p:cNvPr id="9140" name="Google Shape;9140;p95"/>
          <p:cNvSpPr txBox="1"/>
          <p:nvPr>
            <p:ph idx="11" type="ftr"/>
          </p:nvPr>
        </p:nvSpPr>
        <p:spPr>
          <a:xfrm>
            <a:off x="5576888" y="6467475"/>
            <a:ext cx="2895600" cy="28733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chemeClr val="dk1"/>
                </a:solidFill>
                <a:latin typeface="Tahoma"/>
                <a:ea typeface="Tahoma"/>
                <a:cs typeface="Tahoma"/>
                <a:sym typeface="Tahoma"/>
              </a:rPr>
              <a:t>Introduction</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4" name="Shape 9144"/>
        <p:cNvGrpSpPr/>
        <p:nvPr/>
      </p:nvGrpSpPr>
      <p:grpSpPr>
        <a:xfrm>
          <a:off x="0" y="0"/>
          <a:ext cx="0" cy="0"/>
          <a:chOff x="0" y="0"/>
          <a:chExt cx="0" cy="0"/>
        </a:xfrm>
      </p:grpSpPr>
      <p:sp>
        <p:nvSpPr>
          <p:cNvPr id="9145" name="Google Shape;9145;p96"/>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b="1" sz="1200">
              <a:solidFill>
                <a:schemeClr val="dk2"/>
              </a:solidFill>
              <a:latin typeface="Arial"/>
              <a:ea typeface="Arial"/>
              <a:cs typeface="Arial"/>
              <a:sym typeface="Arial"/>
            </a:endParaRPr>
          </a:p>
        </p:txBody>
      </p:sp>
      <p:sp>
        <p:nvSpPr>
          <p:cNvPr id="9146" name="Google Shape;9146;p96"/>
          <p:cNvSpPr txBox="1"/>
          <p:nvPr>
            <p:ph type="title"/>
          </p:nvPr>
        </p:nvSpPr>
        <p:spPr>
          <a:xfrm>
            <a:off x="1524001" y="206375"/>
            <a:ext cx="8924925" cy="1066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OSI Model Analogy :Transport Layer - Source Host</a:t>
            </a:r>
            <a:endParaRPr sz="3200" u="sng"/>
          </a:p>
        </p:txBody>
      </p:sp>
      <p:sp>
        <p:nvSpPr>
          <p:cNvPr id="9147" name="Google Shape;9147;p96"/>
          <p:cNvSpPr txBox="1"/>
          <p:nvPr/>
        </p:nvSpPr>
        <p:spPr>
          <a:xfrm>
            <a:off x="2339975" y="4708525"/>
            <a:ext cx="7924800" cy="1200150"/>
          </a:xfrm>
          <a:prstGeom prst="rect">
            <a:avLst/>
          </a:prstGeom>
          <a:solidFill>
            <a:srgbClr val="00FFCC"/>
          </a:solidFill>
          <a:ln cap="flat" cmpd="sng" w="571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Disassemble the bicycle and put different pieces in different boxes.  The boxes are labeled</a:t>
            </a:r>
            <a:endParaRPr/>
          </a:p>
          <a:p>
            <a:pPr indent="0" lvl="0" marL="0" marR="0" rtl="0" algn="l">
              <a:lnSpc>
                <a:spcPct val="100000"/>
              </a:lnSpc>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 “1 of 3”,  “2 of 3”, and “3 of 3”.</a:t>
            </a:r>
            <a:endParaRPr/>
          </a:p>
        </p:txBody>
      </p:sp>
      <p:graphicFrame>
        <p:nvGraphicFramePr>
          <p:cNvPr id="9148" name="Google Shape;9148;p96"/>
          <p:cNvGraphicFramePr/>
          <p:nvPr/>
        </p:nvGraphicFramePr>
        <p:xfrm>
          <a:off x="3276600" y="1905000"/>
          <a:ext cx="1455738" cy="1377950"/>
        </p:xfrm>
        <a:graphic>
          <a:graphicData uri="http://schemas.openxmlformats.org/presentationml/2006/ole">
            <mc:AlternateContent>
              <mc:Choice Requires="v">
                <p:oleObj r:id="rId4" imgH="1377950" imgW="1455738" progId="" spid="_x0000_s1">
                  <p:embed/>
                </p:oleObj>
              </mc:Choice>
              <mc:Fallback>
                <p:oleObj r:id="rId5" imgH="1377950" imgW="1455738" progId="">
                  <p:embed/>
                  <p:pic>
                    <p:nvPicPr>
                      <p:cNvPr id="9148" name="Google Shape;9148;p96"/>
                      <p:cNvPicPr preferRelativeResize="0"/>
                      <p:nvPr/>
                    </p:nvPicPr>
                    <p:blipFill rotWithShape="1">
                      <a:blip r:embed="rId6">
                        <a:alphaModFix/>
                      </a:blip>
                      <a:srcRect b="0" l="0" r="0" t="0"/>
                      <a:stretch/>
                    </p:blipFill>
                    <p:spPr>
                      <a:xfrm>
                        <a:off x="3276600" y="1905000"/>
                        <a:ext cx="1455738" cy="1377950"/>
                      </a:xfrm>
                      <a:prstGeom prst="rect">
                        <a:avLst/>
                      </a:prstGeom>
                      <a:noFill/>
                      <a:ln>
                        <a:noFill/>
                      </a:ln>
                    </p:spPr>
                  </p:pic>
                </p:oleObj>
              </mc:Fallback>
            </mc:AlternateContent>
          </a:graphicData>
        </a:graphic>
      </p:graphicFrame>
      <p:graphicFrame>
        <p:nvGraphicFramePr>
          <p:cNvPr id="9149" name="Google Shape;9149;p96"/>
          <p:cNvGraphicFramePr/>
          <p:nvPr/>
        </p:nvGraphicFramePr>
        <p:xfrm>
          <a:off x="5519739" y="2590800"/>
          <a:ext cx="1455737" cy="1377950"/>
        </p:xfrm>
        <a:graphic>
          <a:graphicData uri="http://schemas.openxmlformats.org/presentationml/2006/ole">
            <mc:AlternateContent>
              <mc:Choice Requires="v">
                <p:oleObj r:id="rId7" imgH="1377950" imgW="1455737" progId="" spid="_x0000_s2">
                  <p:embed/>
                </p:oleObj>
              </mc:Choice>
              <mc:Fallback>
                <p:oleObj r:id="rId8" imgH="1377950" imgW="1455737" progId="">
                  <p:embed/>
                  <p:pic>
                    <p:nvPicPr>
                      <p:cNvPr id="9149" name="Google Shape;9149;p96"/>
                      <p:cNvPicPr preferRelativeResize="0"/>
                      <p:nvPr/>
                    </p:nvPicPr>
                    <p:blipFill rotWithShape="1">
                      <a:blip r:embed="rId6">
                        <a:alphaModFix/>
                      </a:blip>
                      <a:srcRect b="0" l="0" r="0" t="0"/>
                      <a:stretch/>
                    </p:blipFill>
                    <p:spPr>
                      <a:xfrm>
                        <a:off x="5519739" y="2590800"/>
                        <a:ext cx="1455737" cy="1377950"/>
                      </a:xfrm>
                      <a:prstGeom prst="rect">
                        <a:avLst/>
                      </a:prstGeom>
                      <a:noFill/>
                      <a:ln>
                        <a:noFill/>
                      </a:ln>
                    </p:spPr>
                  </p:pic>
                </p:oleObj>
              </mc:Fallback>
            </mc:AlternateContent>
          </a:graphicData>
        </a:graphic>
      </p:graphicFrame>
      <p:graphicFrame>
        <p:nvGraphicFramePr>
          <p:cNvPr id="9150" name="Google Shape;9150;p96"/>
          <p:cNvGraphicFramePr/>
          <p:nvPr/>
        </p:nvGraphicFramePr>
        <p:xfrm>
          <a:off x="7688264" y="3044825"/>
          <a:ext cx="1455737" cy="1377950"/>
        </p:xfrm>
        <a:graphic>
          <a:graphicData uri="http://schemas.openxmlformats.org/presentationml/2006/ole">
            <mc:AlternateContent>
              <mc:Choice Requires="v">
                <p:oleObj r:id="rId9" imgH="1377950" imgW="1455737" progId="" spid="_x0000_s3">
                  <p:embed/>
                </p:oleObj>
              </mc:Choice>
              <mc:Fallback>
                <p:oleObj r:id="rId10" imgH="1377950" imgW="1455737" progId="">
                  <p:embed/>
                  <p:pic>
                    <p:nvPicPr>
                      <p:cNvPr id="9150" name="Google Shape;9150;p96"/>
                      <p:cNvPicPr preferRelativeResize="0"/>
                      <p:nvPr/>
                    </p:nvPicPr>
                    <p:blipFill rotWithShape="1">
                      <a:blip r:embed="rId6">
                        <a:alphaModFix/>
                      </a:blip>
                      <a:srcRect b="0" l="0" r="0" t="0"/>
                      <a:stretch/>
                    </p:blipFill>
                    <p:spPr>
                      <a:xfrm>
                        <a:off x="7688264" y="3044825"/>
                        <a:ext cx="1455737" cy="1377950"/>
                      </a:xfrm>
                      <a:prstGeom prst="rect">
                        <a:avLst/>
                      </a:prstGeom>
                      <a:noFill/>
                      <a:ln>
                        <a:noFill/>
                      </a:ln>
                    </p:spPr>
                  </p:pic>
                </p:oleObj>
              </mc:Fallback>
            </mc:AlternateContent>
          </a:graphicData>
        </a:graphic>
      </p:graphicFrame>
      <p:pic>
        <p:nvPicPr>
          <p:cNvPr descr="underline_base" id="9151" name="Google Shape;9151;p96"/>
          <p:cNvPicPr preferRelativeResize="0"/>
          <p:nvPr/>
        </p:nvPicPr>
        <p:blipFill rotWithShape="1">
          <a:blip r:embed="rId11">
            <a:alphaModFix/>
          </a:blip>
          <a:srcRect b="0" l="0" r="0" t="0"/>
          <a:stretch/>
        </p:blipFill>
        <p:spPr>
          <a:xfrm>
            <a:off x="1728788" y="968375"/>
            <a:ext cx="8343900" cy="173038"/>
          </a:xfrm>
          <a:prstGeom prst="rect">
            <a:avLst/>
          </a:prstGeom>
          <a:noFill/>
          <a:ln>
            <a:noFill/>
          </a:ln>
        </p:spPr>
      </p:pic>
      <p:sp>
        <p:nvSpPr>
          <p:cNvPr id="9152" name="Google Shape;9152;p96"/>
          <p:cNvSpPr txBox="1"/>
          <p:nvPr>
            <p:ph idx="11" type="ftr"/>
          </p:nvPr>
        </p:nvSpPr>
        <p:spPr>
          <a:xfrm>
            <a:off x="5576888" y="6467475"/>
            <a:ext cx="2895600" cy="28733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chemeClr val="dk1"/>
                </a:solidFill>
                <a:latin typeface="Tahoma"/>
                <a:ea typeface="Tahoma"/>
                <a:cs typeface="Tahoma"/>
                <a:sym typeface="Tahoma"/>
              </a:rPr>
              <a:t>Introduction</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6" name="Shape 9156"/>
        <p:cNvGrpSpPr/>
        <p:nvPr/>
      </p:nvGrpSpPr>
      <p:grpSpPr>
        <a:xfrm>
          <a:off x="0" y="0"/>
          <a:ext cx="0" cy="0"/>
          <a:chOff x="0" y="0"/>
          <a:chExt cx="0" cy="0"/>
        </a:xfrm>
      </p:grpSpPr>
      <p:sp>
        <p:nvSpPr>
          <p:cNvPr id="9157" name="Google Shape;9157;p97"/>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b="1" sz="1200">
              <a:solidFill>
                <a:schemeClr val="dk2"/>
              </a:solidFill>
              <a:latin typeface="Arial"/>
              <a:ea typeface="Arial"/>
              <a:cs typeface="Arial"/>
              <a:sym typeface="Arial"/>
            </a:endParaRPr>
          </a:p>
        </p:txBody>
      </p:sp>
      <p:sp>
        <p:nvSpPr>
          <p:cNvPr id="9158" name="Google Shape;9158;p97"/>
          <p:cNvSpPr txBox="1"/>
          <p:nvPr>
            <p:ph type="title"/>
          </p:nvPr>
        </p:nvSpPr>
        <p:spPr>
          <a:xfrm>
            <a:off x="1524000" y="152400"/>
            <a:ext cx="9144000" cy="1066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OSI Model Analogy: Network Layer - Source Host</a:t>
            </a:r>
            <a:endParaRPr sz="3200" u="sng"/>
          </a:p>
        </p:txBody>
      </p:sp>
      <p:sp>
        <p:nvSpPr>
          <p:cNvPr id="9159" name="Google Shape;9159;p97"/>
          <p:cNvSpPr txBox="1"/>
          <p:nvPr/>
        </p:nvSpPr>
        <p:spPr>
          <a:xfrm>
            <a:off x="2298700" y="4703764"/>
            <a:ext cx="7924800" cy="1323975"/>
          </a:xfrm>
          <a:prstGeom prst="rect">
            <a:avLst/>
          </a:prstGeom>
          <a:solidFill>
            <a:srgbClr val="00FFCC"/>
          </a:solidFill>
          <a:ln cap="flat" cmpd="sng" w="571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b="1" lang="en-US" sz="2000">
                <a:solidFill>
                  <a:schemeClr val="dk1"/>
                </a:solidFill>
                <a:latin typeface="Arial"/>
                <a:ea typeface="Arial"/>
                <a:cs typeface="Arial"/>
                <a:sym typeface="Arial"/>
              </a:rPr>
              <a:t>Put your friend's complete mailing address (and yours) on each box. Since the packages are too big for your mailbox (and since you don’t have enough stamps) you determine that you need to go to the post office.</a:t>
            </a:r>
            <a:endParaRPr/>
          </a:p>
        </p:txBody>
      </p:sp>
      <p:graphicFrame>
        <p:nvGraphicFramePr>
          <p:cNvPr id="9160" name="Google Shape;9160;p97"/>
          <p:cNvGraphicFramePr/>
          <p:nvPr/>
        </p:nvGraphicFramePr>
        <p:xfrm>
          <a:off x="4495801" y="1600200"/>
          <a:ext cx="3514725" cy="2535238"/>
        </p:xfrm>
        <a:graphic>
          <a:graphicData uri="http://schemas.openxmlformats.org/presentationml/2006/ole">
            <mc:AlternateContent>
              <mc:Choice Requires="v">
                <p:oleObj r:id="rId4" imgH="2535238" imgW="3514725" progId="" spid="_x0000_s1">
                  <p:embed/>
                </p:oleObj>
              </mc:Choice>
              <mc:Fallback>
                <p:oleObj r:id="rId5" imgH="2535238" imgW="3514725" progId="">
                  <p:embed/>
                  <p:pic>
                    <p:nvPicPr>
                      <p:cNvPr id="9160" name="Google Shape;9160;p97"/>
                      <p:cNvPicPr preferRelativeResize="0"/>
                      <p:nvPr/>
                    </p:nvPicPr>
                    <p:blipFill rotWithShape="1">
                      <a:blip r:embed="rId6">
                        <a:alphaModFix/>
                      </a:blip>
                      <a:srcRect b="0" l="0" r="0" t="0"/>
                      <a:stretch/>
                    </p:blipFill>
                    <p:spPr>
                      <a:xfrm>
                        <a:off x="4495801" y="1600200"/>
                        <a:ext cx="3514725" cy="2535238"/>
                      </a:xfrm>
                      <a:prstGeom prst="rect">
                        <a:avLst/>
                      </a:prstGeom>
                      <a:noFill/>
                      <a:ln>
                        <a:noFill/>
                      </a:ln>
                    </p:spPr>
                  </p:pic>
                </p:oleObj>
              </mc:Fallback>
            </mc:AlternateContent>
          </a:graphicData>
        </a:graphic>
      </p:graphicFrame>
      <p:pic>
        <p:nvPicPr>
          <p:cNvPr descr="underline_base" id="9161" name="Google Shape;9161;p97"/>
          <p:cNvPicPr preferRelativeResize="0"/>
          <p:nvPr/>
        </p:nvPicPr>
        <p:blipFill rotWithShape="1">
          <a:blip r:embed="rId7">
            <a:alphaModFix/>
          </a:blip>
          <a:srcRect b="0" l="0" r="0" t="0"/>
          <a:stretch/>
        </p:blipFill>
        <p:spPr>
          <a:xfrm>
            <a:off x="1728788" y="968375"/>
            <a:ext cx="8343900" cy="173038"/>
          </a:xfrm>
          <a:prstGeom prst="rect">
            <a:avLst/>
          </a:prstGeom>
          <a:noFill/>
          <a:ln>
            <a:noFill/>
          </a:ln>
        </p:spPr>
      </p:pic>
      <p:sp>
        <p:nvSpPr>
          <p:cNvPr id="9162" name="Google Shape;9162;p97"/>
          <p:cNvSpPr txBox="1"/>
          <p:nvPr>
            <p:ph idx="11" type="ftr"/>
          </p:nvPr>
        </p:nvSpPr>
        <p:spPr>
          <a:xfrm>
            <a:off x="5576888" y="6467475"/>
            <a:ext cx="2895600" cy="28733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chemeClr val="dk1"/>
                </a:solidFill>
                <a:latin typeface="Tahoma"/>
                <a:ea typeface="Tahoma"/>
                <a:cs typeface="Tahoma"/>
                <a:sym typeface="Tahoma"/>
              </a:rPr>
              <a:t>Introduction</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6" name="Shape 9166"/>
        <p:cNvGrpSpPr/>
        <p:nvPr/>
      </p:nvGrpSpPr>
      <p:grpSpPr>
        <a:xfrm>
          <a:off x="0" y="0"/>
          <a:ext cx="0" cy="0"/>
          <a:chOff x="0" y="0"/>
          <a:chExt cx="0" cy="0"/>
        </a:xfrm>
      </p:grpSpPr>
      <p:sp>
        <p:nvSpPr>
          <p:cNvPr id="9167" name="Google Shape;9167;p98"/>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b="1" sz="1200">
              <a:solidFill>
                <a:schemeClr val="dk2"/>
              </a:solidFill>
              <a:latin typeface="Arial"/>
              <a:ea typeface="Arial"/>
              <a:cs typeface="Arial"/>
              <a:sym typeface="Arial"/>
            </a:endParaRPr>
          </a:p>
        </p:txBody>
      </p:sp>
      <p:sp>
        <p:nvSpPr>
          <p:cNvPr id="9168" name="Google Shape;9168;p98"/>
          <p:cNvSpPr txBox="1"/>
          <p:nvPr>
            <p:ph type="title"/>
          </p:nvPr>
        </p:nvSpPr>
        <p:spPr>
          <a:xfrm>
            <a:off x="1524000" y="152400"/>
            <a:ext cx="9048750" cy="1066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OSI Model Analogy: Data Link Layer – Source Host</a:t>
            </a:r>
            <a:endParaRPr sz="3200" u="sng"/>
          </a:p>
        </p:txBody>
      </p:sp>
      <p:sp>
        <p:nvSpPr>
          <p:cNvPr id="9169" name="Google Shape;9169;p98"/>
          <p:cNvSpPr txBox="1"/>
          <p:nvPr/>
        </p:nvSpPr>
        <p:spPr>
          <a:xfrm>
            <a:off x="2257425" y="5340351"/>
            <a:ext cx="7924800" cy="461963"/>
          </a:xfrm>
          <a:prstGeom prst="rect">
            <a:avLst/>
          </a:prstGeom>
          <a:solidFill>
            <a:srgbClr val="00FFCC"/>
          </a:solidFill>
          <a:ln cap="flat" cmpd="sng" w="571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Tokyo post office takes possession of the boxes.</a:t>
            </a:r>
            <a:endParaRPr/>
          </a:p>
        </p:txBody>
      </p:sp>
      <p:graphicFrame>
        <p:nvGraphicFramePr>
          <p:cNvPr id="9170" name="Google Shape;9170;p98"/>
          <p:cNvGraphicFramePr/>
          <p:nvPr/>
        </p:nvGraphicFramePr>
        <p:xfrm>
          <a:off x="3352801" y="2678114"/>
          <a:ext cx="3744913" cy="2274887"/>
        </p:xfrm>
        <a:graphic>
          <a:graphicData uri="http://schemas.openxmlformats.org/presentationml/2006/ole">
            <mc:AlternateContent>
              <mc:Choice Requires="v">
                <p:oleObj r:id="rId4" imgH="2274887" imgW="3744913" progId="" spid="_x0000_s1">
                  <p:embed/>
                </p:oleObj>
              </mc:Choice>
              <mc:Fallback>
                <p:oleObj r:id="rId5" imgH="2274887" imgW="3744913" progId="">
                  <p:embed/>
                  <p:pic>
                    <p:nvPicPr>
                      <p:cNvPr id="9170" name="Google Shape;9170;p98"/>
                      <p:cNvPicPr preferRelativeResize="0"/>
                      <p:nvPr/>
                    </p:nvPicPr>
                    <p:blipFill rotWithShape="1">
                      <a:blip r:embed="rId6">
                        <a:alphaModFix/>
                      </a:blip>
                      <a:srcRect b="0" l="0" r="0" t="0"/>
                      <a:stretch/>
                    </p:blipFill>
                    <p:spPr>
                      <a:xfrm>
                        <a:off x="3352801" y="2678114"/>
                        <a:ext cx="3744913" cy="2274887"/>
                      </a:xfrm>
                      <a:prstGeom prst="rect">
                        <a:avLst/>
                      </a:prstGeom>
                      <a:noFill/>
                      <a:ln>
                        <a:noFill/>
                      </a:ln>
                    </p:spPr>
                  </p:pic>
                </p:oleObj>
              </mc:Fallback>
            </mc:AlternateContent>
          </a:graphicData>
        </a:graphic>
      </p:graphicFrame>
      <p:graphicFrame>
        <p:nvGraphicFramePr>
          <p:cNvPr id="9171" name="Google Shape;9171;p98"/>
          <p:cNvGraphicFramePr/>
          <p:nvPr/>
        </p:nvGraphicFramePr>
        <p:xfrm>
          <a:off x="8831264" y="4278314"/>
          <a:ext cx="693737" cy="657225"/>
        </p:xfrm>
        <a:graphic>
          <a:graphicData uri="http://schemas.openxmlformats.org/presentationml/2006/ole">
            <mc:AlternateContent>
              <mc:Choice Requires="v">
                <p:oleObj r:id="rId7" imgH="657225" imgW="693737" progId="" spid="_x0000_s2">
                  <p:embed/>
                </p:oleObj>
              </mc:Choice>
              <mc:Fallback>
                <p:oleObj r:id="rId8" imgH="657225" imgW="693737" progId="">
                  <p:embed/>
                  <p:pic>
                    <p:nvPicPr>
                      <p:cNvPr id="9171" name="Google Shape;9171;p98"/>
                      <p:cNvPicPr preferRelativeResize="0"/>
                      <p:nvPr/>
                    </p:nvPicPr>
                    <p:blipFill rotWithShape="1">
                      <a:blip r:embed="rId9">
                        <a:alphaModFix/>
                      </a:blip>
                      <a:srcRect b="0" l="0" r="0" t="0"/>
                      <a:stretch/>
                    </p:blipFill>
                    <p:spPr>
                      <a:xfrm>
                        <a:off x="8831264" y="4278314"/>
                        <a:ext cx="693737" cy="657225"/>
                      </a:xfrm>
                      <a:prstGeom prst="rect">
                        <a:avLst/>
                      </a:prstGeom>
                      <a:noFill/>
                      <a:ln>
                        <a:noFill/>
                      </a:ln>
                    </p:spPr>
                  </p:pic>
                </p:oleObj>
              </mc:Fallback>
            </mc:AlternateContent>
          </a:graphicData>
        </a:graphic>
      </p:graphicFrame>
      <p:graphicFrame>
        <p:nvGraphicFramePr>
          <p:cNvPr id="9172" name="Google Shape;9172;p98"/>
          <p:cNvGraphicFramePr/>
          <p:nvPr/>
        </p:nvGraphicFramePr>
        <p:xfrm>
          <a:off x="7993064" y="4278314"/>
          <a:ext cx="693737" cy="657225"/>
        </p:xfrm>
        <a:graphic>
          <a:graphicData uri="http://schemas.openxmlformats.org/presentationml/2006/ole">
            <mc:AlternateContent>
              <mc:Choice Requires="v">
                <p:oleObj r:id="rId10" imgH="657225" imgW="693737" progId="" spid="_x0000_s3">
                  <p:embed/>
                </p:oleObj>
              </mc:Choice>
              <mc:Fallback>
                <p:oleObj r:id="rId11" imgH="657225" imgW="693737" progId="">
                  <p:embed/>
                  <p:pic>
                    <p:nvPicPr>
                      <p:cNvPr id="9172" name="Google Shape;9172;p98"/>
                      <p:cNvPicPr preferRelativeResize="0"/>
                      <p:nvPr/>
                    </p:nvPicPr>
                    <p:blipFill rotWithShape="1">
                      <a:blip r:embed="rId9">
                        <a:alphaModFix/>
                      </a:blip>
                      <a:srcRect b="0" l="0" r="0" t="0"/>
                      <a:stretch/>
                    </p:blipFill>
                    <p:spPr>
                      <a:xfrm>
                        <a:off x="7993064" y="4278314"/>
                        <a:ext cx="693737" cy="657225"/>
                      </a:xfrm>
                      <a:prstGeom prst="rect">
                        <a:avLst/>
                      </a:prstGeom>
                      <a:noFill/>
                      <a:ln>
                        <a:noFill/>
                      </a:ln>
                    </p:spPr>
                  </p:pic>
                </p:oleObj>
              </mc:Fallback>
            </mc:AlternateContent>
          </a:graphicData>
        </a:graphic>
      </p:graphicFrame>
      <p:graphicFrame>
        <p:nvGraphicFramePr>
          <p:cNvPr id="9173" name="Google Shape;9173;p98"/>
          <p:cNvGraphicFramePr/>
          <p:nvPr/>
        </p:nvGraphicFramePr>
        <p:xfrm>
          <a:off x="7154864" y="4230689"/>
          <a:ext cx="693737" cy="657225"/>
        </p:xfrm>
        <a:graphic>
          <a:graphicData uri="http://schemas.openxmlformats.org/presentationml/2006/ole">
            <mc:AlternateContent>
              <mc:Choice Requires="v">
                <p:oleObj r:id="rId12" imgH="657225" imgW="693737" progId="" spid="_x0000_s4">
                  <p:embed/>
                </p:oleObj>
              </mc:Choice>
              <mc:Fallback>
                <p:oleObj r:id="rId13" imgH="657225" imgW="693737" progId="">
                  <p:embed/>
                  <p:pic>
                    <p:nvPicPr>
                      <p:cNvPr id="9173" name="Google Shape;9173;p98"/>
                      <p:cNvPicPr preferRelativeResize="0"/>
                      <p:nvPr/>
                    </p:nvPicPr>
                    <p:blipFill rotWithShape="1">
                      <a:blip r:embed="rId9">
                        <a:alphaModFix/>
                      </a:blip>
                      <a:srcRect b="0" l="0" r="0" t="0"/>
                      <a:stretch/>
                    </p:blipFill>
                    <p:spPr>
                      <a:xfrm>
                        <a:off x="7154864" y="4230689"/>
                        <a:ext cx="693737" cy="657225"/>
                      </a:xfrm>
                      <a:prstGeom prst="rect">
                        <a:avLst/>
                      </a:prstGeom>
                      <a:noFill/>
                      <a:ln>
                        <a:noFill/>
                      </a:ln>
                    </p:spPr>
                  </p:pic>
                </p:oleObj>
              </mc:Fallback>
            </mc:AlternateContent>
          </a:graphicData>
        </a:graphic>
      </p:graphicFrame>
      <p:pic>
        <p:nvPicPr>
          <p:cNvPr id="9174" name="Google Shape;9174;p98"/>
          <p:cNvPicPr preferRelativeResize="0"/>
          <p:nvPr/>
        </p:nvPicPr>
        <p:blipFill rotWithShape="1">
          <a:blip r:embed="rId14">
            <a:alphaModFix/>
          </a:blip>
          <a:srcRect b="0" l="0" r="0" t="0"/>
          <a:stretch/>
        </p:blipFill>
        <p:spPr>
          <a:xfrm>
            <a:off x="4800600" y="2057400"/>
            <a:ext cx="876300" cy="628650"/>
          </a:xfrm>
          <a:prstGeom prst="rect">
            <a:avLst/>
          </a:prstGeom>
          <a:noFill/>
          <a:ln>
            <a:noFill/>
          </a:ln>
        </p:spPr>
      </p:pic>
      <p:pic>
        <p:nvPicPr>
          <p:cNvPr descr="underline_base" id="9175" name="Google Shape;9175;p98"/>
          <p:cNvPicPr preferRelativeResize="0"/>
          <p:nvPr/>
        </p:nvPicPr>
        <p:blipFill rotWithShape="1">
          <a:blip r:embed="rId15">
            <a:alphaModFix/>
          </a:blip>
          <a:srcRect b="0" l="0" r="0" t="0"/>
          <a:stretch/>
        </p:blipFill>
        <p:spPr>
          <a:xfrm>
            <a:off x="1728788" y="968375"/>
            <a:ext cx="8343900" cy="173038"/>
          </a:xfrm>
          <a:prstGeom prst="rect">
            <a:avLst/>
          </a:prstGeom>
          <a:noFill/>
          <a:ln>
            <a:noFill/>
          </a:ln>
        </p:spPr>
      </p:pic>
      <p:sp>
        <p:nvSpPr>
          <p:cNvPr id="9176" name="Google Shape;9176;p98"/>
          <p:cNvSpPr txBox="1"/>
          <p:nvPr>
            <p:ph idx="11" type="ftr"/>
          </p:nvPr>
        </p:nvSpPr>
        <p:spPr>
          <a:xfrm>
            <a:off x="5576888" y="6467475"/>
            <a:ext cx="2895600" cy="28733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chemeClr val="dk1"/>
                </a:solidFill>
                <a:latin typeface="Tahoma"/>
                <a:ea typeface="Tahoma"/>
                <a:cs typeface="Tahoma"/>
                <a:sym typeface="Tahoma"/>
              </a:rPr>
              <a:t>Introduction</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0" name="Shape 9180"/>
        <p:cNvGrpSpPr/>
        <p:nvPr/>
      </p:nvGrpSpPr>
      <p:grpSpPr>
        <a:xfrm>
          <a:off x="0" y="0"/>
          <a:ext cx="0" cy="0"/>
          <a:chOff x="0" y="0"/>
          <a:chExt cx="0" cy="0"/>
        </a:xfrm>
      </p:grpSpPr>
      <p:sp>
        <p:nvSpPr>
          <p:cNvPr id="9181" name="Google Shape;9181;p99"/>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b="1" sz="1200">
              <a:solidFill>
                <a:schemeClr val="dk2"/>
              </a:solidFill>
              <a:latin typeface="Arial"/>
              <a:ea typeface="Arial"/>
              <a:cs typeface="Arial"/>
              <a:sym typeface="Arial"/>
            </a:endParaRPr>
          </a:p>
        </p:txBody>
      </p:sp>
      <p:sp>
        <p:nvSpPr>
          <p:cNvPr id="9182" name="Google Shape;9182;p99"/>
          <p:cNvSpPr txBox="1"/>
          <p:nvPr>
            <p:ph type="title"/>
          </p:nvPr>
        </p:nvSpPr>
        <p:spPr>
          <a:xfrm>
            <a:off x="1892300" y="193675"/>
            <a:ext cx="8153400" cy="1066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600"/>
              <a:buFont typeface="Calibri"/>
              <a:buNone/>
            </a:pPr>
            <a:r>
              <a:rPr lang="en-US" sz="3600"/>
              <a:t>OSI Model Analogy: Physical Layer - Media</a:t>
            </a:r>
            <a:endParaRPr sz="3600" u="sng"/>
          </a:p>
        </p:txBody>
      </p:sp>
      <p:sp>
        <p:nvSpPr>
          <p:cNvPr id="9183" name="Google Shape;9183;p99"/>
          <p:cNvSpPr txBox="1"/>
          <p:nvPr/>
        </p:nvSpPr>
        <p:spPr>
          <a:xfrm>
            <a:off x="2162175" y="5480051"/>
            <a:ext cx="7924800" cy="461963"/>
          </a:xfrm>
          <a:prstGeom prst="rect">
            <a:avLst/>
          </a:prstGeom>
          <a:solidFill>
            <a:srgbClr val="00FFCC"/>
          </a:solidFill>
          <a:ln cap="flat" cmpd="sng" w="571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The boxes are flown from Tokyo to JB</a:t>
            </a:r>
            <a:endParaRPr/>
          </a:p>
        </p:txBody>
      </p:sp>
      <p:graphicFrame>
        <p:nvGraphicFramePr>
          <p:cNvPr id="9184" name="Google Shape;9184;p99"/>
          <p:cNvGraphicFramePr/>
          <p:nvPr/>
        </p:nvGraphicFramePr>
        <p:xfrm>
          <a:off x="3481388" y="1566864"/>
          <a:ext cx="4857750" cy="3248025"/>
        </p:xfrm>
        <a:graphic>
          <a:graphicData uri="http://schemas.openxmlformats.org/presentationml/2006/ole">
            <mc:AlternateContent>
              <mc:Choice Requires="v">
                <p:oleObj r:id="rId4" imgH="3248025" imgW="4857750" progId="" spid="_x0000_s1">
                  <p:embed/>
                </p:oleObj>
              </mc:Choice>
              <mc:Fallback>
                <p:oleObj r:id="rId5" imgH="3248025" imgW="4857750" progId="">
                  <p:embed/>
                  <p:pic>
                    <p:nvPicPr>
                      <p:cNvPr id="9184" name="Google Shape;9184;p99"/>
                      <p:cNvPicPr preferRelativeResize="0"/>
                      <p:nvPr/>
                    </p:nvPicPr>
                    <p:blipFill rotWithShape="1">
                      <a:blip r:embed="rId6">
                        <a:alphaModFix/>
                      </a:blip>
                      <a:srcRect b="0" l="0" r="0" t="0"/>
                      <a:stretch/>
                    </p:blipFill>
                    <p:spPr>
                      <a:xfrm>
                        <a:off x="3481388" y="1566864"/>
                        <a:ext cx="4857750" cy="3248025"/>
                      </a:xfrm>
                      <a:prstGeom prst="rect">
                        <a:avLst/>
                      </a:prstGeom>
                      <a:noFill/>
                      <a:ln>
                        <a:noFill/>
                      </a:ln>
                    </p:spPr>
                  </p:pic>
                </p:oleObj>
              </mc:Fallback>
            </mc:AlternateContent>
          </a:graphicData>
        </a:graphic>
      </p:graphicFrame>
      <p:pic>
        <p:nvPicPr>
          <p:cNvPr descr="underline_base" id="9185" name="Google Shape;9185;p99"/>
          <p:cNvPicPr preferRelativeResize="0"/>
          <p:nvPr/>
        </p:nvPicPr>
        <p:blipFill rotWithShape="1">
          <a:blip r:embed="rId7">
            <a:alphaModFix/>
          </a:blip>
          <a:srcRect b="0" l="0" r="0" t="0"/>
          <a:stretch/>
        </p:blipFill>
        <p:spPr>
          <a:xfrm>
            <a:off x="1728788" y="968375"/>
            <a:ext cx="8343900" cy="173038"/>
          </a:xfrm>
          <a:prstGeom prst="rect">
            <a:avLst/>
          </a:prstGeom>
          <a:noFill/>
          <a:ln>
            <a:noFill/>
          </a:ln>
        </p:spPr>
      </p:pic>
      <p:sp>
        <p:nvSpPr>
          <p:cNvPr id="9186" name="Google Shape;9186;p99"/>
          <p:cNvSpPr txBox="1"/>
          <p:nvPr>
            <p:ph idx="11" type="ftr"/>
          </p:nvPr>
        </p:nvSpPr>
        <p:spPr>
          <a:xfrm>
            <a:off x="5576888" y="6467475"/>
            <a:ext cx="2895600" cy="28733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chemeClr val="dk1"/>
                </a:solidFill>
                <a:latin typeface="Tahoma"/>
                <a:ea typeface="Tahoma"/>
                <a:cs typeface="Tahoma"/>
                <a:sym typeface="Tahoma"/>
              </a:rPr>
              <a:t>Introduction</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0" name="Shape 9190"/>
        <p:cNvGrpSpPr/>
        <p:nvPr/>
      </p:nvGrpSpPr>
      <p:grpSpPr>
        <a:xfrm>
          <a:off x="0" y="0"/>
          <a:ext cx="0" cy="0"/>
          <a:chOff x="0" y="0"/>
          <a:chExt cx="0" cy="0"/>
        </a:xfrm>
      </p:grpSpPr>
      <p:sp>
        <p:nvSpPr>
          <p:cNvPr id="9191" name="Google Shape;9191;p100"/>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b="1" sz="1200">
              <a:solidFill>
                <a:schemeClr val="dk2"/>
              </a:solidFill>
              <a:latin typeface="Arial"/>
              <a:ea typeface="Arial"/>
              <a:cs typeface="Arial"/>
              <a:sym typeface="Arial"/>
            </a:endParaRPr>
          </a:p>
        </p:txBody>
      </p:sp>
      <p:sp>
        <p:nvSpPr>
          <p:cNvPr id="9192" name="Google Shape;9192;p100"/>
          <p:cNvSpPr txBox="1"/>
          <p:nvPr>
            <p:ph type="title"/>
          </p:nvPr>
        </p:nvSpPr>
        <p:spPr>
          <a:xfrm>
            <a:off x="1565275" y="84138"/>
            <a:ext cx="8966200" cy="1066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OSI Model Analogy : Data Link Layer - Destination</a:t>
            </a:r>
            <a:endParaRPr sz="3200" u="sng"/>
          </a:p>
        </p:txBody>
      </p:sp>
      <p:sp>
        <p:nvSpPr>
          <p:cNvPr id="9193" name="Google Shape;9193;p100"/>
          <p:cNvSpPr txBox="1"/>
          <p:nvPr/>
        </p:nvSpPr>
        <p:spPr>
          <a:xfrm>
            <a:off x="2209800" y="5354638"/>
            <a:ext cx="7924800" cy="461962"/>
          </a:xfrm>
          <a:prstGeom prst="rect">
            <a:avLst/>
          </a:prstGeom>
          <a:solidFill>
            <a:srgbClr val="00FFCC"/>
          </a:solidFill>
          <a:ln cap="flat" cmpd="sng" w="571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UTM post office receives your boxes.</a:t>
            </a:r>
            <a:endParaRPr/>
          </a:p>
        </p:txBody>
      </p:sp>
      <p:graphicFrame>
        <p:nvGraphicFramePr>
          <p:cNvPr id="9194" name="Google Shape;9194;p100"/>
          <p:cNvGraphicFramePr/>
          <p:nvPr/>
        </p:nvGraphicFramePr>
        <p:xfrm>
          <a:off x="3505201" y="2514600"/>
          <a:ext cx="3744913" cy="2274888"/>
        </p:xfrm>
        <a:graphic>
          <a:graphicData uri="http://schemas.openxmlformats.org/presentationml/2006/ole">
            <mc:AlternateContent>
              <mc:Choice Requires="v">
                <p:oleObj r:id="rId4" imgH="2274888" imgW="3744913" progId="" spid="_x0000_s1">
                  <p:embed/>
                </p:oleObj>
              </mc:Choice>
              <mc:Fallback>
                <p:oleObj r:id="rId5" imgH="2274888" imgW="3744913" progId="">
                  <p:embed/>
                  <p:pic>
                    <p:nvPicPr>
                      <p:cNvPr id="9194" name="Google Shape;9194;p100"/>
                      <p:cNvPicPr preferRelativeResize="0"/>
                      <p:nvPr/>
                    </p:nvPicPr>
                    <p:blipFill rotWithShape="1">
                      <a:blip r:embed="rId6">
                        <a:alphaModFix/>
                      </a:blip>
                      <a:srcRect b="0" l="0" r="0" t="0"/>
                      <a:stretch/>
                    </p:blipFill>
                    <p:spPr>
                      <a:xfrm>
                        <a:off x="3505201" y="2514600"/>
                        <a:ext cx="3744913" cy="2274888"/>
                      </a:xfrm>
                      <a:prstGeom prst="rect">
                        <a:avLst/>
                      </a:prstGeom>
                      <a:noFill/>
                      <a:ln>
                        <a:noFill/>
                      </a:ln>
                    </p:spPr>
                  </p:pic>
                </p:oleObj>
              </mc:Fallback>
            </mc:AlternateContent>
          </a:graphicData>
        </a:graphic>
      </p:graphicFrame>
      <p:graphicFrame>
        <p:nvGraphicFramePr>
          <p:cNvPr id="9195" name="Google Shape;9195;p100"/>
          <p:cNvGraphicFramePr/>
          <p:nvPr/>
        </p:nvGraphicFramePr>
        <p:xfrm>
          <a:off x="8983664" y="4114801"/>
          <a:ext cx="693737" cy="657225"/>
        </p:xfrm>
        <a:graphic>
          <a:graphicData uri="http://schemas.openxmlformats.org/presentationml/2006/ole">
            <mc:AlternateContent>
              <mc:Choice Requires="v">
                <p:oleObj r:id="rId7" imgH="657225" imgW="693737" progId="" spid="_x0000_s2">
                  <p:embed/>
                </p:oleObj>
              </mc:Choice>
              <mc:Fallback>
                <p:oleObj r:id="rId8" imgH="657225" imgW="693737" progId="">
                  <p:embed/>
                  <p:pic>
                    <p:nvPicPr>
                      <p:cNvPr id="9195" name="Google Shape;9195;p100"/>
                      <p:cNvPicPr preferRelativeResize="0"/>
                      <p:nvPr/>
                    </p:nvPicPr>
                    <p:blipFill rotWithShape="1">
                      <a:blip r:embed="rId9">
                        <a:alphaModFix/>
                      </a:blip>
                      <a:srcRect b="0" l="0" r="0" t="0"/>
                      <a:stretch/>
                    </p:blipFill>
                    <p:spPr>
                      <a:xfrm>
                        <a:off x="8983664" y="4114801"/>
                        <a:ext cx="693737" cy="657225"/>
                      </a:xfrm>
                      <a:prstGeom prst="rect">
                        <a:avLst/>
                      </a:prstGeom>
                      <a:noFill/>
                      <a:ln>
                        <a:noFill/>
                      </a:ln>
                    </p:spPr>
                  </p:pic>
                </p:oleObj>
              </mc:Fallback>
            </mc:AlternateContent>
          </a:graphicData>
        </a:graphic>
      </p:graphicFrame>
      <p:graphicFrame>
        <p:nvGraphicFramePr>
          <p:cNvPr id="9196" name="Google Shape;9196;p100"/>
          <p:cNvGraphicFramePr/>
          <p:nvPr/>
        </p:nvGraphicFramePr>
        <p:xfrm>
          <a:off x="8145464" y="4114801"/>
          <a:ext cx="693737" cy="657225"/>
        </p:xfrm>
        <a:graphic>
          <a:graphicData uri="http://schemas.openxmlformats.org/presentationml/2006/ole">
            <mc:AlternateContent>
              <mc:Choice Requires="v">
                <p:oleObj r:id="rId10" imgH="657225" imgW="693737" progId="" spid="_x0000_s3">
                  <p:embed/>
                </p:oleObj>
              </mc:Choice>
              <mc:Fallback>
                <p:oleObj r:id="rId11" imgH="657225" imgW="693737" progId="">
                  <p:embed/>
                  <p:pic>
                    <p:nvPicPr>
                      <p:cNvPr id="9196" name="Google Shape;9196;p100"/>
                      <p:cNvPicPr preferRelativeResize="0"/>
                      <p:nvPr/>
                    </p:nvPicPr>
                    <p:blipFill rotWithShape="1">
                      <a:blip r:embed="rId9">
                        <a:alphaModFix/>
                      </a:blip>
                      <a:srcRect b="0" l="0" r="0" t="0"/>
                      <a:stretch/>
                    </p:blipFill>
                    <p:spPr>
                      <a:xfrm>
                        <a:off x="8145464" y="4114801"/>
                        <a:ext cx="693737" cy="657225"/>
                      </a:xfrm>
                      <a:prstGeom prst="rect">
                        <a:avLst/>
                      </a:prstGeom>
                      <a:noFill/>
                      <a:ln>
                        <a:noFill/>
                      </a:ln>
                    </p:spPr>
                  </p:pic>
                </p:oleObj>
              </mc:Fallback>
            </mc:AlternateContent>
          </a:graphicData>
        </a:graphic>
      </p:graphicFrame>
      <p:graphicFrame>
        <p:nvGraphicFramePr>
          <p:cNvPr id="9197" name="Google Shape;9197;p100"/>
          <p:cNvGraphicFramePr/>
          <p:nvPr/>
        </p:nvGraphicFramePr>
        <p:xfrm>
          <a:off x="7307264" y="4067176"/>
          <a:ext cx="693737" cy="657225"/>
        </p:xfrm>
        <a:graphic>
          <a:graphicData uri="http://schemas.openxmlformats.org/presentationml/2006/ole">
            <mc:AlternateContent>
              <mc:Choice Requires="v">
                <p:oleObj r:id="rId12" imgH="657225" imgW="693737" progId="" spid="_x0000_s4">
                  <p:embed/>
                </p:oleObj>
              </mc:Choice>
              <mc:Fallback>
                <p:oleObj r:id="rId13" imgH="657225" imgW="693737" progId="">
                  <p:embed/>
                  <p:pic>
                    <p:nvPicPr>
                      <p:cNvPr id="9197" name="Google Shape;9197;p100"/>
                      <p:cNvPicPr preferRelativeResize="0"/>
                      <p:nvPr/>
                    </p:nvPicPr>
                    <p:blipFill rotWithShape="1">
                      <a:blip r:embed="rId9">
                        <a:alphaModFix/>
                      </a:blip>
                      <a:srcRect b="0" l="0" r="0" t="0"/>
                      <a:stretch/>
                    </p:blipFill>
                    <p:spPr>
                      <a:xfrm>
                        <a:off x="7307264" y="4067176"/>
                        <a:ext cx="693737" cy="657225"/>
                      </a:xfrm>
                      <a:prstGeom prst="rect">
                        <a:avLst/>
                      </a:prstGeom>
                      <a:noFill/>
                      <a:ln>
                        <a:noFill/>
                      </a:ln>
                    </p:spPr>
                  </p:pic>
                </p:oleObj>
              </mc:Fallback>
            </mc:AlternateContent>
          </a:graphicData>
        </a:graphic>
      </p:graphicFrame>
      <p:sp>
        <p:nvSpPr>
          <p:cNvPr id="9198" name="Google Shape;9198;p100"/>
          <p:cNvSpPr/>
          <p:nvPr/>
        </p:nvSpPr>
        <p:spPr>
          <a:xfrm>
            <a:off x="5638800" y="2320925"/>
            <a:ext cx="1066800" cy="228600"/>
          </a:xfrm>
          <a:prstGeom prst="rect">
            <a:avLst/>
          </a:prstGeom>
          <a:solidFill>
            <a:schemeClr val="lt1"/>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1" sz="2400">
              <a:solidFill>
                <a:schemeClr val="dk1"/>
              </a:solidFill>
              <a:latin typeface="Arial"/>
              <a:ea typeface="Arial"/>
              <a:cs typeface="Arial"/>
              <a:sym typeface="Arial"/>
            </a:endParaRPr>
          </a:p>
        </p:txBody>
      </p:sp>
      <p:pic>
        <p:nvPicPr>
          <p:cNvPr id="9199" name="Google Shape;9199;p100"/>
          <p:cNvPicPr preferRelativeResize="0"/>
          <p:nvPr/>
        </p:nvPicPr>
        <p:blipFill rotWithShape="1">
          <a:blip r:embed="rId14">
            <a:alphaModFix/>
          </a:blip>
          <a:srcRect b="0" l="0" r="0" t="0"/>
          <a:stretch/>
        </p:blipFill>
        <p:spPr>
          <a:xfrm>
            <a:off x="4800600" y="1600201"/>
            <a:ext cx="1257300" cy="942975"/>
          </a:xfrm>
          <a:prstGeom prst="rect">
            <a:avLst/>
          </a:prstGeom>
          <a:noFill/>
          <a:ln>
            <a:noFill/>
          </a:ln>
        </p:spPr>
      </p:pic>
      <p:pic>
        <p:nvPicPr>
          <p:cNvPr descr="underline_base" id="9200" name="Google Shape;9200;p100"/>
          <p:cNvPicPr preferRelativeResize="0"/>
          <p:nvPr/>
        </p:nvPicPr>
        <p:blipFill rotWithShape="1">
          <a:blip r:embed="rId15">
            <a:alphaModFix/>
          </a:blip>
          <a:srcRect b="0" l="0" r="0" t="0"/>
          <a:stretch/>
        </p:blipFill>
        <p:spPr>
          <a:xfrm>
            <a:off x="1728788" y="968375"/>
            <a:ext cx="8343900" cy="173038"/>
          </a:xfrm>
          <a:prstGeom prst="rect">
            <a:avLst/>
          </a:prstGeom>
          <a:noFill/>
          <a:ln>
            <a:noFill/>
          </a:ln>
        </p:spPr>
      </p:pic>
      <p:sp>
        <p:nvSpPr>
          <p:cNvPr id="9201" name="Google Shape;9201;p100"/>
          <p:cNvSpPr txBox="1"/>
          <p:nvPr>
            <p:ph idx="11" type="ftr"/>
          </p:nvPr>
        </p:nvSpPr>
        <p:spPr>
          <a:xfrm>
            <a:off x="5576888" y="6467475"/>
            <a:ext cx="2895600" cy="28733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chemeClr val="dk1"/>
                </a:solidFill>
                <a:latin typeface="Tahoma"/>
                <a:ea typeface="Tahoma"/>
                <a:cs typeface="Tahoma"/>
                <a:sym typeface="Tahoma"/>
              </a:rPr>
              <a:t>Introduction</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5" name="Shape 9205"/>
        <p:cNvGrpSpPr/>
        <p:nvPr/>
      </p:nvGrpSpPr>
      <p:grpSpPr>
        <a:xfrm>
          <a:off x="0" y="0"/>
          <a:ext cx="0" cy="0"/>
          <a:chOff x="0" y="0"/>
          <a:chExt cx="0" cy="0"/>
        </a:xfrm>
      </p:grpSpPr>
      <p:sp>
        <p:nvSpPr>
          <p:cNvPr id="9206" name="Google Shape;9206;p101"/>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b="1" sz="1200">
              <a:solidFill>
                <a:schemeClr val="dk2"/>
              </a:solidFill>
              <a:latin typeface="Arial"/>
              <a:ea typeface="Arial"/>
              <a:cs typeface="Arial"/>
              <a:sym typeface="Arial"/>
            </a:endParaRPr>
          </a:p>
        </p:txBody>
      </p:sp>
      <p:sp>
        <p:nvSpPr>
          <p:cNvPr id="9207" name="Google Shape;9207;p101"/>
          <p:cNvSpPr txBox="1"/>
          <p:nvPr>
            <p:ph type="title"/>
          </p:nvPr>
        </p:nvSpPr>
        <p:spPr>
          <a:xfrm>
            <a:off x="1538289" y="42863"/>
            <a:ext cx="8993187" cy="1066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OSI Model Analogy: Network Layer - Destination</a:t>
            </a:r>
            <a:endParaRPr sz="3200" u="sng"/>
          </a:p>
        </p:txBody>
      </p:sp>
      <p:sp>
        <p:nvSpPr>
          <p:cNvPr id="9208" name="Google Shape;9208;p101"/>
          <p:cNvSpPr txBox="1"/>
          <p:nvPr/>
        </p:nvSpPr>
        <p:spPr>
          <a:xfrm>
            <a:off x="2366963" y="4419600"/>
            <a:ext cx="7924800" cy="1816100"/>
          </a:xfrm>
          <a:prstGeom prst="rect">
            <a:avLst/>
          </a:prstGeom>
          <a:solidFill>
            <a:srgbClr val="00FFCC"/>
          </a:solidFill>
          <a:ln cap="flat" cmpd="sng" w="571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Noto Sans Symbols"/>
              <a:buNone/>
            </a:pPr>
            <a:r>
              <a:rPr b="1" lang="en-US" sz="2800">
                <a:solidFill>
                  <a:schemeClr val="dk1"/>
                </a:solidFill>
                <a:latin typeface="Arial"/>
                <a:ea typeface="Arial"/>
                <a:cs typeface="Arial"/>
                <a:sym typeface="Arial"/>
              </a:rPr>
              <a:t>Upon examining the destination address, UTM post office determines that your boxes should be delivered to the written home address.</a:t>
            </a:r>
            <a:endParaRPr/>
          </a:p>
        </p:txBody>
      </p:sp>
      <p:graphicFrame>
        <p:nvGraphicFramePr>
          <p:cNvPr id="9209" name="Google Shape;9209;p101"/>
          <p:cNvGraphicFramePr/>
          <p:nvPr/>
        </p:nvGraphicFramePr>
        <p:xfrm>
          <a:off x="4495801" y="1600200"/>
          <a:ext cx="3514725" cy="2535238"/>
        </p:xfrm>
        <a:graphic>
          <a:graphicData uri="http://schemas.openxmlformats.org/presentationml/2006/ole">
            <mc:AlternateContent>
              <mc:Choice Requires="v">
                <p:oleObj r:id="rId4" imgH="2535238" imgW="3514725" progId="" spid="_x0000_s1">
                  <p:embed/>
                </p:oleObj>
              </mc:Choice>
              <mc:Fallback>
                <p:oleObj r:id="rId5" imgH="2535238" imgW="3514725" progId="">
                  <p:embed/>
                  <p:pic>
                    <p:nvPicPr>
                      <p:cNvPr id="9209" name="Google Shape;9209;p101"/>
                      <p:cNvPicPr preferRelativeResize="0"/>
                      <p:nvPr/>
                    </p:nvPicPr>
                    <p:blipFill rotWithShape="1">
                      <a:blip r:embed="rId6">
                        <a:alphaModFix/>
                      </a:blip>
                      <a:srcRect b="0" l="0" r="0" t="0"/>
                      <a:stretch/>
                    </p:blipFill>
                    <p:spPr>
                      <a:xfrm>
                        <a:off x="4495801" y="1600200"/>
                        <a:ext cx="3514725" cy="2535238"/>
                      </a:xfrm>
                      <a:prstGeom prst="rect">
                        <a:avLst/>
                      </a:prstGeom>
                      <a:noFill/>
                      <a:ln>
                        <a:noFill/>
                      </a:ln>
                    </p:spPr>
                  </p:pic>
                </p:oleObj>
              </mc:Fallback>
            </mc:AlternateContent>
          </a:graphicData>
        </a:graphic>
      </p:graphicFrame>
      <p:pic>
        <p:nvPicPr>
          <p:cNvPr descr="underline_base" id="9210" name="Google Shape;9210;p101"/>
          <p:cNvPicPr preferRelativeResize="0"/>
          <p:nvPr/>
        </p:nvPicPr>
        <p:blipFill rotWithShape="1">
          <a:blip r:embed="rId7">
            <a:alphaModFix/>
          </a:blip>
          <a:srcRect b="0" l="0" r="0" t="0"/>
          <a:stretch/>
        </p:blipFill>
        <p:spPr>
          <a:xfrm>
            <a:off x="1728788" y="968375"/>
            <a:ext cx="8343900" cy="173038"/>
          </a:xfrm>
          <a:prstGeom prst="rect">
            <a:avLst/>
          </a:prstGeom>
          <a:noFill/>
          <a:ln>
            <a:noFill/>
          </a:ln>
        </p:spPr>
      </p:pic>
      <p:sp>
        <p:nvSpPr>
          <p:cNvPr id="9211" name="Google Shape;9211;p101"/>
          <p:cNvSpPr txBox="1"/>
          <p:nvPr>
            <p:ph idx="11" type="ftr"/>
          </p:nvPr>
        </p:nvSpPr>
        <p:spPr>
          <a:xfrm>
            <a:off x="5576888" y="6467475"/>
            <a:ext cx="2895600" cy="28733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chemeClr val="dk1"/>
                </a:solidFill>
                <a:latin typeface="Tahoma"/>
                <a:ea typeface="Tahoma"/>
                <a:cs typeface="Tahoma"/>
                <a:sym typeface="Tahoma"/>
              </a:rPr>
              <a:t>Introduction</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5" name="Shape 9215"/>
        <p:cNvGrpSpPr/>
        <p:nvPr/>
      </p:nvGrpSpPr>
      <p:grpSpPr>
        <a:xfrm>
          <a:off x="0" y="0"/>
          <a:ext cx="0" cy="0"/>
          <a:chOff x="0" y="0"/>
          <a:chExt cx="0" cy="0"/>
        </a:xfrm>
      </p:grpSpPr>
      <p:sp>
        <p:nvSpPr>
          <p:cNvPr id="9216" name="Google Shape;9216;p102"/>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b="1" sz="1200">
              <a:solidFill>
                <a:schemeClr val="dk2"/>
              </a:solidFill>
              <a:latin typeface="Arial"/>
              <a:ea typeface="Arial"/>
              <a:cs typeface="Arial"/>
              <a:sym typeface="Arial"/>
            </a:endParaRPr>
          </a:p>
        </p:txBody>
      </p:sp>
      <p:sp>
        <p:nvSpPr>
          <p:cNvPr id="9217" name="Google Shape;9217;p102"/>
          <p:cNvSpPr txBox="1"/>
          <p:nvPr>
            <p:ph type="title"/>
          </p:nvPr>
        </p:nvSpPr>
        <p:spPr>
          <a:xfrm>
            <a:off x="1565276" y="84138"/>
            <a:ext cx="9020175" cy="1066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OSI Model Analogy : Transport Layer - Destination</a:t>
            </a:r>
            <a:endParaRPr sz="3200" u="sng"/>
          </a:p>
        </p:txBody>
      </p:sp>
      <p:sp>
        <p:nvSpPr>
          <p:cNvPr id="9218" name="Google Shape;9218;p102"/>
          <p:cNvSpPr txBox="1"/>
          <p:nvPr/>
        </p:nvSpPr>
        <p:spPr>
          <a:xfrm>
            <a:off x="2311400" y="5067300"/>
            <a:ext cx="7924800" cy="1200150"/>
          </a:xfrm>
          <a:prstGeom prst="rect">
            <a:avLst/>
          </a:prstGeom>
          <a:solidFill>
            <a:srgbClr val="00FFCC"/>
          </a:solidFill>
          <a:ln cap="flat" cmpd="sng" w="571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Your friend calls you and tells you he got all 3 boxes and he is having another friend named FARIS reassemble the bicycle.  </a:t>
            </a:r>
            <a:endParaRPr/>
          </a:p>
        </p:txBody>
      </p:sp>
      <p:graphicFrame>
        <p:nvGraphicFramePr>
          <p:cNvPr id="9219" name="Google Shape;9219;p102"/>
          <p:cNvGraphicFramePr/>
          <p:nvPr/>
        </p:nvGraphicFramePr>
        <p:xfrm>
          <a:off x="4800601" y="1600200"/>
          <a:ext cx="2943225" cy="2973388"/>
        </p:xfrm>
        <a:graphic>
          <a:graphicData uri="http://schemas.openxmlformats.org/presentationml/2006/ole">
            <mc:AlternateContent>
              <mc:Choice Requires="v">
                <p:oleObj r:id="rId4" imgH="2973388" imgW="2943225" progId="" spid="_x0000_s1">
                  <p:embed/>
                </p:oleObj>
              </mc:Choice>
              <mc:Fallback>
                <p:oleObj r:id="rId5" imgH="2973388" imgW="2943225" progId="">
                  <p:embed/>
                  <p:pic>
                    <p:nvPicPr>
                      <p:cNvPr id="9219" name="Google Shape;9219;p102"/>
                      <p:cNvPicPr preferRelativeResize="0"/>
                      <p:nvPr/>
                    </p:nvPicPr>
                    <p:blipFill rotWithShape="1">
                      <a:blip r:embed="rId6">
                        <a:alphaModFix/>
                      </a:blip>
                      <a:srcRect b="0" l="0" r="0" t="0"/>
                      <a:stretch/>
                    </p:blipFill>
                    <p:spPr>
                      <a:xfrm>
                        <a:off x="4800601" y="1600200"/>
                        <a:ext cx="2943225" cy="2973388"/>
                      </a:xfrm>
                      <a:prstGeom prst="rect">
                        <a:avLst/>
                      </a:prstGeom>
                      <a:noFill/>
                      <a:ln>
                        <a:noFill/>
                      </a:ln>
                    </p:spPr>
                  </p:pic>
                </p:oleObj>
              </mc:Fallback>
            </mc:AlternateContent>
          </a:graphicData>
        </a:graphic>
      </p:graphicFrame>
      <p:pic>
        <p:nvPicPr>
          <p:cNvPr descr="underline_base" id="9220" name="Google Shape;9220;p102"/>
          <p:cNvPicPr preferRelativeResize="0"/>
          <p:nvPr/>
        </p:nvPicPr>
        <p:blipFill rotWithShape="1">
          <a:blip r:embed="rId7">
            <a:alphaModFix/>
          </a:blip>
          <a:srcRect b="0" l="0" r="0" t="0"/>
          <a:stretch/>
        </p:blipFill>
        <p:spPr>
          <a:xfrm>
            <a:off x="1728788" y="968375"/>
            <a:ext cx="8343900" cy="173038"/>
          </a:xfrm>
          <a:prstGeom prst="rect">
            <a:avLst/>
          </a:prstGeom>
          <a:noFill/>
          <a:ln>
            <a:noFill/>
          </a:ln>
        </p:spPr>
      </p:pic>
      <p:sp>
        <p:nvSpPr>
          <p:cNvPr id="9221" name="Google Shape;9221;p102"/>
          <p:cNvSpPr txBox="1"/>
          <p:nvPr>
            <p:ph idx="11" type="ftr"/>
          </p:nvPr>
        </p:nvSpPr>
        <p:spPr>
          <a:xfrm>
            <a:off x="5576888" y="6467475"/>
            <a:ext cx="2895600" cy="28733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chemeClr val="dk1"/>
                </a:solidFill>
                <a:latin typeface="Tahoma"/>
                <a:ea typeface="Tahoma"/>
                <a:cs typeface="Tahoma"/>
                <a:sym typeface="Tahoma"/>
              </a:rPr>
              <a:t>Introduction</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5" name="Shape 9225"/>
        <p:cNvGrpSpPr/>
        <p:nvPr/>
      </p:nvGrpSpPr>
      <p:grpSpPr>
        <a:xfrm>
          <a:off x="0" y="0"/>
          <a:ext cx="0" cy="0"/>
          <a:chOff x="0" y="0"/>
          <a:chExt cx="0" cy="0"/>
        </a:xfrm>
      </p:grpSpPr>
      <p:sp>
        <p:nvSpPr>
          <p:cNvPr id="9226" name="Google Shape;9226;p103"/>
          <p:cNvSpPr txBox="1"/>
          <p:nvPr>
            <p:ph type="title"/>
          </p:nvPr>
        </p:nvSpPr>
        <p:spPr>
          <a:xfrm>
            <a:off x="1917701" y="0"/>
            <a:ext cx="8196263" cy="1143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A3"/>
              </a:buClr>
              <a:buSzPts val="3200"/>
              <a:buFont typeface="Calibri"/>
              <a:buNone/>
            </a:pPr>
            <a:r>
              <a:rPr lang="en-US" sz="3200"/>
              <a:t>Session &amp; Presentation Layer - Destination</a:t>
            </a:r>
            <a:endParaRPr sz="3200" u="sng"/>
          </a:p>
        </p:txBody>
      </p:sp>
      <p:sp>
        <p:nvSpPr>
          <p:cNvPr id="9227" name="Google Shape;9227;p103"/>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b="1" sz="1200">
              <a:solidFill>
                <a:schemeClr val="dk2"/>
              </a:solidFill>
              <a:latin typeface="Arial"/>
              <a:ea typeface="Arial"/>
              <a:cs typeface="Arial"/>
              <a:sym typeface="Arial"/>
            </a:endParaRPr>
          </a:p>
        </p:txBody>
      </p:sp>
      <p:sp>
        <p:nvSpPr>
          <p:cNvPr id="9228" name="Google Shape;9228;p103"/>
          <p:cNvSpPr txBox="1"/>
          <p:nvPr/>
        </p:nvSpPr>
        <p:spPr>
          <a:xfrm>
            <a:off x="1981200" y="4800600"/>
            <a:ext cx="3581400" cy="1384300"/>
          </a:xfrm>
          <a:prstGeom prst="rect">
            <a:avLst/>
          </a:prstGeom>
          <a:solidFill>
            <a:srgbClr val="00FFCC"/>
          </a:solidFill>
          <a:ln cap="flat" cmpd="sng" w="571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SESSION:</a:t>
            </a:r>
            <a:endParaRPr/>
          </a:p>
          <a:p>
            <a:pPr indent="0" lvl="0" marL="0" marR="0" rtl="0" algn="l">
              <a:lnSpc>
                <a:spcPct val="100000"/>
              </a:lnSpc>
              <a:spcBef>
                <a:spcPts val="0"/>
              </a:spcBef>
              <a:spcAft>
                <a:spcPts val="0"/>
              </a:spcAft>
              <a:buClr>
                <a:schemeClr val="dk1"/>
              </a:buClr>
              <a:buSzPts val="2000"/>
              <a:buFont typeface="Noto Sans Symbols"/>
              <a:buNone/>
            </a:pPr>
            <a:r>
              <a:rPr b="1" lang="en-US" sz="2000">
                <a:solidFill>
                  <a:schemeClr val="dk1"/>
                </a:solidFill>
                <a:latin typeface="Arial"/>
                <a:ea typeface="Arial"/>
                <a:cs typeface="Arial"/>
                <a:sym typeface="Arial"/>
              </a:rPr>
              <a:t>Your friend hangs up because he is done talking to you.  </a:t>
            </a:r>
            <a:endParaRPr/>
          </a:p>
        </p:txBody>
      </p:sp>
      <p:graphicFrame>
        <p:nvGraphicFramePr>
          <p:cNvPr id="9229" name="Google Shape;9229;p103"/>
          <p:cNvGraphicFramePr/>
          <p:nvPr/>
        </p:nvGraphicFramePr>
        <p:xfrm>
          <a:off x="2743200" y="1752600"/>
          <a:ext cx="1771650" cy="2736850"/>
        </p:xfrm>
        <a:graphic>
          <a:graphicData uri="http://schemas.openxmlformats.org/presentationml/2006/ole">
            <mc:AlternateContent>
              <mc:Choice Requires="v">
                <p:oleObj r:id="rId4" imgH="2736850" imgW="1771650" progId="" spid="_x0000_s1">
                  <p:embed/>
                </p:oleObj>
              </mc:Choice>
              <mc:Fallback>
                <p:oleObj r:id="rId5" imgH="2736850" imgW="1771650" progId="">
                  <p:embed/>
                  <p:pic>
                    <p:nvPicPr>
                      <p:cNvPr id="9229" name="Google Shape;9229;p103"/>
                      <p:cNvPicPr preferRelativeResize="0"/>
                      <p:nvPr/>
                    </p:nvPicPr>
                    <p:blipFill rotWithShape="1">
                      <a:blip r:embed="rId6">
                        <a:alphaModFix/>
                      </a:blip>
                      <a:srcRect b="0" l="0" r="0" t="0"/>
                      <a:stretch/>
                    </p:blipFill>
                    <p:spPr>
                      <a:xfrm>
                        <a:off x="2743200" y="1752600"/>
                        <a:ext cx="1771650" cy="2736850"/>
                      </a:xfrm>
                      <a:prstGeom prst="rect">
                        <a:avLst/>
                      </a:prstGeom>
                      <a:noFill/>
                      <a:ln>
                        <a:noFill/>
                      </a:ln>
                    </p:spPr>
                  </p:pic>
                </p:oleObj>
              </mc:Fallback>
            </mc:AlternateContent>
          </a:graphicData>
        </a:graphic>
      </p:graphicFrame>
      <p:graphicFrame>
        <p:nvGraphicFramePr>
          <p:cNvPr id="9230" name="Google Shape;9230;p103"/>
          <p:cNvGraphicFramePr/>
          <p:nvPr/>
        </p:nvGraphicFramePr>
        <p:xfrm>
          <a:off x="7081838" y="1524000"/>
          <a:ext cx="1827212" cy="2057400"/>
        </p:xfrm>
        <a:graphic>
          <a:graphicData uri="http://schemas.openxmlformats.org/presentationml/2006/ole">
            <mc:AlternateContent>
              <mc:Choice Requires="v">
                <p:oleObj r:id="rId7" imgH="2057400" imgW="1827212" progId="" spid="_x0000_s2">
                  <p:embed/>
                </p:oleObj>
              </mc:Choice>
              <mc:Fallback>
                <p:oleObj r:id="rId8" imgH="2057400" imgW="1827212" progId="">
                  <p:embed/>
                  <p:pic>
                    <p:nvPicPr>
                      <p:cNvPr id="9230" name="Google Shape;9230;p103"/>
                      <p:cNvPicPr preferRelativeResize="0"/>
                      <p:nvPr/>
                    </p:nvPicPr>
                    <p:blipFill rotWithShape="1">
                      <a:blip r:embed="rId9">
                        <a:alphaModFix/>
                      </a:blip>
                      <a:srcRect b="0" l="0" r="0" t="0"/>
                      <a:stretch/>
                    </p:blipFill>
                    <p:spPr>
                      <a:xfrm>
                        <a:off x="7081838" y="1524000"/>
                        <a:ext cx="1827212" cy="2057400"/>
                      </a:xfrm>
                      <a:prstGeom prst="rect">
                        <a:avLst/>
                      </a:prstGeom>
                      <a:noFill/>
                      <a:ln>
                        <a:noFill/>
                      </a:ln>
                    </p:spPr>
                  </p:pic>
                </p:oleObj>
              </mc:Fallback>
            </mc:AlternateContent>
          </a:graphicData>
        </a:graphic>
      </p:graphicFrame>
      <p:sp>
        <p:nvSpPr>
          <p:cNvPr id="9231" name="Google Shape;9231;p103"/>
          <p:cNvSpPr txBox="1"/>
          <p:nvPr/>
        </p:nvSpPr>
        <p:spPr>
          <a:xfrm>
            <a:off x="6015038" y="4165600"/>
            <a:ext cx="3962400" cy="2000250"/>
          </a:xfrm>
          <a:prstGeom prst="rect">
            <a:avLst/>
          </a:prstGeom>
          <a:solidFill>
            <a:srgbClr val="00FFCC"/>
          </a:solidFill>
          <a:ln cap="flat" cmpd="sng" w="571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PRESENTATION:</a:t>
            </a:r>
            <a:endParaRPr/>
          </a:p>
          <a:p>
            <a:pPr indent="0" lvl="0" marL="0" marR="0" rtl="0" algn="l">
              <a:lnSpc>
                <a:spcPct val="100000"/>
              </a:lnSpc>
              <a:spcBef>
                <a:spcPts val="0"/>
              </a:spcBef>
              <a:spcAft>
                <a:spcPts val="0"/>
              </a:spcAft>
              <a:buClr>
                <a:schemeClr val="dk1"/>
              </a:buClr>
              <a:buSzPts val="2000"/>
              <a:buFont typeface="Noto Sans Symbols"/>
              <a:buNone/>
            </a:pPr>
            <a:r>
              <a:rPr b="1" lang="en-US" sz="2000">
                <a:solidFill>
                  <a:schemeClr val="dk1"/>
                </a:solidFill>
                <a:latin typeface="Arial"/>
                <a:ea typeface="Arial"/>
                <a:cs typeface="Arial"/>
                <a:sym typeface="Arial"/>
              </a:rPr>
              <a:t>FARIS is finished and “presents” the bicycle to your friend.  Another way to say it is that your friend is finally getting his “present”.  </a:t>
            </a:r>
            <a:endParaRPr/>
          </a:p>
        </p:txBody>
      </p:sp>
      <p:pic>
        <p:nvPicPr>
          <p:cNvPr descr="underline_base" id="9232" name="Google Shape;9232;p103"/>
          <p:cNvPicPr preferRelativeResize="0"/>
          <p:nvPr/>
        </p:nvPicPr>
        <p:blipFill rotWithShape="1">
          <a:blip r:embed="rId10">
            <a:alphaModFix/>
          </a:blip>
          <a:srcRect b="0" l="0" r="0" t="0"/>
          <a:stretch/>
        </p:blipFill>
        <p:spPr>
          <a:xfrm>
            <a:off x="1851025" y="927100"/>
            <a:ext cx="8345488" cy="173038"/>
          </a:xfrm>
          <a:prstGeom prst="rect">
            <a:avLst/>
          </a:prstGeom>
          <a:noFill/>
          <a:ln>
            <a:noFill/>
          </a:ln>
        </p:spPr>
      </p:pic>
      <p:sp>
        <p:nvSpPr>
          <p:cNvPr id="9233" name="Google Shape;9233;p103"/>
          <p:cNvSpPr txBox="1"/>
          <p:nvPr>
            <p:ph idx="11" type="ftr"/>
          </p:nvPr>
        </p:nvSpPr>
        <p:spPr>
          <a:xfrm>
            <a:off x="5576888" y="6467475"/>
            <a:ext cx="2895600" cy="28733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chemeClr val="dk1"/>
                </a:solidFill>
                <a:latin typeface="Tahoma"/>
                <a:ea typeface="Tahoma"/>
                <a:cs typeface="Tahoma"/>
                <a:sym typeface="Tahoma"/>
              </a:rPr>
              <a:t>Introduction</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7" name="Shape 9237"/>
        <p:cNvGrpSpPr/>
        <p:nvPr/>
      </p:nvGrpSpPr>
      <p:grpSpPr>
        <a:xfrm>
          <a:off x="0" y="0"/>
          <a:ext cx="0" cy="0"/>
          <a:chOff x="0" y="0"/>
          <a:chExt cx="0" cy="0"/>
        </a:xfrm>
      </p:grpSpPr>
      <p:sp>
        <p:nvSpPr>
          <p:cNvPr id="9238" name="Google Shape;9238;p104"/>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b="1" sz="1200">
              <a:solidFill>
                <a:schemeClr val="dk2"/>
              </a:solidFill>
              <a:latin typeface="Arial"/>
              <a:ea typeface="Arial"/>
              <a:cs typeface="Arial"/>
              <a:sym typeface="Arial"/>
            </a:endParaRPr>
          </a:p>
        </p:txBody>
      </p:sp>
      <p:sp>
        <p:nvSpPr>
          <p:cNvPr id="9239" name="Google Shape;9239;p104"/>
          <p:cNvSpPr txBox="1"/>
          <p:nvPr>
            <p:ph type="title"/>
          </p:nvPr>
        </p:nvSpPr>
        <p:spPr>
          <a:xfrm>
            <a:off x="1550988" y="69850"/>
            <a:ext cx="9034462" cy="1066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3200"/>
              <a:buFont typeface="Calibri"/>
              <a:buNone/>
            </a:pPr>
            <a:r>
              <a:rPr lang="en-US" sz="3200"/>
              <a:t>OSI Model Analogy : Application Layer - Destination</a:t>
            </a:r>
            <a:endParaRPr sz="3200" u="sng"/>
          </a:p>
        </p:txBody>
      </p:sp>
      <p:sp>
        <p:nvSpPr>
          <p:cNvPr id="9240" name="Google Shape;9240;p104"/>
          <p:cNvSpPr txBox="1"/>
          <p:nvPr/>
        </p:nvSpPr>
        <p:spPr>
          <a:xfrm>
            <a:off x="2311400" y="5221288"/>
            <a:ext cx="7924800" cy="461962"/>
          </a:xfrm>
          <a:prstGeom prst="rect">
            <a:avLst/>
          </a:prstGeom>
          <a:solidFill>
            <a:srgbClr val="00FFCC"/>
          </a:solidFill>
          <a:ln cap="flat" cmpd="sng" w="5715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lang="en-US" sz="2400">
                <a:solidFill>
                  <a:schemeClr val="dk1"/>
                </a:solidFill>
                <a:latin typeface="Arial"/>
                <a:ea typeface="Arial"/>
                <a:cs typeface="Arial"/>
                <a:sym typeface="Arial"/>
              </a:rPr>
              <a:t>Your friend enjoys riding his new bicycle in UTM.</a:t>
            </a:r>
            <a:endParaRPr/>
          </a:p>
        </p:txBody>
      </p:sp>
      <p:graphicFrame>
        <p:nvGraphicFramePr>
          <p:cNvPr id="9241" name="Google Shape;9241;p104"/>
          <p:cNvGraphicFramePr/>
          <p:nvPr/>
        </p:nvGraphicFramePr>
        <p:xfrm>
          <a:off x="3810000" y="1600200"/>
          <a:ext cx="4857750" cy="3219450"/>
        </p:xfrm>
        <a:graphic>
          <a:graphicData uri="http://schemas.openxmlformats.org/presentationml/2006/ole">
            <mc:AlternateContent>
              <mc:Choice Requires="v">
                <p:oleObj r:id="rId4" imgH="3219450" imgW="4857750" progId="" spid="_x0000_s1">
                  <p:embed/>
                </p:oleObj>
              </mc:Choice>
              <mc:Fallback>
                <p:oleObj r:id="rId5" imgH="3219450" imgW="4857750" progId="">
                  <p:embed/>
                  <p:pic>
                    <p:nvPicPr>
                      <p:cNvPr id="9241" name="Google Shape;9241;p104"/>
                      <p:cNvPicPr preferRelativeResize="0"/>
                      <p:nvPr/>
                    </p:nvPicPr>
                    <p:blipFill rotWithShape="1">
                      <a:blip r:embed="rId6">
                        <a:alphaModFix/>
                      </a:blip>
                      <a:srcRect b="0" l="0" r="0" t="0"/>
                      <a:stretch/>
                    </p:blipFill>
                    <p:spPr>
                      <a:xfrm>
                        <a:off x="3810000" y="1600200"/>
                        <a:ext cx="4857750" cy="3219450"/>
                      </a:xfrm>
                      <a:prstGeom prst="rect">
                        <a:avLst/>
                      </a:prstGeom>
                      <a:noFill/>
                      <a:ln>
                        <a:noFill/>
                      </a:ln>
                    </p:spPr>
                  </p:pic>
                </p:oleObj>
              </mc:Fallback>
            </mc:AlternateContent>
          </a:graphicData>
        </a:graphic>
      </p:graphicFrame>
      <p:pic>
        <p:nvPicPr>
          <p:cNvPr descr="underline_base" id="9242" name="Google Shape;9242;p104"/>
          <p:cNvPicPr preferRelativeResize="0"/>
          <p:nvPr/>
        </p:nvPicPr>
        <p:blipFill rotWithShape="1">
          <a:blip r:embed="rId7">
            <a:alphaModFix/>
          </a:blip>
          <a:srcRect b="0" l="0" r="0" t="0"/>
          <a:stretch/>
        </p:blipFill>
        <p:spPr>
          <a:xfrm>
            <a:off x="1728788" y="968375"/>
            <a:ext cx="8343900" cy="173038"/>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7" name="Shape 9247"/>
        <p:cNvGrpSpPr/>
        <p:nvPr/>
      </p:nvGrpSpPr>
      <p:grpSpPr>
        <a:xfrm>
          <a:off x="0" y="0"/>
          <a:ext cx="0" cy="0"/>
          <a:chOff x="0" y="0"/>
          <a:chExt cx="0" cy="0"/>
        </a:xfrm>
      </p:grpSpPr>
      <p:sp>
        <p:nvSpPr>
          <p:cNvPr id="9248" name="Google Shape;9248;p105"/>
          <p:cNvSpPr txBox="1"/>
          <p:nvPr>
            <p:ph idx="11" type="ftr"/>
          </p:nvPr>
        </p:nvSpPr>
        <p:spPr>
          <a:xfrm>
            <a:off x="5576888" y="6467475"/>
            <a:ext cx="2895600" cy="28733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200">
                <a:solidFill>
                  <a:schemeClr val="dk1"/>
                </a:solidFill>
                <a:latin typeface="Tahoma"/>
                <a:ea typeface="Tahoma"/>
                <a:cs typeface="Tahoma"/>
                <a:sym typeface="Tahoma"/>
              </a:rPr>
              <a:t>Introduction</a:t>
            </a:r>
            <a:endParaRPr/>
          </a:p>
        </p:txBody>
      </p:sp>
      <p:sp>
        <p:nvSpPr>
          <p:cNvPr id="9249" name="Google Shape;9249;p105"/>
          <p:cNvSpPr txBox="1"/>
          <p:nvPr>
            <p:ph idx="12" type="sldNum"/>
          </p:nvPr>
        </p:nvSpPr>
        <p:spPr>
          <a:xfrm>
            <a:off x="8324850" y="6462713"/>
            <a:ext cx="676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http://markun.cs.shinshu-u.ac.jp/learn/osi/e_zua-6-1.gif" id="9250" name="Google Shape;9250;p105"/>
          <p:cNvPicPr preferRelativeResize="0"/>
          <p:nvPr/>
        </p:nvPicPr>
        <p:blipFill rotWithShape="1">
          <a:blip r:embed="rId3">
            <a:alphaModFix/>
          </a:blip>
          <a:srcRect b="0" l="0" r="0" t="0"/>
          <a:stretch/>
        </p:blipFill>
        <p:spPr>
          <a:xfrm>
            <a:off x="1985964" y="2565400"/>
            <a:ext cx="5507037" cy="3517900"/>
          </a:xfrm>
          <a:prstGeom prst="rect">
            <a:avLst/>
          </a:prstGeom>
          <a:noFill/>
          <a:ln>
            <a:noFill/>
          </a:ln>
        </p:spPr>
      </p:pic>
      <p:pic>
        <p:nvPicPr>
          <p:cNvPr descr="http://electronicdesign.com/site-files/electronicdesign.com/files/uploads/2013/09/0913_WTD_osi_F2.gif" id="9251" name="Google Shape;9251;p105"/>
          <p:cNvPicPr preferRelativeResize="0"/>
          <p:nvPr/>
        </p:nvPicPr>
        <p:blipFill rotWithShape="1">
          <a:blip r:embed="rId4">
            <a:alphaModFix/>
          </a:blip>
          <a:srcRect b="3769" l="48306" r="18462" t="0"/>
          <a:stretch/>
        </p:blipFill>
        <p:spPr>
          <a:xfrm>
            <a:off x="8034339" y="2852738"/>
            <a:ext cx="1882775" cy="2811462"/>
          </a:xfrm>
          <a:prstGeom prst="rect">
            <a:avLst/>
          </a:prstGeom>
          <a:noFill/>
          <a:ln>
            <a:noFill/>
          </a:ln>
        </p:spPr>
      </p:pic>
      <p:pic>
        <p:nvPicPr>
          <p:cNvPr descr="underline_base" id="9252" name="Google Shape;9252;p105"/>
          <p:cNvPicPr preferRelativeResize="0"/>
          <p:nvPr/>
        </p:nvPicPr>
        <p:blipFill rotWithShape="1">
          <a:blip r:embed="rId5">
            <a:alphaModFix/>
          </a:blip>
          <a:srcRect b="0" l="0" r="0" t="0"/>
          <a:stretch/>
        </p:blipFill>
        <p:spPr>
          <a:xfrm>
            <a:off x="2081213" y="955675"/>
            <a:ext cx="5484812" cy="173038"/>
          </a:xfrm>
          <a:prstGeom prst="rect">
            <a:avLst/>
          </a:prstGeom>
          <a:noFill/>
          <a:ln>
            <a:noFill/>
          </a:ln>
        </p:spPr>
      </p:pic>
      <p:sp>
        <p:nvSpPr>
          <p:cNvPr id="9253" name="Google Shape;9253;p105"/>
          <p:cNvSpPr txBox="1"/>
          <p:nvPr>
            <p:ph idx="4294967295" type="title"/>
          </p:nvPr>
        </p:nvSpPr>
        <p:spPr>
          <a:xfrm>
            <a:off x="1985964" y="128588"/>
            <a:ext cx="8340725" cy="1028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Calibri"/>
              <a:buNone/>
            </a:pPr>
            <a:r>
              <a:rPr lang="en-US"/>
              <a:t>Internet protocol stack (TCP/IP)  </a:t>
            </a:r>
            <a:endParaRPr/>
          </a:p>
        </p:txBody>
      </p:sp>
      <p:sp>
        <p:nvSpPr>
          <p:cNvPr id="9254" name="Google Shape;9254;p105"/>
          <p:cNvSpPr/>
          <p:nvPr/>
        </p:nvSpPr>
        <p:spPr>
          <a:xfrm>
            <a:off x="2109789" y="1266826"/>
            <a:ext cx="7958137" cy="10779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lang="en-US" sz="1600">
                <a:solidFill>
                  <a:schemeClr val="dk1"/>
                </a:solidFill>
                <a:latin typeface="Arial"/>
                <a:ea typeface="Arial"/>
                <a:cs typeface="Arial"/>
                <a:sym typeface="Arial"/>
              </a:rPr>
              <a:t>TCP/IP was developed by Advanced Research Projects Agency (ARPA) to build a nationwide packet data network in 1960s. It was first used in UNIX-based computers in universities and government installations. Today, it is the main protocol used in all Internet operations.</a:t>
            </a:r>
            <a:endParaRPr sz="1600">
              <a:solidFill>
                <a:schemeClr val="dk1"/>
              </a:solidFill>
              <a:latin typeface="Arial"/>
              <a:ea typeface="Arial"/>
              <a:cs typeface="Arial"/>
              <a:sym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9" name="Shape 9259"/>
        <p:cNvGrpSpPr/>
        <p:nvPr/>
      </p:nvGrpSpPr>
      <p:grpSpPr>
        <a:xfrm>
          <a:off x="0" y="0"/>
          <a:ext cx="0" cy="0"/>
          <a:chOff x="0" y="0"/>
          <a:chExt cx="0" cy="0"/>
        </a:xfrm>
      </p:grpSpPr>
      <p:sp>
        <p:nvSpPr>
          <p:cNvPr id="9260" name="Google Shape;9260;p106"/>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protocol </a:t>
            </a:r>
            <a:r>
              <a:rPr lang="en-US"/>
              <a:t>s</a:t>
            </a:r>
            <a:r>
              <a:rPr lang="en-US" sz="4400"/>
              <a:t>tack</a:t>
            </a:r>
            <a:r>
              <a:rPr lang="en-US"/>
              <a:t> (TCP/IP)</a:t>
            </a:r>
            <a:endParaRPr sz="4400"/>
          </a:p>
        </p:txBody>
      </p:sp>
      <p:sp>
        <p:nvSpPr>
          <p:cNvPr id="9261" name="Google Shape;9261;p10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262" name="Google Shape;9262;p106"/>
          <p:cNvSpPr txBox="1"/>
          <p:nvPr/>
        </p:nvSpPr>
        <p:spPr>
          <a:xfrm>
            <a:off x="979383" y="1472008"/>
            <a:ext cx="7368749" cy="4922704"/>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80000"/>
              </a:lnSpc>
              <a:spcBef>
                <a:spcPts val="0"/>
              </a:spcBef>
              <a:spcAft>
                <a:spcPts val="0"/>
              </a:spcAft>
              <a:buClr>
                <a:srgbClr val="0000A3"/>
              </a:buClr>
              <a:buSzPts val="3200"/>
              <a:buFont typeface="Noto Sans Symbols"/>
              <a:buChar char="▪"/>
            </a:pPr>
            <a:r>
              <a:rPr i="1" lang="en-US" sz="3200">
                <a:solidFill>
                  <a:srgbClr val="CC0000"/>
                </a:solidFill>
                <a:latin typeface="Calibri"/>
                <a:ea typeface="Calibri"/>
                <a:cs typeface="Calibri"/>
                <a:sym typeface="Calibri"/>
              </a:rPr>
              <a:t>application:</a:t>
            </a:r>
            <a:r>
              <a:rPr lang="en-US" sz="32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supporting network applications</a:t>
            </a:r>
            <a:endParaRPr/>
          </a:p>
          <a:p>
            <a:pPr indent="-225425" lvl="1" marL="682625" marR="0" rtl="0" algn="l">
              <a:lnSpc>
                <a:spcPct val="8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IMAP, SMTP, HTTP</a:t>
            </a:r>
            <a:endParaRPr/>
          </a:p>
          <a:p>
            <a:pPr indent="-287338" lvl="0" marL="287338" marR="0" rtl="0" algn="l">
              <a:lnSpc>
                <a:spcPct val="80000"/>
              </a:lnSpc>
              <a:spcBef>
                <a:spcPts val="1000"/>
              </a:spcBef>
              <a:spcAft>
                <a:spcPts val="0"/>
              </a:spcAft>
              <a:buClr>
                <a:srgbClr val="0000A3"/>
              </a:buClr>
              <a:buSzPts val="3200"/>
              <a:buFont typeface="Noto Sans Symbols"/>
              <a:buChar char="▪"/>
            </a:pPr>
            <a:r>
              <a:rPr i="1" lang="en-US" sz="3200">
                <a:solidFill>
                  <a:srgbClr val="CC0000"/>
                </a:solidFill>
                <a:latin typeface="Calibri"/>
                <a:ea typeface="Calibri"/>
                <a:cs typeface="Calibri"/>
                <a:sym typeface="Calibri"/>
              </a:rPr>
              <a:t>transport:</a:t>
            </a:r>
            <a:r>
              <a:rPr lang="en-US" sz="32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process-process data transfer</a:t>
            </a:r>
            <a:endParaRPr/>
          </a:p>
          <a:p>
            <a:pPr indent="-225425" lvl="1" marL="682625" marR="0" rtl="0" algn="l">
              <a:lnSpc>
                <a:spcPct val="8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TCP, UDP</a:t>
            </a:r>
            <a:endParaRPr/>
          </a:p>
          <a:p>
            <a:pPr indent="-287338" lvl="0" marL="287338" marR="0" rtl="0" algn="l">
              <a:lnSpc>
                <a:spcPct val="80000"/>
              </a:lnSpc>
              <a:spcBef>
                <a:spcPts val="1000"/>
              </a:spcBef>
              <a:spcAft>
                <a:spcPts val="0"/>
              </a:spcAft>
              <a:buClr>
                <a:srgbClr val="0000A3"/>
              </a:buClr>
              <a:buSzPts val="3200"/>
              <a:buFont typeface="Noto Sans Symbols"/>
              <a:buChar char="▪"/>
            </a:pPr>
            <a:r>
              <a:rPr i="1" lang="en-US" sz="3200">
                <a:solidFill>
                  <a:srgbClr val="CC0000"/>
                </a:solidFill>
                <a:latin typeface="Calibri"/>
                <a:ea typeface="Calibri"/>
                <a:cs typeface="Calibri"/>
                <a:sym typeface="Calibri"/>
              </a:rPr>
              <a:t>network:</a:t>
            </a:r>
            <a:r>
              <a:rPr lang="en-US" sz="32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routing of datagrams from source to destination</a:t>
            </a:r>
            <a:endParaRPr/>
          </a:p>
          <a:p>
            <a:pPr indent="-225425" lvl="1" marL="682625" marR="0" rtl="0" algn="l">
              <a:lnSpc>
                <a:spcPct val="8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IP, routing protocols</a:t>
            </a:r>
            <a:endParaRPr/>
          </a:p>
          <a:p>
            <a:pPr indent="-287338" lvl="0" marL="287338" marR="0" rtl="0" algn="l">
              <a:lnSpc>
                <a:spcPct val="80000"/>
              </a:lnSpc>
              <a:spcBef>
                <a:spcPts val="1000"/>
              </a:spcBef>
              <a:spcAft>
                <a:spcPts val="0"/>
              </a:spcAft>
              <a:buClr>
                <a:srgbClr val="0000A3"/>
              </a:buClr>
              <a:buSzPts val="3200"/>
              <a:buFont typeface="Noto Sans Symbols"/>
              <a:buChar char="▪"/>
            </a:pPr>
            <a:r>
              <a:rPr i="1" lang="en-US" sz="3200">
                <a:solidFill>
                  <a:srgbClr val="CC0000"/>
                </a:solidFill>
                <a:latin typeface="Calibri"/>
                <a:ea typeface="Calibri"/>
                <a:cs typeface="Calibri"/>
                <a:sym typeface="Calibri"/>
              </a:rPr>
              <a:t>link:</a:t>
            </a:r>
            <a:r>
              <a:rPr lang="en-US" sz="32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data transfer between neighboring  network elements</a:t>
            </a:r>
            <a:endParaRPr/>
          </a:p>
          <a:p>
            <a:pPr indent="-225425" lvl="1" marL="682625" marR="0" rtl="0" algn="l">
              <a:lnSpc>
                <a:spcPct val="8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Ethernet, 802.11 (WiFi), PPP</a:t>
            </a:r>
            <a:endParaRPr/>
          </a:p>
          <a:p>
            <a:pPr indent="-287338" lvl="0" marL="287338" marR="0" rtl="0" algn="l">
              <a:lnSpc>
                <a:spcPct val="80000"/>
              </a:lnSpc>
              <a:spcBef>
                <a:spcPts val="1000"/>
              </a:spcBef>
              <a:spcAft>
                <a:spcPts val="0"/>
              </a:spcAft>
              <a:buClr>
                <a:srgbClr val="0000A3"/>
              </a:buClr>
              <a:buSzPts val="3200"/>
              <a:buFont typeface="Noto Sans Symbols"/>
              <a:buChar char="▪"/>
            </a:pPr>
            <a:r>
              <a:rPr i="1" lang="en-US" sz="3200">
                <a:solidFill>
                  <a:srgbClr val="CC0000"/>
                </a:solidFill>
                <a:latin typeface="Calibri"/>
                <a:ea typeface="Calibri"/>
                <a:cs typeface="Calibri"/>
                <a:sym typeface="Calibri"/>
              </a:rPr>
              <a:t>physical:</a:t>
            </a:r>
            <a:r>
              <a:rPr lang="en-US" sz="3200">
                <a:solidFill>
                  <a:schemeClr val="dk1"/>
                </a:solidFill>
                <a:latin typeface="Calibri"/>
                <a:ea typeface="Calibri"/>
                <a:cs typeface="Calibri"/>
                <a:sym typeface="Calibri"/>
              </a:rPr>
              <a:t> </a:t>
            </a:r>
            <a:r>
              <a:rPr lang="en-US" sz="2800">
                <a:solidFill>
                  <a:schemeClr val="dk1"/>
                </a:solidFill>
                <a:latin typeface="Calibri"/>
                <a:ea typeface="Calibri"/>
                <a:cs typeface="Calibri"/>
                <a:sym typeface="Calibri"/>
              </a:rPr>
              <a:t>bits “on the wire”</a:t>
            </a:r>
            <a:endParaRPr/>
          </a:p>
        </p:txBody>
      </p:sp>
      <p:grpSp>
        <p:nvGrpSpPr>
          <p:cNvPr id="9263" name="Google Shape;9263;p106"/>
          <p:cNvGrpSpPr/>
          <p:nvPr/>
        </p:nvGrpSpPr>
        <p:grpSpPr>
          <a:xfrm>
            <a:off x="8906934" y="1848710"/>
            <a:ext cx="2016125" cy="3627438"/>
            <a:chOff x="6451600" y="1727200"/>
            <a:chExt cx="2016125" cy="3627438"/>
          </a:xfrm>
        </p:grpSpPr>
        <p:sp>
          <p:nvSpPr>
            <p:cNvPr id="9264" name="Google Shape;9264;p106"/>
            <p:cNvSpPr/>
            <p:nvPr/>
          </p:nvSpPr>
          <p:spPr>
            <a:xfrm>
              <a:off x="6575425" y="1727200"/>
              <a:ext cx="1892300" cy="3530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73571"/>
                </a:lnSpc>
                <a:spcBef>
                  <a:spcPts val="0"/>
                </a:spcBef>
                <a:spcAft>
                  <a:spcPts val="0"/>
                </a:spcAft>
                <a:buNone/>
              </a:pPr>
              <a:r>
                <a:t/>
              </a:r>
              <a:endParaRPr sz="2800">
                <a:solidFill>
                  <a:schemeClr val="dk1"/>
                </a:solidFill>
                <a:latin typeface="Calibri"/>
                <a:ea typeface="Calibri"/>
                <a:cs typeface="Calibri"/>
                <a:sym typeface="Calibri"/>
              </a:endParaRPr>
            </a:p>
          </p:txBody>
        </p:sp>
        <p:sp>
          <p:nvSpPr>
            <p:cNvPr id="9265" name="Google Shape;9265;p106"/>
            <p:cNvSpPr/>
            <p:nvPr/>
          </p:nvSpPr>
          <p:spPr>
            <a:xfrm>
              <a:off x="6457950" y="1824038"/>
              <a:ext cx="1892300" cy="3530600"/>
            </a:xfrm>
            <a:prstGeom prst="rect">
              <a:avLst/>
            </a:prstGeom>
            <a:solidFill>
              <a:schemeClr val="lt1"/>
            </a:soli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73571"/>
                </a:lnSpc>
                <a:spcBef>
                  <a:spcPts val="0"/>
                </a:spcBef>
                <a:spcAft>
                  <a:spcPts val="0"/>
                </a:spcAft>
                <a:buNone/>
              </a:pPr>
              <a:r>
                <a:t/>
              </a:r>
              <a:endParaRPr sz="2800">
                <a:solidFill>
                  <a:schemeClr val="dk1"/>
                </a:solidFill>
                <a:latin typeface="Calibri"/>
                <a:ea typeface="Calibri"/>
                <a:cs typeface="Calibri"/>
                <a:sym typeface="Calibri"/>
              </a:endParaRPr>
            </a:p>
          </p:txBody>
        </p:sp>
        <p:sp>
          <p:nvSpPr>
            <p:cNvPr id="9266" name="Google Shape;9266;p106"/>
            <p:cNvSpPr txBox="1"/>
            <p:nvPr/>
          </p:nvSpPr>
          <p:spPr>
            <a:xfrm>
              <a:off x="6487143" y="1920875"/>
              <a:ext cx="1795813" cy="3328988"/>
            </a:xfrm>
            <a:prstGeom prst="rect">
              <a:avLst/>
            </a:prstGeom>
            <a:noFill/>
            <a:ln>
              <a:noFill/>
            </a:ln>
          </p:spPr>
          <p:txBody>
            <a:bodyPr anchorCtr="0" anchor="t" bIns="45700" lIns="91425" spcFirstLastPara="1" rIns="91425" wrap="square" tIns="45700">
              <a:spAutoFit/>
            </a:bodyPr>
            <a:lstStyle/>
            <a:p>
              <a:pPr indent="0" lvl="0" marL="0" marR="0" rtl="0" algn="ctr">
                <a:lnSpc>
                  <a:spcPct val="98571"/>
                </a:lnSpc>
                <a:spcBef>
                  <a:spcPts val="0"/>
                </a:spcBef>
                <a:spcAft>
                  <a:spcPts val="0"/>
                </a:spcAft>
                <a:buNone/>
              </a:pPr>
              <a:r>
                <a:rPr lang="en-US" sz="2800">
                  <a:solidFill>
                    <a:schemeClr val="dk1"/>
                  </a:solidFill>
                  <a:latin typeface="Calibri"/>
                  <a:ea typeface="Calibri"/>
                  <a:cs typeface="Calibri"/>
                  <a:sym typeface="Calibri"/>
                </a:rPr>
                <a:t>application</a:t>
              </a:r>
              <a:endParaRPr/>
            </a:p>
            <a:p>
              <a:pPr indent="0" lvl="0" marL="0" marR="0" rtl="0" algn="ctr">
                <a:lnSpc>
                  <a:spcPct val="98571"/>
                </a:lnSpc>
                <a:spcBef>
                  <a:spcPts val="0"/>
                </a:spcBef>
                <a:spcAft>
                  <a:spcPts val="0"/>
                </a:spcAft>
                <a:buNone/>
              </a:pPr>
              <a:r>
                <a:t/>
              </a:r>
              <a:endParaRPr sz="2800">
                <a:solidFill>
                  <a:schemeClr val="dk1"/>
                </a:solidFill>
                <a:latin typeface="Calibri"/>
                <a:ea typeface="Calibri"/>
                <a:cs typeface="Calibri"/>
                <a:sym typeface="Calibri"/>
              </a:endParaRPr>
            </a:p>
            <a:p>
              <a:pPr indent="0" lvl="0" marL="0" marR="0" rtl="0" algn="ctr">
                <a:lnSpc>
                  <a:spcPct val="98571"/>
                </a:lnSpc>
                <a:spcBef>
                  <a:spcPts val="0"/>
                </a:spcBef>
                <a:spcAft>
                  <a:spcPts val="0"/>
                </a:spcAft>
                <a:buNone/>
              </a:pPr>
              <a:r>
                <a:rPr lang="en-US" sz="2800">
                  <a:solidFill>
                    <a:schemeClr val="dk1"/>
                  </a:solidFill>
                  <a:latin typeface="Calibri"/>
                  <a:ea typeface="Calibri"/>
                  <a:cs typeface="Calibri"/>
                  <a:sym typeface="Calibri"/>
                </a:rPr>
                <a:t>transport</a:t>
              </a:r>
              <a:endParaRPr/>
            </a:p>
            <a:p>
              <a:pPr indent="0" lvl="0" marL="0" marR="0" rtl="0" algn="ctr">
                <a:lnSpc>
                  <a:spcPct val="98571"/>
                </a:lnSpc>
                <a:spcBef>
                  <a:spcPts val="0"/>
                </a:spcBef>
                <a:spcAft>
                  <a:spcPts val="0"/>
                </a:spcAft>
                <a:buNone/>
              </a:pPr>
              <a:r>
                <a:t/>
              </a:r>
              <a:endParaRPr sz="2800">
                <a:solidFill>
                  <a:schemeClr val="dk1"/>
                </a:solidFill>
                <a:latin typeface="Calibri"/>
                <a:ea typeface="Calibri"/>
                <a:cs typeface="Calibri"/>
                <a:sym typeface="Calibri"/>
              </a:endParaRPr>
            </a:p>
            <a:p>
              <a:pPr indent="0" lvl="0" marL="0" marR="0" rtl="0" algn="ctr">
                <a:lnSpc>
                  <a:spcPct val="98571"/>
                </a:lnSpc>
                <a:spcBef>
                  <a:spcPts val="0"/>
                </a:spcBef>
                <a:spcAft>
                  <a:spcPts val="0"/>
                </a:spcAft>
                <a:buNone/>
              </a:pPr>
              <a:r>
                <a:rPr lang="en-US" sz="2800">
                  <a:solidFill>
                    <a:schemeClr val="dk1"/>
                  </a:solidFill>
                  <a:latin typeface="Calibri"/>
                  <a:ea typeface="Calibri"/>
                  <a:cs typeface="Calibri"/>
                  <a:sym typeface="Calibri"/>
                </a:rPr>
                <a:t>network</a:t>
              </a:r>
              <a:endParaRPr/>
            </a:p>
            <a:p>
              <a:pPr indent="0" lvl="0" marL="0" marR="0" rtl="0" algn="ctr">
                <a:lnSpc>
                  <a:spcPct val="98571"/>
                </a:lnSpc>
                <a:spcBef>
                  <a:spcPts val="0"/>
                </a:spcBef>
                <a:spcAft>
                  <a:spcPts val="0"/>
                </a:spcAft>
                <a:buNone/>
              </a:pPr>
              <a:r>
                <a:t/>
              </a:r>
              <a:endParaRPr sz="2800">
                <a:solidFill>
                  <a:schemeClr val="dk1"/>
                </a:solidFill>
                <a:latin typeface="Calibri"/>
                <a:ea typeface="Calibri"/>
                <a:cs typeface="Calibri"/>
                <a:sym typeface="Calibri"/>
              </a:endParaRPr>
            </a:p>
            <a:p>
              <a:pPr indent="0" lvl="0" marL="0" marR="0" rtl="0" algn="ctr">
                <a:lnSpc>
                  <a:spcPct val="98571"/>
                </a:lnSpc>
                <a:spcBef>
                  <a:spcPts val="0"/>
                </a:spcBef>
                <a:spcAft>
                  <a:spcPts val="0"/>
                </a:spcAft>
                <a:buNone/>
              </a:pPr>
              <a:r>
                <a:rPr lang="en-US" sz="2800">
                  <a:solidFill>
                    <a:schemeClr val="dk1"/>
                  </a:solidFill>
                  <a:latin typeface="Calibri"/>
                  <a:ea typeface="Calibri"/>
                  <a:cs typeface="Calibri"/>
                  <a:sym typeface="Calibri"/>
                </a:rPr>
                <a:t>link</a:t>
              </a:r>
              <a:endParaRPr/>
            </a:p>
            <a:p>
              <a:pPr indent="0" lvl="0" marL="0" marR="0" rtl="0" algn="ctr">
                <a:lnSpc>
                  <a:spcPct val="98571"/>
                </a:lnSpc>
                <a:spcBef>
                  <a:spcPts val="0"/>
                </a:spcBef>
                <a:spcAft>
                  <a:spcPts val="0"/>
                </a:spcAft>
                <a:buNone/>
              </a:pPr>
              <a:r>
                <a:t/>
              </a:r>
              <a:endParaRPr sz="2800">
                <a:solidFill>
                  <a:schemeClr val="dk1"/>
                </a:solidFill>
                <a:latin typeface="Calibri"/>
                <a:ea typeface="Calibri"/>
                <a:cs typeface="Calibri"/>
                <a:sym typeface="Calibri"/>
              </a:endParaRPr>
            </a:p>
            <a:p>
              <a:pPr indent="0" lvl="0" marL="0" marR="0" rtl="0" algn="ctr">
                <a:lnSpc>
                  <a:spcPct val="98571"/>
                </a:lnSpc>
                <a:spcBef>
                  <a:spcPts val="0"/>
                </a:spcBef>
                <a:spcAft>
                  <a:spcPts val="0"/>
                </a:spcAft>
                <a:buNone/>
              </a:pPr>
              <a:r>
                <a:rPr lang="en-US" sz="2800">
                  <a:solidFill>
                    <a:schemeClr val="dk1"/>
                  </a:solidFill>
                  <a:latin typeface="Calibri"/>
                  <a:ea typeface="Calibri"/>
                  <a:cs typeface="Calibri"/>
                  <a:sym typeface="Calibri"/>
                </a:rPr>
                <a:t>physical</a:t>
              </a:r>
              <a:endParaRPr/>
            </a:p>
          </p:txBody>
        </p:sp>
        <p:cxnSp>
          <p:nvCxnSpPr>
            <p:cNvPr id="9267" name="Google Shape;9267;p106"/>
            <p:cNvCxnSpPr/>
            <p:nvPr/>
          </p:nvCxnSpPr>
          <p:spPr>
            <a:xfrm>
              <a:off x="6451600" y="2516188"/>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9268" name="Google Shape;9268;p106"/>
            <p:cNvCxnSpPr/>
            <p:nvPr/>
          </p:nvCxnSpPr>
          <p:spPr>
            <a:xfrm>
              <a:off x="6451600" y="3221038"/>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9269" name="Google Shape;9269;p106"/>
            <p:cNvCxnSpPr/>
            <p:nvPr/>
          </p:nvCxnSpPr>
          <p:spPr>
            <a:xfrm>
              <a:off x="6451600" y="3932238"/>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9270" name="Google Shape;9270;p106"/>
            <p:cNvCxnSpPr/>
            <p:nvPr/>
          </p:nvCxnSpPr>
          <p:spPr>
            <a:xfrm>
              <a:off x="6451600" y="4643438"/>
              <a:ext cx="1885950" cy="0"/>
            </a:xfrm>
            <a:prstGeom prst="straightConnector1">
              <a:avLst/>
            </a:prstGeom>
            <a:noFill/>
            <a:ln cap="flat" cmpd="sng" w="38100">
              <a:solidFill>
                <a:schemeClr val="dk1"/>
              </a:solidFill>
              <a:prstDash val="solid"/>
              <a:round/>
              <a:headEnd len="med" w="med" type="none"/>
              <a:tailEnd len="med" w="med" type="none"/>
            </a:ln>
          </p:spPr>
        </p:cxnSp>
      </p:gr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5" name="Shape 9275"/>
        <p:cNvGrpSpPr/>
        <p:nvPr/>
      </p:nvGrpSpPr>
      <p:grpSpPr>
        <a:xfrm>
          <a:off x="0" y="0"/>
          <a:ext cx="0" cy="0"/>
          <a:chOff x="0" y="0"/>
          <a:chExt cx="0" cy="0"/>
        </a:xfrm>
      </p:grpSpPr>
      <p:sp>
        <p:nvSpPr>
          <p:cNvPr id="9276" name="Google Shape;9276;p10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Noto Sans Symbols"/>
              <a:buNone/>
            </a:pPr>
            <a:r>
              <a:t/>
            </a:r>
            <a:endParaRPr sz="1200">
              <a:solidFill>
                <a:schemeClr val="dk1"/>
              </a:solidFill>
              <a:latin typeface="Tahoma"/>
              <a:ea typeface="Tahoma"/>
              <a:cs typeface="Tahoma"/>
              <a:sym typeface="Tahoma"/>
            </a:endParaRPr>
          </a:p>
        </p:txBody>
      </p:sp>
      <p:sp>
        <p:nvSpPr>
          <p:cNvPr id="9277" name="Google Shape;9277;p107"/>
          <p:cNvSpPr/>
          <p:nvPr/>
        </p:nvSpPr>
        <p:spPr>
          <a:xfrm>
            <a:off x="8029575" y="1638300"/>
            <a:ext cx="1892300" cy="3530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9278" name="Google Shape;9278;p107"/>
          <p:cNvSpPr txBox="1"/>
          <p:nvPr>
            <p:ph idx="4294967295" type="title"/>
          </p:nvPr>
        </p:nvSpPr>
        <p:spPr>
          <a:xfrm>
            <a:off x="1924050" y="85725"/>
            <a:ext cx="6503988"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000"/>
              <a:buFont typeface="Calibri"/>
              <a:buNone/>
            </a:pPr>
            <a:r>
              <a:rPr lang="en-US"/>
              <a:t>ISO/OSI reference model</a:t>
            </a:r>
            <a:endParaRPr/>
          </a:p>
        </p:txBody>
      </p:sp>
      <p:sp>
        <p:nvSpPr>
          <p:cNvPr id="9279" name="Google Shape;9279;p107"/>
          <p:cNvSpPr txBox="1"/>
          <p:nvPr>
            <p:ph idx="4294967295" type="body"/>
          </p:nvPr>
        </p:nvSpPr>
        <p:spPr>
          <a:xfrm>
            <a:off x="2108201" y="1422400"/>
            <a:ext cx="5154613" cy="4648200"/>
          </a:xfrm>
          <a:prstGeom prst="rect">
            <a:avLst/>
          </a:prstGeom>
          <a:noFill/>
          <a:ln>
            <a:noFill/>
          </a:ln>
        </p:spPr>
        <p:txBody>
          <a:bodyPr anchorCtr="0" anchor="t" bIns="45700" lIns="91425" spcFirstLastPara="1" rIns="91425" wrap="square" tIns="45700">
            <a:normAutofit lnSpcReduction="10000"/>
          </a:bodyPr>
          <a:lstStyle/>
          <a:p>
            <a:pPr indent="-287338" lvl="0" marL="287338" rtl="0" algn="l">
              <a:lnSpc>
                <a:spcPct val="90000"/>
              </a:lnSpc>
              <a:spcBef>
                <a:spcPts val="0"/>
              </a:spcBef>
              <a:spcAft>
                <a:spcPts val="0"/>
              </a:spcAft>
              <a:buSzPts val="2800"/>
              <a:buChar char="▪"/>
            </a:pPr>
            <a:r>
              <a:rPr i="1" lang="en-US">
                <a:solidFill>
                  <a:srgbClr val="CC0000"/>
                </a:solidFill>
              </a:rPr>
              <a:t>presentation:</a:t>
            </a:r>
            <a:r>
              <a:rPr lang="en-US"/>
              <a:t> allow applications to interpret meaning of data, e.g., encryption, compression, machine-specific conventions</a:t>
            </a:r>
            <a:endParaRPr/>
          </a:p>
          <a:p>
            <a:pPr indent="-287338" lvl="0" marL="287338" rtl="0" algn="l">
              <a:lnSpc>
                <a:spcPct val="90000"/>
              </a:lnSpc>
              <a:spcBef>
                <a:spcPts val="1000"/>
              </a:spcBef>
              <a:spcAft>
                <a:spcPts val="0"/>
              </a:spcAft>
              <a:buSzPts val="2800"/>
              <a:buChar char="▪"/>
            </a:pPr>
            <a:r>
              <a:rPr i="1" lang="en-US">
                <a:solidFill>
                  <a:srgbClr val="CC0000"/>
                </a:solidFill>
              </a:rPr>
              <a:t>session:</a:t>
            </a:r>
            <a:r>
              <a:rPr lang="en-US"/>
              <a:t> synchronization, checkpointing, recovery of data exchange</a:t>
            </a:r>
            <a:endParaRPr/>
          </a:p>
          <a:p>
            <a:pPr indent="-287338" lvl="0" marL="287338" rtl="0" algn="l">
              <a:lnSpc>
                <a:spcPct val="90000"/>
              </a:lnSpc>
              <a:spcBef>
                <a:spcPts val="1000"/>
              </a:spcBef>
              <a:spcAft>
                <a:spcPts val="0"/>
              </a:spcAft>
              <a:buSzPts val="2800"/>
              <a:buChar char="▪"/>
            </a:pPr>
            <a:r>
              <a:rPr lang="en-US"/>
              <a:t>Internet stack “missing” these layers!</a:t>
            </a:r>
            <a:endParaRPr/>
          </a:p>
          <a:p>
            <a:pPr indent="-225425" lvl="1" marL="682625" rtl="0" algn="l">
              <a:lnSpc>
                <a:spcPct val="90000"/>
              </a:lnSpc>
              <a:spcBef>
                <a:spcPts val="500"/>
              </a:spcBef>
              <a:spcAft>
                <a:spcPts val="0"/>
              </a:spcAft>
              <a:buSzPts val="2400"/>
              <a:buChar char="•"/>
            </a:pPr>
            <a:r>
              <a:rPr lang="en-US"/>
              <a:t>these services, </a:t>
            </a:r>
            <a:r>
              <a:rPr i="1" lang="en-US"/>
              <a:t>if needed,</a:t>
            </a:r>
            <a:r>
              <a:rPr lang="en-US"/>
              <a:t> must be implemented in application</a:t>
            </a:r>
            <a:endParaRPr/>
          </a:p>
          <a:p>
            <a:pPr indent="-225425" lvl="1" marL="682625" rtl="0" algn="l">
              <a:lnSpc>
                <a:spcPct val="90000"/>
              </a:lnSpc>
              <a:spcBef>
                <a:spcPts val="500"/>
              </a:spcBef>
              <a:spcAft>
                <a:spcPts val="0"/>
              </a:spcAft>
              <a:buSzPts val="2400"/>
              <a:buChar char="•"/>
            </a:pPr>
            <a:r>
              <a:rPr lang="en-US"/>
              <a:t>needed?</a:t>
            </a:r>
            <a:endParaRPr/>
          </a:p>
        </p:txBody>
      </p:sp>
      <p:sp>
        <p:nvSpPr>
          <p:cNvPr id="9280" name="Google Shape;9280;p107"/>
          <p:cNvSpPr/>
          <p:nvPr/>
        </p:nvSpPr>
        <p:spPr>
          <a:xfrm>
            <a:off x="7915275" y="1774826"/>
            <a:ext cx="1892300" cy="3586163"/>
          </a:xfrm>
          <a:prstGeom prst="rect">
            <a:avLst/>
          </a:prstGeom>
          <a:solidFill>
            <a:schemeClr val="lt1"/>
          </a:solid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p:txBody>
      </p:sp>
      <p:sp>
        <p:nvSpPr>
          <p:cNvPr id="9281" name="Google Shape;9281;p107"/>
          <p:cNvSpPr txBox="1"/>
          <p:nvPr/>
        </p:nvSpPr>
        <p:spPr>
          <a:xfrm>
            <a:off x="7872414" y="1946276"/>
            <a:ext cx="1982787" cy="3458639"/>
          </a:xfrm>
          <a:prstGeom prst="rect">
            <a:avLst/>
          </a:prstGeom>
          <a:noFill/>
          <a:ln>
            <a:noFill/>
          </a:ln>
        </p:spPr>
        <p:txBody>
          <a:bodyPr anchorCtr="0" anchor="t" bIns="45700" lIns="91425" spcFirstLastPara="1" rIns="91425" wrap="square" tIns="45700">
            <a:spAutoFit/>
          </a:bodyPr>
          <a:lstStyle/>
          <a:p>
            <a:pPr indent="0" lvl="0" marL="0" marR="0" rtl="0" algn="ctr">
              <a:lnSpc>
                <a:spcPct val="7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application</a:t>
            </a:r>
            <a:endParaRPr/>
          </a:p>
          <a:p>
            <a:pPr indent="0" lvl="0" marL="0" marR="0" rtl="0" algn="ctr">
              <a:lnSpc>
                <a:spcPct val="7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a:p>
            <a:pPr indent="0" lvl="0" marL="0" marR="0" rtl="0" algn="ctr">
              <a:lnSpc>
                <a:spcPct val="7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presentation</a:t>
            </a:r>
            <a:endParaRPr/>
          </a:p>
          <a:p>
            <a:pPr indent="0" lvl="0" marL="0" marR="0" rtl="0" algn="ctr">
              <a:lnSpc>
                <a:spcPct val="7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a:p>
            <a:pPr indent="0" lvl="0" marL="0" marR="0" rtl="0" algn="ctr">
              <a:lnSpc>
                <a:spcPct val="7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session</a:t>
            </a:r>
            <a:endParaRPr/>
          </a:p>
          <a:p>
            <a:pPr indent="0" lvl="0" marL="0" marR="0" rtl="0" algn="ctr">
              <a:lnSpc>
                <a:spcPct val="7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a:p>
            <a:pPr indent="0" lvl="0" marL="0" marR="0" rtl="0" algn="ctr">
              <a:lnSpc>
                <a:spcPct val="7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transport</a:t>
            </a:r>
            <a:endParaRPr/>
          </a:p>
          <a:p>
            <a:pPr indent="0" lvl="0" marL="0" marR="0" rtl="0" algn="ctr">
              <a:lnSpc>
                <a:spcPct val="7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a:p>
            <a:pPr indent="0" lvl="0" marL="0" marR="0" rtl="0" algn="ctr">
              <a:lnSpc>
                <a:spcPct val="7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network</a:t>
            </a:r>
            <a:endParaRPr/>
          </a:p>
          <a:p>
            <a:pPr indent="0" lvl="0" marL="0" marR="0" rtl="0" algn="ctr">
              <a:lnSpc>
                <a:spcPct val="7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a:p>
            <a:pPr indent="0" lvl="0" marL="0" marR="0" rtl="0" algn="ctr">
              <a:lnSpc>
                <a:spcPct val="7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link</a:t>
            </a:r>
            <a:endParaRPr/>
          </a:p>
          <a:p>
            <a:pPr indent="0" lvl="0" marL="0" marR="0" rtl="0" algn="ctr">
              <a:lnSpc>
                <a:spcPct val="7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a:p>
            <a:pPr indent="0" lvl="0" marL="0" marR="0" rtl="0" algn="ctr">
              <a:lnSpc>
                <a:spcPct val="70000"/>
              </a:lnSpc>
              <a:spcBef>
                <a:spcPts val="0"/>
              </a:spcBef>
              <a:spcAft>
                <a:spcPts val="0"/>
              </a:spcAft>
              <a:buClr>
                <a:schemeClr val="dk1"/>
              </a:buClr>
              <a:buSzPts val="2400"/>
              <a:buFont typeface="Noto Sans Symbols"/>
              <a:buNone/>
            </a:pPr>
            <a:r>
              <a:rPr lang="en-US" sz="2400">
                <a:solidFill>
                  <a:schemeClr val="dk1"/>
                </a:solidFill>
                <a:latin typeface="Arial"/>
                <a:ea typeface="Arial"/>
                <a:cs typeface="Arial"/>
                <a:sym typeface="Arial"/>
              </a:rPr>
              <a:t>physical</a:t>
            </a:r>
            <a:endParaRPr/>
          </a:p>
        </p:txBody>
      </p:sp>
      <p:cxnSp>
        <p:nvCxnSpPr>
          <p:cNvPr id="9282" name="Google Shape;9282;p107"/>
          <p:cNvCxnSpPr/>
          <p:nvPr/>
        </p:nvCxnSpPr>
        <p:spPr>
          <a:xfrm>
            <a:off x="7894638" y="2366963"/>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9283" name="Google Shape;9283;p107"/>
          <p:cNvCxnSpPr/>
          <p:nvPr/>
        </p:nvCxnSpPr>
        <p:spPr>
          <a:xfrm>
            <a:off x="7908925" y="3343275"/>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9284" name="Google Shape;9284;p107"/>
          <p:cNvCxnSpPr/>
          <p:nvPr/>
        </p:nvCxnSpPr>
        <p:spPr>
          <a:xfrm>
            <a:off x="7908925" y="3883025"/>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9285" name="Google Shape;9285;p107"/>
          <p:cNvCxnSpPr/>
          <p:nvPr/>
        </p:nvCxnSpPr>
        <p:spPr>
          <a:xfrm>
            <a:off x="7910513" y="4899025"/>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9286" name="Google Shape;9286;p107"/>
          <p:cNvCxnSpPr/>
          <p:nvPr/>
        </p:nvCxnSpPr>
        <p:spPr>
          <a:xfrm>
            <a:off x="7894638" y="4416425"/>
            <a:ext cx="1885950" cy="0"/>
          </a:xfrm>
          <a:prstGeom prst="straightConnector1">
            <a:avLst/>
          </a:prstGeom>
          <a:noFill/>
          <a:ln cap="flat" cmpd="sng" w="38100">
            <a:solidFill>
              <a:schemeClr val="dk1"/>
            </a:solidFill>
            <a:prstDash val="solid"/>
            <a:round/>
            <a:headEnd len="med" w="med" type="none"/>
            <a:tailEnd len="med" w="med" type="none"/>
          </a:ln>
        </p:spPr>
      </p:cxnSp>
      <p:cxnSp>
        <p:nvCxnSpPr>
          <p:cNvPr id="9287" name="Google Shape;9287;p107"/>
          <p:cNvCxnSpPr/>
          <p:nvPr/>
        </p:nvCxnSpPr>
        <p:spPr>
          <a:xfrm>
            <a:off x="7893050" y="2886075"/>
            <a:ext cx="1885950" cy="0"/>
          </a:xfrm>
          <a:prstGeom prst="straightConnector1">
            <a:avLst/>
          </a:prstGeom>
          <a:noFill/>
          <a:ln cap="flat" cmpd="sng" w="38100">
            <a:solidFill>
              <a:schemeClr val="dk1"/>
            </a:solidFill>
            <a:prstDash val="solid"/>
            <a:round/>
            <a:headEnd len="med" w="med" type="none"/>
            <a:tailEnd len="med" w="med" type="none"/>
          </a:ln>
        </p:spPr>
      </p:cxnSp>
      <p:pic>
        <p:nvPicPr>
          <p:cNvPr descr="underline_base" id="9288" name="Google Shape;9288;p107"/>
          <p:cNvPicPr preferRelativeResize="0"/>
          <p:nvPr/>
        </p:nvPicPr>
        <p:blipFill rotWithShape="1">
          <a:blip r:embed="rId3">
            <a:alphaModFix/>
          </a:blip>
          <a:srcRect b="0" l="0" r="0" t="0"/>
          <a:stretch/>
        </p:blipFill>
        <p:spPr>
          <a:xfrm>
            <a:off x="2014538" y="895350"/>
            <a:ext cx="5988050" cy="184150"/>
          </a:xfrm>
          <a:prstGeom prst="rect">
            <a:avLst/>
          </a:prstGeom>
          <a:noFill/>
          <a:ln>
            <a:noFill/>
          </a:ln>
        </p:spPr>
      </p:pic>
      <p:sp>
        <p:nvSpPr>
          <p:cNvPr id="9289" name="Google Shape;9289;p10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4" name="Shape 9294"/>
        <p:cNvGrpSpPr/>
        <p:nvPr/>
      </p:nvGrpSpPr>
      <p:grpSpPr>
        <a:xfrm>
          <a:off x="0" y="0"/>
          <a:ext cx="0" cy="0"/>
          <a:chOff x="0" y="0"/>
          <a:chExt cx="0" cy="0"/>
        </a:xfrm>
      </p:grpSpPr>
      <p:sp>
        <p:nvSpPr>
          <p:cNvPr id="9295" name="Google Shape;9295;p108"/>
          <p:cNvSpPr/>
          <p:nvPr/>
        </p:nvSpPr>
        <p:spPr>
          <a:xfrm>
            <a:off x="8348670" y="2522533"/>
            <a:ext cx="638175" cy="830263"/>
          </a:xfrm>
          <a:custGeom>
            <a:rect b="b" l="l" r="r" t="t"/>
            <a:pathLst>
              <a:path extrusionOk="0" h="537" w="402">
                <a:moveTo>
                  <a:pt x="402" y="363"/>
                </a:moveTo>
                <a:lnTo>
                  <a:pt x="28" y="0"/>
                </a:lnTo>
                <a:lnTo>
                  <a:pt x="0" y="470"/>
                </a:lnTo>
                <a:lnTo>
                  <a:pt x="242" y="537"/>
                </a:lnTo>
                <a:lnTo>
                  <a:pt x="402" y="363"/>
                </a:ln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296" name="Google Shape;9296;p108"/>
          <p:cNvGrpSpPr/>
          <p:nvPr/>
        </p:nvGrpSpPr>
        <p:grpSpPr>
          <a:xfrm>
            <a:off x="8737109" y="2942202"/>
            <a:ext cx="959348" cy="478062"/>
            <a:chOff x="3668110" y="2448910"/>
            <a:chExt cx="3794234" cy="2165130"/>
          </a:xfrm>
        </p:grpSpPr>
        <p:sp>
          <p:nvSpPr>
            <p:cNvPr id="9297" name="Google Shape;9297;p108"/>
            <p:cNvSpPr/>
            <p:nvPr/>
          </p:nvSpPr>
          <p:spPr>
            <a:xfrm>
              <a:off x="3668110" y="3741409"/>
              <a:ext cx="3780587" cy="872631"/>
            </a:xfrm>
            <a:prstGeom prst="rect">
              <a:avLst/>
            </a:prstGeom>
            <a:gradFill>
              <a:gsLst>
                <a:gs pos="0">
                  <a:srgbClr val="B8C2C9"/>
                </a:gs>
                <a:gs pos="21000">
                  <a:schemeClr val="lt1"/>
                </a:gs>
                <a:gs pos="60000">
                  <a:srgbClr val="D6DCE0"/>
                </a:gs>
                <a:gs pos="100000">
                  <a:srgbClr val="B8C2C9"/>
                </a:gs>
              </a:gsLst>
              <a:lin ang="0" scaled="0"/>
            </a:gradFill>
            <a:ln cap="flat" cmpd="sng" w="952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9298" name="Google Shape;9298;p108"/>
            <p:cNvSpPr/>
            <p:nvPr/>
          </p:nvSpPr>
          <p:spPr>
            <a:xfrm>
              <a:off x="3678620" y="2448910"/>
              <a:ext cx="3783724" cy="1324303"/>
            </a:xfrm>
            <a:custGeom>
              <a:rect b="b" l="l" r="r" t="t"/>
              <a:pathLst>
                <a:path extrusionOk="0" h="1324303" w="3783724">
                  <a:moveTo>
                    <a:pt x="0" y="1313793"/>
                  </a:moveTo>
                  <a:lnTo>
                    <a:pt x="0" y="1313793"/>
                  </a:lnTo>
                  <a:lnTo>
                    <a:pt x="252248" y="0"/>
                  </a:lnTo>
                  <a:lnTo>
                    <a:pt x="3415862" y="21020"/>
                  </a:lnTo>
                  <a:lnTo>
                    <a:pt x="3783724" y="1324303"/>
                  </a:lnTo>
                  <a:lnTo>
                    <a:pt x="0" y="1313793"/>
                  </a:lnTo>
                  <a:close/>
                </a:path>
              </a:pathLst>
            </a:cu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grpSp>
          <p:nvGrpSpPr>
            <p:cNvPr id="9299" name="Google Shape;9299;p108"/>
            <p:cNvGrpSpPr/>
            <p:nvPr/>
          </p:nvGrpSpPr>
          <p:grpSpPr>
            <a:xfrm>
              <a:off x="3941378" y="2603243"/>
              <a:ext cx="3202061" cy="1066110"/>
              <a:chOff x="7939341" y="3037317"/>
              <a:chExt cx="897649" cy="353919"/>
            </a:xfrm>
          </p:grpSpPr>
          <p:sp>
            <p:nvSpPr>
              <p:cNvPr id="9300" name="Google Shape;9300;p108"/>
              <p:cNvSpPr/>
              <p:nvPr/>
            </p:nvSpPr>
            <p:spPr>
              <a:xfrm>
                <a:off x="7964170" y="30373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9301" name="Google Shape;9301;p108"/>
              <p:cNvSpPr/>
              <p:nvPr/>
            </p:nvSpPr>
            <p:spPr>
              <a:xfrm>
                <a:off x="8519948" y="32067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9302" name="Google Shape;9302;p108"/>
              <p:cNvSpPr/>
              <p:nvPr/>
            </p:nvSpPr>
            <p:spPr>
              <a:xfrm>
                <a:off x="7939341" y="32067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9303" name="Google Shape;9303;p108"/>
              <p:cNvSpPr/>
              <p:nvPr/>
            </p:nvSpPr>
            <p:spPr>
              <a:xfrm>
                <a:off x="8047413" y="31234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grpSp>
      </p:grpSp>
      <p:sp>
        <p:nvSpPr>
          <p:cNvPr id="9304" name="Google Shape;9304;p108"/>
          <p:cNvSpPr/>
          <p:nvPr/>
        </p:nvSpPr>
        <p:spPr>
          <a:xfrm>
            <a:off x="8197856" y="4410071"/>
            <a:ext cx="655638" cy="1135063"/>
          </a:xfrm>
          <a:custGeom>
            <a:rect b="b" l="l" r="r" t="t"/>
            <a:pathLst>
              <a:path extrusionOk="0" h="715" w="413">
                <a:moveTo>
                  <a:pt x="413" y="570"/>
                </a:moveTo>
                <a:lnTo>
                  <a:pt x="9" y="0"/>
                </a:lnTo>
                <a:lnTo>
                  <a:pt x="0" y="604"/>
                </a:lnTo>
                <a:lnTo>
                  <a:pt x="397" y="715"/>
                </a:lnTo>
                <a:lnTo>
                  <a:pt x="413" y="570"/>
                </a:ln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305" name="Google Shape;9305;p108"/>
          <p:cNvGrpSpPr/>
          <p:nvPr/>
        </p:nvGrpSpPr>
        <p:grpSpPr>
          <a:xfrm>
            <a:off x="8696333" y="5120193"/>
            <a:ext cx="958850" cy="476251"/>
            <a:chOff x="7493876" y="2774731"/>
            <a:chExt cx="1481958" cy="894622"/>
          </a:xfrm>
        </p:grpSpPr>
        <p:sp>
          <p:nvSpPr>
            <p:cNvPr id="9306" name="Google Shape;9306;p10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9307" name="Google Shape;9307;p10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9308" name="Google Shape;9308;p108"/>
            <p:cNvGrpSpPr/>
            <p:nvPr/>
          </p:nvGrpSpPr>
          <p:grpSpPr>
            <a:xfrm>
              <a:off x="7713663" y="2848339"/>
              <a:ext cx="1042107" cy="425543"/>
              <a:chOff x="7786941" y="2884917"/>
              <a:chExt cx="897649" cy="353919"/>
            </a:xfrm>
          </p:grpSpPr>
          <p:sp>
            <p:nvSpPr>
              <p:cNvPr id="9309" name="Google Shape;9309;p10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10" name="Google Shape;9310;p10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11" name="Google Shape;9311;p10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12" name="Google Shape;9312;p10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
        <p:nvSpPr>
          <p:cNvPr id="9313" name="Google Shape;9313;p108"/>
          <p:cNvSpPr txBox="1"/>
          <p:nvPr>
            <p:ph type="title"/>
          </p:nvPr>
        </p:nvSpPr>
        <p:spPr>
          <a:xfrm>
            <a:off x="6873882" y="579543"/>
            <a:ext cx="4178067"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Encapsulation</a:t>
            </a:r>
            <a:endParaRPr sz="4400"/>
          </a:p>
        </p:txBody>
      </p:sp>
      <p:sp>
        <p:nvSpPr>
          <p:cNvPr id="9314" name="Google Shape;9314;p10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315" name="Google Shape;9315;p108"/>
          <p:cNvSpPr/>
          <p:nvPr/>
        </p:nvSpPr>
        <p:spPr>
          <a:xfrm>
            <a:off x="5037145" y="1701796"/>
            <a:ext cx="4048125" cy="3833813"/>
          </a:xfrm>
          <a:custGeom>
            <a:rect b="b" l="l" r="r" t="t"/>
            <a:pathLst>
              <a:path extrusionOk="0" h="2415" w="2550">
                <a:moveTo>
                  <a:pt x="592" y="0"/>
                </a:moveTo>
                <a:lnTo>
                  <a:pt x="2544" y="0"/>
                </a:lnTo>
                <a:lnTo>
                  <a:pt x="2550" y="2415"/>
                </a:lnTo>
                <a:lnTo>
                  <a:pt x="0" y="2415"/>
                </a:lnTo>
              </a:path>
            </a:pathLst>
          </a:custGeom>
          <a:noFill/>
          <a:ln cap="flat" cmpd="sng" w="9525">
            <a:solidFill>
              <a:schemeClr val="lt2"/>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16" name="Google Shape;9316;p108"/>
          <p:cNvSpPr txBox="1"/>
          <p:nvPr/>
        </p:nvSpPr>
        <p:spPr>
          <a:xfrm>
            <a:off x="3935420" y="477833"/>
            <a:ext cx="11001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400"/>
              <a:buFont typeface="Noto Sans Symbols"/>
              <a:buNone/>
            </a:pPr>
            <a:r>
              <a:rPr i="1" lang="en-US" sz="2400">
                <a:solidFill>
                  <a:srgbClr val="000099"/>
                </a:solidFill>
                <a:latin typeface="Arial"/>
                <a:ea typeface="Arial"/>
                <a:cs typeface="Arial"/>
                <a:sym typeface="Arial"/>
              </a:rPr>
              <a:t>source</a:t>
            </a:r>
            <a:endParaRPr/>
          </a:p>
        </p:txBody>
      </p:sp>
      <p:sp>
        <p:nvSpPr>
          <p:cNvPr id="9317" name="Google Shape;9317;p108"/>
          <p:cNvSpPr/>
          <p:nvPr/>
        </p:nvSpPr>
        <p:spPr>
          <a:xfrm>
            <a:off x="5087944" y="904871"/>
            <a:ext cx="360362" cy="1577975"/>
          </a:xfrm>
          <a:custGeom>
            <a:rect b="b" l="l" r="r" t="t"/>
            <a:pathLst>
              <a:path extrusionOk="0" h="1186" w="267">
                <a:moveTo>
                  <a:pt x="254" y="466"/>
                </a:moveTo>
                <a:lnTo>
                  <a:pt x="0" y="0"/>
                </a:lnTo>
                <a:lnTo>
                  <a:pt x="0" y="1186"/>
                </a:lnTo>
                <a:lnTo>
                  <a:pt x="267" y="652"/>
                </a:lnTo>
                <a:lnTo>
                  <a:pt x="254" y="466"/>
                </a:lnTo>
                <a:close/>
              </a:path>
            </a:pathLst>
          </a:custGeom>
          <a:gradFill>
            <a:gsLst>
              <a:gs pos="0">
                <a:srgbClr val="3C6CDF"/>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18" name="Google Shape;9318;p108"/>
          <p:cNvSpPr/>
          <p:nvPr/>
        </p:nvSpPr>
        <p:spPr>
          <a:xfrm>
            <a:off x="3863981" y="914396"/>
            <a:ext cx="1296988" cy="1546225"/>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19" name="Google Shape;9319;p108"/>
          <p:cNvSpPr/>
          <p:nvPr/>
        </p:nvSpPr>
        <p:spPr>
          <a:xfrm>
            <a:off x="3816357" y="985833"/>
            <a:ext cx="1273175" cy="15367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cxnSp>
        <p:nvCxnSpPr>
          <p:cNvPr id="9320" name="Google Shape;9320;p108"/>
          <p:cNvCxnSpPr/>
          <p:nvPr/>
        </p:nvCxnSpPr>
        <p:spPr>
          <a:xfrm>
            <a:off x="3816356" y="1303334"/>
            <a:ext cx="1263650" cy="3175"/>
          </a:xfrm>
          <a:prstGeom prst="straightConnector1">
            <a:avLst/>
          </a:prstGeom>
          <a:noFill/>
          <a:ln cap="flat" cmpd="sng" w="28575">
            <a:solidFill>
              <a:schemeClr val="dk1"/>
            </a:solidFill>
            <a:prstDash val="solid"/>
            <a:round/>
            <a:headEnd len="med" w="med" type="none"/>
            <a:tailEnd len="med" w="med" type="none"/>
          </a:ln>
        </p:spPr>
      </p:cxnSp>
      <p:sp>
        <p:nvSpPr>
          <p:cNvPr id="9321" name="Google Shape;9321;p108"/>
          <p:cNvSpPr txBox="1"/>
          <p:nvPr/>
        </p:nvSpPr>
        <p:spPr>
          <a:xfrm>
            <a:off x="3773495" y="952495"/>
            <a:ext cx="1317625" cy="1600200"/>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application</a:t>
            </a:r>
            <a:endParaRPr/>
          </a:p>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transport</a:t>
            </a:r>
            <a:endParaRPr/>
          </a:p>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network</a:t>
            </a:r>
            <a:endParaRPr/>
          </a:p>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link</a:t>
            </a:r>
            <a:endParaRPr/>
          </a:p>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physical</a:t>
            </a:r>
            <a:endParaRPr/>
          </a:p>
        </p:txBody>
      </p:sp>
      <p:cxnSp>
        <p:nvCxnSpPr>
          <p:cNvPr id="9322" name="Google Shape;9322;p108"/>
          <p:cNvCxnSpPr/>
          <p:nvPr/>
        </p:nvCxnSpPr>
        <p:spPr>
          <a:xfrm>
            <a:off x="3824294" y="1624009"/>
            <a:ext cx="1263650" cy="3175"/>
          </a:xfrm>
          <a:prstGeom prst="straightConnector1">
            <a:avLst/>
          </a:prstGeom>
          <a:noFill/>
          <a:ln cap="flat" cmpd="sng" w="28575">
            <a:solidFill>
              <a:schemeClr val="dk1"/>
            </a:solidFill>
            <a:prstDash val="solid"/>
            <a:round/>
            <a:headEnd len="med" w="med" type="none"/>
            <a:tailEnd len="med" w="med" type="none"/>
          </a:ln>
        </p:spPr>
      </p:cxnSp>
      <p:cxnSp>
        <p:nvCxnSpPr>
          <p:cNvPr id="9323" name="Google Shape;9323;p108"/>
          <p:cNvCxnSpPr/>
          <p:nvPr/>
        </p:nvCxnSpPr>
        <p:spPr>
          <a:xfrm>
            <a:off x="3829056" y="1904996"/>
            <a:ext cx="1263650" cy="3175"/>
          </a:xfrm>
          <a:prstGeom prst="straightConnector1">
            <a:avLst/>
          </a:prstGeom>
          <a:noFill/>
          <a:ln cap="flat" cmpd="sng" w="28575">
            <a:solidFill>
              <a:schemeClr val="dk1"/>
            </a:solidFill>
            <a:prstDash val="solid"/>
            <a:round/>
            <a:headEnd len="med" w="med" type="none"/>
            <a:tailEnd len="med" w="med" type="none"/>
          </a:ln>
        </p:spPr>
      </p:cxnSp>
      <p:cxnSp>
        <p:nvCxnSpPr>
          <p:cNvPr id="9324" name="Google Shape;9324;p108"/>
          <p:cNvCxnSpPr/>
          <p:nvPr/>
        </p:nvCxnSpPr>
        <p:spPr>
          <a:xfrm>
            <a:off x="3829056" y="2181221"/>
            <a:ext cx="1263650" cy="3175"/>
          </a:xfrm>
          <a:prstGeom prst="straightConnector1">
            <a:avLst/>
          </a:prstGeom>
          <a:noFill/>
          <a:ln cap="flat" cmpd="sng" w="28575">
            <a:solidFill>
              <a:schemeClr val="dk1"/>
            </a:solidFill>
            <a:prstDash val="solid"/>
            <a:round/>
            <a:headEnd len="med" w="med" type="none"/>
            <a:tailEnd len="med" w="med" type="none"/>
          </a:ln>
        </p:spPr>
      </p:cxnSp>
      <p:grpSp>
        <p:nvGrpSpPr>
          <p:cNvPr id="9325" name="Google Shape;9325;p108"/>
          <p:cNvGrpSpPr/>
          <p:nvPr/>
        </p:nvGrpSpPr>
        <p:grpSpPr>
          <a:xfrm>
            <a:off x="2438406" y="1622421"/>
            <a:ext cx="1208088" cy="303213"/>
            <a:chOff x="501" y="1990"/>
            <a:chExt cx="761" cy="191"/>
          </a:xfrm>
        </p:grpSpPr>
        <p:sp>
          <p:nvSpPr>
            <p:cNvPr id="9326" name="Google Shape;9326;p108"/>
            <p:cNvSpPr/>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27" name="Google Shape;9327;p108"/>
            <p:cNvSpPr/>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t</a:t>
              </a:r>
              <a:endParaRPr/>
            </a:p>
          </p:txBody>
        </p:sp>
        <p:sp>
          <p:nvSpPr>
            <p:cNvPr id="9328" name="Google Shape;9328;p108"/>
            <p:cNvSpPr/>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n</a:t>
              </a:r>
              <a:endParaRPr/>
            </a:p>
          </p:txBody>
        </p:sp>
        <p:sp>
          <p:nvSpPr>
            <p:cNvPr id="9329" name="Google Shape;9329;p108"/>
            <p:cNvSpPr/>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M</a:t>
              </a:r>
              <a:endParaRPr/>
            </a:p>
          </p:txBody>
        </p:sp>
        <p:cxnSp>
          <p:nvCxnSpPr>
            <p:cNvPr id="9330" name="Google Shape;9330;p108"/>
            <p:cNvCxnSpPr/>
            <p:nvPr/>
          </p:nvCxnSpPr>
          <p:spPr>
            <a:xfrm>
              <a:off x="688" y="2013"/>
              <a:ext cx="0" cy="154"/>
            </a:xfrm>
            <a:prstGeom prst="straightConnector1">
              <a:avLst/>
            </a:prstGeom>
            <a:noFill/>
            <a:ln cap="flat" cmpd="sng" w="9525">
              <a:solidFill>
                <a:schemeClr val="dk1"/>
              </a:solidFill>
              <a:prstDash val="solid"/>
              <a:round/>
              <a:headEnd len="med" w="med" type="none"/>
              <a:tailEnd len="med" w="med" type="none"/>
            </a:ln>
          </p:spPr>
        </p:cxnSp>
        <p:cxnSp>
          <p:nvCxnSpPr>
            <p:cNvPr id="9331" name="Google Shape;9331;p108"/>
            <p:cNvCxnSpPr/>
            <p:nvPr/>
          </p:nvCxnSpPr>
          <p:spPr>
            <a:xfrm>
              <a:off x="880" y="2010"/>
              <a:ext cx="0" cy="156"/>
            </a:xfrm>
            <a:prstGeom prst="straightConnector1">
              <a:avLst/>
            </a:prstGeom>
            <a:noFill/>
            <a:ln cap="flat" cmpd="sng" w="9525">
              <a:solidFill>
                <a:schemeClr val="dk1"/>
              </a:solidFill>
              <a:prstDash val="solid"/>
              <a:round/>
              <a:headEnd len="med" w="med" type="none"/>
              <a:tailEnd len="med" w="med" type="none"/>
            </a:ln>
          </p:spPr>
        </p:cxnSp>
      </p:grpSp>
      <p:sp>
        <p:nvSpPr>
          <p:cNvPr id="9332" name="Google Shape;9332;p108"/>
          <p:cNvSpPr txBox="1"/>
          <p:nvPr/>
        </p:nvSpPr>
        <p:spPr>
          <a:xfrm>
            <a:off x="1614494" y="1250945"/>
            <a:ext cx="96361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segment</a:t>
            </a:r>
            <a:endParaRPr/>
          </a:p>
        </p:txBody>
      </p:sp>
      <p:grpSp>
        <p:nvGrpSpPr>
          <p:cNvPr id="9333" name="Google Shape;9333;p108"/>
          <p:cNvGrpSpPr/>
          <p:nvPr/>
        </p:nvGrpSpPr>
        <p:grpSpPr>
          <a:xfrm>
            <a:off x="2752732" y="1287458"/>
            <a:ext cx="301625" cy="292100"/>
            <a:chOff x="1962" y="2058"/>
            <a:chExt cx="190" cy="184"/>
          </a:xfrm>
        </p:grpSpPr>
        <p:sp>
          <p:nvSpPr>
            <p:cNvPr id="9334" name="Google Shape;9334;p108"/>
            <p:cNvSpPr/>
            <p:nvPr/>
          </p:nvSpPr>
          <p:spPr>
            <a:xfrm>
              <a:off x="1962"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35" name="Google Shape;9335;p108"/>
            <p:cNvSpPr/>
            <p:nvPr/>
          </p:nvSpPr>
          <p:spPr>
            <a:xfrm>
              <a:off x="1965"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t</a:t>
              </a:r>
              <a:endParaRPr/>
            </a:p>
          </p:txBody>
        </p:sp>
      </p:grpSp>
      <p:sp>
        <p:nvSpPr>
          <p:cNvPr id="9336" name="Google Shape;9336;p108"/>
          <p:cNvSpPr txBox="1"/>
          <p:nvPr/>
        </p:nvSpPr>
        <p:spPr>
          <a:xfrm>
            <a:off x="1414470" y="1590670"/>
            <a:ext cx="1042987"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datagram</a:t>
            </a:r>
            <a:endParaRPr/>
          </a:p>
        </p:txBody>
      </p:sp>
      <p:sp>
        <p:nvSpPr>
          <p:cNvPr id="9337" name="Google Shape;9337;p108"/>
          <p:cNvSpPr txBox="1"/>
          <p:nvPr/>
        </p:nvSpPr>
        <p:spPr>
          <a:xfrm>
            <a:off x="2767020" y="4411659"/>
            <a:ext cx="14128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000"/>
              <a:buFont typeface="Noto Sans Symbols"/>
              <a:buNone/>
            </a:pPr>
            <a:r>
              <a:rPr i="1" lang="en-US" sz="2000">
                <a:solidFill>
                  <a:srgbClr val="000099"/>
                </a:solidFill>
                <a:latin typeface="Arial"/>
                <a:ea typeface="Arial"/>
                <a:cs typeface="Arial"/>
                <a:sym typeface="Arial"/>
              </a:rPr>
              <a:t>destination</a:t>
            </a:r>
            <a:endParaRPr/>
          </a:p>
        </p:txBody>
      </p:sp>
      <p:sp>
        <p:nvSpPr>
          <p:cNvPr id="9338" name="Google Shape;9338;p108"/>
          <p:cNvSpPr/>
          <p:nvPr/>
        </p:nvSpPr>
        <p:spPr>
          <a:xfrm>
            <a:off x="4198944" y="4794246"/>
            <a:ext cx="360362" cy="1577975"/>
          </a:xfrm>
          <a:custGeom>
            <a:rect b="b" l="l" r="r" t="t"/>
            <a:pathLst>
              <a:path extrusionOk="0" h="1186" w="267">
                <a:moveTo>
                  <a:pt x="254" y="466"/>
                </a:moveTo>
                <a:lnTo>
                  <a:pt x="0" y="0"/>
                </a:lnTo>
                <a:lnTo>
                  <a:pt x="0" y="1186"/>
                </a:lnTo>
                <a:lnTo>
                  <a:pt x="267" y="652"/>
                </a:lnTo>
                <a:lnTo>
                  <a:pt x="254" y="466"/>
                </a:lnTo>
                <a:close/>
              </a:path>
            </a:pathLst>
          </a:custGeom>
          <a:gradFill>
            <a:gsLst>
              <a:gs pos="0">
                <a:schemeClr val="accent2"/>
              </a:gs>
              <a:gs pos="100000">
                <a:schemeClr val="lt1"/>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39" name="Google Shape;9339;p108"/>
          <p:cNvSpPr/>
          <p:nvPr/>
        </p:nvSpPr>
        <p:spPr>
          <a:xfrm>
            <a:off x="2974981" y="4800596"/>
            <a:ext cx="1296988" cy="1546225"/>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40" name="Google Shape;9340;p108"/>
          <p:cNvSpPr/>
          <p:nvPr/>
        </p:nvSpPr>
        <p:spPr>
          <a:xfrm>
            <a:off x="2927357" y="4872033"/>
            <a:ext cx="1273175" cy="1536700"/>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cxnSp>
        <p:nvCxnSpPr>
          <p:cNvPr id="9341" name="Google Shape;9341;p108"/>
          <p:cNvCxnSpPr/>
          <p:nvPr/>
        </p:nvCxnSpPr>
        <p:spPr>
          <a:xfrm>
            <a:off x="2927356" y="5189534"/>
            <a:ext cx="1263650" cy="3175"/>
          </a:xfrm>
          <a:prstGeom prst="straightConnector1">
            <a:avLst/>
          </a:prstGeom>
          <a:noFill/>
          <a:ln cap="flat" cmpd="sng" w="28575">
            <a:solidFill>
              <a:schemeClr val="dk1"/>
            </a:solidFill>
            <a:prstDash val="solid"/>
            <a:round/>
            <a:headEnd len="med" w="med" type="none"/>
            <a:tailEnd len="med" w="med" type="none"/>
          </a:ln>
        </p:spPr>
      </p:cxnSp>
      <p:sp>
        <p:nvSpPr>
          <p:cNvPr id="9342" name="Google Shape;9342;p108"/>
          <p:cNvSpPr txBox="1"/>
          <p:nvPr/>
        </p:nvSpPr>
        <p:spPr>
          <a:xfrm>
            <a:off x="2884495" y="4838695"/>
            <a:ext cx="1317625" cy="1600200"/>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application</a:t>
            </a:r>
            <a:endParaRPr/>
          </a:p>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transport</a:t>
            </a:r>
            <a:endParaRPr/>
          </a:p>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network</a:t>
            </a:r>
            <a:endParaRPr/>
          </a:p>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link</a:t>
            </a:r>
            <a:endParaRPr/>
          </a:p>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physical</a:t>
            </a:r>
            <a:endParaRPr/>
          </a:p>
        </p:txBody>
      </p:sp>
      <p:cxnSp>
        <p:nvCxnSpPr>
          <p:cNvPr id="9343" name="Google Shape;9343;p108"/>
          <p:cNvCxnSpPr/>
          <p:nvPr/>
        </p:nvCxnSpPr>
        <p:spPr>
          <a:xfrm>
            <a:off x="2935294" y="5510209"/>
            <a:ext cx="1263650" cy="3175"/>
          </a:xfrm>
          <a:prstGeom prst="straightConnector1">
            <a:avLst/>
          </a:prstGeom>
          <a:noFill/>
          <a:ln cap="flat" cmpd="sng" w="28575">
            <a:solidFill>
              <a:schemeClr val="dk1"/>
            </a:solidFill>
            <a:prstDash val="solid"/>
            <a:round/>
            <a:headEnd len="med" w="med" type="none"/>
            <a:tailEnd len="med" w="med" type="none"/>
          </a:ln>
        </p:spPr>
      </p:cxnSp>
      <p:cxnSp>
        <p:nvCxnSpPr>
          <p:cNvPr id="9344" name="Google Shape;9344;p108"/>
          <p:cNvCxnSpPr/>
          <p:nvPr/>
        </p:nvCxnSpPr>
        <p:spPr>
          <a:xfrm>
            <a:off x="2940056" y="5791196"/>
            <a:ext cx="1263650" cy="3175"/>
          </a:xfrm>
          <a:prstGeom prst="straightConnector1">
            <a:avLst/>
          </a:prstGeom>
          <a:noFill/>
          <a:ln cap="flat" cmpd="sng" w="28575">
            <a:solidFill>
              <a:schemeClr val="dk1"/>
            </a:solidFill>
            <a:prstDash val="solid"/>
            <a:round/>
            <a:headEnd len="med" w="med" type="none"/>
            <a:tailEnd len="med" w="med" type="none"/>
          </a:ln>
        </p:spPr>
      </p:cxnSp>
      <p:cxnSp>
        <p:nvCxnSpPr>
          <p:cNvPr id="9345" name="Google Shape;9345;p108"/>
          <p:cNvCxnSpPr/>
          <p:nvPr/>
        </p:nvCxnSpPr>
        <p:spPr>
          <a:xfrm>
            <a:off x="2940056" y="6067421"/>
            <a:ext cx="1263650" cy="3175"/>
          </a:xfrm>
          <a:prstGeom prst="straightConnector1">
            <a:avLst/>
          </a:prstGeom>
          <a:noFill/>
          <a:ln cap="flat" cmpd="sng" w="28575">
            <a:solidFill>
              <a:schemeClr val="dk1"/>
            </a:solidFill>
            <a:prstDash val="solid"/>
            <a:round/>
            <a:headEnd len="med" w="med" type="none"/>
            <a:tailEnd len="med" w="med" type="none"/>
          </a:ln>
        </p:spPr>
      </p:cxnSp>
      <p:grpSp>
        <p:nvGrpSpPr>
          <p:cNvPr id="9346" name="Google Shape;9346;p108"/>
          <p:cNvGrpSpPr/>
          <p:nvPr/>
        </p:nvGrpSpPr>
        <p:grpSpPr>
          <a:xfrm>
            <a:off x="1371606" y="5781671"/>
            <a:ext cx="1479550" cy="303213"/>
            <a:chOff x="332" y="2224"/>
            <a:chExt cx="932" cy="191"/>
          </a:xfrm>
        </p:grpSpPr>
        <p:sp>
          <p:nvSpPr>
            <p:cNvPr id="9347" name="Google Shape;9347;p108"/>
            <p:cNvSpPr/>
            <p:nvPr/>
          </p:nvSpPr>
          <p:spPr>
            <a:xfrm>
              <a:off x="345" y="2241"/>
              <a:ext cx="84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48" name="Google Shape;9348;p108"/>
            <p:cNvSpPr/>
            <p:nvPr/>
          </p:nvSpPr>
          <p:spPr>
            <a:xfrm>
              <a:off x="706"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t</a:t>
              </a:r>
              <a:endParaRPr/>
            </a:p>
          </p:txBody>
        </p:sp>
        <p:sp>
          <p:nvSpPr>
            <p:cNvPr id="9349" name="Google Shape;9349;p108"/>
            <p:cNvSpPr/>
            <p:nvPr/>
          </p:nvSpPr>
          <p:spPr>
            <a:xfrm>
              <a:off x="520"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n</a:t>
              </a:r>
              <a:endParaRPr/>
            </a:p>
          </p:txBody>
        </p:sp>
        <p:sp>
          <p:nvSpPr>
            <p:cNvPr id="9350" name="Google Shape;9350;p108"/>
            <p:cNvSpPr/>
            <p:nvPr/>
          </p:nvSpPr>
          <p:spPr>
            <a:xfrm>
              <a:off x="332"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l</a:t>
              </a:r>
              <a:endParaRPr/>
            </a:p>
          </p:txBody>
        </p:sp>
        <p:sp>
          <p:nvSpPr>
            <p:cNvPr id="9351" name="Google Shape;9351;p108"/>
            <p:cNvSpPr/>
            <p:nvPr/>
          </p:nvSpPr>
          <p:spPr>
            <a:xfrm>
              <a:off x="836" y="222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M</a:t>
              </a:r>
              <a:endParaRPr/>
            </a:p>
          </p:txBody>
        </p:sp>
        <p:cxnSp>
          <p:nvCxnSpPr>
            <p:cNvPr id="9352" name="Google Shape;9352;p108"/>
            <p:cNvCxnSpPr/>
            <p:nvPr/>
          </p:nvCxnSpPr>
          <p:spPr>
            <a:xfrm>
              <a:off x="510" y="2241"/>
              <a:ext cx="0" cy="162"/>
            </a:xfrm>
            <a:prstGeom prst="straightConnector1">
              <a:avLst/>
            </a:prstGeom>
            <a:noFill/>
            <a:ln cap="flat" cmpd="sng" w="9525">
              <a:solidFill>
                <a:schemeClr val="dk1"/>
              </a:solidFill>
              <a:prstDash val="solid"/>
              <a:round/>
              <a:headEnd len="med" w="med" type="none"/>
              <a:tailEnd len="med" w="med" type="none"/>
            </a:ln>
          </p:spPr>
        </p:cxnSp>
        <p:cxnSp>
          <p:nvCxnSpPr>
            <p:cNvPr id="9353" name="Google Shape;9353;p108"/>
            <p:cNvCxnSpPr/>
            <p:nvPr/>
          </p:nvCxnSpPr>
          <p:spPr>
            <a:xfrm>
              <a:off x="690" y="2247"/>
              <a:ext cx="0" cy="154"/>
            </a:xfrm>
            <a:prstGeom prst="straightConnector1">
              <a:avLst/>
            </a:prstGeom>
            <a:noFill/>
            <a:ln cap="flat" cmpd="sng" w="9525">
              <a:solidFill>
                <a:schemeClr val="dk1"/>
              </a:solidFill>
              <a:prstDash val="solid"/>
              <a:round/>
              <a:headEnd len="med" w="med" type="none"/>
              <a:tailEnd len="med" w="med" type="none"/>
            </a:ln>
          </p:spPr>
        </p:cxnSp>
        <p:cxnSp>
          <p:nvCxnSpPr>
            <p:cNvPr id="9354" name="Google Shape;9354;p108"/>
            <p:cNvCxnSpPr/>
            <p:nvPr/>
          </p:nvCxnSpPr>
          <p:spPr>
            <a:xfrm>
              <a:off x="882" y="2244"/>
              <a:ext cx="0" cy="156"/>
            </a:xfrm>
            <a:prstGeom prst="straightConnector1">
              <a:avLst/>
            </a:prstGeom>
            <a:noFill/>
            <a:ln cap="flat" cmpd="sng" w="9525">
              <a:solidFill>
                <a:schemeClr val="dk1"/>
              </a:solidFill>
              <a:prstDash val="solid"/>
              <a:round/>
              <a:headEnd len="med" w="med" type="none"/>
              <a:tailEnd len="med" w="med" type="none"/>
            </a:ln>
          </p:spPr>
        </p:cxnSp>
      </p:grpSp>
      <p:grpSp>
        <p:nvGrpSpPr>
          <p:cNvPr id="9355" name="Google Shape;9355;p108"/>
          <p:cNvGrpSpPr/>
          <p:nvPr/>
        </p:nvGrpSpPr>
        <p:grpSpPr>
          <a:xfrm>
            <a:off x="1639895" y="5483221"/>
            <a:ext cx="1208087" cy="303213"/>
            <a:chOff x="501" y="1990"/>
            <a:chExt cx="761" cy="191"/>
          </a:xfrm>
        </p:grpSpPr>
        <p:sp>
          <p:nvSpPr>
            <p:cNvPr id="9356" name="Google Shape;9356;p108"/>
            <p:cNvSpPr/>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57" name="Google Shape;9357;p108"/>
            <p:cNvSpPr/>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t</a:t>
              </a:r>
              <a:endParaRPr/>
            </a:p>
          </p:txBody>
        </p:sp>
        <p:sp>
          <p:nvSpPr>
            <p:cNvPr id="9358" name="Google Shape;9358;p108"/>
            <p:cNvSpPr/>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n</a:t>
              </a:r>
              <a:endParaRPr/>
            </a:p>
          </p:txBody>
        </p:sp>
        <p:sp>
          <p:nvSpPr>
            <p:cNvPr id="9359" name="Google Shape;9359;p108"/>
            <p:cNvSpPr/>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M</a:t>
              </a:r>
              <a:endParaRPr/>
            </a:p>
          </p:txBody>
        </p:sp>
        <p:cxnSp>
          <p:nvCxnSpPr>
            <p:cNvPr id="9360" name="Google Shape;9360;p108"/>
            <p:cNvCxnSpPr/>
            <p:nvPr/>
          </p:nvCxnSpPr>
          <p:spPr>
            <a:xfrm>
              <a:off x="688" y="2013"/>
              <a:ext cx="0" cy="154"/>
            </a:xfrm>
            <a:prstGeom prst="straightConnector1">
              <a:avLst/>
            </a:prstGeom>
            <a:noFill/>
            <a:ln cap="flat" cmpd="sng" w="9525">
              <a:solidFill>
                <a:schemeClr val="dk1"/>
              </a:solidFill>
              <a:prstDash val="solid"/>
              <a:round/>
              <a:headEnd len="med" w="med" type="none"/>
              <a:tailEnd len="med" w="med" type="none"/>
            </a:ln>
          </p:spPr>
        </p:cxnSp>
        <p:cxnSp>
          <p:nvCxnSpPr>
            <p:cNvPr id="9361" name="Google Shape;9361;p108"/>
            <p:cNvCxnSpPr/>
            <p:nvPr/>
          </p:nvCxnSpPr>
          <p:spPr>
            <a:xfrm>
              <a:off x="880" y="2010"/>
              <a:ext cx="0" cy="156"/>
            </a:xfrm>
            <a:prstGeom prst="straightConnector1">
              <a:avLst/>
            </a:prstGeom>
            <a:noFill/>
            <a:ln cap="flat" cmpd="sng" w="9525">
              <a:solidFill>
                <a:schemeClr val="dk1"/>
              </a:solidFill>
              <a:prstDash val="solid"/>
              <a:round/>
              <a:headEnd len="med" w="med" type="none"/>
              <a:tailEnd len="med" w="med" type="none"/>
            </a:ln>
          </p:spPr>
        </p:cxnSp>
      </p:grpSp>
      <p:grpSp>
        <p:nvGrpSpPr>
          <p:cNvPr id="9362" name="Google Shape;9362;p108"/>
          <p:cNvGrpSpPr/>
          <p:nvPr/>
        </p:nvGrpSpPr>
        <p:grpSpPr>
          <a:xfrm>
            <a:off x="1943106" y="5175246"/>
            <a:ext cx="890588" cy="303213"/>
            <a:chOff x="645" y="1734"/>
            <a:chExt cx="561" cy="191"/>
          </a:xfrm>
        </p:grpSpPr>
        <p:sp>
          <p:nvSpPr>
            <p:cNvPr id="9363" name="Google Shape;9363;p108"/>
            <p:cNvSpPr/>
            <p:nvPr/>
          </p:nvSpPr>
          <p:spPr>
            <a:xfrm>
              <a:off x="645" y="1751"/>
              <a:ext cx="4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64" name="Google Shape;9364;p108"/>
            <p:cNvSpPr/>
            <p:nvPr/>
          </p:nvSpPr>
          <p:spPr>
            <a:xfrm>
              <a:off x="648" y="173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t</a:t>
              </a:r>
              <a:endParaRPr/>
            </a:p>
          </p:txBody>
        </p:sp>
        <p:sp>
          <p:nvSpPr>
            <p:cNvPr id="9365" name="Google Shape;9365;p108"/>
            <p:cNvSpPr/>
            <p:nvPr/>
          </p:nvSpPr>
          <p:spPr>
            <a:xfrm>
              <a:off x="778" y="173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M</a:t>
              </a:r>
              <a:endParaRPr/>
            </a:p>
          </p:txBody>
        </p:sp>
        <p:cxnSp>
          <p:nvCxnSpPr>
            <p:cNvPr id="9366" name="Google Shape;9366;p108"/>
            <p:cNvCxnSpPr/>
            <p:nvPr/>
          </p:nvCxnSpPr>
          <p:spPr>
            <a:xfrm>
              <a:off x="824" y="1754"/>
              <a:ext cx="0" cy="156"/>
            </a:xfrm>
            <a:prstGeom prst="straightConnector1">
              <a:avLst/>
            </a:prstGeom>
            <a:noFill/>
            <a:ln cap="flat" cmpd="sng" w="9525">
              <a:solidFill>
                <a:schemeClr val="dk1"/>
              </a:solidFill>
              <a:prstDash val="solid"/>
              <a:round/>
              <a:headEnd len="med" w="med" type="none"/>
              <a:tailEnd len="med" w="med" type="none"/>
            </a:ln>
          </p:spPr>
        </p:cxnSp>
      </p:grpSp>
      <p:grpSp>
        <p:nvGrpSpPr>
          <p:cNvPr id="9367" name="Google Shape;9367;p108"/>
          <p:cNvGrpSpPr/>
          <p:nvPr/>
        </p:nvGrpSpPr>
        <p:grpSpPr>
          <a:xfrm>
            <a:off x="2149481" y="4864096"/>
            <a:ext cx="679450" cy="301625"/>
            <a:chOff x="780" y="1553"/>
            <a:chExt cx="428" cy="190"/>
          </a:xfrm>
        </p:grpSpPr>
        <p:sp>
          <p:nvSpPr>
            <p:cNvPr id="9368" name="Google Shape;9368;p108"/>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69" name="Google Shape;9369;p108"/>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M</a:t>
              </a:r>
              <a:endParaRPr/>
            </a:p>
          </p:txBody>
        </p:sp>
      </p:grpSp>
      <p:grpSp>
        <p:nvGrpSpPr>
          <p:cNvPr id="9370" name="Google Shape;9370;p108"/>
          <p:cNvGrpSpPr/>
          <p:nvPr/>
        </p:nvGrpSpPr>
        <p:grpSpPr>
          <a:xfrm>
            <a:off x="6873882" y="4418008"/>
            <a:ext cx="1387475" cy="1035050"/>
            <a:chOff x="3601" y="168"/>
            <a:chExt cx="874" cy="652"/>
          </a:xfrm>
        </p:grpSpPr>
        <p:sp>
          <p:nvSpPr>
            <p:cNvPr id="9371" name="Google Shape;9371;p108"/>
            <p:cNvSpPr/>
            <p:nvPr/>
          </p:nvSpPr>
          <p:spPr>
            <a:xfrm>
              <a:off x="3658" y="168"/>
              <a:ext cx="817" cy="596"/>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72" name="Google Shape;9372;p108"/>
            <p:cNvSpPr/>
            <p:nvPr/>
          </p:nvSpPr>
          <p:spPr>
            <a:xfrm>
              <a:off x="3628" y="213"/>
              <a:ext cx="802" cy="596"/>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cxnSp>
          <p:nvCxnSpPr>
            <p:cNvPr id="9373" name="Google Shape;9373;p108"/>
            <p:cNvCxnSpPr/>
            <p:nvPr/>
          </p:nvCxnSpPr>
          <p:spPr>
            <a:xfrm>
              <a:off x="3628" y="413"/>
              <a:ext cx="796" cy="2"/>
            </a:xfrm>
            <a:prstGeom prst="straightConnector1">
              <a:avLst/>
            </a:prstGeom>
            <a:noFill/>
            <a:ln cap="flat" cmpd="sng" w="28575">
              <a:solidFill>
                <a:schemeClr val="dk1"/>
              </a:solidFill>
              <a:prstDash val="solid"/>
              <a:round/>
              <a:headEnd len="med" w="med" type="none"/>
              <a:tailEnd len="med" w="med" type="none"/>
            </a:ln>
          </p:spPr>
        </p:cxnSp>
        <p:sp>
          <p:nvSpPr>
            <p:cNvPr id="9374" name="Google Shape;9374;p108"/>
            <p:cNvSpPr txBox="1"/>
            <p:nvPr/>
          </p:nvSpPr>
          <p:spPr>
            <a:xfrm>
              <a:off x="3601" y="192"/>
              <a:ext cx="830" cy="62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network</a:t>
              </a:r>
              <a:endParaRPr/>
            </a:p>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link</a:t>
              </a:r>
              <a:endParaRPr/>
            </a:p>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physical</a:t>
              </a:r>
              <a:endParaRPr/>
            </a:p>
          </p:txBody>
        </p:sp>
        <p:cxnSp>
          <p:nvCxnSpPr>
            <p:cNvPr id="9375" name="Google Shape;9375;p108"/>
            <p:cNvCxnSpPr/>
            <p:nvPr/>
          </p:nvCxnSpPr>
          <p:spPr>
            <a:xfrm>
              <a:off x="3633" y="615"/>
              <a:ext cx="796" cy="2"/>
            </a:xfrm>
            <a:prstGeom prst="straightConnector1">
              <a:avLst/>
            </a:prstGeom>
            <a:noFill/>
            <a:ln cap="flat" cmpd="sng" w="28575">
              <a:solidFill>
                <a:schemeClr val="dk1"/>
              </a:solidFill>
              <a:prstDash val="solid"/>
              <a:round/>
              <a:headEnd len="med" w="med" type="none"/>
              <a:tailEnd len="med" w="med" type="none"/>
            </a:ln>
          </p:spPr>
        </p:cxnSp>
      </p:grpSp>
      <p:grpSp>
        <p:nvGrpSpPr>
          <p:cNvPr id="9376" name="Google Shape;9376;p108"/>
          <p:cNvGrpSpPr/>
          <p:nvPr/>
        </p:nvGrpSpPr>
        <p:grpSpPr>
          <a:xfrm>
            <a:off x="7040570" y="2525709"/>
            <a:ext cx="1387475" cy="733425"/>
            <a:chOff x="4696" y="597"/>
            <a:chExt cx="874" cy="462"/>
          </a:xfrm>
        </p:grpSpPr>
        <p:sp>
          <p:nvSpPr>
            <p:cNvPr id="9377" name="Google Shape;9377;p108"/>
            <p:cNvSpPr/>
            <p:nvPr/>
          </p:nvSpPr>
          <p:spPr>
            <a:xfrm>
              <a:off x="4753" y="597"/>
              <a:ext cx="817" cy="416"/>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78" name="Google Shape;9378;p108"/>
            <p:cNvSpPr/>
            <p:nvPr/>
          </p:nvSpPr>
          <p:spPr>
            <a:xfrm>
              <a:off x="4723" y="642"/>
              <a:ext cx="802" cy="413"/>
            </a:xfrm>
            <a:prstGeom prst="rect">
              <a:avLst/>
            </a:prstGeom>
            <a:solidFill>
              <a:schemeClr val="lt1"/>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cxnSp>
          <p:nvCxnSpPr>
            <p:cNvPr id="9379" name="Google Shape;9379;p108"/>
            <p:cNvCxnSpPr/>
            <p:nvPr/>
          </p:nvCxnSpPr>
          <p:spPr>
            <a:xfrm>
              <a:off x="4723" y="842"/>
              <a:ext cx="796" cy="2"/>
            </a:xfrm>
            <a:prstGeom prst="straightConnector1">
              <a:avLst/>
            </a:prstGeom>
            <a:noFill/>
            <a:ln cap="flat" cmpd="sng" w="28575">
              <a:solidFill>
                <a:schemeClr val="dk1"/>
              </a:solidFill>
              <a:prstDash val="solid"/>
              <a:round/>
              <a:headEnd len="med" w="med" type="none"/>
              <a:tailEnd len="med" w="med" type="none"/>
            </a:ln>
          </p:spPr>
        </p:cxnSp>
        <p:sp>
          <p:nvSpPr>
            <p:cNvPr id="9380" name="Google Shape;9380;p108"/>
            <p:cNvSpPr txBox="1"/>
            <p:nvPr/>
          </p:nvSpPr>
          <p:spPr>
            <a:xfrm>
              <a:off x="4696" y="621"/>
              <a:ext cx="830" cy="438"/>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link</a:t>
              </a:r>
              <a:endParaRPr/>
            </a:p>
            <a:p>
              <a:pPr indent="0" lvl="0" marL="0" marR="0" rtl="0" algn="ctr">
                <a:lnSpc>
                  <a:spcPct val="110000"/>
                </a:lnSpc>
                <a:spcBef>
                  <a:spcPts val="0"/>
                </a:spcBef>
                <a:spcAft>
                  <a:spcPts val="0"/>
                </a:spcAft>
                <a:buClr>
                  <a:schemeClr val="dk1"/>
                </a:buClr>
                <a:buSzPts val="1800"/>
                <a:buFont typeface="Noto Sans Symbols"/>
                <a:buNone/>
              </a:pPr>
              <a:r>
                <a:rPr lang="en-US" sz="1800">
                  <a:solidFill>
                    <a:schemeClr val="dk1"/>
                  </a:solidFill>
                  <a:latin typeface="Arial"/>
                  <a:ea typeface="Arial"/>
                  <a:cs typeface="Arial"/>
                  <a:sym typeface="Arial"/>
                </a:rPr>
                <a:t>physical</a:t>
              </a:r>
              <a:endParaRPr/>
            </a:p>
          </p:txBody>
        </p:sp>
      </p:grpSp>
      <p:sp>
        <p:nvSpPr>
          <p:cNvPr id="9381" name="Google Shape;9381;p108"/>
          <p:cNvSpPr/>
          <p:nvPr/>
        </p:nvSpPr>
        <p:spPr>
          <a:xfrm>
            <a:off x="3048006" y="787395"/>
            <a:ext cx="5264150" cy="5494338"/>
          </a:xfrm>
          <a:custGeom>
            <a:rect b="b" l="l" r="r" t="t"/>
            <a:pathLst>
              <a:path extrusionOk="0" h="3461" w="3316">
                <a:moveTo>
                  <a:pt x="872" y="0"/>
                </a:moveTo>
                <a:lnTo>
                  <a:pt x="878" y="1481"/>
                </a:lnTo>
                <a:lnTo>
                  <a:pt x="2612" y="1481"/>
                </a:lnTo>
                <a:lnTo>
                  <a:pt x="2612" y="1179"/>
                </a:lnTo>
                <a:lnTo>
                  <a:pt x="3294" y="1179"/>
                </a:lnTo>
                <a:lnTo>
                  <a:pt x="3316" y="3131"/>
                </a:lnTo>
                <a:lnTo>
                  <a:pt x="3148" y="2986"/>
                </a:lnTo>
                <a:lnTo>
                  <a:pt x="3143" y="2387"/>
                </a:lnTo>
                <a:lnTo>
                  <a:pt x="2505" y="2387"/>
                </a:lnTo>
                <a:lnTo>
                  <a:pt x="2505" y="3070"/>
                </a:lnTo>
                <a:lnTo>
                  <a:pt x="1057" y="3461"/>
                </a:lnTo>
                <a:lnTo>
                  <a:pt x="0" y="3461"/>
                </a:lnTo>
                <a:lnTo>
                  <a:pt x="0" y="2505"/>
                </a:lnTo>
              </a:path>
            </a:pathLst>
          </a:custGeom>
          <a:noFill/>
          <a:ln cap="flat" cmpd="sng" w="28575">
            <a:solidFill>
              <a:srgbClr val="CC0000"/>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382" name="Google Shape;9382;p108"/>
          <p:cNvGrpSpPr/>
          <p:nvPr/>
        </p:nvGrpSpPr>
        <p:grpSpPr>
          <a:xfrm>
            <a:off x="5457831" y="4800596"/>
            <a:ext cx="1479550" cy="303213"/>
            <a:chOff x="332" y="2224"/>
            <a:chExt cx="932" cy="191"/>
          </a:xfrm>
        </p:grpSpPr>
        <p:sp>
          <p:nvSpPr>
            <p:cNvPr id="9383" name="Google Shape;9383;p108"/>
            <p:cNvSpPr/>
            <p:nvPr/>
          </p:nvSpPr>
          <p:spPr>
            <a:xfrm>
              <a:off x="345" y="2241"/>
              <a:ext cx="84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84" name="Google Shape;9384;p108"/>
            <p:cNvSpPr/>
            <p:nvPr/>
          </p:nvSpPr>
          <p:spPr>
            <a:xfrm>
              <a:off x="706"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t</a:t>
              </a:r>
              <a:endParaRPr/>
            </a:p>
          </p:txBody>
        </p:sp>
        <p:sp>
          <p:nvSpPr>
            <p:cNvPr id="9385" name="Google Shape;9385;p108"/>
            <p:cNvSpPr/>
            <p:nvPr/>
          </p:nvSpPr>
          <p:spPr>
            <a:xfrm>
              <a:off x="520"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n</a:t>
              </a:r>
              <a:endParaRPr/>
            </a:p>
          </p:txBody>
        </p:sp>
        <p:sp>
          <p:nvSpPr>
            <p:cNvPr id="9386" name="Google Shape;9386;p108"/>
            <p:cNvSpPr/>
            <p:nvPr/>
          </p:nvSpPr>
          <p:spPr>
            <a:xfrm>
              <a:off x="332"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l</a:t>
              </a:r>
              <a:endParaRPr/>
            </a:p>
          </p:txBody>
        </p:sp>
        <p:sp>
          <p:nvSpPr>
            <p:cNvPr id="9387" name="Google Shape;9387;p108"/>
            <p:cNvSpPr/>
            <p:nvPr/>
          </p:nvSpPr>
          <p:spPr>
            <a:xfrm>
              <a:off x="836" y="222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M</a:t>
              </a:r>
              <a:endParaRPr/>
            </a:p>
          </p:txBody>
        </p:sp>
        <p:cxnSp>
          <p:nvCxnSpPr>
            <p:cNvPr id="9388" name="Google Shape;9388;p108"/>
            <p:cNvCxnSpPr/>
            <p:nvPr/>
          </p:nvCxnSpPr>
          <p:spPr>
            <a:xfrm>
              <a:off x="510" y="2241"/>
              <a:ext cx="0" cy="162"/>
            </a:xfrm>
            <a:prstGeom prst="straightConnector1">
              <a:avLst/>
            </a:prstGeom>
            <a:noFill/>
            <a:ln cap="flat" cmpd="sng" w="9525">
              <a:solidFill>
                <a:schemeClr val="dk1"/>
              </a:solidFill>
              <a:prstDash val="solid"/>
              <a:round/>
              <a:headEnd len="med" w="med" type="none"/>
              <a:tailEnd len="med" w="med" type="none"/>
            </a:ln>
          </p:spPr>
        </p:cxnSp>
        <p:cxnSp>
          <p:nvCxnSpPr>
            <p:cNvPr id="9389" name="Google Shape;9389;p108"/>
            <p:cNvCxnSpPr/>
            <p:nvPr/>
          </p:nvCxnSpPr>
          <p:spPr>
            <a:xfrm>
              <a:off x="690" y="2247"/>
              <a:ext cx="0" cy="154"/>
            </a:xfrm>
            <a:prstGeom prst="straightConnector1">
              <a:avLst/>
            </a:prstGeom>
            <a:noFill/>
            <a:ln cap="flat" cmpd="sng" w="9525">
              <a:solidFill>
                <a:schemeClr val="dk1"/>
              </a:solidFill>
              <a:prstDash val="solid"/>
              <a:round/>
              <a:headEnd len="med" w="med" type="none"/>
              <a:tailEnd len="med" w="med" type="none"/>
            </a:ln>
          </p:spPr>
        </p:cxnSp>
        <p:cxnSp>
          <p:nvCxnSpPr>
            <p:cNvPr id="9390" name="Google Shape;9390;p108"/>
            <p:cNvCxnSpPr/>
            <p:nvPr/>
          </p:nvCxnSpPr>
          <p:spPr>
            <a:xfrm>
              <a:off x="882" y="2244"/>
              <a:ext cx="0" cy="156"/>
            </a:xfrm>
            <a:prstGeom prst="straightConnector1">
              <a:avLst/>
            </a:prstGeom>
            <a:noFill/>
            <a:ln cap="flat" cmpd="sng" w="9525">
              <a:solidFill>
                <a:schemeClr val="dk1"/>
              </a:solidFill>
              <a:prstDash val="solid"/>
              <a:round/>
              <a:headEnd len="med" w="med" type="none"/>
              <a:tailEnd len="med" w="med" type="none"/>
            </a:ln>
          </p:spPr>
        </p:cxnSp>
      </p:grpSp>
      <p:grpSp>
        <p:nvGrpSpPr>
          <p:cNvPr id="9391" name="Google Shape;9391;p108"/>
          <p:cNvGrpSpPr/>
          <p:nvPr/>
        </p:nvGrpSpPr>
        <p:grpSpPr>
          <a:xfrm>
            <a:off x="5716595" y="4494208"/>
            <a:ext cx="1208087" cy="303212"/>
            <a:chOff x="501" y="1990"/>
            <a:chExt cx="761" cy="191"/>
          </a:xfrm>
        </p:grpSpPr>
        <p:sp>
          <p:nvSpPr>
            <p:cNvPr id="9392" name="Google Shape;9392;p108"/>
            <p:cNvSpPr/>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393" name="Google Shape;9393;p108"/>
            <p:cNvSpPr/>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t</a:t>
              </a:r>
              <a:endParaRPr/>
            </a:p>
          </p:txBody>
        </p:sp>
        <p:sp>
          <p:nvSpPr>
            <p:cNvPr id="9394" name="Google Shape;9394;p108"/>
            <p:cNvSpPr/>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n</a:t>
              </a:r>
              <a:endParaRPr/>
            </a:p>
          </p:txBody>
        </p:sp>
        <p:sp>
          <p:nvSpPr>
            <p:cNvPr id="9395" name="Google Shape;9395;p108"/>
            <p:cNvSpPr/>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M</a:t>
              </a:r>
              <a:endParaRPr/>
            </a:p>
          </p:txBody>
        </p:sp>
        <p:cxnSp>
          <p:nvCxnSpPr>
            <p:cNvPr id="9396" name="Google Shape;9396;p108"/>
            <p:cNvCxnSpPr/>
            <p:nvPr/>
          </p:nvCxnSpPr>
          <p:spPr>
            <a:xfrm>
              <a:off x="688" y="2013"/>
              <a:ext cx="0" cy="154"/>
            </a:xfrm>
            <a:prstGeom prst="straightConnector1">
              <a:avLst/>
            </a:prstGeom>
            <a:noFill/>
            <a:ln cap="flat" cmpd="sng" w="9525">
              <a:solidFill>
                <a:schemeClr val="dk1"/>
              </a:solidFill>
              <a:prstDash val="solid"/>
              <a:round/>
              <a:headEnd len="med" w="med" type="none"/>
              <a:tailEnd len="med" w="med" type="none"/>
            </a:ln>
          </p:spPr>
        </p:cxnSp>
        <p:cxnSp>
          <p:nvCxnSpPr>
            <p:cNvPr id="9397" name="Google Shape;9397;p108"/>
            <p:cNvCxnSpPr/>
            <p:nvPr/>
          </p:nvCxnSpPr>
          <p:spPr>
            <a:xfrm>
              <a:off x="880" y="2010"/>
              <a:ext cx="0" cy="156"/>
            </a:xfrm>
            <a:prstGeom prst="straightConnector1">
              <a:avLst/>
            </a:prstGeom>
            <a:noFill/>
            <a:ln cap="flat" cmpd="sng" w="9525">
              <a:solidFill>
                <a:schemeClr val="dk1"/>
              </a:solidFill>
              <a:prstDash val="solid"/>
              <a:round/>
              <a:headEnd len="med" w="med" type="none"/>
              <a:tailEnd len="med" w="med" type="none"/>
            </a:ln>
          </p:spPr>
        </p:cxnSp>
      </p:grpSp>
      <p:grpSp>
        <p:nvGrpSpPr>
          <p:cNvPr id="9398" name="Google Shape;9398;p108"/>
          <p:cNvGrpSpPr/>
          <p:nvPr/>
        </p:nvGrpSpPr>
        <p:grpSpPr>
          <a:xfrm>
            <a:off x="8488370" y="4860921"/>
            <a:ext cx="1208087" cy="303213"/>
            <a:chOff x="501" y="1990"/>
            <a:chExt cx="761" cy="191"/>
          </a:xfrm>
        </p:grpSpPr>
        <p:sp>
          <p:nvSpPr>
            <p:cNvPr id="9399" name="Google Shape;9399;p108"/>
            <p:cNvSpPr/>
            <p:nvPr/>
          </p:nvSpPr>
          <p:spPr>
            <a:xfrm>
              <a:off x="501" y="2007"/>
              <a:ext cx="68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400" name="Google Shape;9400;p108"/>
            <p:cNvSpPr/>
            <p:nvPr/>
          </p:nvSpPr>
          <p:spPr>
            <a:xfrm>
              <a:off x="704"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t</a:t>
              </a:r>
              <a:endParaRPr/>
            </a:p>
          </p:txBody>
        </p:sp>
        <p:sp>
          <p:nvSpPr>
            <p:cNvPr id="9401" name="Google Shape;9401;p108"/>
            <p:cNvSpPr/>
            <p:nvPr/>
          </p:nvSpPr>
          <p:spPr>
            <a:xfrm>
              <a:off x="518" y="1990"/>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n</a:t>
              </a:r>
              <a:endParaRPr/>
            </a:p>
          </p:txBody>
        </p:sp>
        <p:sp>
          <p:nvSpPr>
            <p:cNvPr id="9402" name="Google Shape;9402;p108"/>
            <p:cNvSpPr/>
            <p:nvPr/>
          </p:nvSpPr>
          <p:spPr>
            <a:xfrm>
              <a:off x="834" y="1991"/>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M</a:t>
              </a:r>
              <a:endParaRPr/>
            </a:p>
          </p:txBody>
        </p:sp>
        <p:cxnSp>
          <p:nvCxnSpPr>
            <p:cNvPr id="9403" name="Google Shape;9403;p108"/>
            <p:cNvCxnSpPr/>
            <p:nvPr/>
          </p:nvCxnSpPr>
          <p:spPr>
            <a:xfrm>
              <a:off x="688" y="2013"/>
              <a:ext cx="0" cy="154"/>
            </a:xfrm>
            <a:prstGeom prst="straightConnector1">
              <a:avLst/>
            </a:prstGeom>
            <a:noFill/>
            <a:ln cap="flat" cmpd="sng" w="9525">
              <a:solidFill>
                <a:schemeClr val="dk1"/>
              </a:solidFill>
              <a:prstDash val="solid"/>
              <a:round/>
              <a:headEnd len="med" w="med" type="none"/>
              <a:tailEnd len="med" w="med" type="none"/>
            </a:ln>
          </p:spPr>
        </p:cxnSp>
        <p:cxnSp>
          <p:nvCxnSpPr>
            <p:cNvPr id="9404" name="Google Shape;9404;p108"/>
            <p:cNvCxnSpPr/>
            <p:nvPr/>
          </p:nvCxnSpPr>
          <p:spPr>
            <a:xfrm>
              <a:off x="880" y="2010"/>
              <a:ext cx="0" cy="156"/>
            </a:xfrm>
            <a:prstGeom prst="straightConnector1">
              <a:avLst/>
            </a:prstGeom>
            <a:noFill/>
            <a:ln cap="flat" cmpd="sng" w="9525">
              <a:solidFill>
                <a:schemeClr val="dk1"/>
              </a:solidFill>
              <a:prstDash val="solid"/>
              <a:round/>
              <a:headEnd len="med" w="med" type="none"/>
              <a:tailEnd len="med" w="med" type="none"/>
            </a:ln>
          </p:spPr>
        </p:cxnSp>
      </p:grpSp>
      <p:grpSp>
        <p:nvGrpSpPr>
          <p:cNvPr id="9405" name="Google Shape;9405;p108"/>
          <p:cNvGrpSpPr/>
          <p:nvPr/>
        </p:nvGrpSpPr>
        <p:grpSpPr>
          <a:xfrm>
            <a:off x="2157419" y="1919283"/>
            <a:ext cx="1479550" cy="303212"/>
            <a:chOff x="332" y="2224"/>
            <a:chExt cx="932" cy="191"/>
          </a:xfrm>
        </p:grpSpPr>
        <p:sp>
          <p:nvSpPr>
            <p:cNvPr id="9406" name="Google Shape;9406;p108"/>
            <p:cNvSpPr/>
            <p:nvPr/>
          </p:nvSpPr>
          <p:spPr>
            <a:xfrm>
              <a:off x="345" y="2241"/>
              <a:ext cx="840"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407" name="Google Shape;9407;p108"/>
            <p:cNvSpPr/>
            <p:nvPr/>
          </p:nvSpPr>
          <p:spPr>
            <a:xfrm>
              <a:off x="706"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t</a:t>
              </a:r>
              <a:endParaRPr/>
            </a:p>
          </p:txBody>
        </p:sp>
        <p:sp>
          <p:nvSpPr>
            <p:cNvPr id="9408" name="Google Shape;9408;p108"/>
            <p:cNvSpPr/>
            <p:nvPr/>
          </p:nvSpPr>
          <p:spPr>
            <a:xfrm>
              <a:off x="520"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n</a:t>
              </a:r>
              <a:endParaRPr/>
            </a:p>
          </p:txBody>
        </p:sp>
        <p:sp>
          <p:nvSpPr>
            <p:cNvPr id="9409" name="Google Shape;9409;p108"/>
            <p:cNvSpPr/>
            <p:nvPr/>
          </p:nvSpPr>
          <p:spPr>
            <a:xfrm>
              <a:off x="332" y="2224"/>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l</a:t>
              </a:r>
              <a:endParaRPr/>
            </a:p>
          </p:txBody>
        </p:sp>
        <p:sp>
          <p:nvSpPr>
            <p:cNvPr id="9410" name="Google Shape;9410;p108"/>
            <p:cNvSpPr/>
            <p:nvPr/>
          </p:nvSpPr>
          <p:spPr>
            <a:xfrm>
              <a:off x="836" y="2225"/>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M</a:t>
              </a:r>
              <a:endParaRPr/>
            </a:p>
          </p:txBody>
        </p:sp>
        <p:cxnSp>
          <p:nvCxnSpPr>
            <p:cNvPr id="9411" name="Google Shape;9411;p108"/>
            <p:cNvCxnSpPr/>
            <p:nvPr/>
          </p:nvCxnSpPr>
          <p:spPr>
            <a:xfrm>
              <a:off x="510" y="2241"/>
              <a:ext cx="0" cy="162"/>
            </a:xfrm>
            <a:prstGeom prst="straightConnector1">
              <a:avLst/>
            </a:prstGeom>
            <a:noFill/>
            <a:ln cap="flat" cmpd="sng" w="9525">
              <a:solidFill>
                <a:schemeClr val="dk1"/>
              </a:solidFill>
              <a:prstDash val="solid"/>
              <a:round/>
              <a:headEnd len="med" w="med" type="none"/>
              <a:tailEnd len="med" w="med" type="none"/>
            </a:ln>
          </p:spPr>
        </p:cxnSp>
        <p:cxnSp>
          <p:nvCxnSpPr>
            <p:cNvPr id="9412" name="Google Shape;9412;p108"/>
            <p:cNvCxnSpPr/>
            <p:nvPr/>
          </p:nvCxnSpPr>
          <p:spPr>
            <a:xfrm>
              <a:off x="690" y="2247"/>
              <a:ext cx="0" cy="154"/>
            </a:xfrm>
            <a:prstGeom prst="straightConnector1">
              <a:avLst/>
            </a:prstGeom>
            <a:noFill/>
            <a:ln cap="flat" cmpd="sng" w="9525">
              <a:solidFill>
                <a:schemeClr val="dk1"/>
              </a:solidFill>
              <a:prstDash val="solid"/>
              <a:round/>
              <a:headEnd len="med" w="med" type="none"/>
              <a:tailEnd len="med" w="med" type="none"/>
            </a:ln>
          </p:spPr>
        </p:cxnSp>
        <p:cxnSp>
          <p:nvCxnSpPr>
            <p:cNvPr id="9413" name="Google Shape;9413;p108"/>
            <p:cNvCxnSpPr/>
            <p:nvPr/>
          </p:nvCxnSpPr>
          <p:spPr>
            <a:xfrm>
              <a:off x="882" y="2244"/>
              <a:ext cx="0" cy="156"/>
            </a:xfrm>
            <a:prstGeom prst="straightConnector1">
              <a:avLst/>
            </a:prstGeom>
            <a:noFill/>
            <a:ln cap="flat" cmpd="sng" w="9525">
              <a:solidFill>
                <a:schemeClr val="dk1"/>
              </a:solidFill>
              <a:prstDash val="solid"/>
              <a:round/>
              <a:headEnd len="med" w="med" type="none"/>
              <a:tailEnd len="med" w="med" type="none"/>
            </a:ln>
          </p:spPr>
        </p:cxnSp>
      </p:grpSp>
      <p:sp>
        <p:nvSpPr>
          <p:cNvPr id="9414" name="Google Shape;9414;p108"/>
          <p:cNvSpPr txBox="1"/>
          <p:nvPr/>
        </p:nvSpPr>
        <p:spPr>
          <a:xfrm>
            <a:off x="9140831" y="5665783"/>
            <a:ext cx="841449"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Calibri"/>
                <a:ea typeface="Calibri"/>
                <a:cs typeface="Calibri"/>
                <a:sym typeface="Calibri"/>
              </a:rPr>
              <a:t>router</a:t>
            </a:r>
            <a:endParaRPr sz="1800">
              <a:solidFill>
                <a:schemeClr val="dk1"/>
              </a:solidFill>
              <a:latin typeface="Calibri"/>
              <a:ea typeface="Calibri"/>
              <a:cs typeface="Calibri"/>
              <a:sym typeface="Calibri"/>
            </a:endParaRPr>
          </a:p>
        </p:txBody>
      </p:sp>
      <p:sp>
        <p:nvSpPr>
          <p:cNvPr id="9415" name="Google Shape;9415;p108"/>
          <p:cNvSpPr txBox="1"/>
          <p:nvPr/>
        </p:nvSpPr>
        <p:spPr>
          <a:xfrm>
            <a:off x="9155119" y="3386662"/>
            <a:ext cx="869277"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rPr lang="en-US" sz="2000">
                <a:solidFill>
                  <a:schemeClr val="dk1"/>
                </a:solidFill>
                <a:latin typeface="Calibri"/>
                <a:ea typeface="Calibri"/>
                <a:cs typeface="Calibri"/>
                <a:sym typeface="Calibri"/>
              </a:rPr>
              <a:t>switch</a:t>
            </a:r>
            <a:endParaRPr sz="1800">
              <a:solidFill>
                <a:schemeClr val="dk1"/>
              </a:solidFill>
              <a:latin typeface="Calibri"/>
              <a:ea typeface="Calibri"/>
              <a:cs typeface="Calibri"/>
              <a:sym typeface="Calibri"/>
            </a:endParaRPr>
          </a:p>
        </p:txBody>
      </p:sp>
      <p:sp>
        <p:nvSpPr>
          <p:cNvPr id="9416" name="Google Shape;9416;p108"/>
          <p:cNvSpPr txBox="1"/>
          <p:nvPr/>
        </p:nvSpPr>
        <p:spPr>
          <a:xfrm>
            <a:off x="1922469" y="946145"/>
            <a:ext cx="1008062"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message</a:t>
            </a:r>
            <a:endParaRPr/>
          </a:p>
        </p:txBody>
      </p:sp>
      <p:grpSp>
        <p:nvGrpSpPr>
          <p:cNvPr id="9417" name="Google Shape;9417;p108"/>
          <p:cNvGrpSpPr/>
          <p:nvPr/>
        </p:nvGrpSpPr>
        <p:grpSpPr>
          <a:xfrm>
            <a:off x="2982919" y="973134"/>
            <a:ext cx="679450" cy="301625"/>
            <a:chOff x="780" y="1553"/>
            <a:chExt cx="428" cy="190"/>
          </a:xfrm>
        </p:grpSpPr>
        <p:sp>
          <p:nvSpPr>
            <p:cNvPr id="9418" name="Google Shape;9418;p108"/>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419" name="Google Shape;9419;p108"/>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M</a:t>
              </a:r>
              <a:endParaRPr/>
            </a:p>
          </p:txBody>
        </p:sp>
      </p:grpSp>
      <p:grpSp>
        <p:nvGrpSpPr>
          <p:cNvPr id="9420" name="Google Shape;9420;p108"/>
          <p:cNvGrpSpPr/>
          <p:nvPr/>
        </p:nvGrpSpPr>
        <p:grpSpPr>
          <a:xfrm>
            <a:off x="2747970" y="1293809"/>
            <a:ext cx="903287" cy="301625"/>
            <a:chOff x="1851" y="2046"/>
            <a:chExt cx="569" cy="190"/>
          </a:xfrm>
        </p:grpSpPr>
        <p:grpSp>
          <p:nvGrpSpPr>
            <p:cNvPr id="9421" name="Google Shape;9421;p108"/>
            <p:cNvGrpSpPr/>
            <p:nvPr/>
          </p:nvGrpSpPr>
          <p:grpSpPr>
            <a:xfrm>
              <a:off x="1851" y="2047"/>
              <a:ext cx="190" cy="184"/>
              <a:chOff x="1962" y="2058"/>
              <a:chExt cx="190" cy="184"/>
            </a:xfrm>
          </p:grpSpPr>
          <p:sp>
            <p:nvSpPr>
              <p:cNvPr id="9422" name="Google Shape;9422;p108"/>
              <p:cNvSpPr/>
              <p:nvPr/>
            </p:nvSpPr>
            <p:spPr>
              <a:xfrm>
                <a:off x="1962"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423" name="Google Shape;9423;p108"/>
              <p:cNvSpPr/>
              <p:nvPr/>
            </p:nvSpPr>
            <p:spPr>
              <a:xfrm>
                <a:off x="1965"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t</a:t>
                </a:r>
                <a:endParaRPr/>
              </a:p>
            </p:txBody>
          </p:sp>
        </p:grpSp>
        <p:grpSp>
          <p:nvGrpSpPr>
            <p:cNvPr id="9424" name="Google Shape;9424;p108"/>
            <p:cNvGrpSpPr/>
            <p:nvPr/>
          </p:nvGrpSpPr>
          <p:grpSpPr>
            <a:xfrm>
              <a:off x="1992" y="2046"/>
              <a:ext cx="428" cy="190"/>
              <a:chOff x="780" y="1553"/>
              <a:chExt cx="428" cy="190"/>
            </a:xfrm>
          </p:grpSpPr>
          <p:sp>
            <p:nvSpPr>
              <p:cNvPr id="9425" name="Google Shape;9425;p108"/>
              <p:cNvSpPr/>
              <p:nvPr/>
            </p:nvSpPr>
            <p:spPr>
              <a:xfrm>
                <a:off x="817" y="1569"/>
                <a:ext cx="312"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426" name="Google Shape;9426;p108"/>
              <p:cNvSpPr/>
              <p:nvPr/>
            </p:nvSpPr>
            <p:spPr>
              <a:xfrm>
                <a:off x="780" y="1553"/>
                <a:ext cx="428" cy="19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M</a:t>
                </a:r>
                <a:endParaRPr/>
              </a:p>
            </p:txBody>
          </p:sp>
        </p:grpSp>
      </p:grpSp>
      <p:grpSp>
        <p:nvGrpSpPr>
          <p:cNvPr id="9427" name="Google Shape;9427;p108"/>
          <p:cNvGrpSpPr/>
          <p:nvPr/>
        </p:nvGrpSpPr>
        <p:grpSpPr>
          <a:xfrm>
            <a:off x="2454282" y="1617658"/>
            <a:ext cx="301625" cy="292100"/>
            <a:chOff x="1962" y="2058"/>
            <a:chExt cx="190" cy="184"/>
          </a:xfrm>
        </p:grpSpPr>
        <p:sp>
          <p:nvSpPr>
            <p:cNvPr id="9428" name="Google Shape;9428;p108"/>
            <p:cNvSpPr/>
            <p:nvPr/>
          </p:nvSpPr>
          <p:spPr>
            <a:xfrm>
              <a:off x="1962" y="2075"/>
              <a:ext cx="177" cy="16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p:txBody>
        </p:sp>
        <p:sp>
          <p:nvSpPr>
            <p:cNvPr id="9429" name="Google Shape;9429;p108"/>
            <p:cNvSpPr/>
            <p:nvPr/>
          </p:nvSpPr>
          <p:spPr>
            <a:xfrm>
              <a:off x="1965" y="2058"/>
              <a:ext cx="187" cy="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H</a:t>
              </a:r>
              <a:r>
                <a:rPr baseline="-25000" lang="en-US" sz="1800">
                  <a:solidFill>
                    <a:schemeClr val="dk1"/>
                  </a:solidFill>
                  <a:latin typeface="Arial"/>
                  <a:ea typeface="Arial"/>
                  <a:cs typeface="Arial"/>
                  <a:sym typeface="Arial"/>
                </a:rPr>
                <a:t>n</a:t>
              </a:r>
              <a:endParaRPr/>
            </a:p>
          </p:txBody>
        </p:sp>
      </p:grpSp>
      <p:sp>
        <p:nvSpPr>
          <p:cNvPr id="9430" name="Google Shape;9430;p108"/>
          <p:cNvSpPr txBox="1"/>
          <p:nvPr/>
        </p:nvSpPr>
        <p:spPr>
          <a:xfrm>
            <a:off x="1376369" y="1897058"/>
            <a:ext cx="704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Noto Sans Symbols"/>
              <a:buNone/>
            </a:pPr>
            <a:r>
              <a:rPr lang="en-US" sz="1600">
                <a:solidFill>
                  <a:srgbClr val="CC0000"/>
                </a:solidFill>
                <a:latin typeface="Arial"/>
                <a:ea typeface="Arial"/>
                <a:cs typeface="Arial"/>
                <a:sym typeface="Arial"/>
              </a:rPr>
              <a:t>frame</a:t>
            </a:r>
            <a:endParaRPr/>
          </a:p>
        </p:txBody>
      </p:sp>
      <p:grpSp>
        <p:nvGrpSpPr>
          <p:cNvPr id="9431" name="Google Shape;9431;p108"/>
          <p:cNvGrpSpPr/>
          <p:nvPr/>
        </p:nvGrpSpPr>
        <p:grpSpPr>
          <a:xfrm flipH="1">
            <a:off x="4397382" y="5224459"/>
            <a:ext cx="803275" cy="771525"/>
            <a:chOff x="-44" y="1473"/>
            <a:chExt cx="981" cy="1105"/>
          </a:xfrm>
        </p:grpSpPr>
        <p:pic>
          <p:nvPicPr>
            <p:cNvPr descr="desktop_computer_stylized_medium" id="9432" name="Google Shape;9432;p10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433" name="Google Shape;9433;p10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434" name="Google Shape;9434;p108"/>
          <p:cNvGrpSpPr/>
          <p:nvPr/>
        </p:nvGrpSpPr>
        <p:grpSpPr>
          <a:xfrm flipH="1">
            <a:off x="5359407" y="1341434"/>
            <a:ext cx="803275" cy="771525"/>
            <a:chOff x="-44" y="1473"/>
            <a:chExt cx="981" cy="1105"/>
          </a:xfrm>
        </p:grpSpPr>
        <p:pic>
          <p:nvPicPr>
            <p:cNvPr descr="desktop_computer_stylized_medium" id="9435" name="Google Shape;9435;p10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436" name="Google Shape;9436;p10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2000"/>
                                        <p:tgtEl>
                                          <p:spTgt spid="9416"/>
                                        </p:tgtEl>
                                      </p:cBhvr>
                                    </p:animEffect>
                                    <p:set>
                                      <p:cBhvr>
                                        <p:cTn dur="1" fill="hold">
                                          <p:stCondLst>
                                            <p:cond delay="2000"/>
                                          </p:stCondLst>
                                        </p:cTn>
                                        <p:tgtEl>
                                          <p:spTgt spid="94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41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933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933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42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942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933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32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94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940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3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91"/>
                                        </p:tgtEl>
                                        <p:attrNameLst>
                                          <p:attrName>style.visibility</p:attrName>
                                        </p:attrNameLst>
                                      </p:cBhvr>
                                      <p:to>
                                        <p:strVal val="visible"/>
                                      </p:to>
                                    </p:set>
                                    <p:animEffect filter="fade" transition="in">
                                      <p:cBhvr>
                                        <p:cTn dur="500"/>
                                        <p:tgtEl>
                                          <p:spTgt spid="9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82"/>
                                        </p:tgtEl>
                                        <p:attrNameLst>
                                          <p:attrName>style.visibility</p:attrName>
                                        </p:attrNameLst>
                                      </p:cBhvr>
                                      <p:to>
                                        <p:strVal val="visible"/>
                                      </p:to>
                                    </p:set>
                                    <p:animEffect filter="fade" transition="in">
                                      <p:cBhvr>
                                        <p:cTn dur="500"/>
                                        <p:tgtEl>
                                          <p:spTgt spid="9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46"/>
                                        </p:tgtEl>
                                        <p:attrNameLst>
                                          <p:attrName>style.visibility</p:attrName>
                                        </p:attrNameLst>
                                      </p:cBhvr>
                                      <p:to>
                                        <p:strVal val="visible"/>
                                      </p:to>
                                    </p:set>
                                    <p:animEffect filter="fade" transition="in">
                                      <p:cBhvr>
                                        <p:cTn dur="500"/>
                                        <p:tgtEl>
                                          <p:spTgt spid="9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5"/>
                                        </p:tgtEl>
                                        <p:attrNameLst>
                                          <p:attrName>style.visibility</p:attrName>
                                        </p:attrNameLst>
                                      </p:cBhvr>
                                      <p:to>
                                        <p:strVal val="visible"/>
                                      </p:to>
                                    </p:set>
                                    <p:animEffect filter="fade" transition="in">
                                      <p:cBhvr>
                                        <p:cTn dur="500"/>
                                        <p:tgtEl>
                                          <p:spTgt spid="9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2"/>
                                        </p:tgtEl>
                                        <p:attrNameLst>
                                          <p:attrName>style.visibility</p:attrName>
                                        </p:attrNameLst>
                                      </p:cBhvr>
                                      <p:to>
                                        <p:strVal val="visible"/>
                                      </p:to>
                                    </p:set>
                                    <p:animEffect filter="fade" transition="in">
                                      <p:cBhvr>
                                        <p:cTn dur="500"/>
                                        <p:tgtEl>
                                          <p:spTgt spid="93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7"/>
                                        </p:tgtEl>
                                        <p:attrNameLst>
                                          <p:attrName>style.visibility</p:attrName>
                                        </p:attrNameLst>
                                      </p:cBhvr>
                                      <p:to>
                                        <p:strVal val="visible"/>
                                      </p:to>
                                    </p:set>
                                    <p:animEffect filter="fade" transition="in">
                                      <p:cBhvr>
                                        <p:cTn dur="500"/>
                                        <p:tgtEl>
                                          <p:spTgt spid="93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0" name="Shape 9440"/>
        <p:cNvGrpSpPr/>
        <p:nvPr/>
      </p:nvGrpSpPr>
      <p:grpSpPr>
        <a:xfrm>
          <a:off x="0" y="0"/>
          <a:ext cx="0" cy="0"/>
          <a:chOff x="0" y="0"/>
          <a:chExt cx="0" cy="0"/>
        </a:xfrm>
      </p:grpSpPr>
      <p:sp>
        <p:nvSpPr>
          <p:cNvPr id="9441" name="Google Shape;9441;p109"/>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42" name="Google Shape;9442;p10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id="9443" name="Google Shape;9443;p109"/>
          <p:cNvPicPr preferRelativeResize="0"/>
          <p:nvPr/>
        </p:nvPicPr>
        <p:blipFill rotWithShape="1">
          <a:blip r:embed="rId3">
            <a:alphaModFix/>
          </a:blip>
          <a:srcRect b="0" l="0" r="0" t="0"/>
          <a:stretch/>
        </p:blipFill>
        <p:spPr>
          <a:xfrm>
            <a:off x="1458829" y="1009650"/>
            <a:ext cx="9274342" cy="5503932"/>
          </a:xfrm>
          <a:prstGeom prst="rect">
            <a:avLst/>
          </a:prstGeom>
          <a:noFill/>
          <a:ln>
            <a:noFill/>
          </a:ln>
        </p:spPr>
      </p:pic>
      <p:pic>
        <p:nvPicPr>
          <p:cNvPr descr="Puzzle" id="9444" name="Google Shape;9444;p109"/>
          <p:cNvPicPr preferRelativeResize="0"/>
          <p:nvPr/>
        </p:nvPicPr>
        <p:blipFill rotWithShape="1">
          <a:blip r:embed="rId4">
            <a:alphaModFix/>
          </a:blip>
          <a:srcRect b="0" l="0" r="0" t="0"/>
          <a:stretch/>
        </p:blipFill>
        <p:spPr>
          <a:xfrm rot="2653558">
            <a:off x="9729788" y="204788"/>
            <a:ext cx="603250" cy="603250"/>
          </a:xfrm>
          <a:prstGeom prst="rect">
            <a:avLst/>
          </a:prstGeom>
          <a:noFill/>
          <a:ln>
            <a:noFill/>
          </a:ln>
        </p:spPr>
      </p:pic>
      <p:sp>
        <p:nvSpPr>
          <p:cNvPr id="9445" name="Google Shape;9445;p109"/>
          <p:cNvSpPr txBox="1"/>
          <p:nvPr/>
        </p:nvSpPr>
        <p:spPr>
          <a:xfrm>
            <a:off x="5237747" y="143518"/>
            <a:ext cx="3805238"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4400">
                <a:solidFill>
                  <a:srgbClr val="000099"/>
                </a:solidFill>
                <a:latin typeface="Calibri"/>
                <a:ea typeface="Calibri"/>
                <a:cs typeface="Calibri"/>
                <a:sym typeface="Calibri"/>
              </a:rPr>
              <a:t>Encapsulation</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0" name="Shape 9450"/>
        <p:cNvGrpSpPr/>
        <p:nvPr/>
      </p:nvGrpSpPr>
      <p:grpSpPr>
        <a:xfrm>
          <a:off x="0" y="0"/>
          <a:ext cx="0" cy="0"/>
          <a:chOff x="0" y="0"/>
          <a:chExt cx="0" cy="0"/>
        </a:xfrm>
      </p:grpSpPr>
      <p:sp>
        <p:nvSpPr>
          <p:cNvPr id="9451" name="Google Shape;9451;p11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1: roadmap</a:t>
            </a:r>
            <a:endParaRPr/>
          </a:p>
        </p:txBody>
      </p:sp>
      <p:sp>
        <p:nvSpPr>
          <p:cNvPr id="9452" name="Google Shape;9452;p1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453" name="Google Shape;9453;p110"/>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fontScale="92500"/>
          </a:bodyPr>
          <a:lstStyle/>
          <a:p>
            <a:pPr indent="-285750" lvl="0" marL="403225" rtl="0" algn="l">
              <a:lnSpc>
                <a:spcPct val="90000"/>
              </a:lnSpc>
              <a:spcBef>
                <a:spcPts val="0"/>
              </a:spcBef>
              <a:spcAft>
                <a:spcPts val="0"/>
              </a:spcAft>
              <a:buClr>
                <a:srgbClr val="BFBFBF"/>
              </a:buClr>
              <a:buSzPct val="100000"/>
              <a:buChar char="▪"/>
            </a:pPr>
            <a:r>
              <a:rPr lang="en-US" sz="3200">
                <a:solidFill>
                  <a:srgbClr val="A5A5A5"/>
                </a:solidFill>
                <a:latin typeface="Calibri"/>
                <a:ea typeface="Calibri"/>
                <a:cs typeface="Calibri"/>
                <a:sym typeface="Calibri"/>
              </a:rPr>
              <a:t>What </a:t>
            </a:r>
            <a:r>
              <a:rPr i="1" lang="en-US" sz="3200">
                <a:solidFill>
                  <a:srgbClr val="A5A5A5"/>
                </a:solidFill>
                <a:latin typeface="Calibri"/>
                <a:ea typeface="Calibri"/>
                <a:cs typeface="Calibri"/>
                <a:sym typeface="Calibri"/>
              </a:rPr>
              <a:t>is</a:t>
            </a:r>
            <a:r>
              <a:rPr lang="en-US" sz="3200">
                <a:solidFill>
                  <a:srgbClr val="A5A5A5"/>
                </a:solidFill>
                <a:latin typeface="Calibri"/>
                <a:ea typeface="Calibri"/>
                <a:cs typeface="Calibri"/>
                <a:sym typeface="Calibri"/>
              </a:rPr>
              <a:t> the Internet?</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What</a:t>
            </a:r>
            <a:r>
              <a:rPr i="1" lang="en-US" sz="3200">
                <a:solidFill>
                  <a:srgbClr val="A5A5A5"/>
                </a:solidFill>
                <a:latin typeface="Calibri"/>
                <a:ea typeface="Calibri"/>
                <a:cs typeface="Calibri"/>
                <a:sym typeface="Calibri"/>
              </a:rPr>
              <a:t> is </a:t>
            </a:r>
            <a:r>
              <a:rPr lang="en-US" sz="3200">
                <a:solidFill>
                  <a:srgbClr val="A5A5A5"/>
                </a:solidFill>
                <a:latin typeface="Calibri"/>
                <a:ea typeface="Calibri"/>
                <a:cs typeface="Calibri"/>
                <a:sym typeface="Calibri"/>
              </a:rPr>
              <a:t>a protocol?</a:t>
            </a:r>
            <a:endParaRPr/>
          </a:p>
          <a:p>
            <a:pPr indent="-285750" lvl="0" marL="403225" rtl="0" algn="l">
              <a:lnSpc>
                <a:spcPct val="90000"/>
              </a:lnSpc>
              <a:spcBef>
                <a:spcPts val="800"/>
              </a:spcBef>
              <a:spcAft>
                <a:spcPts val="0"/>
              </a:spcAft>
              <a:buClr>
                <a:srgbClr val="BFBFBF"/>
              </a:buClr>
              <a:buSzPct val="100000"/>
              <a:buChar char="▪"/>
            </a:pPr>
            <a:r>
              <a:rPr lang="en-US" sz="3200">
                <a:solidFill>
                  <a:srgbClr val="BFBFBF"/>
                </a:solidFill>
                <a:latin typeface="Calibri"/>
                <a:ea typeface="Calibri"/>
                <a:cs typeface="Calibri"/>
                <a:sym typeface="Calibri"/>
              </a:rPr>
              <a:t>Network edge: hosts, access network, physical media</a:t>
            </a:r>
            <a:endParaRPr/>
          </a:p>
          <a:p>
            <a:pPr indent="-285750" lvl="0" marL="403225" rtl="0" algn="l">
              <a:lnSpc>
                <a:spcPct val="90000"/>
              </a:lnSpc>
              <a:spcBef>
                <a:spcPts val="800"/>
              </a:spcBef>
              <a:spcAft>
                <a:spcPts val="0"/>
              </a:spcAft>
              <a:buClr>
                <a:srgbClr val="D8D8D8"/>
              </a:buClr>
              <a:buSzPct val="100000"/>
              <a:buChar char="▪"/>
            </a:pPr>
            <a:r>
              <a:rPr lang="en-US" sz="3200">
                <a:solidFill>
                  <a:srgbClr val="BFBFBF"/>
                </a:solidFill>
                <a:latin typeface="Calibri"/>
                <a:ea typeface="Calibri"/>
                <a:cs typeface="Calibri"/>
                <a:sym typeface="Calibri"/>
              </a:rPr>
              <a:t>Network core: packet/circuit switching, internet structure</a:t>
            </a:r>
            <a:endParaRPr/>
          </a:p>
          <a:p>
            <a:pPr indent="-285750" lvl="0" marL="403225" rtl="0" algn="l">
              <a:lnSpc>
                <a:spcPct val="90000"/>
              </a:lnSpc>
              <a:spcBef>
                <a:spcPts val="800"/>
              </a:spcBef>
              <a:spcAft>
                <a:spcPts val="0"/>
              </a:spcAft>
              <a:buClr>
                <a:srgbClr val="BFBFBF"/>
              </a:buClr>
              <a:buSzPct val="100000"/>
              <a:buChar char="▪"/>
            </a:pPr>
            <a:r>
              <a:rPr lang="en-US" sz="3200">
                <a:solidFill>
                  <a:srgbClr val="BFBFBF"/>
                </a:solidFill>
                <a:latin typeface="Calibri"/>
                <a:ea typeface="Calibri"/>
                <a:cs typeface="Calibri"/>
                <a:sym typeface="Calibri"/>
              </a:rPr>
              <a:t>Performance: loss, delay, throughput</a:t>
            </a:r>
            <a:endParaRPr/>
          </a:p>
          <a:p>
            <a:pPr indent="-285750" lvl="0" marL="403225" rtl="0" algn="l">
              <a:lnSpc>
                <a:spcPct val="90000"/>
              </a:lnSpc>
              <a:spcBef>
                <a:spcPts val="800"/>
              </a:spcBef>
              <a:spcAft>
                <a:spcPts val="0"/>
              </a:spcAft>
              <a:buClr>
                <a:srgbClr val="0000A8"/>
              </a:buClr>
              <a:buSzPct val="100000"/>
              <a:buChar char="▪"/>
            </a:pPr>
            <a:r>
              <a:rPr lang="en-US" sz="3200">
                <a:latin typeface="Calibri"/>
                <a:ea typeface="Calibri"/>
                <a:cs typeface="Calibri"/>
                <a:sym typeface="Calibri"/>
              </a:rPr>
              <a:t>Security</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Protocol layers, service models</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History</a:t>
            </a:r>
            <a:endParaRPr/>
          </a:p>
          <a:p>
            <a:pPr indent="-222250" lvl="0" marL="352425" rtl="0" algn="l">
              <a:lnSpc>
                <a:spcPct val="90000"/>
              </a:lnSpc>
              <a:spcBef>
                <a:spcPts val="1000"/>
              </a:spcBef>
              <a:spcAft>
                <a:spcPts val="0"/>
              </a:spcAft>
              <a:buSzPct val="100000"/>
              <a:buFont typeface="Noto Sans Symbols"/>
              <a:buNone/>
            </a:pPr>
            <a:r>
              <a:t/>
            </a:r>
            <a:endParaRPr sz="2400"/>
          </a:p>
        </p:txBody>
      </p:sp>
      <p:pic>
        <p:nvPicPr>
          <p:cNvPr descr="Kurose&amp;Ross 8th ed cover picture" id="9454" name="Google Shape;9454;p110"/>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9" name="Shape 9459"/>
        <p:cNvGrpSpPr/>
        <p:nvPr/>
      </p:nvGrpSpPr>
      <p:grpSpPr>
        <a:xfrm>
          <a:off x="0" y="0"/>
          <a:ext cx="0" cy="0"/>
          <a:chOff x="0" y="0"/>
          <a:chExt cx="0" cy="0"/>
        </a:xfrm>
      </p:grpSpPr>
      <p:sp>
        <p:nvSpPr>
          <p:cNvPr id="9460" name="Google Shape;9460;p111"/>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Network security</a:t>
            </a:r>
            <a:endParaRPr sz="4400"/>
          </a:p>
        </p:txBody>
      </p:sp>
      <p:sp>
        <p:nvSpPr>
          <p:cNvPr id="9461" name="Google Shape;9461;p1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462" name="Google Shape;9462;p111"/>
          <p:cNvSpPr txBox="1"/>
          <p:nvPr/>
        </p:nvSpPr>
        <p:spPr>
          <a:xfrm>
            <a:off x="980180" y="1520385"/>
            <a:ext cx="10342830" cy="4922704"/>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3200"/>
              <a:buFont typeface="Noto Sans Symbols"/>
              <a:buChar char="▪"/>
            </a:pPr>
            <a:r>
              <a:rPr lang="en-US" sz="3200">
                <a:solidFill>
                  <a:srgbClr val="CC0000"/>
                </a:solidFill>
                <a:latin typeface="Calibri"/>
                <a:ea typeface="Calibri"/>
                <a:cs typeface="Calibri"/>
                <a:sym typeface="Calibri"/>
              </a:rPr>
              <a:t>field of network security:</a:t>
            </a:r>
            <a:endParaRPr/>
          </a:p>
          <a:p>
            <a:pPr indent="-225425" lvl="1" marL="6826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how bad guys can attack computer networks</a:t>
            </a:r>
            <a:endParaRPr/>
          </a:p>
          <a:p>
            <a:pPr indent="-225425" lvl="1" marL="6826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how we can defend networks against attacks</a:t>
            </a:r>
            <a:endParaRPr/>
          </a:p>
          <a:p>
            <a:pPr indent="-225425" lvl="1" marL="6826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how to design architectures that are immune to attacks</a:t>
            </a:r>
            <a:endParaRPr/>
          </a:p>
          <a:p>
            <a:pPr indent="-287338" lvl="0" marL="287338" marR="0" rtl="0" algn="l">
              <a:lnSpc>
                <a:spcPct val="90000"/>
              </a:lnSpc>
              <a:spcBef>
                <a:spcPts val="1000"/>
              </a:spcBef>
              <a:spcAft>
                <a:spcPts val="0"/>
              </a:spcAft>
              <a:buClr>
                <a:srgbClr val="0000A3"/>
              </a:buClr>
              <a:buSzPts val="3200"/>
              <a:buFont typeface="Noto Sans Symbols"/>
              <a:buChar char="▪"/>
            </a:pPr>
            <a:r>
              <a:rPr lang="en-US" sz="3200">
                <a:solidFill>
                  <a:srgbClr val="CC0000"/>
                </a:solidFill>
                <a:latin typeface="Calibri"/>
                <a:ea typeface="Calibri"/>
                <a:cs typeface="Calibri"/>
                <a:sym typeface="Calibri"/>
              </a:rPr>
              <a:t>Internet not originally designed with (much) security in mind</a:t>
            </a:r>
            <a:endParaRPr/>
          </a:p>
          <a:p>
            <a:pPr indent="-225425" lvl="1" marL="682625" marR="0" rtl="0" algn="l">
              <a:lnSpc>
                <a:spcPct val="90000"/>
              </a:lnSpc>
              <a:spcBef>
                <a:spcPts val="500"/>
              </a:spcBef>
              <a:spcAft>
                <a:spcPts val="0"/>
              </a:spcAft>
              <a:buClr>
                <a:srgbClr val="0000A8"/>
              </a:buClr>
              <a:buSzPts val="2800"/>
              <a:buFont typeface="Arial"/>
              <a:buChar char="•"/>
            </a:pPr>
            <a:r>
              <a:rPr b="0" i="1" lang="en-US" sz="2800" u="none" cap="none" strike="noStrike">
                <a:solidFill>
                  <a:schemeClr val="dk1"/>
                </a:solidFill>
                <a:latin typeface="Calibri"/>
                <a:ea typeface="Calibri"/>
                <a:cs typeface="Calibri"/>
                <a:sym typeface="Calibri"/>
              </a:rPr>
              <a:t>original vision:</a:t>
            </a:r>
            <a:r>
              <a:rPr b="0" i="0" lang="en-US" sz="2800" u="none" cap="none" strike="noStrike">
                <a:solidFill>
                  <a:schemeClr val="dk1"/>
                </a:solidFill>
                <a:latin typeface="Calibri"/>
                <a:ea typeface="Calibri"/>
                <a:cs typeface="Calibri"/>
                <a:sym typeface="Calibri"/>
              </a:rPr>
              <a:t> “a group of mutually trusting users attached to a transparent network” ☺</a:t>
            </a:r>
            <a:endParaRPr b="0" i="0" sz="2800" u="none" cap="none" strike="noStrike">
              <a:solidFill>
                <a:schemeClr val="dk1"/>
              </a:solidFill>
              <a:latin typeface="Calibri"/>
              <a:ea typeface="Calibri"/>
              <a:cs typeface="Calibri"/>
              <a:sym typeface="Calibri"/>
            </a:endParaRPr>
          </a:p>
          <a:p>
            <a:pPr indent="-225425" lvl="1" marL="6826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Internet protocol designers playing “catch-up”</a:t>
            </a:r>
            <a:endParaRPr/>
          </a:p>
          <a:p>
            <a:pPr indent="-225425" lvl="1" marL="68262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security considerations in all layers!</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7" name="Shape 9467"/>
        <p:cNvGrpSpPr/>
        <p:nvPr/>
      </p:nvGrpSpPr>
      <p:grpSpPr>
        <a:xfrm>
          <a:off x="0" y="0"/>
          <a:ext cx="0" cy="0"/>
          <a:chOff x="0" y="0"/>
          <a:chExt cx="0" cy="0"/>
        </a:xfrm>
      </p:grpSpPr>
      <p:sp>
        <p:nvSpPr>
          <p:cNvPr id="9468" name="Google Shape;9468;p112"/>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Bad guys: </a:t>
            </a:r>
            <a:r>
              <a:rPr lang="en-US"/>
              <a:t>m</a:t>
            </a:r>
            <a:r>
              <a:rPr lang="en-US" sz="4400"/>
              <a:t>alware </a:t>
            </a:r>
            <a:endParaRPr sz="4400"/>
          </a:p>
        </p:txBody>
      </p:sp>
      <p:sp>
        <p:nvSpPr>
          <p:cNvPr id="9469" name="Google Shape;9469;p1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470" name="Google Shape;9470;p112"/>
          <p:cNvSpPr txBox="1"/>
          <p:nvPr/>
        </p:nvSpPr>
        <p:spPr>
          <a:xfrm>
            <a:off x="911652" y="1520385"/>
            <a:ext cx="10342830" cy="4922704"/>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malware can get in host from:</a:t>
            </a:r>
            <a:endParaRPr sz="2800">
              <a:solidFill>
                <a:srgbClr val="000099"/>
              </a:solidFill>
              <a:latin typeface="Calibri"/>
              <a:ea typeface="Calibri"/>
              <a:cs typeface="Calibri"/>
              <a:sym typeface="Calibri"/>
            </a:endParaRPr>
          </a:p>
          <a:p>
            <a:pPr indent="-225425" lvl="1" marL="682625" marR="0" rtl="0" algn="l">
              <a:lnSpc>
                <a:spcPct val="90000"/>
              </a:lnSpc>
              <a:spcBef>
                <a:spcPts val="600"/>
              </a:spcBef>
              <a:spcAft>
                <a:spcPts val="0"/>
              </a:spcAft>
              <a:buClr>
                <a:srgbClr val="0000A8"/>
              </a:buClr>
              <a:buSzPts val="2800"/>
              <a:buFont typeface="Arial"/>
              <a:buChar char="•"/>
            </a:pPr>
            <a:r>
              <a:rPr b="0" i="1" lang="en-US" sz="2800" u="none" cap="none" strike="noStrike">
                <a:solidFill>
                  <a:srgbClr val="000099"/>
                </a:solidFill>
                <a:latin typeface="Calibri"/>
                <a:ea typeface="Calibri"/>
                <a:cs typeface="Calibri"/>
                <a:sym typeface="Calibri"/>
              </a:rPr>
              <a:t>virus: </a:t>
            </a:r>
            <a:r>
              <a:rPr b="0" i="0" lang="en-US" sz="2800" u="none" cap="none" strike="noStrike">
                <a:solidFill>
                  <a:schemeClr val="dk1"/>
                </a:solidFill>
                <a:latin typeface="Calibri"/>
                <a:ea typeface="Calibri"/>
                <a:cs typeface="Calibri"/>
                <a:sym typeface="Calibri"/>
              </a:rPr>
              <a:t>self-replicating infection by receiving/executing  object (e.g., e-mail attachment)</a:t>
            </a:r>
            <a:endParaRPr/>
          </a:p>
          <a:p>
            <a:pPr indent="-225425" lvl="1" marL="682625" marR="0" rtl="0" algn="l">
              <a:lnSpc>
                <a:spcPct val="90000"/>
              </a:lnSpc>
              <a:spcBef>
                <a:spcPts val="600"/>
              </a:spcBef>
              <a:spcAft>
                <a:spcPts val="0"/>
              </a:spcAft>
              <a:buClr>
                <a:srgbClr val="0000A8"/>
              </a:buClr>
              <a:buSzPts val="2800"/>
              <a:buFont typeface="Arial"/>
              <a:buChar char="•"/>
            </a:pPr>
            <a:r>
              <a:rPr b="0" i="1" lang="en-US" sz="2800" u="none" cap="none" strike="noStrike">
                <a:solidFill>
                  <a:srgbClr val="000099"/>
                </a:solidFill>
                <a:latin typeface="Calibri"/>
                <a:ea typeface="Calibri"/>
                <a:cs typeface="Calibri"/>
                <a:sym typeface="Calibri"/>
              </a:rPr>
              <a:t>worm: </a:t>
            </a:r>
            <a:r>
              <a:rPr b="0" i="0" lang="en-US" sz="2800" u="none" cap="none" strike="noStrike">
                <a:solidFill>
                  <a:schemeClr val="dk1"/>
                </a:solidFill>
                <a:latin typeface="Calibri"/>
                <a:ea typeface="Calibri"/>
                <a:cs typeface="Calibri"/>
                <a:sym typeface="Calibri"/>
              </a:rPr>
              <a:t>self-replicating infection by passively receiving object that gets itself executed</a:t>
            </a:r>
            <a:endParaRPr/>
          </a:p>
          <a:p>
            <a:pPr indent="-287338" lvl="0" marL="287338" marR="0" rtl="0" algn="l">
              <a:lnSpc>
                <a:spcPct val="90000"/>
              </a:lnSpc>
              <a:spcBef>
                <a:spcPts val="1400"/>
              </a:spcBef>
              <a:spcAft>
                <a:spcPts val="0"/>
              </a:spcAft>
              <a:buClr>
                <a:srgbClr val="0000A3"/>
              </a:buClr>
              <a:buSzPts val="2800"/>
              <a:buFont typeface="Noto Sans Symbols"/>
              <a:buChar char="▪"/>
            </a:pPr>
            <a:r>
              <a:rPr lang="en-US" sz="2800">
                <a:solidFill>
                  <a:srgbClr val="000099"/>
                </a:solidFill>
                <a:latin typeface="Calibri"/>
                <a:ea typeface="Calibri"/>
                <a:cs typeface="Calibri"/>
                <a:sym typeface="Calibri"/>
              </a:rPr>
              <a:t>spyware malware</a:t>
            </a:r>
            <a:r>
              <a:rPr lang="en-US" sz="2800">
                <a:solidFill>
                  <a:schemeClr val="dk1"/>
                </a:solidFill>
                <a:latin typeface="Calibri"/>
                <a:ea typeface="Calibri"/>
                <a:cs typeface="Calibri"/>
                <a:sym typeface="Calibri"/>
              </a:rPr>
              <a:t> can record keystrokes, web sites visited, upload info to collection site</a:t>
            </a:r>
            <a:endParaRPr/>
          </a:p>
          <a:p>
            <a:pPr indent="-287338" lvl="0" marL="287338" marR="0" rtl="0" algn="l">
              <a:lnSpc>
                <a:spcPct val="90000"/>
              </a:lnSpc>
              <a:spcBef>
                <a:spcPts val="14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infected host can be enrolled in  </a:t>
            </a:r>
            <a:r>
              <a:rPr lang="en-US" sz="2800">
                <a:solidFill>
                  <a:srgbClr val="000099"/>
                </a:solidFill>
                <a:latin typeface="Calibri"/>
                <a:ea typeface="Calibri"/>
                <a:cs typeface="Calibri"/>
                <a:sym typeface="Calibri"/>
              </a:rPr>
              <a:t>botnet,</a:t>
            </a:r>
            <a:r>
              <a:rPr lang="en-US" sz="2800">
                <a:solidFill>
                  <a:schemeClr val="dk1"/>
                </a:solidFill>
                <a:latin typeface="Calibri"/>
                <a:ea typeface="Calibri"/>
                <a:cs typeface="Calibri"/>
                <a:sym typeface="Calibri"/>
              </a:rPr>
              <a:t> used for spam or distributed denial of service  (DDoS) attacks</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4" name="Shape 9474"/>
        <p:cNvGrpSpPr/>
        <p:nvPr/>
      </p:nvGrpSpPr>
      <p:grpSpPr>
        <a:xfrm>
          <a:off x="0" y="0"/>
          <a:ext cx="0" cy="0"/>
          <a:chOff x="0" y="0"/>
          <a:chExt cx="0" cy="0"/>
        </a:xfrm>
      </p:grpSpPr>
      <p:sp>
        <p:nvSpPr>
          <p:cNvPr id="9475" name="Google Shape;9475;p11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2800"/>
              <a:buFont typeface="Calibri"/>
              <a:buNone/>
            </a:pPr>
            <a:r>
              <a:rPr lang="en-US" sz="2800"/>
              <a:t>Bad guys: Malware</a:t>
            </a:r>
            <a:endParaRPr sz="2800"/>
          </a:p>
        </p:txBody>
      </p:sp>
      <p:sp>
        <p:nvSpPr>
          <p:cNvPr id="9476" name="Google Shape;9476;p113"/>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Malware = malicious software</a:t>
            </a:r>
            <a:endParaRPr/>
          </a:p>
          <a:p>
            <a:pPr indent="-231775" lvl="1" marL="695325" rtl="0" algn="l">
              <a:lnSpc>
                <a:spcPct val="90000"/>
              </a:lnSpc>
              <a:spcBef>
                <a:spcPts val="500"/>
              </a:spcBef>
              <a:spcAft>
                <a:spcPts val="0"/>
              </a:spcAft>
              <a:buSzPts val="2400"/>
              <a:buChar char="•"/>
            </a:pPr>
            <a:r>
              <a:rPr lang="en-US"/>
              <a:t>Examples: Worm, Virus, Trojans, spyware, botnet, etc.</a:t>
            </a:r>
            <a:endParaRPr/>
          </a:p>
          <a:p>
            <a:pPr indent="-222250" lvl="0" marL="352425" rtl="0" algn="l">
              <a:lnSpc>
                <a:spcPct val="90000"/>
              </a:lnSpc>
              <a:spcBef>
                <a:spcPts val="1000"/>
              </a:spcBef>
              <a:spcAft>
                <a:spcPts val="0"/>
              </a:spcAft>
              <a:buSzPts val="2800"/>
              <a:buChar char="▪"/>
            </a:pPr>
            <a:r>
              <a:rPr lang="en-US"/>
              <a:t>Malware can be </a:t>
            </a:r>
            <a:endParaRPr/>
          </a:p>
          <a:p>
            <a:pPr indent="-231775" lvl="1" marL="695325" rtl="0" algn="l">
              <a:lnSpc>
                <a:spcPct val="90000"/>
              </a:lnSpc>
              <a:spcBef>
                <a:spcPts val="500"/>
              </a:spcBef>
              <a:spcAft>
                <a:spcPts val="0"/>
              </a:spcAft>
              <a:buSzPts val="2400"/>
              <a:buChar char="•"/>
            </a:pPr>
            <a:r>
              <a:rPr lang="en-US"/>
              <a:t>Self-replicating 🡺 </a:t>
            </a:r>
            <a:r>
              <a:rPr lang="en-US" sz="2300"/>
              <a:t>once it infects one host, from that host it seeks entry into other hosts over the Internet, and just keep going</a:t>
            </a:r>
            <a:endParaRPr/>
          </a:p>
          <a:p>
            <a:pPr indent="-231775" lvl="1" marL="695325" rtl="0" algn="l">
              <a:lnSpc>
                <a:spcPct val="90000"/>
              </a:lnSpc>
              <a:spcBef>
                <a:spcPts val="500"/>
              </a:spcBef>
              <a:spcAft>
                <a:spcPts val="0"/>
              </a:spcAft>
              <a:buSzPts val="2300"/>
              <a:buChar char="•"/>
            </a:pPr>
            <a:r>
              <a:rPr lang="en-US" sz="2300"/>
              <a:t>User activated (click on an email attachment) or  </a:t>
            </a:r>
            <a:endParaRPr/>
          </a:p>
          <a:p>
            <a:pPr indent="-231775" lvl="1" marL="695325" rtl="0" algn="l">
              <a:lnSpc>
                <a:spcPct val="90000"/>
              </a:lnSpc>
              <a:spcBef>
                <a:spcPts val="500"/>
              </a:spcBef>
              <a:spcAft>
                <a:spcPts val="0"/>
              </a:spcAft>
              <a:buSzPts val="2300"/>
              <a:buChar char="•"/>
            </a:pPr>
            <a:r>
              <a:rPr lang="en-US" sz="2300"/>
              <a:t>Program activated (a vulnerable app that activates malware)</a:t>
            </a:r>
            <a:endParaRPr/>
          </a:p>
          <a:p>
            <a:pPr indent="-231775" lvl="1" marL="695325" rtl="0" algn="l">
              <a:lnSpc>
                <a:spcPct val="90000"/>
              </a:lnSpc>
              <a:spcBef>
                <a:spcPts val="500"/>
              </a:spcBef>
              <a:spcAft>
                <a:spcPts val="0"/>
              </a:spcAft>
              <a:buSzPts val="2300"/>
              <a:buChar char="•"/>
            </a:pPr>
            <a:r>
              <a:rPr lang="en-US" sz="2300"/>
              <a:t>Recruiting your device to be part of a botnet, to be use for any purpose later </a:t>
            </a:r>
            <a:endParaRPr sz="2300"/>
          </a:p>
          <a:p>
            <a:pPr indent="-44450" lvl="0" marL="352425" rtl="0" algn="l">
              <a:lnSpc>
                <a:spcPct val="90000"/>
              </a:lnSpc>
              <a:spcBef>
                <a:spcPts val="1000"/>
              </a:spcBef>
              <a:spcAft>
                <a:spcPts val="0"/>
              </a:spcAft>
              <a:buSzPts val="2800"/>
              <a:buNone/>
            </a:pPr>
            <a:r>
              <a:t/>
            </a:r>
            <a:endParaRPr/>
          </a:p>
        </p:txBody>
      </p:sp>
      <p:pic>
        <p:nvPicPr>
          <p:cNvPr descr="Puzzle" id="9477" name="Google Shape;9477;p113"/>
          <p:cNvPicPr preferRelativeResize="0"/>
          <p:nvPr/>
        </p:nvPicPr>
        <p:blipFill rotWithShape="1">
          <a:blip r:embed="rId3">
            <a:alphaModFix/>
          </a:blip>
          <a:srcRect b="0" l="0" r="0" t="0"/>
          <a:stretch/>
        </p:blipFill>
        <p:spPr>
          <a:xfrm rot="2653558">
            <a:off x="9729788" y="204788"/>
            <a:ext cx="603250" cy="603250"/>
          </a:xfrm>
          <a:prstGeom prst="rect">
            <a:avLst/>
          </a:prstGeom>
          <a:noFill/>
          <a:ln>
            <a:noFill/>
          </a:ln>
        </p:spPr>
      </p:pic>
      <p:sp>
        <p:nvSpPr>
          <p:cNvPr id="9478" name="Google Shape;9478;p1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3" name="Shape 9483"/>
        <p:cNvGrpSpPr/>
        <p:nvPr/>
      </p:nvGrpSpPr>
      <p:grpSpPr>
        <a:xfrm>
          <a:off x="0" y="0"/>
          <a:ext cx="0" cy="0"/>
          <a:chOff x="0" y="0"/>
          <a:chExt cx="0" cy="0"/>
        </a:xfrm>
      </p:grpSpPr>
      <p:sp>
        <p:nvSpPr>
          <p:cNvPr id="9484" name="Google Shape;9484;p114"/>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Bad guys: denial of service</a:t>
            </a:r>
            <a:endParaRPr/>
          </a:p>
        </p:txBody>
      </p:sp>
      <p:sp>
        <p:nvSpPr>
          <p:cNvPr id="9485" name="Google Shape;9485;p1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grpSp>
        <p:nvGrpSpPr>
          <p:cNvPr id="9486" name="Google Shape;9486;p114"/>
          <p:cNvGrpSpPr/>
          <p:nvPr/>
        </p:nvGrpSpPr>
        <p:grpSpPr>
          <a:xfrm flipH="1">
            <a:off x="7546011" y="3759781"/>
            <a:ext cx="735012" cy="681037"/>
            <a:chOff x="-44" y="1473"/>
            <a:chExt cx="981" cy="1105"/>
          </a:xfrm>
        </p:grpSpPr>
        <p:pic>
          <p:nvPicPr>
            <p:cNvPr descr="desktop_computer_stylized_medium" id="9487" name="Google Shape;9487;p1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488" name="Google Shape;9488;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489" name="Google Shape;9489;p114"/>
          <p:cNvGrpSpPr/>
          <p:nvPr/>
        </p:nvGrpSpPr>
        <p:grpSpPr>
          <a:xfrm>
            <a:off x="8087348" y="4002668"/>
            <a:ext cx="831850" cy="1260475"/>
            <a:chOff x="5069" y="1396"/>
            <a:chExt cx="524" cy="794"/>
          </a:xfrm>
        </p:grpSpPr>
        <p:sp>
          <p:nvSpPr>
            <p:cNvPr id="9490" name="Google Shape;9490;p114"/>
            <p:cNvSpPr txBox="1"/>
            <p:nvPr/>
          </p:nvSpPr>
          <p:spPr>
            <a:xfrm>
              <a:off x="5069" y="1940"/>
              <a:ext cx="52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target</a:t>
              </a:r>
              <a:endParaRPr/>
            </a:p>
          </p:txBody>
        </p:sp>
        <p:grpSp>
          <p:nvGrpSpPr>
            <p:cNvPr id="9491" name="Google Shape;9491;p114"/>
            <p:cNvGrpSpPr/>
            <p:nvPr/>
          </p:nvGrpSpPr>
          <p:grpSpPr>
            <a:xfrm>
              <a:off x="5200" y="1396"/>
              <a:ext cx="258" cy="574"/>
              <a:chOff x="4140" y="429"/>
              <a:chExt cx="1425" cy="2396"/>
            </a:xfrm>
          </p:grpSpPr>
          <p:sp>
            <p:nvSpPr>
              <p:cNvPr id="9492" name="Google Shape;9492;p114"/>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93" name="Google Shape;9493;p114"/>
              <p:cNvSpPr/>
              <p:nvPr/>
            </p:nvSpPr>
            <p:spPr>
              <a:xfrm>
                <a:off x="4206" y="429"/>
                <a:ext cx="1049"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494" name="Google Shape;9494;p114"/>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95" name="Google Shape;9495;p114"/>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96" name="Google Shape;9496;p114"/>
              <p:cNvSpPr/>
              <p:nvPr/>
            </p:nvSpPr>
            <p:spPr>
              <a:xfrm>
                <a:off x="4212" y="692"/>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9497" name="Google Shape;9497;p114"/>
              <p:cNvGrpSpPr/>
              <p:nvPr/>
            </p:nvGrpSpPr>
            <p:grpSpPr>
              <a:xfrm>
                <a:off x="4747" y="667"/>
                <a:ext cx="580" cy="146"/>
                <a:chOff x="612" y="2567"/>
                <a:chExt cx="724" cy="140"/>
              </a:xfrm>
            </p:grpSpPr>
            <p:sp>
              <p:nvSpPr>
                <p:cNvPr id="9498" name="Google Shape;9498;p114"/>
                <p:cNvSpPr/>
                <p:nvPr/>
              </p:nvSpPr>
              <p:spPr>
                <a:xfrm>
                  <a:off x="612" y="2567"/>
                  <a:ext cx="724"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499" name="Google Shape;9499;p114"/>
                <p:cNvSpPr/>
                <p:nvPr/>
              </p:nvSpPr>
              <p:spPr>
                <a:xfrm>
                  <a:off x="626" y="2583"/>
                  <a:ext cx="689"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9500" name="Google Shape;9500;p114"/>
              <p:cNvSpPr/>
              <p:nvPr/>
            </p:nvSpPr>
            <p:spPr>
              <a:xfrm>
                <a:off x="4223" y="1018"/>
                <a:ext cx="597" cy="50"/>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9501" name="Google Shape;9501;p114"/>
              <p:cNvGrpSpPr/>
              <p:nvPr/>
            </p:nvGrpSpPr>
            <p:grpSpPr>
              <a:xfrm>
                <a:off x="4748" y="992"/>
                <a:ext cx="580" cy="134"/>
                <a:chOff x="615" y="2566"/>
                <a:chExt cx="724" cy="139"/>
              </a:xfrm>
            </p:grpSpPr>
            <p:sp>
              <p:nvSpPr>
                <p:cNvPr id="9502" name="Google Shape;9502;p114"/>
                <p:cNvSpPr/>
                <p:nvPr/>
              </p:nvSpPr>
              <p:spPr>
                <a:xfrm>
                  <a:off x="615" y="2566"/>
                  <a:ext cx="724"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503" name="Google Shape;9503;p114"/>
                <p:cNvSpPr/>
                <p:nvPr/>
              </p:nvSpPr>
              <p:spPr>
                <a:xfrm>
                  <a:off x="628" y="2584"/>
                  <a:ext cx="689" cy="10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9504" name="Google Shape;9504;p114"/>
              <p:cNvSpPr/>
              <p:nvPr/>
            </p:nvSpPr>
            <p:spPr>
              <a:xfrm>
                <a:off x="4217" y="1360"/>
                <a:ext cx="597"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505" name="Google Shape;9505;p114"/>
              <p:cNvSpPr/>
              <p:nvPr/>
            </p:nvSpPr>
            <p:spPr>
              <a:xfrm>
                <a:off x="4228" y="1656"/>
                <a:ext cx="597" cy="46"/>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9506" name="Google Shape;9506;p114"/>
              <p:cNvGrpSpPr/>
              <p:nvPr/>
            </p:nvGrpSpPr>
            <p:grpSpPr>
              <a:xfrm>
                <a:off x="4737" y="1627"/>
                <a:ext cx="580" cy="150"/>
                <a:chOff x="616" y="2568"/>
                <a:chExt cx="722" cy="138"/>
              </a:xfrm>
            </p:grpSpPr>
            <p:sp>
              <p:nvSpPr>
                <p:cNvPr id="9507" name="Google Shape;9507;p114"/>
                <p:cNvSpPr/>
                <p:nvPr/>
              </p:nvSpPr>
              <p:spPr>
                <a:xfrm>
                  <a:off x="616" y="2568"/>
                  <a:ext cx="722"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508" name="Google Shape;9508;p114"/>
                <p:cNvSpPr/>
                <p:nvPr/>
              </p:nvSpPr>
              <p:spPr>
                <a:xfrm>
                  <a:off x="630" y="2583"/>
                  <a:ext cx="688"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9509" name="Google Shape;9509;p114"/>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510" name="Google Shape;9510;p114"/>
              <p:cNvGrpSpPr/>
              <p:nvPr/>
            </p:nvGrpSpPr>
            <p:grpSpPr>
              <a:xfrm>
                <a:off x="4737" y="1326"/>
                <a:ext cx="585" cy="138"/>
                <a:chOff x="611" y="2567"/>
                <a:chExt cx="729" cy="138"/>
              </a:xfrm>
            </p:grpSpPr>
            <p:sp>
              <p:nvSpPr>
                <p:cNvPr id="9511" name="Google Shape;9511;p114"/>
                <p:cNvSpPr/>
                <p:nvPr/>
              </p:nvSpPr>
              <p:spPr>
                <a:xfrm>
                  <a:off x="611" y="2567"/>
                  <a:ext cx="729"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512" name="Google Shape;9512;p114"/>
                <p:cNvSpPr/>
                <p:nvPr/>
              </p:nvSpPr>
              <p:spPr>
                <a:xfrm>
                  <a:off x="625" y="2584"/>
                  <a:ext cx="695" cy="100"/>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9513" name="Google Shape;9513;p114"/>
              <p:cNvSpPr/>
              <p:nvPr/>
            </p:nvSpPr>
            <p:spPr>
              <a:xfrm>
                <a:off x="5250" y="429"/>
                <a:ext cx="66" cy="2287"/>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514" name="Google Shape;9514;p114"/>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15" name="Google Shape;9515;p114"/>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16" name="Google Shape;9516;p114"/>
              <p:cNvSpPr/>
              <p:nvPr/>
            </p:nvSpPr>
            <p:spPr>
              <a:xfrm>
                <a:off x="5515" y="2612"/>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517" name="Google Shape;9517;p114"/>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18" name="Google Shape;9518;p114"/>
              <p:cNvSpPr/>
              <p:nvPr/>
            </p:nvSpPr>
            <p:spPr>
              <a:xfrm>
                <a:off x="4140" y="2679"/>
                <a:ext cx="1199" cy="146"/>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519" name="Google Shape;9519;p114"/>
              <p:cNvSpPr/>
              <p:nvPr/>
            </p:nvSpPr>
            <p:spPr>
              <a:xfrm>
                <a:off x="4206" y="2712"/>
                <a:ext cx="1072" cy="79"/>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520" name="Google Shape;9520;p114"/>
              <p:cNvSpPr/>
              <p:nvPr/>
            </p:nvSpPr>
            <p:spPr>
              <a:xfrm>
                <a:off x="4306" y="2383"/>
                <a:ext cx="160" cy="142"/>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521" name="Google Shape;9521;p114"/>
              <p:cNvSpPr/>
              <p:nvPr/>
            </p:nvSpPr>
            <p:spPr>
              <a:xfrm>
                <a:off x="4488" y="2383"/>
                <a:ext cx="160"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9522" name="Google Shape;9522;p114"/>
              <p:cNvSpPr/>
              <p:nvPr/>
            </p:nvSpPr>
            <p:spPr>
              <a:xfrm>
                <a:off x="4665" y="2383"/>
                <a:ext cx="155" cy="138"/>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523" name="Google Shape;9523;p114"/>
              <p:cNvSpPr/>
              <p:nvPr/>
            </p:nvSpPr>
            <p:spPr>
              <a:xfrm>
                <a:off x="5062" y="1836"/>
                <a:ext cx="83" cy="760"/>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grpSp>
      <p:sp>
        <p:nvSpPr>
          <p:cNvPr id="9524" name="Google Shape;9524;p114"/>
          <p:cNvSpPr txBox="1"/>
          <p:nvPr/>
        </p:nvSpPr>
        <p:spPr>
          <a:xfrm>
            <a:off x="727345" y="1393213"/>
            <a:ext cx="9863871" cy="1524447"/>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Denial of Service (DoS):</a:t>
            </a:r>
            <a:r>
              <a:rPr lang="en-US" sz="3200">
                <a:solidFill>
                  <a:schemeClr val="dk1"/>
                </a:solidFill>
                <a:latin typeface="Calibri"/>
                <a:ea typeface="Calibri"/>
                <a:cs typeface="Calibri"/>
                <a:sym typeface="Calibri"/>
              </a:rPr>
              <a:t> attackers make resources (server, bandwidth) unavailable to legitimate traffic by overwhelming resource with bogus traffic</a:t>
            </a:r>
            <a:endParaRPr/>
          </a:p>
        </p:txBody>
      </p:sp>
      <p:sp>
        <p:nvSpPr>
          <p:cNvPr id="9525" name="Google Shape;9525;p114"/>
          <p:cNvSpPr/>
          <p:nvPr/>
        </p:nvSpPr>
        <p:spPr>
          <a:xfrm>
            <a:off x="1761658" y="3116853"/>
            <a:ext cx="4114800" cy="533400"/>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accent2"/>
              </a:buClr>
              <a:buSzPts val="2380"/>
              <a:buFont typeface="Arial"/>
              <a:buNone/>
            </a:pPr>
            <a:r>
              <a:rPr lang="en-US" sz="2800">
                <a:solidFill>
                  <a:srgbClr val="000099"/>
                </a:solidFill>
                <a:latin typeface="Calibri"/>
                <a:ea typeface="Calibri"/>
                <a:cs typeface="Calibri"/>
                <a:sym typeface="Calibri"/>
              </a:rPr>
              <a:t>1.</a:t>
            </a:r>
            <a:r>
              <a:rPr lang="en-US" sz="2800">
                <a:solidFill>
                  <a:schemeClr val="dk1"/>
                </a:solidFill>
                <a:latin typeface="Calibri"/>
                <a:ea typeface="Calibri"/>
                <a:cs typeface="Calibri"/>
                <a:sym typeface="Calibri"/>
              </a:rPr>
              <a:t> select target</a:t>
            </a:r>
            <a:endParaRPr/>
          </a:p>
        </p:txBody>
      </p:sp>
      <p:sp>
        <p:nvSpPr>
          <p:cNvPr id="9526" name="Google Shape;9526;p114"/>
          <p:cNvSpPr/>
          <p:nvPr/>
        </p:nvSpPr>
        <p:spPr>
          <a:xfrm>
            <a:off x="1788645" y="3635965"/>
            <a:ext cx="3795713" cy="914400"/>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accent2"/>
              </a:buClr>
              <a:buSzPts val="2380"/>
              <a:buFont typeface="Arial"/>
              <a:buNone/>
            </a:pPr>
            <a:r>
              <a:rPr lang="en-US" sz="2800">
                <a:solidFill>
                  <a:srgbClr val="000099"/>
                </a:solidFill>
                <a:latin typeface="Calibri"/>
                <a:ea typeface="Calibri"/>
                <a:cs typeface="Calibri"/>
                <a:sym typeface="Calibri"/>
              </a:rPr>
              <a:t>2.</a:t>
            </a:r>
            <a:r>
              <a:rPr lang="en-US" sz="2800">
                <a:solidFill>
                  <a:schemeClr val="dk1"/>
                </a:solidFill>
                <a:latin typeface="Calibri"/>
                <a:ea typeface="Calibri"/>
                <a:cs typeface="Calibri"/>
                <a:sym typeface="Calibri"/>
              </a:rPr>
              <a:t> break into hosts around the network (see botnet)</a:t>
            </a:r>
            <a:endParaRPr/>
          </a:p>
          <a:p>
            <a:pPr indent="-306070" lvl="0" marL="457200" marR="0" rtl="0" algn="l">
              <a:spcBef>
                <a:spcPts val="560"/>
              </a:spcBef>
              <a:spcAft>
                <a:spcPts val="0"/>
              </a:spcAft>
              <a:buClr>
                <a:schemeClr val="accent2"/>
              </a:buClr>
              <a:buSzPts val="2380"/>
              <a:buFont typeface="Arial"/>
              <a:buNone/>
            </a:pPr>
            <a:r>
              <a:t/>
            </a:r>
            <a:endParaRPr sz="2800">
              <a:solidFill>
                <a:schemeClr val="dk1"/>
              </a:solidFill>
              <a:latin typeface="Calibri"/>
              <a:ea typeface="Calibri"/>
              <a:cs typeface="Calibri"/>
              <a:sym typeface="Calibri"/>
            </a:endParaRPr>
          </a:p>
        </p:txBody>
      </p:sp>
      <p:sp>
        <p:nvSpPr>
          <p:cNvPr id="9527" name="Google Shape;9527;p114"/>
          <p:cNvSpPr/>
          <p:nvPr/>
        </p:nvSpPr>
        <p:spPr>
          <a:xfrm>
            <a:off x="1728360" y="4894191"/>
            <a:ext cx="4114800" cy="1219200"/>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accent2"/>
              </a:buClr>
              <a:buSzPts val="2380"/>
              <a:buFont typeface="Arial"/>
              <a:buNone/>
            </a:pPr>
            <a:r>
              <a:rPr lang="en-US" sz="2800">
                <a:solidFill>
                  <a:srgbClr val="000099"/>
                </a:solidFill>
                <a:latin typeface="Calibri"/>
                <a:ea typeface="Calibri"/>
                <a:cs typeface="Calibri"/>
                <a:sym typeface="Calibri"/>
              </a:rPr>
              <a:t>3.</a:t>
            </a:r>
            <a:r>
              <a:rPr lang="en-US" sz="2800">
                <a:solidFill>
                  <a:schemeClr val="dk1"/>
                </a:solidFill>
                <a:latin typeface="Calibri"/>
                <a:ea typeface="Calibri"/>
                <a:cs typeface="Calibri"/>
                <a:sym typeface="Calibri"/>
              </a:rPr>
              <a:t> send packets to target from compromised hosts</a:t>
            </a:r>
            <a:endParaRPr/>
          </a:p>
        </p:txBody>
      </p:sp>
      <p:grpSp>
        <p:nvGrpSpPr>
          <p:cNvPr id="9528" name="Google Shape;9528;p114"/>
          <p:cNvGrpSpPr/>
          <p:nvPr/>
        </p:nvGrpSpPr>
        <p:grpSpPr>
          <a:xfrm>
            <a:off x="6876086" y="3297818"/>
            <a:ext cx="2720975" cy="2674938"/>
            <a:chOff x="-262" y="2555"/>
            <a:chExt cx="1714" cy="1685"/>
          </a:xfrm>
        </p:grpSpPr>
        <p:cxnSp>
          <p:nvCxnSpPr>
            <p:cNvPr id="9529" name="Google Shape;9529;p114"/>
            <p:cNvCxnSpPr/>
            <p:nvPr/>
          </p:nvCxnSpPr>
          <p:spPr>
            <a:xfrm flipH="1" rot="10800000">
              <a:off x="160" y="3261"/>
              <a:ext cx="436" cy="166"/>
            </a:xfrm>
            <a:prstGeom prst="straightConnector1">
              <a:avLst/>
            </a:prstGeom>
            <a:noFill/>
            <a:ln cap="flat" cmpd="sng" w="57150">
              <a:solidFill>
                <a:srgbClr val="FF0000"/>
              </a:solidFill>
              <a:prstDash val="solid"/>
              <a:round/>
              <a:headEnd len="med" w="med" type="none"/>
              <a:tailEnd len="med" w="med" type="triangle"/>
            </a:ln>
          </p:spPr>
        </p:cxnSp>
        <p:cxnSp>
          <p:nvCxnSpPr>
            <p:cNvPr id="9530" name="Google Shape;9530;p114"/>
            <p:cNvCxnSpPr/>
            <p:nvPr/>
          </p:nvCxnSpPr>
          <p:spPr>
            <a:xfrm flipH="1" rot="10800000">
              <a:off x="413" y="3470"/>
              <a:ext cx="226" cy="324"/>
            </a:xfrm>
            <a:prstGeom prst="straightConnector1">
              <a:avLst/>
            </a:prstGeom>
            <a:noFill/>
            <a:ln cap="flat" cmpd="sng" w="57150">
              <a:solidFill>
                <a:srgbClr val="FF0000"/>
              </a:solidFill>
              <a:prstDash val="solid"/>
              <a:round/>
              <a:headEnd len="med" w="med" type="none"/>
              <a:tailEnd len="med" w="med" type="triangle"/>
            </a:ln>
          </p:spPr>
        </p:cxnSp>
        <p:cxnSp>
          <p:nvCxnSpPr>
            <p:cNvPr id="9531" name="Google Shape;9531;p114"/>
            <p:cNvCxnSpPr/>
            <p:nvPr/>
          </p:nvCxnSpPr>
          <p:spPr>
            <a:xfrm rot="10800000">
              <a:off x="857" y="3410"/>
              <a:ext cx="595" cy="456"/>
            </a:xfrm>
            <a:prstGeom prst="straightConnector1">
              <a:avLst/>
            </a:prstGeom>
            <a:noFill/>
            <a:ln cap="flat" cmpd="sng" w="57150">
              <a:solidFill>
                <a:srgbClr val="FF0000"/>
              </a:solidFill>
              <a:prstDash val="solid"/>
              <a:round/>
              <a:headEnd len="med" w="med" type="none"/>
              <a:tailEnd len="med" w="med" type="triangle"/>
            </a:ln>
          </p:spPr>
        </p:cxnSp>
        <p:cxnSp>
          <p:nvCxnSpPr>
            <p:cNvPr id="9532" name="Google Shape;9532;p114"/>
            <p:cNvCxnSpPr/>
            <p:nvPr/>
          </p:nvCxnSpPr>
          <p:spPr>
            <a:xfrm>
              <a:off x="735" y="2555"/>
              <a:ext cx="16" cy="460"/>
            </a:xfrm>
            <a:prstGeom prst="straightConnector1">
              <a:avLst/>
            </a:prstGeom>
            <a:noFill/>
            <a:ln cap="flat" cmpd="sng" w="57150">
              <a:solidFill>
                <a:srgbClr val="FF0000"/>
              </a:solidFill>
              <a:prstDash val="solid"/>
              <a:round/>
              <a:headEnd len="med" w="med" type="none"/>
              <a:tailEnd len="med" w="med" type="triangle"/>
            </a:ln>
          </p:spPr>
        </p:cxnSp>
        <p:cxnSp>
          <p:nvCxnSpPr>
            <p:cNvPr id="9533" name="Google Shape;9533;p114"/>
            <p:cNvCxnSpPr/>
            <p:nvPr/>
          </p:nvCxnSpPr>
          <p:spPr>
            <a:xfrm flipH="1">
              <a:off x="829" y="3011"/>
              <a:ext cx="473" cy="181"/>
            </a:xfrm>
            <a:prstGeom prst="straightConnector1">
              <a:avLst/>
            </a:prstGeom>
            <a:noFill/>
            <a:ln cap="flat" cmpd="sng" w="57150">
              <a:solidFill>
                <a:srgbClr val="FF0000"/>
              </a:solidFill>
              <a:prstDash val="solid"/>
              <a:round/>
              <a:headEnd len="med" w="med" type="none"/>
              <a:tailEnd len="med" w="med" type="triangle"/>
            </a:ln>
          </p:spPr>
        </p:cxnSp>
        <p:cxnSp>
          <p:nvCxnSpPr>
            <p:cNvPr id="9534" name="Google Shape;9534;p114"/>
            <p:cNvCxnSpPr/>
            <p:nvPr/>
          </p:nvCxnSpPr>
          <p:spPr>
            <a:xfrm>
              <a:off x="-262" y="3083"/>
              <a:ext cx="879" cy="111"/>
            </a:xfrm>
            <a:prstGeom prst="straightConnector1">
              <a:avLst/>
            </a:prstGeom>
            <a:noFill/>
            <a:ln cap="flat" cmpd="sng" w="57150">
              <a:solidFill>
                <a:srgbClr val="FF0000"/>
              </a:solidFill>
              <a:prstDash val="solid"/>
              <a:round/>
              <a:headEnd len="med" w="med" type="none"/>
              <a:tailEnd len="med" w="med" type="triangle"/>
            </a:ln>
          </p:spPr>
        </p:cxnSp>
        <p:cxnSp>
          <p:nvCxnSpPr>
            <p:cNvPr id="9535" name="Google Shape;9535;p114"/>
            <p:cNvCxnSpPr/>
            <p:nvPr/>
          </p:nvCxnSpPr>
          <p:spPr>
            <a:xfrm flipH="1" rot="10800000">
              <a:off x="-201" y="3362"/>
              <a:ext cx="800" cy="649"/>
            </a:xfrm>
            <a:prstGeom prst="straightConnector1">
              <a:avLst/>
            </a:prstGeom>
            <a:noFill/>
            <a:ln cap="flat" cmpd="sng" w="57150">
              <a:solidFill>
                <a:srgbClr val="FF0000"/>
              </a:solidFill>
              <a:prstDash val="solid"/>
              <a:round/>
              <a:headEnd len="med" w="med" type="none"/>
              <a:tailEnd len="med" w="med" type="triangle"/>
            </a:ln>
          </p:spPr>
        </p:cxnSp>
        <p:cxnSp>
          <p:nvCxnSpPr>
            <p:cNvPr id="9536" name="Google Shape;9536;p114"/>
            <p:cNvCxnSpPr/>
            <p:nvPr/>
          </p:nvCxnSpPr>
          <p:spPr>
            <a:xfrm flipH="1">
              <a:off x="852" y="2623"/>
              <a:ext cx="352" cy="398"/>
            </a:xfrm>
            <a:prstGeom prst="straightConnector1">
              <a:avLst/>
            </a:prstGeom>
            <a:noFill/>
            <a:ln cap="flat" cmpd="sng" w="57150">
              <a:solidFill>
                <a:srgbClr val="FF0000"/>
              </a:solidFill>
              <a:prstDash val="solid"/>
              <a:round/>
              <a:headEnd len="med" w="med" type="none"/>
              <a:tailEnd len="med" w="med" type="triangle"/>
            </a:ln>
          </p:spPr>
        </p:cxnSp>
        <p:cxnSp>
          <p:nvCxnSpPr>
            <p:cNvPr id="9537" name="Google Shape;9537;p114"/>
            <p:cNvCxnSpPr/>
            <p:nvPr/>
          </p:nvCxnSpPr>
          <p:spPr>
            <a:xfrm flipH="1" rot="10800000">
              <a:off x="494" y="3582"/>
              <a:ext cx="198" cy="658"/>
            </a:xfrm>
            <a:prstGeom prst="straightConnector1">
              <a:avLst/>
            </a:prstGeom>
            <a:noFill/>
            <a:ln cap="flat" cmpd="sng" w="57150">
              <a:solidFill>
                <a:srgbClr val="FF0000"/>
              </a:solidFill>
              <a:prstDash val="solid"/>
              <a:round/>
              <a:headEnd len="med" w="med" type="none"/>
              <a:tailEnd len="med" w="med" type="triangle"/>
            </a:ln>
          </p:spPr>
        </p:cxnSp>
        <p:cxnSp>
          <p:nvCxnSpPr>
            <p:cNvPr id="9538" name="Google Shape;9538;p114"/>
            <p:cNvCxnSpPr/>
            <p:nvPr/>
          </p:nvCxnSpPr>
          <p:spPr>
            <a:xfrm>
              <a:off x="162" y="2738"/>
              <a:ext cx="416" cy="258"/>
            </a:xfrm>
            <a:prstGeom prst="straightConnector1">
              <a:avLst/>
            </a:prstGeom>
            <a:noFill/>
            <a:ln cap="flat" cmpd="sng" w="57150">
              <a:solidFill>
                <a:srgbClr val="FF0000"/>
              </a:solidFill>
              <a:prstDash val="solid"/>
              <a:round/>
              <a:headEnd len="med" w="med" type="none"/>
              <a:tailEnd len="med" w="med" type="triangle"/>
            </a:ln>
          </p:spPr>
        </p:cxnSp>
      </p:grpSp>
      <p:grpSp>
        <p:nvGrpSpPr>
          <p:cNvPr id="9539" name="Google Shape;9539;p114"/>
          <p:cNvGrpSpPr/>
          <p:nvPr/>
        </p:nvGrpSpPr>
        <p:grpSpPr>
          <a:xfrm flipH="1">
            <a:off x="9041436" y="2937456"/>
            <a:ext cx="735012" cy="681037"/>
            <a:chOff x="-44" y="1473"/>
            <a:chExt cx="981" cy="1105"/>
          </a:xfrm>
        </p:grpSpPr>
        <p:pic>
          <p:nvPicPr>
            <p:cNvPr descr="desktop_computer_stylized_medium" id="9540" name="Google Shape;9540;p1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41" name="Google Shape;9541;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542" name="Google Shape;9542;p114"/>
          <p:cNvGrpSpPr/>
          <p:nvPr/>
        </p:nvGrpSpPr>
        <p:grpSpPr>
          <a:xfrm flipH="1">
            <a:off x="9328773" y="3774068"/>
            <a:ext cx="735013" cy="681038"/>
            <a:chOff x="-44" y="1473"/>
            <a:chExt cx="981" cy="1105"/>
          </a:xfrm>
        </p:grpSpPr>
        <p:pic>
          <p:nvPicPr>
            <p:cNvPr descr="desktop_computer_stylized_medium" id="9543" name="Google Shape;9543;p1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44" name="Google Shape;9544;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545" name="Google Shape;9545;p114"/>
          <p:cNvGrpSpPr/>
          <p:nvPr/>
        </p:nvGrpSpPr>
        <p:grpSpPr>
          <a:xfrm flipH="1">
            <a:off x="9387511" y="4475743"/>
            <a:ext cx="735012" cy="681038"/>
            <a:chOff x="-44" y="1473"/>
            <a:chExt cx="981" cy="1105"/>
          </a:xfrm>
        </p:grpSpPr>
        <p:pic>
          <p:nvPicPr>
            <p:cNvPr descr="desktop_computer_stylized_medium" id="9546" name="Google Shape;9546;p1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47" name="Google Shape;9547;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548" name="Google Shape;9548;p114"/>
          <p:cNvGrpSpPr/>
          <p:nvPr/>
        </p:nvGrpSpPr>
        <p:grpSpPr>
          <a:xfrm flipH="1">
            <a:off x="9424023" y="5256793"/>
            <a:ext cx="735013" cy="681038"/>
            <a:chOff x="-44" y="1473"/>
            <a:chExt cx="981" cy="1105"/>
          </a:xfrm>
        </p:grpSpPr>
        <p:pic>
          <p:nvPicPr>
            <p:cNvPr descr="desktop_computer_stylized_medium" id="9549" name="Google Shape;9549;p1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50" name="Google Shape;9550;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551" name="Google Shape;9551;p114"/>
          <p:cNvGrpSpPr/>
          <p:nvPr/>
        </p:nvGrpSpPr>
        <p:grpSpPr>
          <a:xfrm flipH="1">
            <a:off x="8079411" y="3066043"/>
            <a:ext cx="735012" cy="681038"/>
            <a:chOff x="-44" y="1473"/>
            <a:chExt cx="981" cy="1105"/>
          </a:xfrm>
        </p:grpSpPr>
        <p:pic>
          <p:nvPicPr>
            <p:cNvPr descr="desktop_computer_stylized_medium" id="9552" name="Google Shape;9552;p1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53" name="Google Shape;9553;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554" name="Google Shape;9554;p114"/>
          <p:cNvGrpSpPr/>
          <p:nvPr/>
        </p:nvGrpSpPr>
        <p:grpSpPr>
          <a:xfrm flipH="1">
            <a:off x="7074523" y="3127956"/>
            <a:ext cx="735013" cy="681037"/>
            <a:chOff x="-44" y="1473"/>
            <a:chExt cx="981" cy="1105"/>
          </a:xfrm>
        </p:grpSpPr>
        <p:pic>
          <p:nvPicPr>
            <p:cNvPr descr="desktop_computer_stylized_medium" id="9555" name="Google Shape;9555;p1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56" name="Google Shape;9556;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557" name="Google Shape;9557;p114"/>
          <p:cNvGrpSpPr/>
          <p:nvPr/>
        </p:nvGrpSpPr>
        <p:grpSpPr>
          <a:xfrm flipH="1">
            <a:off x="6358561" y="3832806"/>
            <a:ext cx="735012" cy="681037"/>
            <a:chOff x="-44" y="1473"/>
            <a:chExt cx="981" cy="1105"/>
          </a:xfrm>
        </p:grpSpPr>
        <p:pic>
          <p:nvPicPr>
            <p:cNvPr descr="desktop_computer_stylized_medium" id="9558" name="Google Shape;9558;p1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59" name="Google Shape;9559;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560" name="Google Shape;9560;p114"/>
          <p:cNvGrpSpPr/>
          <p:nvPr/>
        </p:nvGrpSpPr>
        <p:grpSpPr>
          <a:xfrm flipH="1">
            <a:off x="6990386" y="4567818"/>
            <a:ext cx="735012" cy="681038"/>
            <a:chOff x="-44" y="1473"/>
            <a:chExt cx="981" cy="1105"/>
          </a:xfrm>
        </p:grpSpPr>
        <p:pic>
          <p:nvPicPr>
            <p:cNvPr descr="desktop_computer_stylized_medium" id="9561" name="Google Shape;9561;p1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62" name="Google Shape;9562;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563" name="Google Shape;9563;p114"/>
          <p:cNvGrpSpPr/>
          <p:nvPr/>
        </p:nvGrpSpPr>
        <p:grpSpPr>
          <a:xfrm flipH="1">
            <a:off x="7520611" y="5177418"/>
            <a:ext cx="735012" cy="681038"/>
            <a:chOff x="-44" y="1473"/>
            <a:chExt cx="981" cy="1105"/>
          </a:xfrm>
        </p:grpSpPr>
        <p:pic>
          <p:nvPicPr>
            <p:cNvPr descr="desktop_computer_stylized_medium" id="9564" name="Google Shape;9564;p1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65" name="Google Shape;9565;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566" name="Google Shape;9566;p114"/>
          <p:cNvGrpSpPr/>
          <p:nvPr/>
        </p:nvGrpSpPr>
        <p:grpSpPr>
          <a:xfrm flipH="1">
            <a:off x="6598273" y="5467931"/>
            <a:ext cx="735013" cy="681037"/>
            <a:chOff x="-44" y="1473"/>
            <a:chExt cx="981" cy="1105"/>
          </a:xfrm>
        </p:grpSpPr>
        <p:pic>
          <p:nvPicPr>
            <p:cNvPr descr="desktop_computer_stylized_medium" id="9567" name="Google Shape;9567;p1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68" name="Google Shape;9568;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569" name="Google Shape;9569;p114"/>
          <p:cNvGrpSpPr/>
          <p:nvPr/>
        </p:nvGrpSpPr>
        <p:grpSpPr>
          <a:xfrm flipH="1">
            <a:off x="7790486" y="5974343"/>
            <a:ext cx="735012" cy="681038"/>
            <a:chOff x="-44" y="1473"/>
            <a:chExt cx="981" cy="1105"/>
          </a:xfrm>
        </p:grpSpPr>
        <p:pic>
          <p:nvPicPr>
            <p:cNvPr descr="desktop_computer_stylized_medium" id="9570" name="Google Shape;9570;p1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71" name="Google Shape;9571;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572" name="Google Shape;9572;p114"/>
          <p:cNvGrpSpPr/>
          <p:nvPr/>
        </p:nvGrpSpPr>
        <p:grpSpPr>
          <a:xfrm flipH="1">
            <a:off x="8535023" y="5585406"/>
            <a:ext cx="735013" cy="681037"/>
            <a:chOff x="-44" y="1473"/>
            <a:chExt cx="981" cy="1105"/>
          </a:xfrm>
        </p:grpSpPr>
        <p:pic>
          <p:nvPicPr>
            <p:cNvPr descr="desktop_computer_stylized_medium" id="9573" name="Google Shape;9573;p114"/>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574" name="Google Shape;9574;p114"/>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575" name="Google Shape;9575;p114"/>
          <p:cNvGrpSpPr/>
          <p:nvPr/>
        </p:nvGrpSpPr>
        <p:grpSpPr>
          <a:xfrm>
            <a:off x="6383961" y="3005718"/>
            <a:ext cx="3525837" cy="3408363"/>
            <a:chOff x="2920" y="1824"/>
            <a:chExt cx="2221" cy="2147"/>
          </a:xfrm>
        </p:grpSpPr>
        <p:pic>
          <p:nvPicPr>
            <p:cNvPr id="9576" name="Google Shape;9576;p114"/>
            <p:cNvPicPr preferRelativeResize="0"/>
            <p:nvPr/>
          </p:nvPicPr>
          <p:blipFill rotWithShape="1">
            <a:blip r:embed="rId4">
              <a:alphaModFix/>
            </a:blip>
            <a:srcRect b="0" l="0" r="0" t="0"/>
            <a:stretch/>
          </p:blipFill>
          <p:spPr>
            <a:xfrm>
              <a:off x="3967" y="1922"/>
              <a:ext cx="297" cy="279"/>
            </a:xfrm>
            <a:prstGeom prst="rect">
              <a:avLst/>
            </a:prstGeom>
            <a:noFill/>
            <a:ln>
              <a:noFill/>
            </a:ln>
          </p:spPr>
        </p:pic>
        <p:pic>
          <p:nvPicPr>
            <p:cNvPr id="9577" name="Google Shape;9577;p114"/>
            <p:cNvPicPr preferRelativeResize="0"/>
            <p:nvPr/>
          </p:nvPicPr>
          <p:blipFill rotWithShape="1">
            <a:blip r:embed="rId4">
              <a:alphaModFix/>
            </a:blip>
            <a:srcRect b="0" l="0" r="0" t="0"/>
            <a:stretch/>
          </p:blipFill>
          <p:spPr>
            <a:xfrm>
              <a:off x="3321" y="1922"/>
              <a:ext cx="297" cy="279"/>
            </a:xfrm>
            <a:prstGeom prst="rect">
              <a:avLst/>
            </a:prstGeom>
            <a:noFill/>
            <a:ln>
              <a:noFill/>
            </a:ln>
          </p:spPr>
        </p:pic>
        <p:pic>
          <p:nvPicPr>
            <p:cNvPr id="9578" name="Google Shape;9578;p114"/>
            <p:cNvPicPr preferRelativeResize="0"/>
            <p:nvPr/>
          </p:nvPicPr>
          <p:blipFill rotWithShape="1">
            <a:blip r:embed="rId4">
              <a:alphaModFix/>
            </a:blip>
            <a:srcRect b="0" l="0" r="0" t="0"/>
            <a:stretch/>
          </p:blipFill>
          <p:spPr>
            <a:xfrm>
              <a:off x="2920" y="2376"/>
              <a:ext cx="297" cy="279"/>
            </a:xfrm>
            <a:prstGeom prst="rect">
              <a:avLst/>
            </a:prstGeom>
            <a:noFill/>
            <a:ln>
              <a:noFill/>
            </a:ln>
          </p:spPr>
        </p:pic>
        <p:pic>
          <p:nvPicPr>
            <p:cNvPr id="9579" name="Google Shape;9579;p114"/>
            <p:cNvPicPr preferRelativeResize="0"/>
            <p:nvPr/>
          </p:nvPicPr>
          <p:blipFill rotWithShape="1">
            <a:blip r:embed="rId4">
              <a:alphaModFix/>
            </a:blip>
            <a:srcRect b="0" l="0" r="0" t="0"/>
            <a:stretch/>
          </p:blipFill>
          <p:spPr>
            <a:xfrm>
              <a:off x="3270" y="2803"/>
              <a:ext cx="297" cy="279"/>
            </a:xfrm>
            <a:prstGeom prst="rect">
              <a:avLst/>
            </a:prstGeom>
            <a:noFill/>
            <a:ln>
              <a:noFill/>
            </a:ln>
          </p:spPr>
        </p:pic>
        <p:pic>
          <p:nvPicPr>
            <p:cNvPr id="9580" name="Google Shape;9580;p114"/>
            <p:cNvPicPr preferRelativeResize="0"/>
            <p:nvPr/>
          </p:nvPicPr>
          <p:blipFill rotWithShape="1">
            <a:blip r:embed="rId4">
              <a:alphaModFix/>
            </a:blip>
            <a:srcRect b="0" l="0" r="0" t="0"/>
            <a:stretch/>
          </p:blipFill>
          <p:spPr>
            <a:xfrm>
              <a:off x="3620" y="3230"/>
              <a:ext cx="297" cy="279"/>
            </a:xfrm>
            <a:prstGeom prst="rect">
              <a:avLst/>
            </a:prstGeom>
            <a:noFill/>
            <a:ln>
              <a:noFill/>
            </a:ln>
          </p:spPr>
        </p:pic>
        <p:pic>
          <p:nvPicPr>
            <p:cNvPr id="9581" name="Google Shape;9581;p114"/>
            <p:cNvPicPr preferRelativeResize="0"/>
            <p:nvPr/>
          </p:nvPicPr>
          <p:blipFill rotWithShape="1">
            <a:blip r:embed="rId4">
              <a:alphaModFix/>
            </a:blip>
            <a:srcRect b="0" l="0" r="0" t="0"/>
            <a:stretch/>
          </p:blipFill>
          <p:spPr>
            <a:xfrm>
              <a:off x="3787" y="3692"/>
              <a:ext cx="297" cy="279"/>
            </a:xfrm>
            <a:prstGeom prst="rect">
              <a:avLst/>
            </a:prstGeom>
            <a:noFill/>
            <a:ln>
              <a:noFill/>
            </a:ln>
          </p:spPr>
        </p:pic>
        <p:pic>
          <p:nvPicPr>
            <p:cNvPr id="9582" name="Google Shape;9582;p114"/>
            <p:cNvPicPr preferRelativeResize="0"/>
            <p:nvPr/>
          </p:nvPicPr>
          <p:blipFill rotWithShape="1">
            <a:blip r:embed="rId4">
              <a:alphaModFix/>
            </a:blip>
            <a:srcRect b="0" l="0" r="0" t="0"/>
            <a:stretch/>
          </p:blipFill>
          <p:spPr>
            <a:xfrm>
              <a:off x="4844" y="3308"/>
              <a:ext cx="297" cy="279"/>
            </a:xfrm>
            <a:prstGeom prst="rect">
              <a:avLst/>
            </a:prstGeom>
            <a:noFill/>
            <a:ln>
              <a:noFill/>
            </a:ln>
          </p:spPr>
        </p:pic>
        <p:pic>
          <p:nvPicPr>
            <p:cNvPr id="9583" name="Google Shape;9583;p114"/>
            <p:cNvPicPr preferRelativeResize="0"/>
            <p:nvPr/>
          </p:nvPicPr>
          <p:blipFill rotWithShape="1">
            <a:blip r:embed="rId4">
              <a:alphaModFix/>
            </a:blip>
            <a:srcRect b="0" l="0" r="0" t="0"/>
            <a:stretch/>
          </p:blipFill>
          <p:spPr>
            <a:xfrm>
              <a:off x="4758" y="2339"/>
              <a:ext cx="297" cy="279"/>
            </a:xfrm>
            <a:prstGeom prst="rect">
              <a:avLst/>
            </a:prstGeom>
            <a:noFill/>
            <a:ln>
              <a:noFill/>
            </a:ln>
          </p:spPr>
        </p:pic>
        <p:pic>
          <p:nvPicPr>
            <p:cNvPr id="9584" name="Google Shape;9584;p114"/>
            <p:cNvPicPr preferRelativeResize="0"/>
            <p:nvPr/>
          </p:nvPicPr>
          <p:blipFill rotWithShape="1">
            <a:blip r:embed="rId4">
              <a:alphaModFix/>
            </a:blip>
            <a:srcRect b="0" l="0" r="0" t="0"/>
            <a:stretch/>
          </p:blipFill>
          <p:spPr>
            <a:xfrm>
              <a:off x="3014" y="3395"/>
              <a:ext cx="297" cy="279"/>
            </a:xfrm>
            <a:prstGeom prst="rect">
              <a:avLst/>
            </a:prstGeom>
            <a:noFill/>
            <a:ln>
              <a:noFill/>
            </a:ln>
          </p:spPr>
        </p:pic>
        <p:pic>
          <p:nvPicPr>
            <p:cNvPr id="9585" name="Google Shape;9585;p114"/>
            <p:cNvPicPr preferRelativeResize="0"/>
            <p:nvPr/>
          </p:nvPicPr>
          <p:blipFill rotWithShape="1">
            <a:blip r:embed="rId4">
              <a:alphaModFix/>
            </a:blip>
            <a:srcRect b="0" l="0" r="0" t="0"/>
            <a:stretch/>
          </p:blipFill>
          <p:spPr>
            <a:xfrm>
              <a:off x="4552" y="1824"/>
              <a:ext cx="297" cy="279"/>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5">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6"/>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9575"/>
                                        </p:tgtEl>
                                        <p:attrNameLst>
                                          <p:attrName>style.visibility</p:attrName>
                                        </p:attrNameLst>
                                      </p:cBhvr>
                                      <p:to>
                                        <p:strVal val="visible"/>
                                      </p:to>
                                    </p:set>
                                    <p:animEffect filter="fade" transition="in">
                                      <p:cBhvr>
                                        <p:cTn dur="500"/>
                                        <p:tgtEl>
                                          <p:spTgt spid="95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7"/>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9528"/>
                                        </p:tgtEl>
                                        <p:attrNameLst>
                                          <p:attrName>style.visibility</p:attrName>
                                        </p:attrNameLst>
                                      </p:cBhvr>
                                      <p:to>
                                        <p:strVal val="visible"/>
                                      </p:to>
                                    </p:set>
                                    <p:animEffect filter="fade" transition="in">
                                      <p:cBhvr>
                                        <p:cTn dur="500"/>
                                        <p:tgtEl>
                                          <p:spTgt spid="95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9" name="Shape 9589"/>
        <p:cNvGrpSpPr/>
        <p:nvPr/>
      </p:nvGrpSpPr>
      <p:grpSpPr>
        <a:xfrm>
          <a:off x="0" y="0"/>
          <a:ext cx="0" cy="0"/>
          <a:chOff x="0" y="0"/>
          <a:chExt cx="0" cy="0"/>
        </a:xfrm>
      </p:grpSpPr>
      <p:sp>
        <p:nvSpPr>
          <p:cNvPr id="9590" name="Google Shape;9590;p11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91" name="Google Shape;9591;p1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id="9592" name="Google Shape;9592;p115"/>
          <p:cNvPicPr preferRelativeResize="0"/>
          <p:nvPr/>
        </p:nvPicPr>
        <p:blipFill rotWithShape="1">
          <a:blip r:embed="rId3">
            <a:alphaModFix/>
          </a:blip>
          <a:srcRect b="0" l="0" r="0" t="0"/>
          <a:stretch/>
        </p:blipFill>
        <p:spPr>
          <a:xfrm>
            <a:off x="2395539" y="1147764"/>
            <a:ext cx="7400925" cy="4562475"/>
          </a:xfrm>
          <a:prstGeom prst="rect">
            <a:avLst/>
          </a:prstGeom>
          <a:noFill/>
          <a:ln>
            <a:noFill/>
          </a:ln>
        </p:spPr>
      </p:pic>
      <p:sp>
        <p:nvSpPr>
          <p:cNvPr id="9593" name="Google Shape;9593;p115"/>
          <p:cNvSpPr txBox="1"/>
          <p:nvPr/>
        </p:nvSpPr>
        <p:spPr>
          <a:xfrm>
            <a:off x="2019300" y="684213"/>
            <a:ext cx="45720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Noto Sans Symbols"/>
              <a:buNone/>
            </a:pPr>
            <a:r>
              <a:rPr b="1" i="1" lang="en-US" sz="2400">
                <a:solidFill>
                  <a:srgbClr val="CC0000"/>
                </a:solidFill>
                <a:latin typeface="Arial"/>
                <a:ea typeface="Arial"/>
                <a:cs typeface="Arial"/>
                <a:sym typeface="Arial"/>
              </a:rPr>
              <a:t>Denial of Service (DoS):</a:t>
            </a:r>
            <a:r>
              <a:rPr b="1" lang="en-US" sz="2400">
                <a:solidFill>
                  <a:schemeClr val="dk1"/>
                </a:solidFill>
                <a:latin typeface="Arial"/>
                <a:ea typeface="Arial"/>
                <a:cs typeface="Arial"/>
                <a:sym typeface="Arial"/>
              </a:rPr>
              <a:t> </a:t>
            </a:r>
            <a:endParaRPr sz="2400">
              <a:solidFill>
                <a:schemeClr val="dk1"/>
              </a:solidFill>
              <a:latin typeface="Arial"/>
              <a:ea typeface="Arial"/>
              <a:cs typeface="Arial"/>
              <a:sym typeface="Arial"/>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8" name="Shape 9598"/>
        <p:cNvGrpSpPr/>
        <p:nvPr/>
      </p:nvGrpSpPr>
      <p:grpSpPr>
        <a:xfrm>
          <a:off x="0" y="0"/>
          <a:ext cx="0" cy="0"/>
          <a:chOff x="0" y="0"/>
          <a:chExt cx="0" cy="0"/>
        </a:xfrm>
      </p:grpSpPr>
      <p:sp>
        <p:nvSpPr>
          <p:cNvPr id="9599" name="Google Shape;9599;p116"/>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Bad </a:t>
            </a:r>
            <a:r>
              <a:rPr lang="en-US"/>
              <a:t>g</a:t>
            </a:r>
            <a:r>
              <a:rPr lang="en-US" sz="4400"/>
              <a:t>uys: packet </a:t>
            </a:r>
            <a:r>
              <a:rPr lang="en-US"/>
              <a:t>i</a:t>
            </a:r>
            <a:r>
              <a:rPr lang="en-US" sz="4400"/>
              <a:t>nterception</a:t>
            </a:r>
            <a:endParaRPr sz="4400"/>
          </a:p>
        </p:txBody>
      </p:sp>
      <p:sp>
        <p:nvSpPr>
          <p:cNvPr id="9600" name="Google Shape;9600;p1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601" name="Google Shape;9601;p116"/>
          <p:cNvSpPr txBox="1"/>
          <p:nvPr/>
        </p:nvSpPr>
        <p:spPr>
          <a:xfrm>
            <a:off x="841312" y="1344535"/>
            <a:ext cx="10342830" cy="2084461"/>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rgbClr val="CC0000"/>
                </a:solidFill>
                <a:latin typeface="Calibri"/>
                <a:ea typeface="Calibri"/>
                <a:cs typeface="Calibri"/>
                <a:sym typeface="Calibri"/>
              </a:rPr>
              <a:t>packet “sniffing”:</a:t>
            </a:r>
            <a:r>
              <a:rPr i="1" lang="en-US" sz="2800">
                <a:solidFill>
                  <a:srgbClr val="FF0000"/>
                </a:solidFill>
                <a:latin typeface="Calibri"/>
                <a:ea typeface="Calibri"/>
                <a:cs typeface="Calibri"/>
                <a:sym typeface="Calibri"/>
              </a:rPr>
              <a:t> </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broadcast media (shared Ethernet, wireless)</a:t>
            </a:r>
            <a:endParaRPr/>
          </a:p>
          <a:p>
            <a:pPr indent="-231775"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chemeClr val="dk1"/>
                </a:solidFill>
                <a:latin typeface="Calibri"/>
                <a:ea typeface="Calibri"/>
                <a:cs typeface="Calibri"/>
                <a:sym typeface="Calibri"/>
              </a:rPr>
              <a:t>promiscuous network interface reads/records all packets (e.g., including passwords!) passing by</a:t>
            </a:r>
            <a:endParaRPr/>
          </a:p>
        </p:txBody>
      </p:sp>
      <p:grpSp>
        <p:nvGrpSpPr>
          <p:cNvPr id="9602" name="Google Shape;9602;p116"/>
          <p:cNvGrpSpPr/>
          <p:nvPr/>
        </p:nvGrpSpPr>
        <p:grpSpPr>
          <a:xfrm flipH="1">
            <a:off x="5864103" y="3398264"/>
            <a:ext cx="735012" cy="681037"/>
            <a:chOff x="-44" y="1473"/>
            <a:chExt cx="981" cy="1105"/>
          </a:xfrm>
        </p:grpSpPr>
        <p:pic>
          <p:nvPicPr>
            <p:cNvPr descr="desktop_computer_stylized_medium" id="9603" name="Google Shape;9603;p1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604" name="Google Shape;9604;p1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605" name="Google Shape;9605;p116"/>
          <p:cNvSpPr/>
          <p:nvPr/>
        </p:nvSpPr>
        <p:spPr>
          <a:xfrm>
            <a:off x="3359028" y="4133276"/>
            <a:ext cx="4587875" cy="728663"/>
          </a:xfrm>
          <a:custGeom>
            <a:rect b="b" l="l" r="r" t="t"/>
            <a:pathLst>
              <a:path extrusionOk="0" h="459" w="2620">
                <a:moveTo>
                  <a:pt x="2" y="0"/>
                </a:moveTo>
                <a:lnTo>
                  <a:pt x="0" y="253"/>
                </a:lnTo>
                <a:lnTo>
                  <a:pt x="2620" y="253"/>
                </a:lnTo>
                <a:lnTo>
                  <a:pt x="2620" y="459"/>
                </a:lnTo>
              </a:path>
            </a:pathLst>
          </a:custGeom>
          <a:noFill/>
          <a:ln cap="flat" cmpd="sng" w="1905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06" name="Google Shape;9606;p116"/>
          <p:cNvSpPr/>
          <p:nvPr/>
        </p:nvSpPr>
        <p:spPr>
          <a:xfrm>
            <a:off x="6191128" y="4003101"/>
            <a:ext cx="4762" cy="522288"/>
          </a:xfrm>
          <a:custGeom>
            <a:rect b="b" l="l" r="r" t="t"/>
            <a:pathLst>
              <a:path extrusionOk="0" h="329" w="3">
                <a:moveTo>
                  <a:pt x="0" y="329"/>
                </a:moveTo>
                <a:lnTo>
                  <a:pt x="3" y="0"/>
                </a:lnTo>
              </a:path>
            </a:pathLst>
          </a:custGeom>
          <a:noFill/>
          <a:ln cap="flat" cmpd="sng" w="1905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9607" name="Google Shape;9607;p116"/>
          <p:cNvCxnSpPr/>
          <p:nvPr/>
        </p:nvCxnSpPr>
        <p:spPr>
          <a:xfrm rot="10800000">
            <a:off x="4533778" y="4525389"/>
            <a:ext cx="0" cy="374650"/>
          </a:xfrm>
          <a:prstGeom prst="straightConnector1">
            <a:avLst/>
          </a:prstGeom>
          <a:noFill/>
          <a:ln cap="flat" cmpd="sng" w="19050">
            <a:solidFill>
              <a:schemeClr val="dk1"/>
            </a:solidFill>
            <a:prstDash val="solid"/>
            <a:round/>
            <a:headEnd len="med" w="med" type="none"/>
            <a:tailEnd len="med" w="med" type="none"/>
          </a:ln>
        </p:spPr>
      </p:cxnSp>
      <p:cxnSp>
        <p:nvCxnSpPr>
          <p:cNvPr id="9608" name="Google Shape;9608;p116"/>
          <p:cNvCxnSpPr/>
          <p:nvPr/>
        </p:nvCxnSpPr>
        <p:spPr>
          <a:xfrm rot="10800000">
            <a:off x="4552828" y="5236589"/>
            <a:ext cx="0" cy="241300"/>
          </a:xfrm>
          <a:prstGeom prst="straightConnector1">
            <a:avLst/>
          </a:prstGeom>
          <a:noFill/>
          <a:ln cap="flat" cmpd="sng" w="19050">
            <a:solidFill>
              <a:schemeClr val="dk1"/>
            </a:solidFill>
            <a:prstDash val="solid"/>
            <a:round/>
            <a:headEnd len="med" w="med" type="none"/>
            <a:tailEnd len="med" w="med" type="none"/>
          </a:ln>
        </p:spPr>
      </p:cxnSp>
      <p:sp>
        <p:nvSpPr>
          <p:cNvPr id="9609" name="Google Shape;9609;p116"/>
          <p:cNvSpPr txBox="1"/>
          <p:nvPr/>
        </p:nvSpPr>
        <p:spPr>
          <a:xfrm>
            <a:off x="2816103" y="3422076"/>
            <a:ext cx="38735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A</a:t>
            </a:r>
            <a:endParaRPr/>
          </a:p>
        </p:txBody>
      </p:sp>
      <p:sp>
        <p:nvSpPr>
          <p:cNvPr id="9610" name="Google Shape;9610;p116"/>
          <p:cNvSpPr txBox="1"/>
          <p:nvPr/>
        </p:nvSpPr>
        <p:spPr>
          <a:xfrm>
            <a:off x="8285040" y="4885751"/>
            <a:ext cx="388938" cy="4619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B</a:t>
            </a:r>
            <a:endParaRPr/>
          </a:p>
        </p:txBody>
      </p:sp>
      <p:sp>
        <p:nvSpPr>
          <p:cNvPr id="9611" name="Google Shape;9611;p116"/>
          <p:cNvSpPr txBox="1"/>
          <p:nvPr/>
        </p:nvSpPr>
        <p:spPr>
          <a:xfrm>
            <a:off x="6383215" y="3399851"/>
            <a:ext cx="404813"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C</a:t>
            </a:r>
            <a:endParaRPr/>
          </a:p>
        </p:txBody>
      </p:sp>
      <p:grpSp>
        <p:nvGrpSpPr>
          <p:cNvPr id="9612" name="Google Shape;9612;p116"/>
          <p:cNvGrpSpPr/>
          <p:nvPr/>
        </p:nvGrpSpPr>
        <p:grpSpPr>
          <a:xfrm>
            <a:off x="5156078" y="4004689"/>
            <a:ext cx="2635250" cy="984250"/>
            <a:chOff x="5156078" y="4004689"/>
            <a:chExt cx="2635250" cy="984250"/>
          </a:xfrm>
        </p:grpSpPr>
        <p:grpSp>
          <p:nvGrpSpPr>
            <p:cNvPr id="9613" name="Google Shape;9613;p116"/>
            <p:cNvGrpSpPr/>
            <p:nvPr/>
          </p:nvGrpSpPr>
          <p:grpSpPr>
            <a:xfrm>
              <a:off x="5187828" y="4652389"/>
              <a:ext cx="2295525" cy="336550"/>
              <a:chOff x="2418" y="3342"/>
              <a:chExt cx="1446" cy="212"/>
            </a:xfrm>
          </p:grpSpPr>
          <p:sp>
            <p:nvSpPr>
              <p:cNvPr id="9614" name="Google Shape;9614;p116"/>
              <p:cNvSpPr/>
              <p:nvPr/>
            </p:nvSpPr>
            <p:spPr>
              <a:xfrm>
                <a:off x="2463" y="3366"/>
                <a:ext cx="1356" cy="174"/>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cxnSp>
            <p:nvCxnSpPr>
              <p:cNvPr id="9615" name="Google Shape;9615;p116"/>
              <p:cNvCxnSpPr/>
              <p:nvPr/>
            </p:nvCxnSpPr>
            <p:spPr>
              <a:xfrm>
                <a:off x="2784" y="3372"/>
                <a:ext cx="0" cy="168"/>
              </a:xfrm>
              <a:prstGeom prst="straightConnector1">
                <a:avLst/>
              </a:prstGeom>
              <a:noFill/>
              <a:ln cap="flat" cmpd="sng" w="12700">
                <a:solidFill>
                  <a:schemeClr val="dk1"/>
                </a:solidFill>
                <a:prstDash val="solid"/>
                <a:round/>
                <a:headEnd len="med" w="med" type="none"/>
                <a:tailEnd len="med" w="med" type="none"/>
              </a:ln>
            </p:spPr>
          </p:cxnSp>
          <p:cxnSp>
            <p:nvCxnSpPr>
              <p:cNvPr id="9616" name="Google Shape;9616;p116"/>
              <p:cNvCxnSpPr/>
              <p:nvPr/>
            </p:nvCxnSpPr>
            <p:spPr>
              <a:xfrm>
                <a:off x="3186" y="3375"/>
                <a:ext cx="0" cy="168"/>
              </a:xfrm>
              <a:prstGeom prst="straightConnector1">
                <a:avLst/>
              </a:prstGeom>
              <a:noFill/>
              <a:ln cap="flat" cmpd="sng" w="12700">
                <a:solidFill>
                  <a:schemeClr val="dk1"/>
                </a:solidFill>
                <a:prstDash val="solid"/>
                <a:round/>
                <a:headEnd len="med" w="med" type="none"/>
                <a:tailEnd len="med" w="med" type="none"/>
              </a:ln>
            </p:spPr>
          </p:cxnSp>
          <p:cxnSp>
            <p:nvCxnSpPr>
              <p:cNvPr id="9617" name="Google Shape;9617;p116"/>
              <p:cNvCxnSpPr/>
              <p:nvPr/>
            </p:nvCxnSpPr>
            <p:spPr>
              <a:xfrm>
                <a:off x="3321" y="3375"/>
                <a:ext cx="0" cy="168"/>
              </a:xfrm>
              <a:prstGeom prst="straightConnector1">
                <a:avLst/>
              </a:prstGeom>
              <a:noFill/>
              <a:ln cap="flat" cmpd="sng" w="12700">
                <a:solidFill>
                  <a:schemeClr val="dk1"/>
                </a:solidFill>
                <a:prstDash val="solid"/>
                <a:round/>
                <a:headEnd len="med" w="med" type="none"/>
                <a:tailEnd len="med" w="med" type="none"/>
              </a:ln>
            </p:spPr>
          </p:cxnSp>
          <p:sp>
            <p:nvSpPr>
              <p:cNvPr id="9618" name="Google Shape;9618;p116"/>
              <p:cNvSpPr txBox="1"/>
              <p:nvPr/>
            </p:nvSpPr>
            <p:spPr>
              <a:xfrm>
                <a:off x="2418" y="3342"/>
                <a:ext cx="1446" cy="2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src:B dest:A     payload</a:t>
                </a:r>
                <a:endParaRPr sz="1600">
                  <a:solidFill>
                    <a:schemeClr val="dk1"/>
                  </a:solidFill>
                  <a:latin typeface="Times New Roman"/>
                  <a:ea typeface="Times New Roman"/>
                  <a:cs typeface="Times New Roman"/>
                  <a:sym typeface="Times New Roman"/>
                </a:endParaRPr>
              </a:p>
            </p:txBody>
          </p:sp>
        </p:grpSp>
        <p:sp>
          <p:nvSpPr>
            <p:cNvPr id="9619" name="Google Shape;9619;p116"/>
            <p:cNvSpPr/>
            <p:nvPr/>
          </p:nvSpPr>
          <p:spPr>
            <a:xfrm>
              <a:off x="5156078" y="4607939"/>
              <a:ext cx="2635250" cy="241300"/>
            </a:xfrm>
            <a:custGeom>
              <a:rect b="b" l="l" r="r" t="t"/>
              <a:pathLst>
                <a:path extrusionOk="0" h="152" w="1660">
                  <a:moveTo>
                    <a:pt x="1660" y="152"/>
                  </a:moveTo>
                  <a:lnTo>
                    <a:pt x="1660" y="0"/>
                  </a:lnTo>
                  <a:lnTo>
                    <a:pt x="0" y="4"/>
                  </a:lnTo>
                </a:path>
              </a:pathLst>
            </a:custGeom>
            <a:noFill/>
            <a:ln cap="flat" cmpd="sng" w="28575">
              <a:solidFill>
                <a:srgbClr val="CC0000"/>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9620" name="Google Shape;9620;p116"/>
            <p:cNvCxnSpPr/>
            <p:nvPr/>
          </p:nvCxnSpPr>
          <p:spPr>
            <a:xfrm rot="10800000">
              <a:off x="6299078" y="4004689"/>
              <a:ext cx="0" cy="603250"/>
            </a:xfrm>
            <a:prstGeom prst="straightConnector1">
              <a:avLst/>
            </a:prstGeom>
            <a:noFill/>
            <a:ln cap="flat" cmpd="sng" w="28575">
              <a:solidFill>
                <a:srgbClr val="CC0000"/>
              </a:solidFill>
              <a:prstDash val="solid"/>
              <a:round/>
              <a:headEnd len="med" w="med" type="none"/>
              <a:tailEnd len="med" w="med" type="triangle"/>
            </a:ln>
          </p:spPr>
        </p:cxnSp>
      </p:grpSp>
      <p:pic>
        <p:nvPicPr>
          <p:cNvPr id="9621" name="Google Shape;9621;p116"/>
          <p:cNvPicPr preferRelativeResize="0"/>
          <p:nvPr/>
        </p:nvPicPr>
        <p:blipFill rotWithShape="1">
          <a:blip r:embed="rId4">
            <a:alphaModFix/>
          </a:blip>
          <a:srcRect b="0" l="0" r="0" t="0"/>
          <a:stretch/>
        </p:blipFill>
        <p:spPr>
          <a:xfrm>
            <a:off x="5891090" y="3466526"/>
            <a:ext cx="471488" cy="442913"/>
          </a:xfrm>
          <a:prstGeom prst="rect">
            <a:avLst/>
          </a:prstGeom>
          <a:noFill/>
          <a:ln>
            <a:noFill/>
          </a:ln>
        </p:spPr>
      </p:pic>
      <p:grpSp>
        <p:nvGrpSpPr>
          <p:cNvPr id="9622" name="Google Shape;9622;p116"/>
          <p:cNvGrpSpPr/>
          <p:nvPr/>
        </p:nvGrpSpPr>
        <p:grpSpPr>
          <a:xfrm>
            <a:off x="3184403" y="3460176"/>
            <a:ext cx="365125" cy="712788"/>
            <a:chOff x="4140" y="429"/>
            <a:chExt cx="1425" cy="2396"/>
          </a:xfrm>
        </p:grpSpPr>
        <p:sp>
          <p:nvSpPr>
            <p:cNvPr id="9623" name="Google Shape;9623;p116"/>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24" name="Google Shape;9624;p116"/>
            <p:cNvSpPr/>
            <p:nvPr/>
          </p:nvSpPr>
          <p:spPr>
            <a:xfrm>
              <a:off x="4208" y="429"/>
              <a:ext cx="1047"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625" name="Google Shape;9625;p116"/>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26" name="Google Shape;9626;p116"/>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27" name="Google Shape;9627;p116"/>
            <p:cNvSpPr/>
            <p:nvPr/>
          </p:nvSpPr>
          <p:spPr>
            <a:xfrm>
              <a:off x="4214" y="690"/>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9628" name="Google Shape;9628;p116"/>
            <p:cNvGrpSpPr/>
            <p:nvPr/>
          </p:nvGrpSpPr>
          <p:grpSpPr>
            <a:xfrm>
              <a:off x="4747" y="669"/>
              <a:ext cx="583" cy="144"/>
              <a:chOff x="612" y="2569"/>
              <a:chExt cx="727" cy="138"/>
            </a:xfrm>
          </p:grpSpPr>
          <p:sp>
            <p:nvSpPr>
              <p:cNvPr id="9629" name="Google Shape;9629;p116"/>
              <p:cNvSpPr/>
              <p:nvPr/>
            </p:nvSpPr>
            <p:spPr>
              <a:xfrm>
                <a:off x="612" y="2569"/>
                <a:ext cx="72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630" name="Google Shape;9630;p116"/>
              <p:cNvSpPr/>
              <p:nvPr/>
            </p:nvSpPr>
            <p:spPr>
              <a:xfrm>
                <a:off x="627" y="2584"/>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9631" name="Google Shape;9631;p116"/>
            <p:cNvSpPr/>
            <p:nvPr/>
          </p:nvSpPr>
          <p:spPr>
            <a:xfrm>
              <a:off x="4227" y="1021"/>
              <a:ext cx="595" cy="4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9632" name="Google Shape;9632;p116"/>
            <p:cNvGrpSpPr/>
            <p:nvPr/>
          </p:nvGrpSpPr>
          <p:grpSpPr>
            <a:xfrm>
              <a:off x="4747" y="995"/>
              <a:ext cx="583" cy="133"/>
              <a:chOff x="614" y="2569"/>
              <a:chExt cx="727" cy="138"/>
            </a:xfrm>
          </p:grpSpPr>
          <p:sp>
            <p:nvSpPr>
              <p:cNvPr id="9633" name="Google Shape;9633;p116"/>
              <p:cNvSpPr/>
              <p:nvPr/>
            </p:nvSpPr>
            <p:spPr>
              <a:xfrm>
                <a:off x="614" y="2569"/>
                <a:ext cx="72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634" name="Google Shape;9634;p116"/>
              <p:cNvSpPr/>
              <p:nvPr/>
            </p:nvSpPr>
            <p:spPr>
              <a:xfrm>
                <a:off x="630" y="2585"/>
                <a:ext cx="696"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9635" name="Google Shape;9635;p116"/>
            <p:cNvSpPr/>
            <p:nvPr/>
          </p:nvSpPr>
          <p:spPr>
            <a:xfrm>
              <a:off x="4214" y="1358"/>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636" name="Google Shape;9636;p116"/>
            <p:cNvSpPr/>
            <p:nvPr/>
          </p:nvSpPr>
          <p:spPr>
            <a:xfrm>
              <a:off x="4227" y="1656"/>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9637" name="Google Shape;9637;p116"/>
            <p:cNvGrpSpPr/>
            <p:nvPr/>
          </p:nvGrpSpPr>
          <p:grpSpPr>
            <a:xfrm>
              <a:off x="4735" y="1629"/>
              <a:ext cx="582" cy="150"/>
              <a:chOff x="614" y="2570"/>
              <a:chExt cx="725" cy="138"/>
            </a:xfrm>
          </p:grpSpPr>
          <p:sp>
            <p:nvSpPr>
              <p:cNvPr id="9638" name="Google Shape;9638;p116"/>
              <p:cNvSpPr/>
              <p:nvPr/>
            </p:nvSpPr>
            <p:spPr>
              <a:xfrm>
                <a:off x="614" y="2570"/>
                <a:ext cx="725"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639" name="Google Shape;9639;p116"/>
              <p:cNvSpPr/>
              <p:nvPr/>
            </p:nvSpPr>
            <p:spPr>
              <a:xfrm>
                <a:off x="629" y="2585"/>
                <a:ext cx="695"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9640" name="Google Shape;9640;p116"/>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641" name="Google Shape;9641;p116"/>
            <p:cNvGrpSpPr/>
            <p:nvPr/>
          </p:nvGrpSpPr>
          <p:grpSpPr>
            <a:xfrm>
              <a:off x="4741" y="1325"/>
              <a:ext cx="582" cy="139"/>
              <a:chOff x="616" y="2566"/>
              <a:chExt cx="725" cy="139"/>
            </a:xfrm>
          </p:grpSpPr>
          <p:sp>
            <p:nvSpPr>
              <p:cNvPr id="9642" name="Google Shape;9642;p116"/>
              <p:cNvSpPr/>
              <p:nvPr/>
            </p:nvSpPr>
            <p:spPr>
              <a:xfrm>
                <a:off x="616" y="2566"/>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643" name="Google Shape;9643;p116"/>
              <p:cNvSpPr/>
              <p:nvPr/>
            </p:nvSpPr>
            <p:spPr>
              <a:xfrm>
                <a:off x="632" y="2583"/>
                <a:ext cx="69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9644" name="Google Shape;9644;p116"/>
            <p:cNvSpPr/>
            <p:nvPr/>
          </p:nvSpPr>
          <p:spPr>
            <a:xfrm>
              <a:off x="5249" y="429"/>
              <a:ext cx="68" cy="2289"/>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645" name="Google Shape;9645;p116"/>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46" name="Google Shape;9646;p116"/>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47" name="Google Shape;9647;p116"/>
            <p:cNvSpPr/>
            <p:nvPr/>
          </p:nvSpPr>
          <p:spPr>
            <a:xfrm>
              <a:off x="5515" y="2612"/>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648" name="Google Shape;9648;p116"/>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49" name="Google Shape;9649;p116"/>
            <p:cNvSpPr/>
            <p:nvPr/>
          </p:nvSpPr>
          <p:spPr>
            <a:xfrm>
              <a:off x="4140" y="2676"/>
              <a:ext cx="1202"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650" name="Google Shape;9650;p116"/>
            <p:cNvSpPr/>
            <p:nvPr/>
          </p:nvSpPr>
          <p:spPr>
            <a:xfrm>
              <a:off x="4208" y="2713"/>
              <a:ext cx="1066"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651" name="Google Shape;9651;p116"/>
            <p:cNvSpPr/>
            <p:nvPr/>
          </p:nvSpPr>
          <p:spPr>
            <a:xfrm>
              <a:off x="4307" y="2382"/>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652" name="Google Shape;9652;p116"/>
            <p:cNvSpPr/>
            <p:nvPr/>
          </p:nvSpPr>
          <p:spPr>
            <a:xfrm>
              <a:off x="4487" y="2382"/>
              <a:ext cx="161"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9653" name="Google Shape;9653;p116"/>
            <p:cNvSpPr/>
            <p:nvPr/>
          </p:nvSpPr>
          <p:spPr>
            <a:xfrm>
              <a:off x="4660" y="2382"/>
              <a:ext cx="161"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654" name="Google Shape;9654;p116"/>
            <p:cNvSpPr/>
            <p:nvPr/>
          </p:nvSpPr>
          <p:spPr>
            <a:xfrm>
              <a:off x="5063" y="1832"/>
              <a:ext cx="87" cy="763"/>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grpSp>
        <p:nvGrpSpPr>
          <p:cNvPr id="9655" name="Google Shape;9655;p116"/>
          <p:cNvGrpSpPr/>
          <p:nvPr/>
        </p:nvGrpSpPr>
        <p:grpSpPr>
          <a:xfrm flipH="1">
            <a:off x="7677028" y="4777801"/>
            <a:ext cx="735012" cy="681038"/>
            <a:chOff x="-44" y="1473"/>
            <a:chExt cx="981" cy="1105"/>
          </a:xfrm>
        </p:grpSpPr>
        <p:pic>
          <p:nvPicPr>
            <p:cNvPr descr="desktop_computer_stylized_medium" id="9656" name="Google Shape;9656;p116"/>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657" name="Google Shape;9657;p116"/>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658" name="Google Shape;9658;p116"/>
          <p:cNvGrpSpPr/>
          <p:nvPr/>
        </p:nvGrpSpPr>
        <p:grpSpPr>
          <a:xfrm>
            <a:off x="1456133" y="5624388"/>
            <a:ext cx="10506683" cy="1029566"/>
            <a:chOff x="1456133" y="5624388"/>
            <a:chExt cx="10506683" cy="1029566"/>
          </a:xfrm>
        </p:grpSpPr>
        <p:sp>
          <p:nvSpPr>
            <p:cNvPr id="9659" name="Google Shape;9659;p116"/>
            <p:cNvSpPr/>
            <p:nvPr/>
          </p:nvSpPr>
          <p:spPr>
            <a:xfrm>
              <a:off x="1712057" y="5737966"/>
              <a:ext cx="10250759" cy="915988"/>
            </a:xfrm>
            <a:prstGeom prst="rect">
              <a:avLst/>
            </a:prstGeom>
            <a:noFill/>
            <a:ln>
              <a:noFill/>
            </a:ln>
          </p:spPr>
          <p:txBody>
            <a:bodyPr anchorCtr="0" anchor="t" bIns="45700" lIns="91425" spcFirstLastPara="1" rIns="91425" wrap="square" tIns="45700">
              <a:noAutofit/>
            </a:bodyPr>
            <a:lstStyle/>
            <a:p>
              <a:pPr indent="0" lvl="1" marL="457200" marR="0" rtl="0" algn="l">
                <a:spcBef>
                  <a:spcPts val="0"/>
                </a:spcBef>
                <a:spcAft>
                  <a:spcPts val="0"/>
                </a:spcAft>
                <a:buNone/>
              </a:pPr>
              <a:r>
                <a:rPr b="0" i="0" lang="en-US" sz="2400" u="none" cap="none" strike="noStrike">
                  <a:solidFill>
                    <a:schemeClr val="dk1"/>
                  </a:solidFill>
                  <a:latin typeface="Calibri"/>
                  <a:ea typeface="Calibri"/>
                  <a:cs typeface="Calibri"/>
                  <a:sym typeface="Calibri"/>
                </a:rPr>
                <a:t>Wireshark software used for our end-of-chapter labs is a (free) packet-sniffer</a:t>
              </a:r>
              <a:endParaRPr/>
            </a:p>
            <a:p>
              <a:pPr indent="-285750" lvl="1" marL="742950" marR="0" rtl="0" algn="l">
                <a:spcBef>
                  <a:spcPts val="360"/>
                </a:spcBef>
                <a:spcAft>
                  <a:spcPts val="0"/>
                </a:spcAft>
                <a:buClr>
                  <a:schemeClr val="accent2"/>
                </a:buClr>
                <a:buSzPts val="1350"/>
                <a:buFont typeface="Noto Sans Symbols"/>
                <a:buNone/>
              </a:pPr>
              <a:r>
                <a:t/>
              </a:r>
              <a:endParaRPr b="0" i="0" sz="1800" u="none" cap="none" strike="noStrike">
                <a:solidFill>
                  <a:schemeClr val="dk1"/>
                </a:solidFill>
                <a:latin typeface="Gill Sans"/>
                <a:ea typeface="Gill Sans"/>
                <a:cs typeface="Gill Sans"/>
                <a:sym typeface="Gill Sans"/>
              </a:endParaRPr>
            </a:p>
          </p:txBody>
        </p:sp>
        <p:pic>
          <p:nvPicPr>
            <p:cNvPr descr="Image result for wireshark logo" id="9660" name="Google Shape;9660;p116"/>
            <p:cNvPicPr preferRelativeResize="0"/>
            <p:nvPr/>
          </p:nvPicPr>
          <p:blipFill rotWithShape="1">
            <a:blip r:embed="rId5">
              <a:alphaModFix/>
            </a:blip>
            <a:srcRect b="0" l="0" r="0" t="0"/>
            <a:stretch/>
          </p:blipFill>
          <p:spPr>
            <a:xfrm>
              <a:off x="1456133" y="5624388"/>
              <a:ext cx="667509" cy="667509"/>
            </a:xfrm>
            <a:prstGeom prst="rect">
              <a:avLst/>
            </a:prstGeom>
            <a:noFill/>
            <a:ln>
              <a:noFill/>
            </a:ln>
          </p:spPr>
        </p:pic>
      </p:grpSp>
      <p:grpSp>
        <p:nvGrpSpPr>
          <p:cNvPr id="9661" name="Google Shape;9661;p116"/>
          <p:cNvGrpSpPr/>
          <p:nvPr/>
        </p:nvGrpSpPr>
        <p:grpSpPr>
          <a:xfrm>
            <a:off x="4054353" y="4784334"/>
            <a:ext cx="958850" cy="476251"/>
            <a:chOff x="7493876" y="2774731"/>
            <a:chExt cx="1481958" cy="894622"/>
          </a:xfrm>
        </p:grpSpPr>
        <p:sp>
          <p:nvSpPr>
            <p:cNvPr id="9662" name="Google Shape;9662;p116"/>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9663" name="Google Shape;9663;p116"/>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9664" name="Google Shape;9664;p116"/>
            <p:cNvGrpSpPr/>
            <p:nvPr/>
          </p:nvGrpSpPr>
          <p:grpSpPr>
            <a:xfrm>
              <a:off x="7713663" y="2848339"/>
              <a:ext cx="1042107" cy="425543"/>
              <a:chOff x="7786941" y="2884917"/>
              <a:chExt cx="897649" cy="353919"/>
            </a:xfrm>
          </p:grpSpPr>
          <p:sp>
            <p:nvSpPr>
              <p:cNvPr id="9665" name="Google Shape;9665;p116"/>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66" name="Google Shape;9666;p116"/>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67" name="Google Shape;9667;p116"/>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68" name="Google Shape;9668;p116"/>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2"/>
                                        </p:tgtEl>
                                        <p:attrNameLst>
                                          <p:attrName>style.visibility</p:attrName>
                                        </p:attrNameLst>
                                      </p:cBhvr>
                                      <p:to>
                                        <p:strVal val="visible"/>
                                      </p:to>
                                    </p:set>
                                    <p:animEffect filter="fade" transition="in">
                                      <p:cBhvr>
                                        <p:cTn dur="500"/>
                                        <p:tgtEl>
                                          <p:spTgt spid="96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8"/>
                                        </p:tgtEl>
                                        <p:attrNameLst>
                                          <p:attrName>style.visibility</p:attrName>
                                        </p:attrNameLst>
                                      </p:cBhvr>
                                      <p:to>
                                        <p:strVal val="visible"/>
                                      </p:to>
                                    </p:set>
                                    <p:animEffect filter="fade" transition="in">
                                      <p:cBhvr>
                                        <p:cTn dur="500"/>
                                        <p:tgtEl>
                                          <p:spTgt spid="96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2" name="Shape 9672"/>
        <p:cNvGrpSpPr/>
        <p:nvPr/>
      </p:nvGrpSpPr>
      <p:grpSpPr>
        <a:xfrm>
          <a:off x="0" y="0"/>
          <a:ext cx="0" cy="0"/>
          <a:chOff x="0" y="0"/>
          <a:chExt cx="0" cy="0"/>
        </a:xfrm>
      </p:grpSpPr>
      <p:sp>
        <p:nvSpPr>
          <p:cNvPr id="9673" name="Google Shape;9673;p11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74" name="Google Shape;9674;p1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https://www.owasp.org/images/4/48/Eavesdropping.jpg" id="9675" name="Google Shape;9675;p117"/>
          <p:cNvPicPr preferRelativeResize="0"/>
          <p:nvPr/>
        </p:nvPicPr>
        <p:blipFill rotWithShape="1">
          <a:blip r:embed="rId3">
            <a:alphaModFix/>
          </a:blip>
          <a:srcRect b="0" l="0" r="0" t="0"/>
          <a:stretch/>
        </p:blipFill>
        <p:spPr>
          <a:xfrm>
            <a:off x="2665644" y="1328568"/>
            <a:ext cx="6553972" cy="4069055"/>
          </a:xfrm>
          <a:prstGeom prst="rect">
            <a:avLst/>
          </a:prstGeom>
          <a:noFill/>
          <a:ln>
            <a:noFill/>
          </a:ln>
        </p:spPr>
      </p:pic>
      <p:sp>
        <p:nvSpPr>
          <p:cNvPr id="9676" name="Google Shape;9676;p117"/>
          <p:cNvSpPr txBox="1"/>
          <p:nvPr/>
        </p:nvSpPr>
        <p:spPr>
          <a:xfrm>
            <a:off x="4077625" y="505767"/>
            <a:ext cx="4572000"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Noto Sans Symbols"/>
              <a:buNone/>
            </a:pPr>
            <a:r>
              <a:rPr b="1" i="1" lang="en-US" sz="2400">
                <a:solidFill>
                  <a:srgbClr val="CC0000"/>
                </a:solidFill>
                <a:latin typeface="Arial"/>
                <a:ea typeface="Arial"/>
                <a:cs typeface="Arial"/>
                <a:sym typeface="Arial"/>
              </a:rPr>
              <a:t>Packet “sniffing”:</a:t>
            </a:r>
            <a:r>
              <a:rPr b="1" i="1" lang="en-US" sz="2400">
                <a:solidFill>
                  <a:srgbClr val="FF0000"/>
                </a:solidFill>
                <a:latin typeface="Arial"/>
                <a:ea typeface="Arial"/>
                <a:cs typeface="Arial"/>
                <a:sym typeface="Arial"/>
              </a:rPr>
              <a:t> </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1" name="Shape 9681"/>
        <p:cNvGrpSpPr/>
        <p:nvPr/>
      </p:nvGrpSpPr>
      <p:grpSpPr>
        <a:xfrm>
          <a:off x="0" y="0"/>
          <a:ext cx="0" cy="0"/>
          <a:chOff x="0" y="0"/>
          <a:chExt cx="0" cy="0"/>
        </a:xfrm>
      </p:grpSpPr>
      <p:sp>
        <p:nvSpPr>
          <p:cNvPr id="9682" name="Google Shape;9682;p118"/>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Bad guys:  fake identity</a:t>
            </a:r>
            <a:endParaRPr sz="4400"/>
          </a:p>
        </p:txBody>
      </p:sp>
      <p:sp>
        <p:nvSpPr>
          <p:cNvPr id="9683" name="Google Shape;9683;p1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684" name="Google Shape;9684;p118"/>
          <p:cNvSpPr txBox="1"/>
          <p:nvPr/>
        </p:nvSpPr>
        <p:spPr>
          <a:xfrm>
            <a:off x="788557" y="1942419"/>
            <a:ext cx="10342830" cy="2084461"/>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600"/>
              <a:buFont typeface="Noto Sans Symbols"/>
              <a:buNone/>
            </a:pPr>
            <a:r>
              <a:rPr i="1" lang="en-US" sz="3600">
                <a:solidFill>
                  <a:srgbClr val="CC0000"/>
                </a:solidFill>
                <a:latin typeface="Calibri"/>
                <a:ea typeface="Calibri"/>
                <a:cs typeface="Calibri"/>
                <a:sym typeface="Calibri"/>
              </a:rPr>
              <a:t>IP spoofing:</a:t>
            </a:r>
            <a:r>
              <a:rPr i="1" lang="en-US" sz="3200">
                <a:solidFill>
                  <a:srgbClr val="FF3300"/>
                </a:solidFill>
                <a:latin typeface="Calibri"/>
                <a:ea typeface="Calibri"/>
                <a:cs typeface="Calibri"/>
                <a:sym typeface="Calibri"/>
              </a:rPr>
              <a:t> </a:t>
            </a:r>
            <a:r>
              <a:rPr lang="en-US" sz="3200">
                <a:solidFill>
                  <a:schemeClr val="dk1"/>
                </a:solidFill>
                <a:latin typeface="Calibri"/>
                <a:ea typeface="Calibri"/>
                <a:cs typeface="Calibri"/>
                <a:sym typeface="Calibri"/>
              </a:rPr>
              <a:t>send packet with false source address</a:t>
            </a:r>
            <a:endParaRPr/>
          </a:p>
        </p:txBody>
      </p:sp>
      <p:grpSp>
        <p:nvGrpSpPr>
          <p:cNvPr id="9685" name="Google Shape;9685;p118"/>
          <p:cNvGrpSpPr/>
          <p:nvPr/>
        </p:nvGrpSpPr>
        <p:grpSpPr>
          <a:xfrm flipH="1">
            <a:off x="5864103" y="3398264"/>
            <a:ext cx="735012" cy="681037"/>
            <a:chOff x="-44" y="1473"/>
            <a:chExt cx="981" cy="1105"/>
          </a:xfrm>
        </p:grpSpPr>
        <p:pic>
          <p:nvPicPr>
            <p:cNvPr descr="desktop_computer_stylized_medium" id="9686" name="Google Shape;9686;p1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687" name="Google Shape;9687;p1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688" name="Google Shape;9688;p118"/>
          <p:cNvSpPr/>
          <p:nvPr/>
        </p:nvSpPr>
        <p:spPr>
          <a:xfrm>
            <a:off x="3359028" y="4133276"/>
            <a:ext cx="4587875" cy="728663"/>
          </a:xfrm>
          <a:custGeom>
            <a:rect b="b" l="l" r="r" t="t"/>
            <a:pathLst>
              <a:path extrusionOk="0" h="459" w="2620">
                <a:moveTo>
                  <a:pt x="2" y="0"/>
                </a:moveTo>
                <a:lnTo>
                  <a:pt x="0" y="253"/>
                </a:lnTo>
                <a:lnTo>
                  <a:pt x="2620" y="253"/>
                </a:lnTo>
                <a:lnTo>
                  <a:pt x="2620" y="459"/>
                </a:lnTo>
              </a:path>
            </a:pathLst>
          </a:custGeom>
          <a:noFill/>
          <a:ln cap="flat" cmpd="sng" w="1905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89" name="Google Shape;9689;p118"/>
          <p:cNvSpPr/>
          <p:nvPr/>
        </p:nvSpPr>
        <p:spPr>
          <a:xfrm>
            <a:off x="6191128" y="4003101"/>
            <a:ext cx="4762" cy="522288"/>
          </a:xfrm>
          <a:custGeom>
            <a:rect b="b" l="l" r="r" t="t"/>
            <a:pathLst>
              <a:path extrusionOk="0" h="329" w="3">
                <a:moveTo>
                  <a:pt x="0" y="329"/>
                </a:moveTo>
                <a:lnTo>
                  <a:pt x="3" y="0"/>
                </a:lnTo>
              </a:path>
            </a:pathLst>
          </a:custGeom>
          <a:noFill/>
          <a:ln cap="flat" cmpd="sng" w="1905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9690" name="Google Shape;9690;p118"/>
          <p:cNvCxnSpPr/>
          <p:nvPr/>
        </p:nvCxnSpPr>
        <p:spPr>
          <a:xfrm rot="10800000">
            <a:off x="4533778" y="4525389"/>
            <a:ext cx="0" cy="374650"/>
          </a:xfrm>
          <a:prstGeom prst="straightConnector1">
            <a:avLst/>
          </a:prstGeom>
          <a:noFill/>
          <a:ln cap="flat" cmpd="sng" w="19050">
            <a:solidFill>
              <a:schemeClr val="dk1"/>
            </a:solidFill>
            <a:prstDash val="solid"/>
            <a:round/>
            <a:headEnd len="med" w="med" type="none"/>
            <a:tailEnd len="med" w="med" type="none"/>
          </a:ln>
        </p:spPr>
      </p:cxnSp>
      <p:cxnSp>
        <p:nvCxnSpPr>
          <p:cNvPr id="9691" name="Google Shape;9691;p118"/>
          <p:cNvCxnSpPr/>
          <p:nvPr/>
        </p:nvCxnSpPr>
        <p:spPr>
          <a:xfrm rot="10800000">
            <a:off x="4552828" y="5236589"/>
            <a:ext cx="0" cy="241300"/>
          </a:xfrm>
          <a:prstGeom prst="straightConnector1">
            <a:avLst/>
          </a:prstGeom>
          <a:noFill/>
          <a:ln cap="flat" cmpd="sng" w="19050">
            <a:solidFill>
              <a:schemeClr val="dk1"/>
            </a:solidFill>
            <a:prstDash val="solid"/>
            <a:round/>
            <a:headEnd len="med" w="med" type="none"/>
            <a:tailEnd len="med" w="med" type="none"/>
          </a:ln>
        </p:spPr>
      </p:cxnSp>
      <p:sp>
        <p:nvSpPr>
          <p:cNvPr id="9692" name="Google Shape;9692;p118"/>
          <p:cNvSpPr txBox="1"/>
          <p:nvPr/>
        </p:nvSpPr>
        <p:spPr>
          <a:xfrm>
            <a:off x="2816103" y="3422076"/>
            <a:ext cx="38735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A</a:t>
            </a:r>
            <a:endParaRPr/>
          </a:p>
        </p:txBody>
      </p:sp>
      <p:sp>
        <p:nvSpPr>
          <p:cNvPr id="9693" name="Google Shape;9693;p118"/>
          <p:cNvSpPr txBox="1"/>
          <p:nvPr/>
        </p:nvSpPr>
        <p:spPr>
          <a:xfrm>
            <a:off x="8285040" y="4885751"/>
            <a:ext cx="388938" cy="4619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B</a:t>
            </a:r>
            <a:endParaRPr/>
          </a:p>
        </p:txBody>
      </p:sp>
      <p:sp>
        <p:nvSpPr>
          <p:cNvPr id="9694" name="Google Shape;9694;p118"/>
          <p:cNvSpPr txBox="1"/>
          <p:nvPr/>
        </p:nvSpPr>
        <p:spPr>
          <a:xfrm>
            <a:off x="6383215" y="3399851"/>
            <a:ext cx="404813"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C</a:t>
            </a:r>
            <a:endParaRPr/>
          </a:p>
        </p:txBody>
      </p:sp>
      <p:pic>
        <p:nvPicPr>
          <p:cNvPr id="9695" name="Google Shape;9695;p118"/>
          <p:cNvPicPr preferRelativeResize="0"/>
          <p:nvPr/>
        </p:nvPicPr>
        <p:blipFill rotWithShape="1">
          <a:blip r:embed="rId4">
            <a:alphaModFix/>
          </a:blip>
          <a:srcRect b="0" l="0" r="0" t="0"/>
          <a:stretch/>
        </p:blipFill>
        <p:spPr>
          <a:xfrm>
            <a:off x="5891090" y="3466526"/>
            <a:ext cx="471488" cy="442913"/>
          </a:xfrm>
          <a:prstGeom prst="rect">
            <a:avLst/>
          </a:prstGeom>
          <a:noFill/>
          <a:ln>
            <a:noFill/>
          </a:ln>
        </p:spPr>
      </p:pic>
      <p:grpSp>
        <p:nvGrpSpPr>
          <p:cNvPr id="9696" name="Google Shape;9696;p118"/>
          <p:cNvGrpSpPr/>
          <p:nvPr/>
        </p:nvGrpSpPr>
        <p:grpSpPr>
          <a:xfrm>
            <a:off x="3184403" y="3460176"/>
            <a:ext cx="365125" cy="712788"/>
            <a:chOff x="4140" y="429"/>
            <a:chExt cx="1425" cy="2396"/>
          </a:xfrm>
        </p:grpSpPr>
        <p:sp>
          <p:nvSpPr>
            <p:cNvPr id="9697" name="Google Shape;9697;p11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98" name="Google Shape;9698;p118"/>
            <p:cNvSpPr/>
            <p:nvPr/>
          </p:nvSpPr>
          <p:spPr>
            <a:xfrm>
              <a:off x="4208" y="429"/>
              <a:ext cx="1047" cy="2284"/>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699" name="Google Shape;9699;p11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00" name="Google Shape;9700;p11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01" name="Google Shape;9701;p118"/>
            <p:cNvSpPr/>
            <p:nvPr/>
          </p:nvSpPr>
          <p:spPr>
            <a:xfrm>
              <a:off x="4214" y="690"/>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9702" name="Google Shape;9702;p118"/>
            <p:cNvGrpSpPr/>
            <p:nvPr/>
          </p:nvGrpSpPr>
          <p:grpSpPr>
            <a:xfrm>
              <a:off x="4747" y="669"/>
              <a:ext cx="583" cy="144"/>
              <a:chOff x="612" y="2569"/>
              <a:chExt cx="727" cy="138"/>
            </a:xfrm>
          </p:grpSpPr>
          <p:sp>
            <p:nvSpPr>
              <p:cNvPr id="9703" name="Google Shape;9703;p118"/>
              <p:cNvSpPr/>
              <p:nvPr/>
            </p:nvSpPr>
            <p:spPr>
              <a:xfrm>
                <a:off x="612" y="2569"/>
                <a:ext cx="72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704" name="Google Shape;9704;p118"/>
              <p:cNvSpPr/>
              <p:nvPr/>
            </p:nvSpPr>
            <p:spPr>
              <a:xfrm>
                <a:off x="627" y="2584"/>
                <a:ext cx="696"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9705" name="Google Shape;9705;p118"/>
            <p:cNvSpPr/>
            <p:nvPr/>
          </p:nvSpPr>
          <p:spPr>
            <a:xfrm>
              <a:off x="4227" y="1021"/>
              <a:ext cx="595" cy="43"/>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9706" name="Google Shape;9706;p118"/>
            <p:cNvGrpSpPr/>
            <p:nvPr/>
          </p:nvGrpSpPr>
          <p:grpSpPr>
            <a:xfrm>
              <a:off x="4747" y="995"/>
              <a:ext cx="583" cy="133"/>
              <a:chOff x="614" y="2569"/>
              <a:chExt cx="727" cy="138"/>
            </a:xfrm>
          </p:grpSpPr>
          <p:sp>
            <p:nvSpPr>
              <p:cNvPr id="9707" name="Google Shape;9707;p118"/>
              <p:cNvSpPr/>
              <p:nvPr/>
            </p:nvSpPr>
            <p:spPr>
              <a:xfrm>
                <a:off x="614" y="2569"/>
                <a:ext cx="727"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708" name="Google Shape;9708;p118"/>
              <p:cNvSpPr/>
              <p:nvPr/>
            </p:nvSpPr>
            <p:spPr>
              <a:xfrm>
                <a:off x="630" y="2585"/>
                <a:ext cx="696" cy="105"/>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9709" name="Google Shape;9709;p118"/>
            <p:cNvSpPr/>
            <p:nvPr/>
          </p:nvSpPr>
          <p:spPr>
            <a:xfrm>
              <a:off x="4214" y="1358"/>
              <a:ext cx="601"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710" name="Google Shape;9710;p118"/>
            <p:cNvSpPr/>
            <p:nvPr/>
          </p:nvSpPr>
          <p:spPr>
            <a:xfrm>
              <a:off x="4227" y="1656"/>
              <a:ext cx="595" cy="48"/>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nvGrpSpPr>
            <p:cNvPr id="9711" name="Google Shape;9711;p118"/>
            <p:cNvGrpSpPr/>
            <p:nvPr/>
          </p:nvGrpSpPr>
          <p:grpSpPr>
            <a:xfrm>
              <a:off x="4735" y="1629"/>
              <a:ext cx="582" cy="150"/>
              <a:chOff x="614" y="2570"/>
              <a:chExt cx="725" cy="138"/>
            </a:xfrm>
          </p:grpSpPr>
          <p:sp>
            <p:nvSpPr>
              <p:cNvPr id="9712" name="Google Shape;9712;p118"/>
              <p:cNvSpPr/>
              <p:nvPr/>
            </p:nvSpPr>
            <p:spPr>
              <a:xfrm>
                <a:off x="614" y="2570"/>
                <a:ext cx="725"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713" name="Google Shape;9713;p118"/>
              <p:cNvSpPr/>
              <p:nvPr/>
            </p:nvSpPr>
            <p:spPr>
              <a:xfrm>
                <a:off x="629" y="2585"/>
                <a:ext cx="695"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9714" name="Google Shape;9714;p11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715" name="Google Shape;9715;p118"/>
            <p:cNvGrpSpPr/>
            <p:nvPr/>
          </p:nvGrpSpPr>
          <p:grpSpPr>
            <a:xfrm>
              <a:off x="4741" y="1325"/>
              <a:ext cx="582" cy="139"/>
              <a:chOff x="616" y="2566"/>
              <a:chExt cx="725" cy="139"/>
            </a:xfrm>
          </p:grpSpPr>
          <p:sp>
            <p:nvSpPr>
              <p:cNvPr id="9716" name="Google Shape;9716;p118"/>
              <p:cNvSpPr/>
              <p:nvPr/>
            </p:nvSpPr>
            <p:spPr>
              <a:xfrm>
                <a:off x="616" y="2566"/>
                <a:ext cx="725" cy="139"/>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717" name="Google Shape;9717;p118"/>
              <p:cNvSpPr/>
              <p:nvPr/>
            </p:nvSpPr>
            <p:spPr>
              <a:xfrm>
                <a:off x="632" y="2583"/>
                <a:ext cx="695" cy="107"/>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sp>
          <p:nvSpPr>
            <p:cNvPr id="9718" name="Google Shape;9718;p118"/>
            <p:cNvSpPr/>
            <p:nvPr/>
          </p:nvSpPr>
          <p:spPr>
            <a:xfrm>
              <a:off x="5249" y="429"/>
              <a:ext cx="68" cy="2289"/>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719" name="Google Shape;9719;p11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20" name="Google Shape;9720;p11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21" name="Google Shape;9721;p118"/>
            <p:cNvSpPr/>
            <p:nvPr/>
          </p:nvSpPr>
          <p:spPr>
            <a:xfrm>
              <a:off x="5515" y="2612"/>
              <a:ext cx="50" cy="96"/>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722" name="Google Shape;9722;p11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23" name="Google Shape;9723;p118"/>
            <p:cNvSpPr/>
            <p:nvPr/>
          </p:nvSpPr>
          <p:spPr>
            <a:xfrm>
              <a:off x="4140" y="2676"/>
              <a:ext cx="1202" cy="149"/>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724" name="Google Shape;9724;p118"/>
            <p:cNvSpPr/>
            <p:nvPr/>
          </p:nvSpPr>
          <p:spPr>
            <a:xfrm>
              <a:off x="4208" y="2713"/>
              <a:ext cx="1066" cy="80"/>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725" name="Google Shape;9725;p118"/>
            <p:cNvSpPr/>
            <p:nvPr/>
          </p:nvSpPr>
          <p:spPr>
            <a:xfrm>
              <a:off x="4307" y="2382"/>
              <a:ext cx="161"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726" name="Google Shape;9726;p118"/>
            <p:cNvSpPr/>
            <p:nvPr/>
          </p:nvSpPr>
          <p:spPr>
            <a:xfrm>
              <a:off x="4487" y="2382"/>
              <a:ext cx="161"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0000"/>
                </a:solidFill>
                <a:latin typeface="Arial"/>
                <a:ea typeface="Arial"/>
                <a:cs typeface="Arial"/>
                <a:sym typeface="Arial"/>
              </a:endParaRPr>
            </a:p>
          </p:txBody>
        </p:sp>
        <p:sp>
          <p:nvSpPr>
            <p:cNvPr id="9727" name="Google Shape;9727;p118"/>
            <p:cNvSpPr/>
            <p:nvPr/>
          </p:nvSpPr>
          <p:spPr>
            <a:xfrm>
              <a:off x="4660" y="2382"/>
              <a:ext cx="161" cy="139"/>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728" name="Google Shape;9728;p118"/>
            <p:cNvSpPr/>
            <p:nvPr/>
          </p:nvSpPr>
          <p:spPr>
            <a:xfrm>
              <a:off x="5063" y="1832"/>
              <a:ext cx="87" cy="763"/>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grpSp>
      <p:grpSp>
        <p:nvGrpSpPr>
          <p:cNvPr id="9729" name="Google Shape;9729;p118"/>
          <p:cNvGrpSpPr/>
          <p:nvPr/>
        </p:nvGrpSpPr>
        <p:grpSpPr>
          <a:xfrm flipH="1">
            <a:off x="7677028" y="4777801"/>
            <a:ext cx="735012" cy="681038"/>
            <a:chOff x="-44" y="1473"/>
            <a:chExt cx="981" cy="1105"/>
          </a:xfrm>
        </p:grpSpPr>
        <p:pic>
          <p:nvPicPr>
            <p:cNvPr descr="desktop_computer_stylized_medium" id="9730" name="Google Shape;9730;p11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9731" name="Google Shape;9731;p11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732" name="Google Shape;9732;p118"/>
          <p:cNvSpPr/>
          <p:nvPr/>
        </p:nvSpPr>
        <p:spPr>
          <a:xfrm>
            <a:off x="917141" y="5880409"/>
            <a:ext cx="10250759" cy="68564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i="1" sz="2800">
              <a:solidFill>
                <a:schemeClr val="dk1"/>
              </a:solidFill>
              <a:latin typeface="Calibri"/>
              <a:ea typeface="Calibri"/>
              <a:cs typeface="Calibri"/>
              <a:sym typeface="Calibri"/>
            </a:endParaRPr>
          </a:p>
        </p:txBody>
      </p:sp>
      <p:grpSp>
        <p:nvGrpSpPr>
          <p:cNvPr id="9733" name="Google Shape;9733;p118"/>
          <p:cNvGrpSpPr/>
          <p:nvPr/>
        </p:nvGrpSpPr>
        <p:grpSpPr>
          <a:xfrm>
            <a:off x="4054353" y="4784334"/>
            <a:ext cx="958850" cy="476251"/>
            <a:chOff x="7493876" y="2774731"/>
            <a:chExt cx="1481958" cy="894622"/>
          </a:xfrm>
        </p:grpSpPr>
        <p:sp>
          <p:nvSpPr>
            <p:cNvPr id="9734" name="Google Shape;9734;p118"/>
            <p:cNvSpPr/>
            <p:nvPr/>
          </p:nvSpPr>
          <p:spPr>
            <a:xfrm>
              <a:off x="7493876" y="3084399"/>
              <a:ext cx="1481958" cy="584954"/>
            </a:xfrm>
            <a:custGeom>
              <a:rect b="b" l="l" r="r" t="t"/>
              <a:pathLst>
                <a:path extrusionOk="0" h="3099826" w="8166683">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lt1"/>
                </a:gs>
                <a:gs pos="60000">
                  <a:srgbClr val="D6DCE0"/>
                </a:gs>
                <a:gs pos="100000">
                  <a:srgbClr val="B8C2C9"/>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sp>
          <p:nvSpPr>
            <p:cNvPr id="9735" name="Google Shape;9735;p118"/>
            <p:cNvSpPr/>
            <p:nvPr/>
          </p:nvSpPr>
          <p:spPr>
            <a:xfrm>
              <a:off x="7494729" y="2774731"/>
              <a:ext cx="1480163" cy="579140"/>
            </a:xfrm>
            <a:prstGeom prst="ellipse">
              <a:avLst/>
            </a:prstGeom>
            <a:solidFill>
              <a:srgbClr val="B8C2C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Calibri"/>
                  <a:ea typeface="Calibri"/>
                  <a:cs typeface="Calibri"/>
                  <a:sym typeface="Calibri"/>
                </a:rPr>
                <a:t>              </a:t>
              </a:r>
              <a:endParaRPr/>
            </a:p>
          </p:txBody>
        </p:sp>
        <p:grpSp>
          <p:nvGrpSpPr>
            <p:cNvPr id="9736" name="Google Shape;9736;p118"/>
            <p:cNvGrpSpPr/>
            <p:nvPr/>
          </p:nvGrpSpPr>
          <p:grpSpPr>
            <a:xfrm>
              <a:off x="7713663" y="2848339"/>
              <a:ext cx="1042107" cy="425543"/>
              <a:chOff x="7786941" y="2884917"/>
              <a:chExt cx="897649" cy="353919"/>
            </a:xfrm>
          </p:grpSpPr>
          <p:sp>
            <p:nvSpPr>
              <p:cNvPr id="9737" name="Google Shape;9737;p118"/>
              <p:cNvSpPr/>
              <p:nvPr/>
            </p:nvSpPr>
            <p:spPr>
              <a:xfrm>
                <a:off x="7811770" y="2884917"/>
                <a:ext cx="849158" cy="198115"/>
              </a:xfrm>
              <a:custGeom>
                <a:rect b="b" l="l" r="r" t="t"/>
                <a:pathLst>
                  <a:path extrusionOk="0" h="1049866" w="467301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38" name="Google Shape;9738;p118"/>
              <p:cNvSpPr/>
              <p:nvPr/>
            </p:nvSpPr>
            <p:spPr>
              <a:xfrm>
                <a:off x="8367548" y="3054383"/>
                <a:ext cx="317042" cy="170569"/>
              </a:xfrm>
              <a:custGeom>
                <a:rect b="b" l="l" r="r" t="t"/>
                <a:pathLst>
                  <a:path extrusionOk="0" h="903890" w="1744718">
                    <a:moveTo>
                      <a:pt x="21021" y="0"/>
                    </a:moveTo>
                    <a:lnTo>
                      <a:pt x="1744718" y="693683"/>
                    </a:lnTo>
                    <a:lnTo>
                      <a:pt x="1145628" y="903890"/>
                    </a:lnTo>
                    <a:lnTo>
                      <a:pt x="0" y="451945"/>
                    </a:lnTo>
                    <a:lnTo>
                      <a:pt x="21021" y="0"/>
                    </a:lnTo>
                    <a:close/>
                  </a:path>
                </a:pathLst>
              </a:custGeom>
              <a:solidFill>
                <a:srgbClr val="0000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39" name="Google Shape;9739;p118"/>
              <p:cNvSpPr/>
              <p:nvPr/>
            </p:nvSpPr>
            <p:spPr>
              <a:xfrm>
                <a:off x="7786941" y="3054383"/>
                <a:ext cx="311312" cy="168585"/>
              </a:xfrm>
              <a:custGeom>
                <a:rect b="b" l="l" r="r" t="t"/>
                <a:pathLst>
                  <a:path extrusionOk="0" h="893380" w="1713187">
                    <a:moveTo>
                      <a:pt x="1702676" y="0"/>
                    </a:moveTo>
                    <a:lnTo>
                      <a:pt x="1713187" y="472966"/>
                    </a:lnTo>
                    <a:lnTo>
                      <a:pt x="578069" y="893380"/>
                    </a:lnTo>
                    <a:lnTo>
                      <a:pt x="0" y="693683"/>
                    </a:lnTo>
                    <a:lnTo>
                      <a:pt x="1702676" y="0"/>
                    </a:lnTo>
                    <a:close/>
                  </a:path>
                </a:pathLst>
              </a:custGeom>
              <a:solidFill>
                <a:srgbClr val="0000A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40" name="Google Shape;9740;p118"/>
              <p:cNvSpPr/>
              <p:nvPr/>
            </p:nvSpPr>
            <p:spPr>
              <a:xfrm>
                <a:off x="7895013" y="2971083"/>
                <a:ext cx="676892" cy="267753"/>
              </a:xfrm>
              <a:custGeom>
                <a:rect b="b" l="l" r="r" t="t"/>
                <a:pathLst>
                  <a:path extrusionOk="0" h="1418896" w="3725019">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8DA9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grpSp>
        <p:nvGrpSpPr>
          <p:cNvPr id="9741" name="Google Shape;9741;p118"/>
          <p:cNvGrpSpPr/>
          <p:nvPr/>
        </p:nvGrpSpPr>
        <p:grpSpPr>
          <a:xfrm>
            <a:off x="3293812" y="3967064"/>
            <a:ext cx="2967038" cy="819150"/>
            <a:chOff x="3293812" y="3967064"/>
            <a:chExt cx="2967038" cy="819150"/>
          </a:xfrm>
        </p:grpSpPr>
        <p:sp>
          <p:nvSpPr>
            <p:cNvPr id="9742" name="Google Shape;9742;p118"/>
            <p:cNvSpPr/>
            <p:nvPr/>
          </p:nvSpPr>
          <p:spPr>
            <a:xfrm>
              <a:off x="3293812" y="3967064"/>
              <a:ext cx="2967038" cy="704850"/>
            </a:xfrm>
            <a:custGeom>
              <a:rect b="b" l="l" r="r" t="t"/>
              <a:pathLst>
                <a:path extrusionOk="0" h="444" w="1869">
                  <a:moveTo>
                    <a:pt x="1869" y="0"/>
                  </a:moveTo>
                  <a:lnTo>
                    <a:pt x="1869" y="444"/>
                  </a:lnTo>
                  <a:lnTo>
                    <a:pt x="0" y="444"/>
                  </a:lnTo>
                </a:path>
              </a:pathLst>
            </a:custGeom>
            <a:noFill/>
            <a:ln cap="flat" cmpd="sng" w="28575">
              <a:solidFill>
                <a:srgbClr val="CC0000"/>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743" name="Google Shape;9743;p118"/>
            <p:cNvGrpSpPr/>
            <p:nvPr/>
          </p:nvGrpSpPr>
          <p:grpSpPr>
            <a:xfrm>
              <a:off x="3760537" y="4449664"/>
              <a:ext cx="2295525" cy="336550"/>
              <a:chOff x="2418" y="3342"/>
              <a:chExt cx="1446" cy="212"/>
            </a:xfrm>
          </p:grpSpPr>
          <p:sp>
            <p:nvSpPr>
              <p:cNvPr id="9744" name="Google Shape;9744;p118"/>
              <p:cNvSpPr/>
              <p:nvPr/>
            </p:nvSpPr>
            <p:spPr>
              <a:xfrm>
                <a:off x="2463" y="3366"/>
                <a:ext cx="1356" cy="174"/>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cxnSp>
            <p:nvCxnSpPr>
              <p:cNvPr id="9745" name="Google Shape;9745;p118"/>
              <p:cNvCxnSpPr/>
              <p:nvPr/>
            </p:nvCxnSpPr>
            <p:spPr>
              <a:xfrm>
                <a:off x="2784" y="3372"/>
                <a:ext cx="0" cy="168"/>
              </a:xfrm>
              <a:prstGeom prst="straightConnector1">
                <a:avLst/>
              </a:prstGeom>
              <a:noFill/>
              <a:ln cap="flat" cmpd="sng" w="12700">
                <a:solidFill>
                  <a:schemeClr val="dk1"/>
                </a:solidFill>
                <a:prstDash val="solid"/>
                <a:round/>
                <a:headEnd len="med" w="med" type="none"/>
                <a:tailEnd len="med" w="med" type="none"/>
              </a:ln>
            </p:spPr>
          </p:cxnSp>
          <p:cxnSp>
            <p:nvCxnSpPr>
              <p:cNvPr id="9746" name="Google Shape;9746;p118"/>
              <p:cNvCxnSpPr/>
              <p:nvPr/>
            </p:nvCxnSpPr>
            <p:spPr>
              <a:xfrm>
                <a:off x="3186" y="3375"/>
                <a:ext cx="0" cy="168"/>
              </a:xfrm>
              <a:prstGeom prst="straightConnector1">
                <a:avLst/>
              </a:prstGeom>
              <a:noFill/>
              <a:ln cap="flat" cmpd="sng" w="12700">
                <a:solidFill>
                  <a:schemeClr val="dk1"/>
                </a:solidFill>
                <a:prstDash val="solid"/>
                <a:round/>
                <a:headEnd len="med" w="med" type="none"/>
                <a:tailEnd len="med" w="med" type="none"/>
              </a:ln>
            </p:spPr>
          </p:cxnSp>
          <p:cxnSp>
            <p:nvCxnSpPr>
              <p:cNvPr id="9747" name="Google Shape;9747;p118"/>
              <p:cNvCxnSpPr/>
              <p:nvPr/>
            </p:nvCxnSpPr>
            <p:spPr>
              <a:xfrm>
                <a:off x="3321" y="3375"/>
                <a:ext cx="0" cy="168"/>
              </a:xfrm>
              <a:prstGeom prst="straightConnector1">
                <a:avLst/>
              </a:prstGeom>
              <a:noFill/>
              <a:ln cap="flat" cmpd="sng" w="12700">
                <a:solidFill>
                  <a:schemeClr val="dk1"/>
                </a:solidFill>
                <a:prstDash val="solid"/>
                <a:round/>
                <a:headEnd len="med" w="med" type="none"/>
                <a:tailEnd len="med" w="med" type="none"/>
              </a:ln>
            </p:spPr>
          </p:cxnSp>
          <p:sp>
            <p:nvSpPr>
              <p:cNvPr id="9748" name="Google Shape;9748;p118"/>
              <p:cNvSpPr txBox="1"/>
              <p:nvPr/>
            </p:nvSpPr>
            <p:spPr>
              <a:xfrm>
                <a:off x="2418" y="3342"/>
                <a:ext cx="1446" cy="2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rgbClr val="CC0000"/>
                    </a:solidFill>
                    <a:latin typeface="Arial"/>
                    <a:ea typeface="Arial"/>
                    <a:cs typeface="Arial"/>
                    <a:sym typeface="Arial"/>
                  </a:rPr>
                  <a:t>src:B</a:t>
                </a:r>
                <a:r>
                  <a:rPr lang="en-US" sz="1600">
                    <a:solidFill>
                      <a:schemeClr val="dk1"/>
                    </a:solidFill>
                    <a:latin typeface="Arial"/>
                    <a:ea typeface="Arial"/>
                    <a:cs typeface="Arial"/>
                    <a:sym typeface="Arial"/>
                  </a:rPr>
                  <a:t> dest:A     payload</a:t>
                </a:r>
                <a:endParaRPr sz="1600">
                  <a:solidFill>
                    <a:schemeClr val="dk1"/>
                  </a:solidFill>
                  <a:latin typeface="Times New Roman"/>
                  <a:ea typeface="Times New Roman"/>
                  <a:cs typeface="Times New Roman"/>
                  <a:sym typeface="Times New Roman"/>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41"/>
                                        </p:tgtEl>
                                        <p:attrNameLst>
                                          <p:attrName>style.visibility</p:attrName>
                                        </p:attrNameLst>
                                      </p:cBhvr>
                                      <p:to>
                                        <p:strVal val="visible"/>
                                      </p:to>
                                    </p:set>
                                    <p:animEffect filter="fade" transition="in">
                                      <p:cBhvr>
                                        <p:cTn dur="500"/>
                                        <p:tgtEl>
                                          <p:spTgt spid="974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732"/>
                                        </p:tgtEl>
                                        <p:attrNameLst>
                                          <p:attrName>style.visibility</p:attrName>
                                        </p:attrNameLst>
                                      </p:cBhvr>
                                      <p:to>
                                        <p:strVal val="visible"/>
                                      </p:to>
                                    </p:set>
                                    <p:animEffect filter="fade" transition="in">
                                      <p:cBhvr>
                                        <p:cTn dur="500"/>
                                        <p:tgtEl>
                                          <p:spTgt spid="97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2" name="Shape 9752"/>
        <p:cNvGrpSpPr/>
        <p:nvPr/>
      </p:nvGrpSpPr>
      <p:grpSpPr>
        <a:xfrm>
          <a:off x="0" y="0"/>
          <a:ext cx="0" cy="0"/>
          <a:chOff x="0" y="0"/>
          <a:chExt cx="0" cy="0"/>
        </a:xfrm>
      </p:grpSpPr>
      <p:sp>
        <p:nvSpPr>
          <p:cNvPr id="9753" name="Google Shape;9753;p119"/>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54" name="Google Shape;9754;p1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Noto Sans Symbols"/>
              <a:buNone/>
            </a:pPr>
            <a:r>
              <a:rPr lang="en-US" sz="1200">
                <a:solidFill>
                  <a:schemeClr val="dk1"/>
                </a:solidFill>
                <a:latin typeface="Tahoma"/>
                <a:ea typeface="Tahoma"/>
                <a:cs typeface="Tahoma"/>
                <a:sym typeface="Tahoma"/>
              </a:rPr>
              <a:t>1-</a:t>
            </a: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pic>
        <p:nvPicPr>
          <p:cNvPr descr="https://encrypted-tbn2.gstatic.com/images?q=tbn:ANd9GcRMbVFiqVch5m3bgkA5N88cbqXcmrMLfOMl0HnPwLJ26CK46895gA" id="9755" name="Google Shape;9755;p119"/>
          <p:cNvPicPr preferRelativeResize="0"/>
          <p:nvPr/>
        </p:nvPicPr>
        <p:blipFill rotWithShape="1">
          <a:blip r:embed="rId3">
            <a:alphaModFix/>
          </a:blip>
          <a:srcRect b="0" l="0" r="0" t="0"/>
          <a:stretch/>
        </p:blipFill>
        <p:spPr>
          <a:xfrm>
            <a:off x="2385511" y="1958391"/>
            <a:ext cx="7271836" cy="3729338"/>
          </a:xfrm>
          <a:prstGeom prst="rect">
            <a:avLst/>
          </a:prstGeom>
          <a:noFill/>
          <a:ln>
            <a:noFill/>
          </a:ln>
        </p:spPr>
      </p:pic>
      <p:sp>
        <p:nvSpPr>
          <p:cNvPr id="9756" name="Google Shape;9756;p119"/>
          <p:cNvSpPr txBox="1"/>
          <p:nvPr/>
        </p:nvSpPr>
        <p:spPr>
          <a:xfrm>
            <a:off x="5085347" y="1095376"/>
            <a:ext cx="4572000" cy="4619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Noto Sans Symbols"/>
              <a:buNone/>
            </a:pPr>
            <a:r>
              <a:rPr b="1" i="1" lang="en-US" sz="2400">
                <a:solidFill>
                  <a:srgbClr val="CC0000"/>
                </a:solidFill>
                <a:latin typeface="Arial"/>
                <a:ea typeface="Arial"/>
                <a:cs typeface="Arial"/>
                <a:sym typeface="Arial"/>
              </a:rPr>
              <a:t>IP spoofing</a:t>
            </a:r>
            <a:r>
              <a:rPr i="1" lang="en-US" sz="2400">
                <a:solidFill>
                  <a:srgbClr val="CC0000"/>
                </a:solidFill>
                <a:latin typeface="Arial"/>
                <a:ea typeface="Arial"/>
                <a:cs typeface="Arial"/>
                <a:sym typeface="Arial"/>
              </a:rPr>
              <a:t>:</a:t>
            </a:r>
            <a:r>
              <a:rPr i="1" lang="en-US" sz="2400">
                <a:solidFill>
                  <a:srgbClr val="FF3300"/>
                </a:solidFill>
                <a:latin typeface="Arial"/>
                <a:ea typeface="Arial"/>
                <a:cs typeface="Arial"/>
                <a:sym typeface="Arial"/>
              </a:rPr>
              <a:t> </a:t>
            </a:r>
            <a:endParaRPr sz="2400">
              <a:solidFill>
                <a:schemeClr val="dk1"/>
              </a:solidFill>
              <a:latin typeface="Arial"/>
              <a:ea typeface="Arial"/>
              <a:cs typeface="Arial"/>
              <a:sym typeface="Arial"/>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1" name="Shape 9761"/>
        <p:cNvGrpSpPr/>
        <p:nvPr/>
      </p:nvGrpSpPr>
      <p:grpSpPr>
        <a:xfrm>
          <a:off x="0" y="0"/>
          <a:ext cx="0" cy="0"/>
          <a:chOff x="0" y="0"/>
          <a:chExt cx="0" cy="0"/>
        </a:xfrm>
      </p:grpSpPr>
      <p:sp>
        <p:nvSpPr>
          <p:cNvPr id="9762" name="Google Shape;9762;p120"/>
          <p:cNvSpPr txBox="1"/>
          <p:nvPr>
            <p:ph type="title"/>
          </p:nvPr>
        </p:nvSpPr>
        <p:spPr>
          <a:xfrm>
            <a:off x="798691" y="289325"/>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Chapter 1: roadmap</a:t>
            </a:r>
            <a:endParaRPr/>
          </a:p>
        </p:txBody>
      </p:sp>
      <p:sp>
        <p:nvSpPr>
          <p:cNvPr id="9763" name="Google Shape;9763;p1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764" name="Google Shape;9764;p120"/>
          <p:cNvSpPr txBox="1"/>
          <p:nvPr>
            <p:ph idx="2" type="body"/>
          </p:nvPr>
        </p:nvSpPr>
        <p:spPr>
          <a:xfrm>
            <a:off x="798690" y="1414011"/>
            <a:ext cx="6618109" cy="5029078"/>
          </a:xfrm>
          <a:prstGeom prst="rect">
            <a:avLst/>
          </a:prstGeom>
          <a:noFill/>
          <a:ln>
            <a:noFill/>
          </a:ln>
        </p:spPr>
        <p:txBody>
          <a:bodyPr anchorCtr="0" anchor="t" bIns="45700" lIns="91425" spcFirstLastPara="1" rIns="91425" wrap="square" tIns="45700">
            <a:normAutofit fontScale="92500"/>
          </a:bodyPr>
          <a:lstStyle/>
          <a:p>
            <a:pPr indent="-285750" lvl="0" marL="403225" rtl="0" algn="l">
              <a:lnSpc>
                <a:spcPct val="90000"/>
              </a:lnSpc>
              <a:spcBef>
                <a:spcPts val="0"/>
              </a:spcBef>
              <a:spcAft>
                <a:spcPts val="0"/>
              </a:spcAft>
              <a:buClr>
                <a:srgbClr val="BFBFBF"/>
              </a:buClr>
              <a:buSzPct val="100000"/>
              <a:buChar char="▪"/>
            </a:pPr>
            <a:r>
              <a:rPr lang="en-US" sz="3200">
                <a:solidFill>
                  <a:srgbClr val="A5A5A5"/>
                </a:solidFill>
                <a:latin typeface="Calibri"/>
                <a:ea typeface="Calibri"/>
                <a:cs typeface="Calibri"/>
                <a:sym typeface="Calibri"/>
              </a:rPr>
              <a:t>What </a:t>
            </a:r>
            <a:r>
              <a:rPr i="1" lang="en-US" sz="3200">
                <a:solidFill>
                  <a:srgbClr val="A5A5A5"/>
                </a:solidFill>
                <a:latin typeface="Calibri"/>
                <a:ea typeface="Calibri"/>
                <a:cs typeface="Calibri"/>
                <a:sym typeface="Calibri"/>
              </a:rPr>
              <a:t>is</a:t>
            </a:r>
            <a:r>
              <a:rPr lang="en-US" sz="3200">
                <a:solidFill>
                  <a:srgbClr val="A5A5A5"/>
                </a:solidFill>
                <a:latin typeface="Calibri"/>
                <a:ea typeface="Calibri"/>
                <a:cs typeface="Calibri"/>
                <a:sym typeface="Calibri"/>
              </a:rPr>
              <a:t> the Internet?</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What</a:t>
            </a:r>
            <a:r>
              <a:rPr i="1" lang="en-US" sz="3200">
                <a:solidFill>
                  <a:srgbClr val="A5A5A5"/>
                </a:solidFill>
                <a:latin typeface="Calibri"/>
                <a:ea typeface="Calibri"/>
                <a:cs typeface="Calibri"/>
                <a:sym typeface="Calibri"/>
              </a:rPr>
              <a:t> is </a:t>
            </a:r>
            <a:r>
              <a:rPr lang="en-US" sz="3200">
                <a:solidFill>
                  <a:srgbClr val="A5A5A5"/>
                </a:solidFill>
                <a:latin typeface="Calibri"/>
                <a:ea typeface="Calibri"/>
                <a:cs typeface="Calibri"/>
                <a:sym typeface="Calibri"/>
              </a:rPr>
              <a:t>a protocol?</a:t>
            </a:r>
            <a:endParaRPr/>
          </a:p>
          <a:p>
            <a:pPr indent="-285750" lvl="0" marL="403225" rtl="0" algn="l">
              <a:lnSpc>
                <a:spcPct val="90000"/>
              </a:lnSpc>
              <a:spcBef>
                <a:spcPts val="800"/>
              </a:spcBef>
              <a:spcAft>
                <a:spcPts val="0"/>
              </a:spcAft>
              <a:buClr>
                <a:srgbClr val="BFBFBF"/>
              </a:buClr>
              <a:buSzPct val="100000"/>
              <a:buChar char="▪"/>
            </a:pPr>
            <a:r>
              <a:rPr lang="en-US" sz="3200">
                <a:solidFill>
                  <a:srgbClr val="BFBFBF"/>
                </a:solidFill>
                <a:latin typeface="Calibri"/>
                <a:ea typeface="Calibri"/>
                <a:cs typeface="Calibri"/>
                <a:sym typeface="Calibri"/>
              </a:rPr>
              <a:t>Network edge: hosts, access network, physical media</a:t>
            </a:r>
            <a:endParaRPr/>
          </a:p>
          <a:p>
            <a:pPr indent="-285750" lvl="0" marL="403225" rtl="0" algn="l">
              <a:lnSpc>
                <a:spcPct val="90000"/>
              </a:lnSpc>
              <a:spcBef>
                <a:spcPts val="800"/>
              </a:spcBef>
              <a:spcAft>
                <a:spcPts val="0"/>
              </a:spcAft>
              <a:buClr>
                <a:srgbClr val="D8D8D8"/>
              </a:buClr>
              <a:buSzPct val="100000"/>
              <a:buChar char="▪"/>
            </a:pPr>
            <a:r>
              <a:rPr lang="en-US" sz="3200">
                <a:solidFill>
                  <a:srgbClr val="BFBFBF"/>
                </a:solidFill>
                <a:latin typeface="Calibri"/>
                <a:ea typeface="Calibri"/>
                <a:cs typeface="Calibri"/>
                <a:sym typeface="Calibri"/>
              </a:rPr>
              <a:t>Network core: packet/circuit switching, internet structure</a:t>
            </a:r>
            <a:endParaRPr/>
          </a:p>
          <a:p>
            <a:pPr indent="-285750" lvl="0" marL="403225" rtl="0" algn="l">
              <a:lnSpc>
                <a:spcPct val="90000"/>
              </a:lnSpc>
              <a:spcBef>
                <a:spcPts val="800"/>
              </a:spcBef>
              <a:spcAft>
                <a:spcPts val="0"/>
              </a:spcAft>
              <a:buClr>
                <a:srgbClr val="BFBFBF"/>
              </a:buClr>
              <a:buSzPct val="100000"/>
              <a:buChar char="▪"/>
            </a:pPr>
            <a:r>
              <a:rPr lang="en-US" sz="3200">
                <a:solidFill>
                  <a:srgbClr val="BFBFBF"/>
                </a:solidFill>
                <a:latin typeface="Calibri"/>
                <a:ea typeface="Calibri"/>
                <a:cs typeface="Calibri"/>
                <a:sym typeface="Calibri"/>
              </a:rPr>
              <a:t>Performance: loss, delay, throughput</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Security</a:t>
            </a:r>
            <a:endParaRPr/>
          </a:p>
          <a:p>
            <a:pPr indent="-285750" lvl="0" marL="403225" rtl="0" algn="l">
              <a:lnSpc>
                <a:spcPct val="90000"/>
              </a:lnSpc>
              <a:spcBef>
                <a:spcPts val="800"/>
              </a:spcBef>
              <a:spcAft>
                <a:spcPts val="0"/>
              </a:spcAft>
              <a:buClr>
                <a:srgbClr val="BFBFBF"/>
              </a:buClr>
              <a:buSzPct val="100000"/>
              <a:buChar char="▪"/>
            </a:pPr>
            <a:r>
              <a:rPr lang="en-US" sz="3200">
                <a:solidFill>
                  <a:srgbClr val="A5A5A5"/>
                </a:solidFill>
                <a:latin typeface="Calibri"/>
                <a:ea typeface="Calibri"/>
                <a:cs typeface="Calibri"/>
                <a:sym typeface="Calibri"/>
              </a:rPr>
              <a:t>Protocol layers, service models</a:t>
            </a:r>
            <a:endParaRPr/>
          </a:p>
          <a:p>
            <a:pPr indent="-285750" lvl="0" marL="403225" rtl="0" algn="l">
              <a:lnSpc>
                <a:spcPct val="90000"/>
              </a:lnSpc>
              <a:spcBef>
                <a:spcPts val="800"/>
              </a:spcBef>
              <a:spcAft>
                <a:spcPts val="0"/>
              </a:spcAft>
              <a:buClr>
                <a:srgbClr val="0000A8"/>
              </a:buClr>
              <a:buSzPct val="100000"/>
              <a:buChar char="▪"/>
            </a:pPr>
            <a:r>
              <a:rPr lang="en-US" sz="3200">
                <a:latin typeface="Calibri"/>
                <a:ea typeface="Calibri"/>
                <a:cs typeface="Calibri"/>
                <a:sym typeface="Calibri"/>
              </a:rPr>
              <a:t>History</a:t>
            </a:r>
            <a:endParaRPr/>
          </a:p>
          <a:p>
            <a:pPr indent="-222250" lvl="0" marL="352425" rtl="0" algn="l">
              <a:lnSpc>
                <a:spcPct val="90000"/>
              </a:lnSpc>
              <a:spcBef>
                <a:spcPts val="1000"/>
              </a:spcBef>
              <a:spcAft>
                <a:spcPts val="0"/>
              </a:spcAft>
              <a:buSzPct val="100000"/>
              <a:buFont typeface="Noto Sans Symbols"/>
              <a:buNone/>
            </a:pPr>
            <a:r>
              <a:t/>
            </a:r>
            <a:endParaRPr sz="2400"/>
          </a:p>
        </p:txBody>
      </p:sp>
      <p:pic>
        <p:nvPicPr>
          <p:cNvPr descr="Kurose&amp;Ross 8th ed cover picture" id="9765" name="Google Shape;9765;p120"/>
          <p:cNvPicPr preferRelativeResize="0"/>
          <p:nvPr/>
        </p:nvPicPr>
        <p:blipFill rotWithShape="1">
          <a:blip r:embed="rId3">
            <a:alphaModFix/>
          </a:blip>
          <a:srcRect b="0" l="0" r="0" t="0"/>
          <a:stretch/>
        </p:blipFill>
        <p:spPr>
          <a:xfrm>
            <a:off x="7774329" y="1293471"/>
            <a:ext cx="3657600" cy="274320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0" name="Shape 9770"/>
        <p:cNvGrpSpPr/>
        <p:nvPr/>
      </p:nvGrpSpPr>
      <p:grpSpPr>
        <a:xfrm>
          <a:off x="0" y="0"/>
          <a:ext cx="0" cy="0"/>
          <a:chOff x="0" y="0"/>
          <a:chExt cx="0" cy="0"/>
        </a:xfrm>
      </p:grpSpPr>
      <p:pic>
        <p:nvPicPr>
          <p:cNvPr descr="arpanet2" id="9771" name="Google Shape;9771;p121"/>
          <p:cNvPicPr preferRelativeResize="0"/>
          <p:nvPr/>
        </p:nvPicPr>
        <p:blipFill rotWithShape="1">
          <a:blip r:embed="rId3">
            <a:alphaModFix/>
          </a:blip>
          <a:srcRect b="8458" l="0" r="0" t="0"/>
          <a:stretch/>
        </p:blipFill>
        <p:spPr>
          <a:xfrm>
            <a:off x="9282054" y="4269293"/>
            <a:ext cx="2443026" cy="2370206"/>
          </a:xfrm>
          <a:prstGeom prst="rect">
            <a:avLst/>
          </a:prstGeom>
          <a:noFill/>
          <a:ln>
            <a:noFill/>
          </a:ln>
        </p:spPr>
      </p:pic>
      <p:sp>
        <p:nvSpPr>
          <p:cNvPr id="9772" name="Google Shape;9772;p121"/>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history</a:t>
            </a:r>
            <a:endParaRPr sz="4400"/>
          </a:p>
        </p:txBody>
      </p:sp>
      <p:sp>
        <p:nvSpPr>
          <p:cNvPr id="9773" name="Google Shape;9773;p1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774" name="Google Shape;9774;p121"/>
          <p:cNvSpPr txBox="1"/>
          <p:nvPr/>
        </p:nvSpPr>
        <p:spPr>
          <a:xfrm>
            <a:off x="774700" y="2095499"/>
            <a:ext cx="4978400" cy="4347589"/>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2800"/>
              <a:buFont typeface="Noto Sans Symbols"/>
              <a:buChar char="▪"/>
            </a:pPr>
            <a:r>
              <a:rPr lang="en-US" sz="2800">
                <a:solidFill>
                  <a:srgbClr val="000099"/>
                </a:solidFill>
                <a:latin typeface="Calibri"/>
                <a:ea typeface="Calibri"/>
                <a:cs typeface="Calibri"/>
                <a:sym typeface="Calibri"/>
              </a:rPr>
              <a:t>1961:</a:t>
            </a:r>
            <a:r>
              <a:rPr lang="en-US" sz="2800">
                <a:solidFill>
                  <a:schemeClr val="dk1"/>
                </a:solidFill>
                <a:latin typeface="Calibri"/>
                <a:ea typeface="Calibri"/>
                <a:cs typeface="Calibri"/>
                <a:sym typeface="Calibri"/>
              </a:rPr>
              <a:t> Kleinrock - queueing theory shows effectiveness of packet-switching</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rgbClr val="000099"/>
                </a:solidFill>
                <a:latin typeface="Calibri"/>
                <a:ea typeface="Calibri"/>
                <a:cs typeface="Calibri"/>
                <a:sym typeface="Calibri"/>
              </a:rPr>
              <a:t>1964:</a:t>
            </a:r>
            <a:r>
              <a:rPr lang="en-US" sz="2800">
                <a:solidFill>
                  <a:schemeClr val="dk1"/>
                </a:solidFill>
                <a:latin typeface="Calibri"/>
                <a:ea typeface="Calibri"/>
                <a:cs typeface="Calibri"/>
                <a:sym typeface="Calibri"/>
              </a:rPr>
              <a:t> Baran - packet-switching in military nets</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rgbClr val="000099"/>
                </a:solidFill>
                <a:latin typeface="Calibri"/>
                <a:ea typeface="Calibri"/>
                <a:cs typeface="Calibri"/>
                <a:sym typeface="Calibri"/>
              </a:rPr>
              <a:t>1967:</a:t>
            </a:r>
            <a:r>
              <a:rPr lang="en-US" sz="2800">
                <a:solidFill>
                  <a:schemeClr val="dk1"/>
                </a:solidFill>
                <a:latin typeface="Calibri"/>
                <a:ea typeface="Calibri"/>
                <a:cs typeface="Calibri"/>
                <a:sym typeface="Calibri"/>
              </a:rPr>
              <a:t> ARPAnet conceived by Advanced Research Projects Agency</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rgbClr val="000099"/>
                </a:solidFill>
                <a:latin typeface="Calibri"/>
                <a:ea typeface="Calibri"/>
                <a:cs typeface="Calibri"/>
                <a:sym typeface="Calibri"/>
              </a:rPr>
              <a:t>1969:</a:t>
            </a:r>
            <a:r>
              <a:rPr lang="en-US" sz="2800">
                <a:solidFill>
                  <a:schemeClr val="dk1"/>
                </a:solidFill>
                <a:latin typeface="Calibri"/>
                <a:ea typeface="Calibri"/>
                <a:cs typeface="Calibri"/>
                <a:sym typeface="Calibri"/>
              </a:rPr>
              <a:t> first ARPAnet node operational</a:t>
            </a:r>
            <a:endParaRPr/>
          </a:p>
        </p:txBody>
      </p:sp>
      <p:sp>
        <p:nvSpPr>
          <p:cNvPr id="9775" name="Google Shape;9775;p121"/>
          <p:cNvSpPr txBox="1"/>
          <p:nvPr/>
        </p:nvSpPr>
        <p:spPr>
          <a:xfrm>
            <a:off x="6146799" y="2087567"/>
            <a:ext cx="5578281" cy="4343888"/>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2800"/>
              <a:buFont typeface="Noto Sans Symbols"/>
              <a:buChar char="▪"/>
            </a:pPr>
            <a:r>
              <a:rPr lang="en-US" sz="2800">
                <a:solidFill>
                  <a:srgbClr val="000099"/>
                </a:solidFill>
                <a:latin typeface="Calibri"/>
                <a:ea typeface="Calibri"/>
                <a:cs typeface="Calibri"/>
                <a:sym typeface="Calibri"/>
              </a:rPr>
              <a:t>1972:</a:t>
            </a:r>
            <a:r>
              <a:rPr lang="en-US" sz="2800">
                <a:solidFill>
                  <a:schemeClr val="dk1"/>
                </a:solidFill>
                <a:latin typeface="Calibri"/>
                <a:ea typeface="Calibri"/>
                <a:cs typeface="Calibri"/>
                <a:sym typeface="Calibri"/>
              </a:rPr>
              <a:t> </a:t>
            </a:r>
            <a:endParaRPr/>
          </a:p>
          <a:p>
            <a:pPr indent="-236537" lvl="1" marL="52387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ARPAnet public demo</a:t>
            </a:r>
            <a:endParaRPr/>
          </a:p>
          <a:p>
            <a:pPr indent="-236537" lvl="1" marL="52387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NCP (Network Control Protocol) first host-host protocol </a:t>
            </a:r>
            <a:endParaRPr/>
          </a:p>
          <a:p>
            <a:pPr indent="-236537" lvl="1" marL="52387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first e-mail program</a:t>
            </a:r>
            <a:endParaRPr/>
          </a:p>
          <a:p>
            <a:pPr indent="-236537" lvl="1" marL="523875" marR="0" rtl="0" algn="l">
              <a:lnSpc>
                <a:spcPct val="9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ARPAnet has 15 nodes</a:t>
            </a:r>
            <a:endParaRPr/>
          </a:p>
          <a:p>
            <a:pPr indent="-222250" lvl="0" marL="352425" marR="0" rtl="0" algn="l">
              <a:lnSpc>
                <a:spcPct val="90000"/>
              </a:lnSpc>
              <a:spcBef>
                <a:spcPts val="1000"/>
              </a:spcBef>
              <a:spcAft>
                <a:spcPts val="0"/>
              </a:spcAft>
              <a:buClr>
                <a:srgbClr val="0000A3"/>
              </a:buClr>
              <a:buSzPts val="3200"/>
              <a:buFont typeface="Noto Sans Symbols"/>
              <a:buNone/>
            </a:pPr>
            <a:r>
              <a:t/>
            </a:r>
            <a:endParaRPr sz="3200">
              <a:solidFill>
                <a:schemeClr val="dk1"/>
              </a:solidFill>
              <a:latin typeface="Calibri"/>
              <a:ea typeface="Calibri"/>
              <a:cs typeface="Calibri"/>
              <a:sym typeface="Calibri"/>
            </a:endParaRPr>
          </a:p>
        </p:txBody>
      </p:sp>
      <p:sp>
        <p:nvSpPr>
          <p:cNvPr id="9776" name="Google Shape;9776;p121"/>
          <p:cNvSpPr/>
          <p:nvPr/>
        </p:nvSpPr>
        <p:spPr>
          <a:xfrm>
            <a:off x="799867" y="1211969"/>
            <a:ext cx="756841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3200">
                <a:solidFill>
                  <a:srgbClr val="C00000"/>
                </a:solidFill>
                <a:latin typeface="Calibri"/>
                <a:ea typeface="Calibri"/>
                <a:cs typeface="Calibri"/>
                <a:sym typeface="Calibri"/>
              </a:rPr>
              <a:t>1961-1972: Early packet-switching principles</a:t>
            </a:r>
            <a:endParaRPr sz="3200" u="sng">
              <a:solidFill>
                <a:srgbClr val="C00000"/>
              </a:solidFill>
              <a:latin typeface="Calibri"/>
              <a:ea typeface="Calibri"/>
              <a:cs typeface="Calibri"/>
              <a:sym typeface="Calibri"/>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1" name="Shape 9781"/>
        <p:cNvGrpSpPr/>
        <p:nvPr/>
      </p:nvGrpSpPr>
      <p:grpSpPr>
        <a:xfrm>
          <a:off x="0" y="0"/>
          <a:ext cx="0" cy="0"/>
          <a:chOff x="0" y="0"/>
          <a:chExt cx="0" cy="0"/>
        </a:xfrm>
      </p:grpSpPr>
      <p:sp>
        <p:nvSpPr>
          <p:cNvPr id="9782" name="Google Shape;9782;p122"/>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history</a:t>
            </a:r>
            <a:endParaRPr sz="4400"/>
          </a:p>
        </p:txBody>
      </p:sp>
      <p:sp>
        <p:nvSpPr>
          <p:cNvPr id="9783" name="Google Shape;9783;p1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784" name="Google Shape;9784;p122"/>
          <p:cNvSpPr txBox="1"/>
          <p:nvPr/>
        </p:nvSpPr>
        <p:spPr>
          <a:xfrm>
            <a:off x="660400" y="2095499"/>
            <a:ext cx="5283200" cy="4347589"/>
          </a:xfrm>
          <a:prstGeom prst="rect">
            <a:avLst/>
          </a:prstGeom>
          <a:noFill/>
          <a:ln>
            <a:noFill/>
          </a:ln>
        </p:spPr>
        <p:txBody>
          <a:bodyPr anchorCtr="0" anchor="t" bIns="45700" lIns="91425" spcFirstLastPara="1" rIns="91425" wrap="square" tIns="45700">
            <a:normAutofit fontScale="92500"/>
          </a:bodyPr>
          <a:lstStyle/>
          <a:p>
            <a:pPr indent="-222250" lvl="0" marL="352425" marR="0" rtl="0" algn="l">
              <a:lnSpc>
                <a:spcPct val="90000"/>
              </a:lnSpc>
              <a:spcBef>
                <a:spcPts val="0"/>
              </a:spcBef>
              <a:spcAft>
                <a:spcPts val="0"/>
              </a:spcAft>
              <a:buClr>
                <a:srgbClr val="0000A3"/>
              </a:buClr>
              <a:buSzPct val="100000"/>
              <a:buFont typeface="Noto Sans Symbols"/>
              <a:buChar char="▪"/>
            </a:pPr>
            <a:r>
              <a:rPr lang="en-US" sz="2800">
                <a:solidFill>
                  <a:srgbClr val="000099"/>
                </a:solidFill>
                <a:latin typeface="Calibri"/>
                <a:ea typeface="Calibri"/>
                <a:cs typeface="Calibri"/>
                <a:sym typeface="Calibri"/>
              </a:rPr>
              <a:t>1970:</a:t>
            </a:r>
            <a:r>
              <a:rPr lang="en-US" sz="2800">
                <a:solidFill>
                  <a:schemeClr val="dk1"/>
                </a:solidFill>
                <a:latin typeface="Calibri"/>
                <a:ea typeface="Calibri"/>
                <a:cs typeface="Calibri"/>
                <a:sym typeface="Calibri"/>
              </a:rPr>
              <a:t> ALOHAnet satellite network in Hawaii</a:t>
            </a:r>
            <a:endParaRPr/>
          </a:p>
          <a:p>
            <a:pPr indent="-222250" lvl="0" marL="352425" marR="0" rtl="0" algn="l">
              <a:lnSpc>
                <a:spcPct val="90000"/>
              </a:lnSpc>
              <a:spcBef>
                <a:spcPts val="1000"/>
              </a:spcBef>
              <a:spcAft>
                <a:spcPts val="0"/>
              </a:spcAft>
              <a:buClr>
                <a:srgbClr val="0000A3"/>
              </a:buClr>
              <a:buSzPct val="100000"/>
              <a:buFont typeface="Noto Sans Symbols"/>
              <a:buChar char="▪"/>
            </a:pPr>
            <a:r>
              <a:rPr lang="en-US" sz="2800">
                <a:solidFill>
                  <a:srgbClr val="000099"/>
                </a:solidFill>
                <a:latin typeface="Calibri"/>
                <a:ea typeface="Calibri"/>
                <a:cs typeface="Calibri"/>
                <a:sym typeface="Calibri"/>
              </a:rPr>
              <a:t>1974:</a:t>
            </a:r>
            <a:r>
              <a:rPr lang="en-US" sz="2800">
                <a:solidFill>
                  <a:schemeClr val="dk1"/>
                </a:solidFill>
                <a:latin typeface="Calibri"/>
                <a:ea typeface="Calibri"/>
                <a:cs typeface="Calibri"/>
                <a:sym typeface="Calibri"/>
              </a:rPr>
              <a:t> Cerf and Kahn - architecture for interconnecting networks</a:t>
            </a:r>
            <a:endParaRPr/>
          </a:p>
          <a:p>
            <a:pPr indent="-222250" lvl="0" marL="352425" marR="0" rtl="0" algn="l">
              <a:lnSpc>
                <a:spcPct val="90000"/>
              </a:lnSpc>
              <a:spcBef>
                <a:spcPts val="1000"/>
              </a:spcBef>
              <a:spcAft>
                <a:spcPts val="0"/>
              </a:spcAft>
              <a:buClr>
                <a:srgbClr val="0000A3"/>
              </a:buClr>
              <a:buSzPct val="100000"/>
              <a:buFont typeface="Noto Sans Symbols"/>
              <a:buChar char="▪"/>
            </a:pPr>
            <a:r>
              <a:rPr lang="en-US" sz="2800">
                <a:solidFill>
                  <a:srgbClr val="000099"/>
                </a:solidFill>
                <a:latin typeface="Calibri"/>
                <a:ea typeface="Calibri"/>
                <a:cs typeface="Calibri"/>
                <a:sym typeface="Calibri"/>
              </a:rPr>
              <a:t>1976:</a:t>
            </a:r>
            <a:r>
              <a:rPr lang="en-US" sz="2800">
                <a:solidFill>
                  <a:schemeClr val="dk1"/>
                </a:solidFill>
                <a:latin typeface="Calibri"/>
                <a:ea typeface="Calibri"/>
                <a:cs typeface="Calibri"/>
                <a:sym typeface="Calibri"/>
              </a:rPr>
              <a:t> Ethernet at Xerox PARC</a:t>
            </a:r>
            <a:endParaRPr/>
          </a:p>
          <a:p>
            <a:pPr indent="-222250" lvl="0" marL="352425" marR="0" rtl="0" algn="l">
              <a:lnSpc>
                <a:spcPct val="90000"/>
              </a:lnSpc>
              <a:spcBef>
                <a:spcPts val="1000"/>
              </a:spcBef>
              <a:spcAft>
                <a:spcPts val="0"/>
              </a:spcAft>
              <a:buClr>
                <a:srgbClr val="0000A3"/>
              </a:buClr>
              <a:buSzPct val="100000"/>
              <a:buFont typeface="Noto Sans Symbols"/>
              <a:buChar char="▪"/>
            </a:pPr>
            <a:r>
              <a:rPr lang="en-US" sz="2800">
                <a:solidFill>
                  <a:srgbClr val="000099"/>
                </a:solidFill>
                <a:latin typeface="Calibri"/>
                <a:ea typeface="Calibri"/>
                <a:cs typeface="Calibri"/>
                <a:sym typeface="Calibri"/>
              </a:rPr>
              <a:t>late70’s:</a:t>
            </a:r>
            <a:r>
              <a:rPr lang="en-US" sz="2800">
                <a:solidFill>
                  <a:schemeClr val="dk1"/>
                </a:solidFill>
                <a:latin typeface="Calibri"/>
                <a:ea typeface="Calibri"/>
                <a:cs typeface="Calibri"/>
                <a:sym typeface="Calibri"/>
              </a:rPr>
              <a:t> proprietary architectures: DECnet, SNA, XNA</a:t>
            </a:r>
            <a:endParaRPr/>
          </a:p>
          <a:p>
            <a:pPr indent="-222250" lvl="0" marL="352425" marR="0" rtl="0" algn="l">
              <a:lnSpc>
                <a:spcPct val="90000"/>
              </a:lnSpc>
              <a:spcBef>
                <a:spcPts val="1000"/>
              </a:spcBef>
              <a:spcAft>
                <a:spcPts val="0"/>
              </a:spcAft>
              <a:buClr>
                <a:srgbClr val="0000A3"/>
              </a:buClr>
              <a:buSzPct val="100000"/>
              <a:buFont typeface="Noto Sans Symbols"/>
              <a:buChar char="▪"/>
            </a:pPr>
            <a:r>
              <a:rPr lang="en-US" sz="2800">
                <a:solidFill>
                  <a:srgbClr val="000099"/>
                </a:solidFill>
                <a:latin typeface="Calibri"/>
                <a:ea typeface="Calibri"/>
                <a:cs typeface="Calibri"/>
                <a:sym typeface="Calibri"/>
              </a:rPr>
              <a:t>late 70’s:</a:t>
            </a:r>
            <a:r>
              <a:rPr lang="en-US" sz="2800">
                <a:solidFill>
                  <a:schemeClr val="dk1"/>
                </a:solidFill>
                <a:latin typeface="Calibri"/>
                <a:ea typeface="Calibri"/>
                <a:cs typeface="Calibri"/>
                <a:sym typeface="Calibri"/>
              </a:rPr>
              <a:t> switching fixed length packets (ATM precursor)</a:t>
            </a:r>
            <a:endParaRPr/>
          </a:p>
          <a:p>
            <a:pPr indent="-222250" lvl="0" marL="352425" marR="0" rtl="0" algn="l">
              <a:lnSpc>
                <a:spcPct val="90000"/>
              </a:lnSpc>
              <a:spcBef>
                <a:spcPts val="1000"/>
              </a:spcBef>
              <a:spcAft>
                <a:spcPts val="0"/>
              </a:spcAft>
              <a:buClr>
                <a:srgbClr val="0000A3"/>
              </a:buClr>
              <a:buSzPct val="100000"/>
              <a:buFont typeface="Noto Sans Symbols"/>
              <a:buChar char="▪"/>
            </a:pPr>
            <a:r>
              <a:rPr lang="en-US" sz="2800">
                <a:solidFill>
                  <a:srgbClr val="000099"/>
                </a:solidFill>
                <a:latin typeface="Calibri"/>
                <a:ea typeface="Calibri"/>
                <a:cs typeface="Calibri"/>
                <a:sym typeface="Calibri"/>
              </a:rPr>
              <a:t>1979:</a:t>
            </a:r>
            <a:r>
              <a:rPr lang="en-US" sz="2800">
                <a:solidFill>
                  <a:schemeClr val="dk1"/>
                </a:solidFill>
                <a:latin typeface="Calibri"/>
                <a:ea typeface="Calibri"/>
                <a:cs typeface="Calibri"/>
                <a:sym typeface="Calibri"/>
              </a:rPr>
              <a:t> ARPAnet has 200 nodes</a:t>
            </a:r>
            <a:endParaRPr/>
          </a:p>
        </p:txBody>
      </p:sp>
      <p:sp>
        <p:nvSpPr>
          <p:cNvPr id="9785" name="Google Shape;9785;p122"/>
          <p:cNvSpPr/>
          <p:nvPr/>
        </p:nvSpPr>
        <p:spPr>
          <a:xfrm>
            <a:off x="790785" y="1202606"/>
            <a:ext cx="9238363"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3200">
                <a:solidFill>
                  <a:srgbClr val="C00000"/>
                </a:solidFill>
                <a:latin typeface="Calibri"/>
                <a:ea typeface="Calibri"/>
                <a:cs typeface="Calibri"/>
                <a:sym typeface="Calibri"/>
              </a:rPr>
              <a:t>1972-1980: Internetworking, new and proprietary nets</a:t>
            </a:r>
            <a:endParaRPr/>
          </a:p>
        </p:txBody>
      </p:sp>
      <p:sp>
        <p:nvSpPr>
          <p:cNvPr id="9786" name="Google Shape;9786;p122"/>
          <p:cNvSpPr txBox="1"/>
          <p:nvPr/>
        </p:nvSpPr>
        <p:spPr>
          <a:xfrm>
            <a:off x="6879929" y="2320332"/>
            <a:ext cx="4735804" cy="3902859"/>
          </a:xfrm>
          <a:prstGeom prst="rect">
            <a:avLst/>
          </a:prstGeom>
          <a:noFill/>
          <a:ln>
            <a:noFill/>
          </a:ln>
        </p:spPr>
        <p:txBody>
          <a:bodyPr anchorCtr="0" anchor="t" bIns="45700" lIns="91425" spcFirstLastPara="1" rIns="91425" wrap="square" tIns="45700">
            <a:normAutofit/>
          </a:bodyPr>
          <a:lstStyle/>
          <a:p>
            <a:pPr indent="12700" lvl="0" marL="117475" marR="0" rtl="0" algn="l">
              <a:lnSpc>
                <a:spcPct val="90000"/>
              </a:lnSpc>
              <a:spcBef>
                <a:spcPts val="0"/>
              </a:spcBef>
              <a:spcAft>
                <a:spcPts val="0"/>
              </a:spcAft>
              <a:buClr>
                <a:srgbClr val="0000A3"/>
              </a:buClr>
              <a:buSzPts val="2400"/>
              <a:buFont typeface="Noto Sans Symbols"/>
              <a:buNone/>
            </a:pPr>
            <a:r>
              <a:rPr lang="en-US" sz="2400">
                <a:solidFill>
                  <a:srgbClr val="000090"/>
                </a:solidFill>
                <a:latin typeface="Calibri"/>
                <a:ea typeface="Calibri"/>
                <a:cs typeface="Calibri"/>
                <a:sym typeface="Calibri"/>
              </a:rPr>
              <a:t>Cerf and Kahn’s internetworking principles:</a:t>
            </a:r>
            <a:endParaRPr/>
          </a:p>
          <a:p>
            <a:pPr indent="-288925" lvl="1" marL="473075"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chemeClr val="dk1"/>
                </a:solidFill>
                <a:latin typeface="Calibri"/>
                <a:ea typeface="Calibri"/>
                <a:cs typeface="Calibri"/>
                <a:sym typeface="Calibri"/>
              </a:rPr>
              <a:t>minimalism, autonomy - no internal changes required to interconnect networks</a:t>
            </a:r>
            <a:endParaRPr/>
          </a:p>
          <a:p>
            <a:pPr indent="-288925" lvl="1" marL="473075"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chemeClr val="dk1"/>
                </a:solidFill>
                <a:latin typeface="Calibri"/>
                <a:ea typeface="Calibri"/>
                <a:cs typeface="Calibri"/>
                <a:sym typeface="Calibri"/>
              </a:rPr>
              <a:t>best-effort service model</a:t>
            </a:r>
            <a:endParaRPr/>
          </a:p>
          <a:p>
            <a:pPr indent="-288925" lvl="1" marL="473075"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chemeClr val="dk1"/>
                </a:solidFill>
                <a:latin typeface="Calibri"/>
                <a:ea typeface="Calibri"/>
                <a:cs typeface="Calibri"/>
                <a:sym typeface="Calibri"/>
              </a:rPr>
              <a:t>stateless routing</a:t>
            </a:r>
            <a:endParaRPr/>
          </a:p>
          <a:p>
            <a:pPr indent="-288925" lvl="1" marL="473075" marR="0" rtl="0" algn="l">
              <a:lnSpc>
                <a:spcPct val="90000"/>
              </a:lnSpc>
              <a:spcBef>
                <a:spcPts val="500"/>
              </a:spcBef>
              <a:spcAft>
                <a:spcPts val="0"/>
              </a:spcAft>
              <a:buClr>
                <a:srgbClr val="0000A8"/>
              </a:buClr>
              <a:buSzPts val="2400"/>
              <a:buFont typeface="Noto Sans Symbols"/>
              <a:buChar char="▪"/>
            </a:pPr>
            <a:r>
              <a:rPr b="0" i="0" lang="en-US" sz="2400" u="none" cap="none" strike="noStrike">
                <a:solidFill>
                  <a:schemeClr val="dk1"/>
                </a:solidFill>
                <a:latin typeface="Calibri"/>
                <a:ea typeface="Calibri"/>
                <a:cs typeface="Calibri"/>
                <a:sym typeface="Calibri"/>
              </a:rPr>
              <a:t>decentralized control</a:t>
            </a:r>
            <a:endParaRPr/>
          </a:p>
          <a:p>
            <a:pPr indent="0" lvl="0" marL="117475" marR="0" rtl="0" algn="l">
              <a:lnSpc>
                <a:spcPct val="90000"/>
              </a:lnSpc>
              <a:spcBef>
                <a:spcPts val="1000"/>
              </a:spcBef>
              <a:spcAft>
                <a:spcPts val="0"/>
              </a:spcAft>
              <a:buClr>
                <a:srgbClr val="0000A3"/>
              </a:buClr>
              <a:buSzPts val="2400"/>
              <a:buFont typeface="Noto Sans Symbols"/>
              <a:buNone/>
            </a:pPr>
            <a:r>
              <a:rPr lang="en-US" sz="2400">
                <a:solidFill>
                  <a:srgbClr val="000090"/>
                </a:solidFill>
                <a:latin typeface="Calibri"/>
                <a:ea typeface="Calibri"/>
                <a:cs typeface="Calibri"/>
                <a:sym typeface="Calibri"/>
              </a:rPr>
              <a:t>define today’s Internet architecture</a:t>
            </a:r>
            <a:endParaRPr sz="2400">
              <a:solidFill>
                <a:srgbClr val="000090"/>
              </a:solidFill>
              <a:latin typeface="Calibri"/>
              <a:ea typeface="Calibri"/>
              <a:cs typeface="Calibri"/>
              <a:sym typeface="Calibri"/>
            </a:endParaRPr>
          </a:p>
        </p:txBody>
      </p:sp>
      <p:sp>
        <p:nvSpPr>
          <p:cNvPr id="9787" name="Google Shape;9787;p122"/>
          <p:cNvSpPr/>
          <p:nvPr/>
        </p:nvSpPr>
        <p:spPr>
          <a:xfrm>
            <a:off x="6851353" y="2147296"/>
            <a:ext cx="4978399" cy="4050304"/>
          </a:xfrm>
          <a:prstGeom prst="rect">
            <a:avLst/>
          </a:prstGeom>
          <a:noFill/>
          <a:ln cap="flat" cmpd="sng" w="28575">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2" name="Shape 9792"/>
        <p:cNvGrpSpPr/>
        <p:nvPr/>
      </p:nvGrpSpPr>
      <p:grpSpPr>
        <a:xfrm>
          <a:off x="0" y="0"/>
          <a:ext cx="0" cy="0"/>
          <a:chOff x="0" y="0"/>
          <a:chExt cx="0" cy="0"/>
        </a:xfrm>
      </p:grpSpPr>
      <p:sp>
        <p:nvSpPr>
          <p:cNvPr id="9793" name="Google Shape;9793;p123"/>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history</a:t>
            </a:r>
            <a:endParaRPr sz="4400"/>
          </a:p>
        </p:txBody>
      </p:sp>
      <p:sp>
        <p:nvSpPr>
          <p:cNvPr id="9794" name="Google Shape;9794;p1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795" name="Google Shape;9795;p123"/>
          <p:cNvSpPr txBox="1"/>
          <p:nvPr/>
        </p:nvSpPr>
        <p:spPr>
          <a:xfrm>
            <a:off x="762000" y="2095499"/>
            <a:ext cx="4978400" cy="4347589"/>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2800"/>
              <a:buFont typeface="Noto Sans Symbols"/>
              <a:buChar char="▪"/>
            </a:pPr>
            <a:r>
              <a:rPr lang="en-US" sz="2800">
                <a:solidFill>
                  <a:srgbClr val="000099"/>
                </a:solidFill>
                <a:latin typeface="Calibri"/>
                <a:ea typeface="Calibri"/>
                <a:cs typeface="Calibri"/>
                <a:sym typeface="Calibri"/>
              </a:rPr>
              <a:t>1983:</a:t>
            </a:r>
            <a:r>
              <a:rPr lang="en-US" sz="2800">
                <a:solidFill>
                  <a:schemeClr val="dk1"/>
                </a:solidFill>
                <a:latin typeface="Calibri"/>
                <a:ea typeface="Calibri"/>
                <a:cs typeface="Calibri"/>
                <a:sym typeface="Calibri"/>
              </a:rPr>
              <a:t> deployment of TCP/IP</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rgbClr val="000099"/>
                </a:solidFill>
                <a:latin typeface="Calibri"/>
                <a:ea typeface="Calibri"/>
                <a:cs typeface="Calibri"/>
                <a:sym typeface="Calibri"/>
              </a:rPr>
              <a:t>1982:</a:t>
            </a:r>
            <a:r>
              <a:rPr lang="en-US" sz="2800">
                <a:solidFill>
                  <a:schemeClr val="dk1"/>
                </a:solidFill>
                <a:latin typeface="Calibri"/>
                <a:ea typeface="Calibri"/>
                <a:cs typeface="Calibri"/>
                <a:sym typeface="Calibri"/>
              </a:rPr>
              <a:t> smtp e-mail protocol defined </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rgbClr val="000099"/>
                </a:solidFill>
                <a:latin typeface="Calibri"/>
                <a:ea typeface="Calibri"/>
                <a:cs typeface="Calibri"/>
                <a:sym typeface="Calibri"/>
              </a:rPr>
              <a:t>1983:</a:t>
            </a:r>
            <a:r>
              <a:rPr lang="en-US" sz="2800">
                <a:solidFill>
                  <a:schemeClr val="dk1"/>
                </a:solidFill>
                <a:latin typeface="Calibri"/>
                <a:ea typeface="Calibri"/>
                <a:cs typeface="Calibri"/>
                <a:sym typeface="Calibri"/>
              </a:rPr>
              <a:t> DNS defined for name-to-IP-address translation</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rgbClr val="000099"/>
                </a:solidFill>
                <a:latin typeface="Calibri"/>
                <a:ea typeface="Calibri"/>
                <a:cs typeface="Calibri"/>
                <a:sym typeface="Calibri"/>
              </a:rPr>
              <a:t>1985:</a:t>
            </a:r>
            <a:r>
              <a:rPr lang="en-US" sz="2800">
                <a:solidFill>
                  <a:schemeClr val="dk1"/>
                </a:solidFill>
                <a:latin typeface="Calibri"/>
                <a:ea typeface="Calibri"/>
                <a:cs typeface="Calibri"/>
                <a:sym typeface="Calibri"/>
              </a:rPr>
              <a:t> ftp protocol defined</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rgbClr val="000099"/>
                </a:solidFill>
                <a:latin typeface="Calibri"/>
                <a:ea typeface="Calibri"/>
                <a:cs typeface="Calibri"/>
                <a:sym typeface="Calibri"/>
              </a:rPr>
              <a:t>1988:</a:t>
            </a:r>
            <a:r>
              <a:rPr lang="en-US" sz="2800">
                <a:solidFill>
                  <a:schemeClr val="dk1"/>
                </a:solidFill>
                <a:latin typeface="Calibri"/>
                <a:ea typeface="Calibri"/>
                <a:cs typeface="Calibri"/>
                <a:sym typeface="Calibri"/>
              </a:rPr>
              <a:t> TCP congestion control</a:t>
            </a:r>
            <a:endParaRPr/>
          </a:p>
        </p:txBody>
      </p:sp>
      <p:sp>
        <p:nvSpPr>
          <p:cNvPr id="9796" name="Google Shape;9796;p123"/>
          <p:cNvSpPr txBox="1"/>
          <p:nvPr/>
        </p:nvSpPr>
        <p:spPr>
          <a:xfrm>
            <a:off x="6146799" y="2087567"/>
            <a:ext cx="5578281" cy="4343888"/>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new national networks: CSnet, BITnet, NSFnet, Minitel</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100,000 hosts connected to confederation of networks</a:t>
            </a:r>
            <a:endParaRPr/>
          </a:p>
          <a:p>
            <a:pPr indent="-222250" lvl="0" marL="352425" marR="0" rtl="0" algn="l">
              <a:lnSpc>
                <a:spcPct val="90000"/>
              </a:lnSpc>
              <a:spcBef>
                <a:spcPts val="1000"/>
              </a:spcBef>
              <a:spcAft>
                <a:spcPts val="0"/>
              </a:spcAft>
              <a:buClr>
                <a:srgbClr val="0000A3"/>
              </a:buClr>
              <a:buSzPts val="3200"/>
              <a:buFont typeface="Noto Sans Symbols"/>
              <a:buNone/>
            </a:pPr>
            <a:r>
              <a:t/>
            </a:r>
            <a:endParaRPr sz="3200">
              <a:solidFill>
                <a:schemeClr val="dk1"/>
              </a:solidFill>
              <a:latin typeface="Calibri"/>
              <a:ea typeface="Calibri"/>
              <a:cs typeface="Calibri"/>
              <a:sym typeface="Calibri"/>
            </a:endParaRPr>
          </a:p>
        </p:txBody>
      </p:sp>
      <p:sp>
        <p:nvSpPr>
          <p:cNvPr id="9797" name="Google Shape;9797;p123"/>
          <p:cNvSpPr/>
          <p:nvPr/>
        </p:nvSpPr>
        <p:spPr>
          <a:xfrm>
            <a:off x="762000" y="1212520"/>
            <a:ext cx="9133462"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3200">
                <a:solidFill>
                  <a:srgbClr val="C00000"/>
                </a:solidFill>
                <a:latin typeface="Calibri"/>
                <a:ea typeface="Calibri"/>
                <a:cs typeface="Calibri"/>
                <a:sym typeface="Calibri"/>
              </a:rPr>
              <a:t>1980-1990: new protocols, a proliferation of networks</a:t>
            </a:r>
            <a:endParaRPr/>
          </a:p>
        </p:txBody>
      </p:sp>
      <p:pic>
        <p:nvPicPr>
          <p:cNvPr id="9798" name="Google Shape;9798;p123"/>
          <p:cNvPicPr preferRelativeResize="0"/>
          <p:nvPr/>
        </p:nvPicPr>
        <p:blipFill rotWithShape="1">
          <a:blip r:embed="rId3">
            <a:alphaModFix/>
          </a:blip>
          <a:srcRect b="0" l="0" r="0" t="0"/>
          <a:stretch/>
        </p:blipFill>
        <p:spPr>
          <a:xfrm>
            <a:off x="6784998" y="3880533"/>
            <a:ext cx="3906331" cy="287506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3" name="Shape 9803"/>
        <p:cNvGrpSpPr/>
        <p:nvPr/>
      </p:nvGrpSpPr>
      <p:grpSpPr>
        <a:xfrm>
          <a:off x="0" y="0"/>
          <a:ext cx="0" cy="0"/>
          <a:chOff x="0" y="0"/>
          <a:chExt cx="0" cy="0"/>
        </a:xfrm>
      </p:grpSpPr>
      <p:sp>
        <p:nvSpPr>
          <p:cNvPr id="9804" name="Google Shape;9804;p124"/>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history</a:t>
            </a:r>
            <a:endParaRPr sz="4400"/>
          </a:p>
        </p:txBody>
      </p:sp>
      <p:sp>
        <p:nvSpPr>
          <p:cNvPr id="9805" name="Google Shape;9805;p1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806" name="Google Shape;9806;p124"/>
          <p:cNvSpPr txBox="1"/>
          <p:nvPr/>
        </p:nvSpPr>
        <p:spPr>
          <a:xfrm>
            <a:off x="787167" y="2079634"/>
            <a:ext cx="5578281" cy="4712715"/>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0000A3"/>
              </a:buClr>
              <a:buSzPts val="2800"/>
              <a:buFont typeface="Noto Sans Symbols"/>
              <a:buChar char="▪"/>
            </a:pPr>
            <a:r>
              <a:rPr lang="en-US" sz="2800">
                <a:solidFill>
                  <a:srgbClr val="000099"/>
                </a:solidFill>
                <a:latin typeface="Calibri"/>
                <a:ea typeface="Calibri"/>
                <a:cs typeface="Calibri"/>
                <a:sym typeface="Calibri"/>
              </a:rPr>
              <a:t>early 1990s:</a:t>
            </a:r>
            <a:r>
              <a:rPr lang="en-US" sz="2800">
                <a:solidFill>
                  <a:schemeClr val="accent2"/>
                </a:solidFill>
                <a:latin typeface="Calibri"/>
                <a:ea typeface="Calibri"/>
                <a:cs typeface="Calibri"/>
                <a:sym typeface="Calibri"/>
              </a:rPr>
              <a:t> </a:t>
            </a:r>
            <a:r>
              <a:rPr lang="en-US" sz="2800">
                <a:solidFill>
                  <a:schemeClr val="dk1"/>
                </a:solidFill>
                <a:latin typeface="Calibri"/>
                <a:ea typeface="Calibri"/>
                <a:cs typeface="Calibri"/>
                <a:sym typeface="Calibri"/>
              </a:rPr>
              <a:t>ARPAnet decommissioned</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rgbClr val="000099"/>
                </a:solidFill>
                <a:latin typeface="Calibri"/>
                <a:ea typeface="Calibri"/>
                <a:cs typeface="Calibri"/>
                <a:sym typeface="Calibri"/>
              </a:rPr>
              <a:t>1991:</a:t>
            </a:r>
            <a:r>
              <a:rPr lang="en-US" sz="2800">
                <a:solidFill>
                  <a:schemeClr val="accent2"/>
                </a:solidFill>
                <a:latin typeface="Calibri"/>
                <a:ea typeface="Calibri"/>
                <a:cs typeface="Calibri"/>
                <a:sym typeface="Calibri"/>
              </a:rPr>
              <a:t> </a:t>
            </a:r>
            <a:r>
              <a:rPr lang="en-US" sz="2800">
                <a:solidFill>
                  <a:schemeClr val="dk1"/>
                </a:solidFill>
                <a:latin typeface="Calibri"/>
                <a:ea typeface="Calibri"/>
                <a:cs typeface="Calibri"/>
                <a:sym typeface="Calibri"/>
              </a:rPr>
              <a:t>NSF lifts restrictions on commercial use of NSFnet (decommissioned, 1995)</a:t>
            </a:r>
            <a:endParaRPr/>
          </a:p>
          <a:p>
            <a:pPr indent="-287338" lvl="0" marL="287338" marR="0" rtl="0" algn="l">
              <a:lnSpc>
                <a:spcPct val="90000"/>
              </a:lnSpc>
              <a:spcBef>
                <a:spcPts val="1000"/>
              </a:spcBef>
              <a:spcAft>
                <a:spcPts val="0"/>
              </a:spcAft>
              <a:buClr>
                <a:srgbClr val="0000A3"/>
              </a:buClr>
              <a:buSzPts val="2800"/>
              <a:buFont typeface="Noto Sans Symbols"/>
              <a:buChar char="▪"/>
            </a:pPr>
            <a:r>
              <a:rPr lang="en-US" sz="2800">
                <a:solidFill>
                  <a:srgbClr val="000099"/>
                </a:solidFill>
                <a:latin typeface="Calibri"/>
                <a:ea typeface="Calibri"/>
                <a:cs typeface="Calibri"/>
                <a:sym typeface="Calibri"/>
              </a:rPr>
              <a:t>early 1990s:</a:t>
            </a:r>
            <a:r>
              <a:rPr lang="en-US" sz="2800">
                <a:solidFill>
                  <a:schemeClr val="dk1"/>
                </a:solidFill>
                <a:latin typeface="Calibri"/>
                <a:ea typeface="Calibri"/>
                <a:cs typeface="Calibri"/>
                <a:sym typeface="Calibri"/>
              </a:rPr>
              <a:t> Web</a:t>
            </a:r>
            <a:endParaRPr/>
          </a:p>
          <a:p>
            <a:pPr indent="-225425" lvl="1" marL="569913"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hypertext </a:t>
            </a:r>
            <a:r>
              <a:rPr b="0" i="0" lang="en-US" sz="1800" u="none" cap="none" strike="noStrike">
                <a:solidFill>
                  <a:schemeClr val="dk1"/>
                </a:solidFill>
                <a:latin typeface="Calibri"/>
                <a:ea typeface="Calibri"/>
                <a:cs typeface="Calibri"/>
                <a:sym typeface="Calibri"/>
              </a:rPr>
              <a:t>[Bush 1945, Nelson 1960’s]</a:t>
            </a:r>
            <a:endParaRPr/>
          </a:p>
          <a:p>
            <a:pPr indent="-225425" lvl="1" marL="569913" marR="0" rtl="0" algn="l">
              <a:lnSpc>
                <a:spcPct val="90000"/>
              </a:lnSpc>
              <a:spcBef>
                <a:spcPts val="5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HTML, HTTP: Berners-Lee</a:t>
            </a:r>
            <a:endParaRPr/>
          </a:p>
          <a:p>
            <a:pPr indent="-225425" lvl="1" marL="569913"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A8"/>
                </a:solidFill>
                <a:latin typeface="Calibri"/>
                <a:ea typeface="Calibri"/>
                <a:cs typeface="Calibri"/>
                <a:sym typeface="Calibri"/>
              </a:rPr>
              <a:t>1994: </a:t>
            </a:r>
            <a:r>
              <a:rPr b="0" i="0" lang="en-US" sz="2400" u="none" cap="none" strike="noStrike">
                <a:solidFill>
                  <a:schemeClr val="dk1"/>
                </a:solidFill>
                <a:latin typeface="Calibri"/>
                <a:ea typeface="Calibri"/>
                <a:cs typeface="Calibri"/>
                <a:sym typeface="Calibri"/>
              </a:rPr>
              <a:t>Mosaic, later Netscape</a:t>
            </a:r>
            <a:endParaRPr/>
          </a:p>
          <a:p>
            <a:pPr indent="-225425" lvl="1" marL="569913"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A8"/>
                </a:solidFill>
                <a:latin typeface="Calibri"/>
                <a:ea typeface="Calibri"/>
                <a:cs typeface="Calibri"/>
                <a:sym typeface="Calibri"/>
              </a:rPr>
              <a:t>late 1990s: </a:t>
            </a:r>
            <a:r>
              <a:rPr b="0" i="0" lang="en-US" sz="2400" u="none" cap="none" strike="noStrike">
                <a:solidFill>
                  <a:schemeClr val="dk1"/>
                </a:solidFill>
                <a:latin typeface="Calibri"/>
                <a:ea typeface="Calibri"/>
                <a:cs typeface="Calibri"/>
                <a:sym typeface="Calibri"/>
              </a:rPr>
              <a:t>commercialization</a:t>
            </a:r>
            <a:r>
              <a:rPr b="0" i="0" lang="en-US" sz="2000" u="none" cap="none" strike="noStrike">
                <a:solidFill>
                  <a:schemeClr val="dk1"/>
                </a:solidFill>
                <a:latin typeface="Calibri"/>
                <a:ea typeface="Calibri"/>
                <a:cs typeface="Calibri"/>
                <a:sym typeface="Calibri"/>
              </a:rPr>
              <a:t> of the Web</a:t>
            </a:r>
            <a:endParaRPr/>
          </a:p>
        </p:txBody>
      </p:sp>
      <p:sp>
        <p:nvSpPr>
          <p:cNvPr id="9807" name="Google Shape;9807;p124"/>
          <p:cNvSpPr txBox="1"/>
          <p:nvPr/>
        </p:nvSpPr>
        <p:spPr>
          <a:xfrm>
            <a:off x="6146799" y="2087567"/>
            <a:ext cx="5578281" cy="434388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lang="en-US" sz="2800">
                <a:solidFill>
                  <a:srgbClr val="000099"/>
                </a:solidFill>
                <a:latin typeface="Calibri"/>
                <a:ea typeface="Calibri"/>
                <a:cs typeface="Calibri"/>
                <a:sym typeface="Calibri"/>
              </a:rPr>
              <a:t>late 1990s – 2000s:</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more killer apps: instant messaging, P2P file sharing</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network security to forefront</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est. 50 million host, 100 million+ users</a:t>
            </a:r>
            <a:endParaRPr/>
          </a:p>
          <a:p>
            <a:pPr indent="-222250" lvl="0" marL="352425" marR="0" rtl="0" algn="l">
              <a:lnSpc>
                <a:spcPct val="9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backbone links running at Gbps</a:t>
            </a:r>
            <a:endParaRPr/>
          </a:p>
          <a:p>
            <a:pPr indent="-222250" lvl="0" marL="352425" marR="0" rtl="0" algn="l">
              <a:lnSpc>
                <a:spcPct val="90000"/>
              </a:lnSpc>
              <a:spcBef>
                <a:spcPts val="1000"/>
              </a:spcBef>
              <a:spcAft>
                <a:spcPts val="0"/>
              </a:spcAft>
              <a:buClr>
                <a:srgbClr val="0000A3"/>
              </a:buClr>
              <a:buSzPts val="3200"/>
              <a:buFont typeface="Noto Sans Symbols"/>
              <a:buNone/>
            </a:pPr>
            <a:r>
              <a:t/>
            </a:r>
            <a:endParaRPr sz="3200">
              <a:solidFill>
                <a:schemeClr val="dk1"/>
              </a:solidFill>
              <a:latin typeface="Calibri"/>
              <a:ea typeface="Calibri"/>
              <a:cs typeface="Calibri"/>
              <a:sym typeface="Calibri"/>
            </a:endParaRPr>
          </a:p>
        </p:txBody>
      </p:sp>
      <p:sp>
        <p:nvSpPr>
          <p:cNvPr id="9808" name="Google Shape;9808;p124"/>
          <p:cNvSpPr/>
          <p:nvPr/>
        </p:nvSpPr>
        <p:spPr>
          <a:xfrm>
            <a:off x="740579" y="1215136"/>
            <a:ext cx="1005890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3200">
                <a:solidFill>
                  <a:srgbClr val="C00000"/>
                </a:solidFill>
                <a:latin typeface="Calibri"/>
                <a:ea typeface="Calibri"/>
                <a:cs typeface="Calibri"/>
                <a:sym typeface="Calibri"/>
              </a:rPr>
              <a:t>1990, 2000s: commercialization, the Web, new applications</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3" name="Shape 9813"/>
        <p:cNvGrpSpPr/>
        <p:nvPr/>
      </p:nvGrpSpPr>
      <p:grpSpPr>
        <a:xfrm>
          <a:off x="0" y="0"/>
          <a:ext cx="0" cy="0"/>
          <a:chOff x="0" y="0"/>
          <a:chExt cx="0" cy="0"/>
        </a:xfrm>
      </p:grpSpPr>
      <p:sp>
        <p:nvSpPr>
          <p:cNvPr id="9814" name="Google Shape;9814;p125"/>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Internet history</a:t>
            </a:r>
            <a:endParaRPr sz="4400"/>
          </a:p>
        </p:txBody>
      </p:sp>
      <p:sp>
        <p:nvSpPr>
          <p:cNvPr id="9815" name="Google Shape;9815;p1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816" name="Google Shape;9816;p125"/>
          <p:cNvSpPr txBox="1"/>
          <p:nvPr/>
        </p:nvSpPr>
        <p:spPr>
          <a:xfrm>
            <a:off x="820682" y="1913467"/>
            <a:ext cx="11142134" cy="5130800"/>
          </a:xfrm>
          <a:prstGeom prst="rect">
            <a:avLst/>
          </a:prstGeom>
          <a:noFill/>
          <a:ln>
            <a:noFill/>
          </a:ln>
        </p:spPr>
        <p:txBody>
          <a:bodyPr anchorCtr="0" anchor="t" bIns="45700" lIns="91425" spcFirstLastPara="1" rIns="91425" wrap="square" tIns="45700">
            <a:normAutofit/>
          </a:bodyPr>
          <a:lstStyle/>
          <a:p>
            <a:pPr indent="-342900" lvl="0" marL="473075" marR="0" rtl="0" algn="l">
              <a:lnSpc>
                <a:spcPct val="90000"/>
              </a:lnSpc>
              <a:spcBef>
                <a:spcPts val="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~18B devices attached to Internet </a:t>
            </a:r>
            <a:r>
              <a:rPr lang="en-US" sz="2000">
                <a:solidFill>
                  <a:schemeClr val="dk1"/>
                </a:solidFill>
                <a:latin typeface="Calibri"/>
                <a:ea typeface="Calibri"/>
                <a:cs typeface="Calibri"/>
                <a:sym typeface="Calibri"/>
              </a:rPr>
              <a:t>(2017)</a:t>
            </a:r>
            <a:endParaRPr/>
          </a:p>
          <a:p>
            <a:pPr indent="-285750" lvl="2" marL="863600" marR="0" rtl="0" algn="l">
              <a:lnSpc>
                <a:spcPct val="90000"/>
              </a:lnSpc>
              <a:spcBef>
                <a:spcPts val="600"/>
              </a:spcBef>
              <a:spcAft>
                <a:spcPts val="0"/>
              </a:spcAft>
              <a:buClr>
                <a:srgbClr val="0000A8"/>
              </a:buClr>
              <a:buSzPts val="2400"/>
              <a:buFont typeface="Arial"/>
              <a:buChar char="•"/>
            </a:pPr>
            <a:r>
              <a:rPr b="0" i="0" lang="en-US" sz="2400" u="none" cap="none" strike="noStrike">
                <a:solidFill>
                  <a:schemeClr val="dk1"/>
                </a:solidFill>
                <a:latin typeface="Calibri"/>
                <a:ea typeface="Calibri"/>
                <a:cs typeface="Calibri"/>
                <a:sym typeface="Calibri"/>
              </a:rPr>
              <a:t>rise of smartphones (iPhone: 2007)</a:t>
            </a:r>
            <a:endParaRPr/>
          </a:p>
          <a:p>
            <a:pPr indent="-342900" lvl="0" marL="473075" marR="0" rtl="0" algn="l">
              <a:lnSpc>
                <a:spcPct val="90000"/>
              </a:lnSpc>
              <a:spcBef>
                <a:spcPts val="6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aggressive deployment of broadband access</a:t>
            </a:r>
            <a:endParaRPr/>
          </a:p>
          <a:p>
            <a:pPr indent="-342900" lvl="0" marL="473075" marR="0" rtl="0" algn="l">
              <a:lnSpc>
                <a:spcPct val="90000"/>
              </a:lnSpc>
              <a:spcBef>
                <a:spcPts val="6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increasing ubiquity of high-speed wireless access: 4G/5G, WiFi</a:t>
            </a:r>
            <a:endParaRPr sz="2800">
              <a:solidFill>
                <a:schemeClr val="dk1"/>
              </a:solidFill>
              <a:latin typeface="Calibri"/>
              <a:ea typeface="Calibri"/>
              <a:cs typeface="Calibri"/>
              <a:sym typeface="Calibri"/>
            </a:endParaRPr>
          </a:p>
          <a:p>
            <a:pPr indent="-342900" lvl="0" marL="473075" marR="0" rtl="0" algn="l">
              <a:lnSpc>
                <a:spcPct val="90000"/>
              </a:lnSpc>
              <a:spcBef>
                <a:spcPts val="6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emergence of online social networks: </a:t>
            </a:r>
            <a:endParaRPr/>
          </a:p>
          <a:p>
            <a:pPr indent="-342900" lvl="2" marL="920750" marR="0" rtl="0" algn="l">
              <a:lnSpc>
                <a:spcPct val="90000"/>
              </a:lnSpc>
              <a:spcBef>
                <a:spcPts val="6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Facebook: ~ 2.5 billion users</a:t>
            </a:r>
            <a:endParaRPr b="0" i="0" sz="2400" u="none" cap="none" strike="noStrike">
              <a:solidFill>
                <a:schemeClr val="dk1"/>
              </a:solidFill>
              <a:latin typeface="Calibri"/>
              <a:ea typeface="Calibri"/>
              <a:cs typeface="Calibri"/>
              <a:sym typeface="Calibri"/>
            </a:endParaRPr>
          </a:p>
          <a:p>
            <a:pPr indent="-342900" lvl="0" marL="473075" marR="0" rtl="0" algn="l">
              <a:lnSpc>
                <a:spcPct val="90000"/>
              </a:lnSpc>
              <a:spcBef>
                <a:spcPts val="6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service providers </a:t>
            </a:r>
            <a:r>
              <a:rPr lang="en-US" sz="2400">
                <a:solidFill>
                  <a:schemeClr val="dk1"/>
                </a:solidFill>
                <a:latin typeface="Calibri"/>
                <a:ea typeface="Calibri"/>
                <a:cs typeface="Calibri"/>
                <a:sym typeface="Calibri"/>
              </a:rPr>
              <a:t>(Google, FB, Microsoft</a:t>
            </a:r>
            <a:r>
              <a:rPr lang="en-US" sz="2800">
                <a:solidFill>
                  <a:schemeClr val="dk1"/>
                </a:solidFill>
                <a:latin typeface="Calibri"/>
                <a:ea typeface="Calibri"/>
                <a:cs typeface="Calibri"/>
                <a:sym typeface="Calibri"/>
              </a:rPr>
              <a:t>) create their own networks</a:t>
            </a:r>
            <a:endParaRPr/>
          </a:p>
          <a:p>
            <a:pPr indent="-234950" lvl="2" marL="812800" marR="0" rtl="0" algn="l">
              <a:lnSpc>
                <a:spcPct val="90000"/>
              </a:lnSpc>
              <a:spcBef>
                <a:spcPts val="6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bypass commercial Internet to connect “close” to end user, providing “instantaneous” access to search, video content, …</a:t>
            </a:r>
            <a:endParaRPr/>
          </a:p>
          <a:p>
            <a:pPr indent="-342900" lvl="0" marL="473075" marR="0" rtl="0" algn="l">
              <a:lnSpc>
                <a:spcPct val="90000"/>
              </a:lnSpc>
              <a:spcBef>
                <a:spcPts val="6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enterprises run their services in “cloud” </a:t>
            </a:r>
            <a:r>
              <a:rPr lang="en-US" sz="2400">
                <a:solidFill>
                  <a:schemeClr val="dk1"/>
                </a:solidFill>
                <a:latin typeface="Calibri"/>
                <a:ea typeface="Calibri"/>
                <a:cs typeface="Calibri"/>
                <a:sym typeface="Calibri"/>
              </a:rPr>
              <a:t>(e.g., Amazon Web Services, Microsoft Azure)</a:t>
            </a:r>
            <a:endParaRPr sz="2800">
              <a:solidFill>
                <a:schemeClr val="dk1"/>
              </a:solidFill>
              <a:latin typeface="Calibri"/>
              <a:ea typeface="Calibri"/>
              <a:cs typeface="Calibri"/>
              <a:sym typeface="Calibri"/>
            </a:endParaRPr>
          </a:p>
        </p:txBody>
      </p:sp>
      <p:sp>
        <p:nvSpPr>
          <p:cNvPr id="9817" name="Google Shape;9817;p125"/>
          <p:cNvSpPr/>
          <p:nvPr/>
        </p:nvSpPr>
        <p:spPr>
          <a:xfrm>
            <a:off x="800333" y="1211969"/>
            <a:ext cx="1050620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3200">
                <a:solidFill>
                  <a:srgbClr val="C00000"/>
                </a:solidFill>
                <a:latin typeface="Calibri"/>
                <a:ea typeface="Calibri"/>
                <a:cs typeface="Calibri"/>
                <a:sym typeface="Calibri"/>
              </a:rPr>
              <a:t>2005-present: more new applications, Internet is “everywhere”</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2" name="Shape 9822"/>
        <p:cNvGrpSpPr/>
        <p:nvPr/>
      </p:nvGrpSpPr>
      <p:grpSpPr>
        <a:xfrm>
          <a:off x="0" y="0"/>
          <a:ext cx="0" cy="0"/>
          <a:chOff x="0" y="0"/>
          <a:chExt cx="0" cy="0"/>
        </a:xfrm>
      </p:grpSpPr>
      <p:sp>
        <p:nvSpPr>
          <p:cNvPr id="9823" name="Google Shape;9823;p126"/>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Chapter 1: summary</a:t>
            </a:r>
            <a:endParaRPr sz="4400"/>
          </a:p>
        </p:txBody>
      </p:sp>
      <p:sp>
        <p:nvSpPr>
          <p:cNvPr id="9824" name="Google Shape;9824;p1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
        <p:nvSpPr>
          <p:cNvPr id="9825" name="Google Shape;9825;p126"/>
          <p:cNvSpPr txBox="1"/>
          <p:nvPr/>
        </p:nvSpPr>
        <p:spPr>
          <a:xfrm>
            <a:off x="677332" y="1325518"/>
            <a:ext cx="6189609" cy="52197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rgbClr val="C00000"/>
                </a:solidFill>
                <a:latin typeface="Calibri"/>
                <a:ea typeface="Calibri"/>
                <a:cs typeface="Calibri"/>
                <a:sym typeface="Calibri"/>
              </a:rPr>
              <a:t>We’ve covered a “ton” of material!</a:t>
            </a:r>
            <a:endParaRPr/>
          </a:p>
          <a:p>
            <a:pPr indent="-355600" lvl="0" marL="473075" marR="0" rtl="0" algn="l">
              <a:lnSpc>
                <a:spcPct val="8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Internet overview</a:t>
            </a:r>
            <a:endParaRPr/>
          </a:p>
          <a:p>
            <a:pPr indent="-355600" lvl="0" marL="473075" marR="0" rtl="0" algn="l">
              <a:lnSpc>
                <a:spcPct val="8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what’s a protocol?</a:t>
            </a:r>
            <a:endParaRPr/>
          </a:p>
          <a:p>
            <a:pPr indent="-355600" lvl="0" marL="473075" marR="0" rtl="0" algn="l">
              <a:lnSpc>
                <a:spcPct val="8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network edge, access network, core</a:t>
            </a:r>
            <a:endParaRPr/>
          </a:p>
          <a:p>
            <a:pPr indent="-225425" lvl="1" marL="682625" marR="0" rtl="0" algn="l">
              <a:lnSpc>
                <a:spcPct val="8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packet-switching versus circuit-switching</a:t>
            </a:r>
            <a:endParaRPr/>
          </a:p>
          <a:p>
            <a:pPr indent="-225425" lvl="1" marL="682625" marR="0" rtl="0" algn="l">
              <a:lnSpc>
                <a:spcPct val="80000"/>
              </a:lnSpc>
              <a:spcBef>
                <a:spcPts val="500"/>
              </a:spcBef>
              <a:spcAft>
                <a:spcPts val="0"/>
              </a:spcAft>
              <a:buClr>
                <a:srgbClr val="0000A8"/>
              </a:buClr>
              <a:buSzPts val="2800"/>
              <a:buFont typeface="Arial"/>
              <a:buChar char="•"/>
            </a:pPr>
            <a:r>
              <a:rPr b="0" i="0" lang="en-US" sz="2800" u="none" cap="none" strike="noStrike">
                <a:solidFill>
                  <a:schemeClr val="dk1"/>
                </a:solidFill>
                <a:latin typeface="Calibri"/>
                <a:ea typeface="Calibri"/>
                <a:cs typeface="Calibri"/>
                <a:sym typeface="Calibri"/>
              </a:rPr>
              <a:t>Internet structure</a:t>
            </a:r>
            <a:endParaRPr/>
          </a:p>
          <a:p>
            <a:pPr indent="-406400" lvl="0" marL="473075" marR="0" rtl="0" algn="l">
              <a:lnSpc>
                <a:spcPct val="8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performance: loss, delay, throughput</a:t>
            </a:r>
            <a:endParaRPr/>
          </a:p>
          <a:p>
            <a:pPr indent="-406400" lvl="0" marL="473075" marR="0" rtl="0" algn="l">
              <a:lnSpc>
                <a:spcPct val="8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layering, service models</a:t>
            </a:r>
            <a:endParaRPr/>
          </a:p>
          <a:p>
            <a:pPr indent="-406400" lvl="0" marL="473075" marR="0" rtl="0" algn="l">
              <a:lnSpc>
                <a:spcPct val="8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security</a:t>
            </a:r>
            <a:endParaRPr/>
          </a:p>
          <a:p>
            <a:pPr indent="-406400" lvl="0" marL="473075" marR="0" rtl="0" algn="l">
              <a:lnSpc>
                <a:spcPct val="80000"/>
              </a:lnSpc>
              <a:spcBef>
                <a:spcPts val="1000"/>
              </a:spcBef>
              <a:spcAft>
                <a:spcPts val="0"/>
              </a:spcAft>
              <a:buClr>
                <a:srgbClr val="0000A3"/>
              </a:buClr>
              <a:buSzPts val="2800"/>
              <a:buFont typeface="Noto Sans Symbols"/>
              <a:buChar char="▪"/>
            </a:pPr>
            <a:r>
              <a:rPr lang="en-US" sz="2800">
                <a:solidFill>
                  <a:schemeClr val="dk1"/>
                </a:solidFill>
                <a:latin typeface="Calibri"/>
                <a:ea typeface="Calibri"/>
                <a:cs typeface="Calibri"/>
                <a:sym typeface="Calibri"/>
              </a:rPr>
              <a:t>history</a:t>
            </a:r>
            <a:endParaRPr sz="2800">
              <a:solidFill>
                <a:schemeClr val="dk1"/>
              </a:solidFill>
              <a:latin typeface="Calibri"/>
              <a:ea typeface="Calibri"/>
              <a:cs typeface="Calibri"/>
              <a:sym typeface="Calibri"/>
            </a:endParaRPr>
          </a:p>
        </p:txBody>
      </p:sp>
      <p:sp>
        <p:nvSpPr>
          <p:cNvPr id="9826" name="Google Shape;9826;p126"/>
          <p:cNvSpPr txBox="1"/>
          <p:nvPr/>
        </p:nvSpPr>
        <p:spPr>
          <a:xfrm>
            <a:off x="7616592" y="2335167"/>
            <a:ext cx="3724275" cy="362536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i="1" lang="en-US" sz="3200">
                <a:solidFill>
                  <a:srgbClr val="C00000"/>
                </a:solidFill>
                <a:latin typeface="Calibri"/>
                <a:ea typeface="Calibri"/>
                <a:cs typeface="Calibri"/>
                <a:sym typeface="Calibri"/>
              </a:rPr>
              <a:t>You now have:</a:t>
            </a:r>
            <a:r>
              <a:rPr lang="en-US" sz="2800">
                <a:solidFill>
                  <a:srgbClr val="C00000"/>
                </a:solidFill>
                <a:latin typeface="Calibri"/>
                <a:ea typeface="Calibri"/>
                <a:cs typeface="Calibri"/>
                <a:sym typeface="Calibri"/>
              </a:rPr>
              <a:t> </a:t>
            </a:r>
            <a:endParaRPr/>
          </a:p>
          <a:p>
            <a:pPr indent="-355600" lvl="0" marL="47307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context, overview, vocabulary,  “feel” of networking</a:t>
            </a:r>
            <a:endParaRPr/>
          </a:p>
          <a:p>
            <a:pPr indent="-355600" lvl="0" marL="473075" marR="0" rtl="0" algn="l">
              <a:lnSpc>
                <a:spcPct val="90000"/>
              </a:lnSpc>
              <a:spcBef>
                <a:spcPts val="1000"/>
              </a:spcBef>
              <a:spcAft>
                <a:spcPts val="0"/>
              </a:spcAft>
              <a:buClr>
                <a:srgbClr val="0000A3"/>
              </a:buClr>
              <a:buSzPts val="3200"/>
              <a:buFont typeface="Noto Sans Symbols"/>
              <a:buChar char="▪"/>
            </a:pPr>
            <a:r>
              <a:rPr lang="en-US" sz="3200">
                <a:solidFill>
                  <a:schemeClr val="dk1"/>
                </a:solidFill>
                <a:latin typeface="Calibri"/>
                <a:ea typeface="Calibri"/>
                <a:cs typeface="Calibri"/>
                <a:sym typeface="Calibri"/>
              </a:rPr>
              <a:t>more depth, detail, </a:t>
            </a:r>
            <a:r>
              <a:rPr i="1" lang="en-US" sz="3200">
                <a:solidFill>
                  <a:schemeClr val="dk1"/>
                </a:solidFill>
                <a:latin typeface="Calibri"/>
                <a:ea typeface="Calibri"/>
                <a:cs typeface="Calibri"/>
                <a:sym typeface="Calibri"/>
              </a:rPr>
              <a:t>and fun </a:t>
            </a:r>
            <a:r>
              <a:rPr lang="en-US" sz="3200">
                <a:solidFill>
                  <a:schemeClr val="dk1"/>
                </a:solidFill>
                <a:latin typeface="Calibri"/>
                <a:ea typeface="Calibri"/>
                <a:cs typeface="Calibri"/>
                <a:sym typeface="Calibri"/>
              </a:rPr>
              <a:t>to follow</a:t>
            </a:r>
            <a:r>
              <a:rPr i="1" lang="en-US" sz="3200">
                <a:solidFill>
                  <a:schemeClr val="dk1"/>
                </a:solidFill>
                <a:latin typeface="Calibri"/>
                <a:ea typeface="Calibri"/>
                <a:cs typeface="Calibri"/>
                <a:sym typeface="Calibri"/>
              </a:rPr>
              <a:t>!</a:t>
            </a:r>
            <a:endParaRPr sz="3200">
              <a:solidFill>
                <a:schemeClr val="dk1"/>
              </a:solidFill>
              <a:latin typeface="Calibri"/>
              <a:ea typeface="Calibri"/>
              <a:cs typeface="Calibri"/>
              <a:sym typeface="Calibri"/>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1" name="Shape 9831"/>
        <p:cNvGrpSpPr/>
        <p:nvPr/>
      </p:nvGrpSpPr>
      <p:grpSpPr>
        <a:xfrm>
          <a:off x="0" y="0"/>
          <a:ext cx="0" cy="0"/>
          <a:chOff x="0" y="0"/>
          <a:chExt cx="0" cy="0"/>
        </a:xfrm>
      </p:grpSpPr>
      <p:sp>
        <p:nvSpPr>
          <p:cNvPr id="9832" name="Google Shape;9832;p127"/>
          <p:cNvSpPr txBox="1"/>
          <p:nvPr>
            <p:ph type="title"/>
          </p:nvPr>
        </p:nvSpPr>
        <p:spPr>
          <a:xfrm>
            <a:off x="838200" y="2981689"/>
            <a:ext cx="10515600" cy="89462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00A3"/>
              </a:buClr>
              <a:buSzPts val="4400"/>
              <a:buFont typeface="Calibri"/>
              <a:buNone/>
            </a:pPr>
            <a:r>
              <a:rPr lang="en-US" sz="4400"/>
              <a:t>Additional Chapter 1 slides</a:t>
            </a:r>
            <a:endParaRPr sz="4400"/>
          </a:p>
        </p:txBody>
      </p:sp>
      <p:sp>
        <p:nvSpPr>
          <p:cNvPr id="9833" name="Google Shape;9833;p1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8" name="Shape 9838"/>
        <p:cNvGrpSpPr/>
        <p:nvPr/>
      </p:nvGrpSpPr>
      <p:grpSpPr>
        <a:xfrm>
          <a:off x="0" y="0"/>
          <a:ext cx="0" cy="0"/>
          <a:chOff x="0" y="0"/>
          <a:chExt cx="0" cy="0"/>
        </a:xfrm>
      </p:grpSpPr>
      <p:sp>
        <p:nvSpPr>
          <p:cNvPr id="9839" name="Google Shape;9839;p128"/>
          <p:cNvSpPr txBox="1"/>
          <p:nvPr>
            <p:ph type="title"/>
          </p:nvPr>
        </p:nvSpPr>
        <p:spPr>
          <a:xfrm>
            <a:off x="825267" y="291947"/>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Wireshark</a:t>
            </a:r>
            <a:endParaRPr sz="4400"/>
          </a:p>
        </p:txBody>
      </p:sp>
      <p:sp>
        <p:nvSpPr>
          <p:cNvPr id="9840" name="Google Shape;9840;p1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Introduction: 1-</a:t>
            </a:r>
            <a:fld id="{00000000-1234-1234-1234-123412341234}" type="slidenum">
              <a:rPr lang="en-US"/>
              <a:t>‹#›</a:t>
            </a:fld>
            <a:endParaRPr/>
          </a:p>
        </p:txBody>
      </p:sp>
      <p:grpSp>
        <p:nvGrpSpPr>
          <p:cNvPr id="9841" name="Google Shape;9841;p128"/>
          <p:cNvGrpSpPr/>
          <p:nvPr/>
        </p:nvGrpSpPr>
        <p:grpSpPr>
          <a:xfrm>
            <a:off x="3064933" y="1186569"/>
            <a:ext cx="5643563" cy="4216400"/>
            <a:chOff x="824874" y="353539"/>
            <a:chExt cx="5643193" cy="4216279"/>
          </a:xfrm>
        </p:grpSpPr>
        <p:sp>
          <p:nvSpPr>
            <p:cNvPr id="9842" name="Google Shape;9842;p128"/>
            <p:cNvSpPr/>
            <p:nvPr/>
          </p:nvSpPr>
          <p:spPr>
            <a:xfrm>
              <a:off x="824874" y="366239"/>
              <a:ext cx="431772" cy="4203579"/>
            </a:xfrm>
            <a:custGeom>
              <a:rect b="b" l="l" r="r" t="t"/>
              <a:pathLst>
                <a:path extrusionOk="0" h="4203185" w="432078">
                  <a:moveTo>
                    <a:pt x="0" y="4203185"/>
                  </a:moveTo>
                  <a:lnTo>
                    <a:pt x="418984" y="3430637"/>
                  </a:lnTo>
                  <a:cubicBezTo>
                    <a:pt x="423349" y="2287091"/>
                    <a:pt x="427713" y="1143546"/>
                    <a:pt x="432078" y="0"/>
                  </a:cubicBezTo>
                  <a:lnTo>
                    <a:pt x="13093" y="4203185"/>
                  </a:lnTo>
                  <a:lnTo>
                    <a:pt x="0" y="4203185"/>
                  </a:lnTo>
                  <a:close/>
                </a:path>
              </a:pathLst>
            </a:custGeom>
            <a:gradFill>
              <a:gsLst>
                <a:gs pos="0">
                  <a:srgbClr val="BBD6EE"/>
                </a:gs>
                <a:gs pos="100000">
                  <a:schemeClr val="lt1"/>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843" name="Google Shape;9843;p128"/>
            <p:cNvSpPr/>
            <p:nvPr/>
          </p:nvSpPr>
          <p:spPr>
            <a:xfrm>
              <a:off x="1243947" y="353539"/>
              <a:ext cx="5224120" cy="3430489"/>
            </a:xfrm>
            <a:prstGeom prst="rect">
              <a:avLst/>
            </a:prstGeom>
            <a:solidFill>
              <a:srgbClr val="BBD6E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pic>
        <p:nvPicPr>
          <p:cNvPr descr="segment.png" id="9844" name="Google Shape;9844;p128"/>
          <p:cNvPicPr preferRelativeResize="0"/>
          <p:nvPr/>
        </p:nvPicPr>
        <p:blipFill rotWithShape="1">
          <a:blip r:embed="rId3">
            <a:alphaModFix/>
          </a:blip>
          <a:srcRect b="0" l="0" r="0" t="0"/>
          <a:stretch/>
        </p:blipFill>
        <p:spPr>
          <a:xfrm>
            <a:off x="4130146" y="5561719"/>
            <a:ext cx="3959225" cy="100012"/>
          </a:xfrm>
          <a:prstGeom prst="rect">
            <a:avLst/>
          </a:prstGeom>
          <a:noFill/>
          <a:ln>
            <a:noFill/>
          </a:ln>
        </p:spPr>
      </p:pic>
      <p:pic>
        <p:nvPicPr>
          <p:cNvPr descr="access_point_stylized_small" id="9845" name="Google Shape;9845;p128"/>
          <p:cNvPicPr preferRelativeResize="0"/>
          <p:nvPr/>
        </p:nvPicPr>
        <p:blipFill rotWithShape="1">
          <a:blip r:embed="rId4">
            <a:alphaModFix/>
          </a:blip>
          <a:srcRect b="0" l="0" r="0" t="0"/>
          <a:stretch/>
        </p:blipFill>
        <p:spPr>
          <a:xfrm>
            <a:off x="8619596" y="4609219"/>
            <a:ext cx="1389062" cy="1270000"/>
          </a:xfrm>
          <a:prstGeom prst="rect">
            <a:avLst/>
          </a:prstGeom>
          <a:noFill/>
          <a:ln>
            <a:noFill/>
          </a:ln>
        </p:spPr>
      </p:pic>
      <p:pic>
        <p:nvPicPr>
          <p:cNvPr descr="ethernet.png" id="9846" name="Google Shape;9846;p128"/>
          <p:cNvPicPr preferRelativeResize="0"/>
          <p:nvPr/>
        </p:nvPicPr>
        <p:blipFill rotWithShape="1">
          <a:blip r:embed="rId5">
            <a:alphaModFix/>
          </a:blip>
          <a:srcRect b="0" l="0" r="0" t="0"/>
          <a:stretch/>
        </p:blipFill>
        <p:spPr>
          <a:xfrm flipH="1">
            <a:off x="2909358" y="4955294"/>
            <a:ext cx="1231900" cy="1231900"/>
          </a:xfrm>
          <a:prstGeom prst="rect">
            <a:avLst/>
          </a:prstGeom>
          <a:noFill/>
          <a:ln>
            <a:noFill/>
          </a:ln>
        </p:spPr>
      </p:pic>
      <p:pic>
        <p:nvPicPr>
          <p:cNvPr descr="ethernet.png" id="9847" name="Google Shape;9847;p128"/>
          <p:cNvPicPr preferRelativeResize="0"/>
          <p:nvPr/>
        </p:nvPicPr>
        <p:blipFill rotWithShape="1">
          <a:blip r:embed="rId5">
            <a:alphaModFix/>
          </a:blip>
          <a:srcRect b="0" l="0" r="0" t="0"/>
          <a:stretch/>
        </p:blipFill>
        <p:spPr>
          <a:xfrm>
            <a:off x="7856008" y="4958469"/>
            <a:ext cx="1231900" cy="1231900"/>
          </a:xfrm>
          <a:prstGeom prst="rect">
            <a:avLst/>
          </a:prstGeom>
          <a:noFill/>
          <a:ln>
            <a:noFill/>
          </a:ln>
        </p:spPr>
      </p:pic>
      <p:pic>
        <p:nvPicPr>
          <p:cNvPr descr="ethernet.png" id="9848" name="Google Shape;9848;p128"/>
          <p:cNvPicPr preferRelativeResize="0"/>
          <p:nvPr/>
        </p:nvPicPr>
        <p:blipFill rotWithShape="1">
          <a:blip r:embed="rId5">
            <a:alphaModFix/>
          </a:blip>
          <a:srcRect b="0" l="0" r="0" t="0"/>
          <a:stretch/>
        </p:blipFill>
        <p:spPr>
          <a:xfrm flipH="1">
            <a:off x="9602258" y="4977519"/>
            <a:ext cx="1231900" cy="1231900"/>
          </a:xfrm>
          <a:prstGeom prst="rect">
            <a:avLst/>
          </a:prstGeom>
          <a:noFill/>
          <a:ln>
            <a:noFill/>
          </a:ln>
        </p:spPr>
      </p:pic>
      <p:grpSp>
        <p:nvGrpSpPr>
          <p:cNvPr id="9849" name="Google Shape;9849;p128"/>
          <p:cNvGrpSpPr/>
          <p:nvPr/>
        </p:nvGrpSpPr>
        <p:grpSpPr>
          <a:xfrm>
            <a:off x="6351058" y="1550106"/>
            <a:ext cx="2327275" cy="3171825"/>
            <a:chOff x="4556452" y="1162095"/>
            <a:chExt cx="2326213" cy="3172030"/>
          </a:xfrm>
        </p:grpSpPr>
        <p:cxnSp>
          <p:nvCxnSpPr>
            <p:cNvPr id="9850" name="Google Shape;9850;p128"/>
            <p:cNvCxnSpPr/>
            <p:nvPr/>
          </p:nvCxnSpPr>
          <p:spPr>
            <a:xfrm>
              <a:off x="5630098" y="2252175"/>
              <a:ext cx="0" cy="2081950"/>
            </a:xfrm>
            <a:prstGeom prst="straightConnector1">
              <a:avLst/>
            </a:prstGeom>
            <a:noFill/>
            <a:ln cap="flat" cmpd="sng" w="25400">
              <a:solidFill>
                <a:srgbClr val="000090"/>
              </a:solidFill>
              <a:prstDash val="solid"/>
              <a:round/>
              <a:headEnd len="med" w="med" type="triangle"/>
              <a:tailEnd len="med" w="med" type="triangle"/>
            </a:ln>
          </p:spPr>
        </p:cxnSp>
        <p:grpSp>
          <p:nvGrpSpPr>
            <p:cNvPr id="9851" name="Google Shape;9851;p128"/>
            <p:cNvGrpSpPr/>
            <p:nvPr/>
          </p:nvGrpSpPr>
          <p:grpSpPr>
            <a:xfrm>
              <a:off x="4635010" y="2856756"/>
              <a:ext cx="2190234" cy="1214863"/>
              <a:chOff x="3862510" y="4375664"/>
              <a:chExt cx="2190234" cy="1214863"/>
            </a:xfrm>
          </p:grpSpPr>
          <p:sp>
            <p:nvSpPr>
              <p:cNvPr id="9852" name="Google Shape;9852;p128"/>
              <p:cNvSpPr/>
              <p:nvPr/>
            </p:nvSpPr>
            <p:spPr>
              <a:xfrm>
                <a:off x="3871225" y="4425779"/>
                <a:ext cx="2164362" cy="1152600"/>
              </a:xfrm>
              <a:prstGeom prst="rect">
                <a:avLst/>
              </a:prstGeom>
              <a:solidFill>
                <a:schemeClr val="lt1"/>
              </a:solidFill>
              <a:ln cap="flat" cmpd="sng" w="9525">
                <a:solidFill>
                  <a:srgbClr val="000090"/>
                </a:solidFill>
                <a:prstDash val="solid"/>
                <a:round/>
                <a:headEnd len="sm" w="sm" type="none"/>
                <a:tailEnd len="sm" w="sm" type="none"/>
              </a:ln>
              <a:effectLst>
                <a:outerShdw blurRad="50800" rotWithShape="0" algn="tl" dir="2700000" dist="38100">
                  <a:srgbClr val="000090">
                    <a:alpha val="4274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53" name="Google Shape;9853;p128"/>
              <p:cNvSpPr txBox="1"/>
              <p:nvPr/>
            </p:nvSpPr>
            <p:spPr>
              <a:xfrm>
                <a:off x="3908617" y="4375664"/>
                <a:ext cx="2012565" cy="1214863"/>
              </a:xfrm>
              <a:prstGeom prst="rect">
                <a:avLst/>
              </a:prstGeom>
              <a:noFill/>
              <a:ln>
                <a:noFill/>
              </a:ln>
            </p:spPr>
            <p:txBody>
              <a:bodyPr anchorCtr="0" anchor="t" bIns="45700" lIns="91425" spcFirstLastPara="1" rIns="91425" wrap="square" tIns="45700">
                <a:spAutoFit/>
              </a:bodyPr>
              <a:lstStyle/>
              <a:p>
                <a:pPr indent="0" lvl="0" marL="0" marR="0" rtl="0" algn="ctr">
                  <a:lnSpc>
                    <a:spcPct val="137500"/>
                  </a:lnSpc>
                  <a:spcBef>
                    <a:spcPts val="0"/>
                  </a:spcBef>
                  <a:spcAft>
                    <a:spcPts val="0"/>
                  </a:spcAft>
                  <a:buNone/>
                </a:pPr>
                <a:r>
                  <a:rPr lang="en-US" sz="1600">
                    <a:solidFill>
                      <a:schemeClr val="dk1"/>
                    </a:solidFill>
                    <a:latin typeface="Arial"/>
                    <a:ea typeface="Arial"/>
                    <a:cs typeface="Arial"/>
                    <a:sym typeface="Arial"/>
                  </a:rPr>
                  <a:t>Transport</a:t>
                </a:r>
                <a:r>
                  <a:rPr lang="en-US" sz="1400">
                    <a:solidFill>
                      <a:schemeClr val="dk1"/>
                    </a:solidFill>
                    <a:latin typeface="Arial"/>
                    <a:ea typeface="Arial"/>
                    <a:cs typeface="Arial"/>
                    <a:sym typeface="Arial"/>
                  </a:rPr>
                  <a:t> (TCP/UDP)</a:t>
                </a:r>
                <a:endParaRPr/>
              </a:p>
              <a:p>
                <a:pPr indent="0" lvl="0" marL="0" marR="0" rtl="0" algn="ctr">
                  <a:lnSpc>
                    <a:spcPct val="137500"/>
                  </a:lnSpc>
                  <a:spcBef>
                    <a:spcPts val="0"/>
                  </a:spcBef>
                  <a:spcAft>
                    <a:spcPts val="0"/>
                  </a:spcAft>
                  <a:buNone/>
                </a:pPr>
                <a:r>
                  <a:rPr lang="en-US" sz="1600">
                    <a:solidFill>
                      <a:schemeClr val="dk1"/>
                    </a:solidFill>
                    <a:latin typeface="Arial"/>
                    <a:ea typeface="Arial"/>
                    <a:cs typeface="Arial"/>
                    <a:sym typeface="Arial"/>
                  </a:rPr>
                  <a:t>Network</a:t>
                </a:r>
                <a:r>
                  <a:rPr lang="en-US" sz="1400">
                    <a:solidFill>
                      <a:schemeClr val="dk1"/>
                    </a:solidFill>
                    <a:latin typeface="Arial"/>
                    <a:ea typeface="Arial"/>
                    <a:cs typeface="Arial"/>
                    <a:sym typeface="Arial"/>
                  </a:rPr>
                  <a:t> (IP)</a:t>
                </a:r>
                <a:endParaRPr/>
              </a:p>
              <a:p>
                <a:pPr indent="0" lvl="0" marL="0" marR="0" rtl="0" algn="ctr">
                  <a:lnSpc>
                    <a:spcPct val="137500"/>
                  </a:lnSpc>
                  <a:spcBef>
                    <a:spcPts val="0"/>
                  </a:spcBef>
                  <a:spcAft>
                    <a:spcPts val="0"/>
                  </a:spcAft>
                  <a:buNone/>
                </a:pPr>
                <a:r>
                  <a:rPr lang="en-US" sz="1600">
                    <a:solidFill>
                      <a:schemeClr val="dk1"/>
                    </a:solidFill>
                    <a:latin typeface="Arial"/>
                    <a:ea typeface="Arial"/>
                    <a:cs typeface="Arial"/>
                    <a:sym typeface="Arial"/>
                  </a:rPr>
                  <a:t>Link</a:t>
                </a:r>
                <a:r>
                  <a:rPr lang="en-US" sz="1400">
                    <a:solidFill>
                      <a:schemeClr val="dk1"/>
                    </a:solidFill>
                    <a:latin typeface="Arial"/>
                    <a:ea typeface="Arial"/>
                    <a:cs typeface="Arial"/>
                    <a:sym typeface="Arial"/>
                  </a:rPr>
                  <a:t> (Ethernet)</a:t>
                </a:r>
                <a:endParaRPr/>
              </a:p>
              <a:p>
                <a:pPr indent="0" lvl="0" marL="0" marR="0" rtl="0" algn="ctr">
                  <a:lnSpc>
                    <a:spcPct val="137500"/>
                  </a:lnSpc>
                  <a:spcBef>
                    <a:spcPts val="0"/>
                  </a:spcBef>
                  <a:spcAft>
                    <a:spcPts val="0"/>
                  </a:spcAft>
                  <a:buNone/>
                </a:pPr>
                <a:r>
                  <a:rPr lang="en-US" sz="1600">
                    <a:solidFill>
                      <a:schemeClr val="dk1"/>
                    </a:solidFill>
                    <a:latin typeface="Arial"/>
                    <a:ea typeface="Arial"/>
                    <a:cs typeface="Arial"/>
                    <a:sym typeface="Arial"/>
                  </a:rPr>
                  <a:t>Physical</a:t>
                </a:r>
                <a:endParaRPr/>
              </a:p>
            </p:txBody>
          </p:sp>
          <p:cxnSp>
            <p:nvCxnSpPr>
              <p:cNvPr id="9854" name="Google Shape;9854;p128"/>
              <p:cNvCxnSpPr/>
              <p:nvPr/>
            </p:nvCxnSpPr>
            <p:spPr>
              <a:xfrm>
                <a:off x="3862510" y="4740040"/>
                <a:ext cx="2173480" cy="0"/>
              </a:xfrm>
              <a:prstGeom prst="straightConnector1">
                <a:avLst/>
              </a:prstGeom>
              <a:noFill/>
              <a:ln cap="flat" cmpd="sng" w="9525">
                <a:solidFill>
                  <a:schemeClr val="dk1"/>
                </a:solidFill>
                <a:prstDash val="solid"/>
                <a:round/>
                <a:headEnd len="med" w="med" type="none"/>
                <a:tailEnd len="med" w="med" type="none"/>
              </a:ln>
            </p:spPr>
          </p:cxnSp>
          <p:cxnSp>
            <p:nvCxnSpPr>
              <p:cNvPr id="9855" name="Google Shape;9855;p128"/>
              <p:cNvCxnSpPr/>
              <p:nvPr/>
            </p:nvCxnSpPr>
            <p:spPr>
              <a:xfrm>
                <a:off x="3870887" y="5023380"/>
                <a:ext cx="2173480" cy="0"/>
              </a:xfrm>
              <a:prstGeom prst="straightConnector1">
                <a:avLst/>
              </a:prstGeom>
              <a:noFill/>
              <a:ln cap="flat" cmpd="sng" w="9525">
                <a:solidFill>
                  <a:schemeClr val="dk1"/>
                </a:solidFill>
                <a:prstDash val="solid"/>
                <a:round/>
                <a:headEnd len="med" w="med" type="none"/>
                <a:tailEnd len="med" w="med" type="none"/>
              </a:ln>
            </p:spPr>
          </p:cxnSp>
          <p:cxnSp>
            <p:nvCxnSpPr>
              <p:cNvPr id="9856" name="Google Shape;9856;p128"/>
              <p:cNvCxnSpPr/>
              <p:nvPr/>
            </p:nvCxnSpPr>
            <p:spPr>
              <a:xfrm>
                <a:off x="3879264" y="5306720"/>
                <a:ext cx="2173480" cy="0"/>
              </a:xfrm>
              <a:prstGeom prst="straightConnector1">
                <a:avLst/>
              </a:prstGeom>
              <a:noFill/>
              <a:ln cap="flat" cmpd="sng" w="9525">
                <a:solidFill>
                  <a:schemeClr val="dk1"/>
                </a:solidFill>
                <a:prstDash val="solid"/>
                <a:round/>
                <a:headEnd len="med" w="med" type="none"/>
                <a:tailEnd len="med" w="med" type="none"/>
              </a:ln>
            </p:spPr>
          </p:cxnSp>
        </p:grpSp>
        <p:grpSp>
          <p:nvGrpSpPr>
            <p:cNvPr id="9857" name="Google Shape;9857;p128"/>
            <p:cNvGrpSpPr/>
            <p:nvPr/>
          </p:nvGrpSpPr>
          <p:grpSpPr>
            <a:xfrm>
              <a:off x="4811526" y="1162095"/>
              <a:ext cx="1529986" cy="1020829"/>
              <a:chOff x="4130677" y="5836665"/>
              <a:chExt cx="1529986" cy="1020829"/>
            </a:xfrm>
          </p:grpSpPr>
          <p:sp>
            <p:nvSpPr>
              <p:cNvPr id="9858" name="Google Shape;9858;p128"/>
              <p:cNvSpPr/>
              <p:nvPr/>
            </p:nvSpPr>
            <p:spPr>
              <a:xfrm>
                <a:off x="4191372" y="5836665"/>
                <a:ext cx="1464594" cy="1020829"/>
              </a:xfrm>
              <a:prstGeom prst="rect">
                <a:avLst/>
              </a:prstGeom>
              <a:solidFill>
                <a:schemeClr val="lt1"/>
              </a:solidFill>
              <a:ln cap="flat" cmpd="sng" w="9525">
                <a:solidFill>
                  <a:srgbClr val="000090"/>
                </a:solidFill>
                <a:prstDash val="solid"/>
                <a:round/>
                <a:headEnd len="sm" w="sm" type="none"/>
                <a:tailEnd len="sm" w="sm" type="none"/>
              </a:ln>
              <a:effectLst>
                <a:outerShdw blurRad="50800" rotWithShape="0" algn="tl" dir="2700000" dist="38100">
                  <a:srgbClr val="000090">
                    <a:alpha val="4274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59" name="Google Shape;9859;p128"/>
              <p:cNvSpPr txBox="1"/>
              <p:nvPr/>
            </p:nvSpPr>
            <p:spPr>
              <a:xfrm>
                <a:off x="4130677" y="5913072"/>
                <a:ext cx="1529986" cy="8925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application</a:t>
                </a:r>
                <a:endParaRPr/>
              </a:p>
              <a:p>
                <a:pPr indent="0" lvl="0" marL="0" marR="0" rtl="0" algn="ctr">
                  <a:spcBef>
                    <a:spcPts val="0"/>
                  </a:spcBef>
                  <a:spcAft>
                    <a:spcPts val="0"/>
                  </a:spcAft>
                  <a:buNone/>
                </a:pPr>
                <a:r>
                  <a:rPr lang="en-US" sz="1600">
                    <a:solidFill>
                      <a:schemeClr val="dk1"/>
                    </a:solidFill>
                    <a:latin typeface="Arial"/>
                    <a:ea typeface="Arial"/>
                    <a:cs typeface="Arial"/>
                    <a:sym typeface="Arial"/>
                  </a:rPr>
                  <a:t>(www browser, </a:t>
                </a:r>
                <a:endParaRPr/>
              </a:p>
              <a:p>
                <a:pPr indent="0" lvl="0" marL="0" marR="0" rtl="0" algn="ctr">
                  <a:spcBef>
                    <a:spcPts val="0"/>
                  </a:spcBef>
                  <a:spcAft>
                    <a:spcPts val="0"/>
                  </a:spcAft>
                  <a:buNone/>
                </a:pPr>
                <a:r>
                  <a:rPr lang="en-US" sz="1600">
                    <a:solidFill>
                      <a:schemeClr val="dk1"/>
                    </a:solidFill>
                    <a:latin typeface="Arial"/>
                    <a:ea typeface="Arial"/>
                    <a:cs typeface="Arial"/>
                    <a:sym typeface="Arial"/>
                  </a:rPr>
                  <a:t>email client</a:t>
                </a:r>
                <a:r>
                  <a:rPr lang="en-US" sz="2000">
                    <a:solidFill>
                      <a:schemeClr val="dk1"/>
                    </a:solidFill>
                    <a:latin typeface="Arial"/>
                    <a:ea typeface="Arial"/>
                    <a:cs typeface="Arial"/>
                    <a:sym typeface="Arial"/>
                  </a:rPr>
                  <a:t>)</a:t>
                </a:r>
                <a:endParaRPr/>
              </a:p>
            </p:txBody>
          </p:sp>
        </p:grpSp>
        <p:cxnSp>
          <p:nvCxnSpPr>
            <p:cNvPr id="9860" name="Google Shape;9860;p128"/>
            <p:cNvCxnSpPr/>
            <p:nvPr/>
          </p:nvCxnSpPr>
          <p:spPr>
            <a:xfrm flipH="1" rot="10800000">
              <a:off x="4556452" y="2631900"/>
              <a:ext cx="2108014" cy="13095"/>
            </a:xfrm>
            <a:prstGeom prst="straightConnector1">
              <a:avLst/>
            </a:prstGeom>
            <a:noFill/>
            <a:ln cap="flat" cmpd="sng" w="9525">
              <a:solidFill>
                <a:schemeClr val="dk1"/>
              </a:solidFill>
              <a:prstDash val="dash"/>
              <a:round/>
              <a:headEnd len="med" w="med" type="none"/>
              <a:tailEnd len="med" w="med" type="none"/>
            </a:ln>
          </p:spPr>
        </p:cxnSp>
        <p:sp>
          <p:nvSpPr>
            <p:cNvPr id="9861" name="Google Shape;9861;p128"/>
            <p:cNvSpPr txBox="1"/>
            <p:nvPr/>
          </p:nvSpPr>
          <p:spPr>
            <a:xfrm>
              <a:off x="5839591" y="2252173"/>
              <a:ext cx="104307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application</a:t>
              </a:r>
              <a:endParaRPr/>
            </a:p>
          </p:txBody>
        </p:sp>
        <p:sp>
          <p:nvSpPr>
            <p:cNvPr id="9862" name="Google Shape;9862;p128"/>
            <p:cNvSpPr txBox="1"/>
            <p:nvPr/>
          </p:nvSpPr>
          <p:spPr>
            <a:xfrm>
              <a:off x="6105684" y="2627171"/>
              <a:ext cx="44406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OS</a:t>
              </a:r>
              <a:endParaRPr/>
            </a:p>
          </p:txBody>
        </p:sp>
      </p:grpSp>
      <p:grpSp>
        <p:nvGrpSpPr>
          <p:cNvPr id="9863" name="Google Shape;9863;p128"/>
          <p:cNvGrpSpPr/>
          <p:nvPr/>
        </p:nvGrpSpPr>
        <p:grpSpPr>
          <a:xfrm>
            <a:off x="3571346" y="1265944"/>
            <a:ext cx="2925231" cy="3168113"/>
            <a:chOff x="1775964" y="877299"/>
            <a:chExt cx="2925206" cy="3168757"/>
          </a:xfrm>
        </p:grpSpPr>
        <p:grpSp>
          <p:nvGrpSpPr>
            <p:cNvPr id="9864" name="Google Shape;9864;p128"/>
            <p:cNvGrpSpPr/>
            <p:nvPr/>
          </p:nvGrpSpPr>
          <p:grpSpPr>
            <a:xfrm>
              <a:off x="1846152" y="877299"/>
              <a:ext cx="1597376" cy="3168757"/>
              <a:chOff x="1636659" y="183316"/>
              <a:chExt cx="1597376" cy="3168757"/>
            </a:xfrm>
          </p:grpSpPr>
          <p:grpSp>
            <p:nvGrpSpPr>
              <p:cNvPr id="9865" name="Google Shape;9865;p128"/>
              <p:cNvGrpSpPr/>
              <p:nvPr/>
            </p:nvGrpSpPr>
            <p:grpSpPr>
              <a:xfrm>
                <a:off x="1780781" y="2206785"/>
                <a:ext cx="1295389" cy="1041028"/>
                <a:chOff x="3116291" y="4275642"/>
                <a:chExt cx="1295389" cy="1041028"/>
              </a:xfrm>
            </p:grpSpPr>
            <p:sp>
              <p:nvSpPr>
                <p:cNvPr id="9866" name="Google Shape;9866;p128"/>
                <p:cNvSpPr/>
                <p:nvPr/>
              </p:nvSpPr>
              <p:spPr>
                <a:xfrm>
                  <a:off x="3116291" y="4298876"/>
                  <a:ext cx="1295389" cy="1017794"/>
                </a:xfrm>
                <a:prstGeom prst="rect">
                  <a:avLst/>
                </a:prstGeom>
                <a:solidFill>
                  <a:schemeClr val="lt1"/>
                </a:solidFill>
                <a:ln cap="flat" cmpd="sng" w="9525">
                  <a:solidFill>
                    <a:srgbClr val="000090"/>
                  </a:solidFill>
                  <a:prstDash val="solid"/>
                  <a:round/>
                  <a:headEnd len="sm" w="sm" type="none"/>
                  <a:tailEnd len="sm" w="sm" type="none"/>
                </a:ln>
                <a:effectLst>
                  <a:outerShdw blurRad="50800" rotWithShape="0" algn="tl" dir="2700000" dist="38100">
                    <a:srgbClr val="000090">
                      <a:alpha val="4274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67" name="Google Shape;9867;p128"/>
                <p:cNvSpPr txBox="1"/>
                <p:nvPr/>
              </p:nvSpPr>
              <p:spPr>
                <a:xfrm>
                  <a:off x="3151788" y="4275642"/>
                  <a:ext cx="1197377"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packet</a:t>
                  </a:r>
                  <a:endParaRPr/>
                </a:p>
                <a:p>
                  <a:pPr indent="0" lvl="0" marL="0" marR="0" rtl="0" algn="ctr">
                    <a:spcBef>
                      <a:spcPts val="0"/>
                    </a:spcBef>
                    <a:spcAft>
                      <a:spcPts val="0"/>
                    </a:spcAft>
                    <a:buNone/>
                  </a:pPr>
                  <a:r>
                    <a:rPr lang="en-US" sz="2000">
                      <a:solidFill>
                        <a:schemeClr val="dk1"/>
                      </a:solidFill>
                      <a:latin typeface="Arial"/>
                      <a:ea typeface="Arial"/>
                      <a:cs typeface="Arial"/>
                      <a:sym typeface="Arial"/>
                    </a:rPr>
                    <a:t>capture</a:t>
                  </a:r>
                  <a:endParaRPr/>
                </a:p>
                <a:p>
                  <a:pPr indent="0" lvl="0" marL="0" marR="0" rtl="0" algn="ctr">
                    <a:spcBef>
                      <a:spcPts val="0"/>
                    </a:spcBef>
                    <a:spcAft>
                      <a:spcPts val="0"/>
                    </a:spcAft>
                    <a:buNone/>
                  </a:pPr>
                  <a:r>
                    <a:rPr lang="en-US" sz="2000">
                      <a:solidFill>
                        <a:schemeClr val="dk1"/>
                      </a:solidFill>
                      <a:latin typeface="Arial"/>
                      <a:ea typeface="Arial"/>
                      <a:cs typeface="Arial"/>
                      <a:sym typeface="Arial"/>
                    </a:rPr>
                    <a:t>(pcap)</a:t>
                  </a:r>
                  <a:endParaRPr/>
                </a:p>
              </p:txBody>
            </p:sp>
          </p:grpSp>
          <p:grpSp>
            <p:nvGrpSpPr>
              <p:cNvPr id="9868" name="Google Shape;9868;p128"/>
              <p:cNvGrpSpPr/>
              <p:nvPr/>
            </p:nvGrpSpPr>
            <p:grpSpPr>
              <a:xfrm>
                <a:off x="1769669" y="863478"/>
                <a:ext cx="1300151" cy="707886"/>
                <a:chOff x="861399" y="5161570"/>
                <a:chExt cx="1300151" cy="707886"/>
              </a:xfrm>
            </p:grpSpPr>
            <p:sp>
              <p:nvSpPr>
                <p:cNvPr id="9869" name="Google Shape;9869;p128"/>
                <p:cNvSpPr/>
                <p:nvPr/>
              </p:nvSpPr>
              <p:spPr>
                <a:xfrm>
                  <a:off x="861399" y="5200691"/>
                  <a:ext cx="1300151" cy="668474"/>
                </a:xfrm>
                <a:prstGeom prst="rect">
                  <a:avLst/>
                </a:prstGeom>
                <a:solidFill>
                  <a:schemeClr val="lt1"/>
                </a:solidFill>
                <a:ln cap="flat" cmpd="sng" w="9525">
                  <a:solidFill>
                    <a:srgbClr val="000090"/>
                  </a:solidFill>
                  <a:prstDash val="solid"/>
                  <a:round/>
                  <a:headEnd len="sm" w="sm" type="none"/>
                  <a:tailEnd len="sm" w="sm" type="none"/>
                </a:ln>
                <a:effectLst>
                  <a:outerShdw blurRad="50800" rotWithShape="0" algn="tl" dir="2700000" dist="38100">
                    <a:srgbClr val="000090">
                      <a:alpha val="42745"/>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70" name="Google Shape;9870;p128"/>
                <p:cNvSpPr txBox="1"/>
                <p:nvPr/>
              </p:nvSpPr>
              <p:spPr>
                <a:xfrm>
                  <a:off x="937846" y="5161570"/>
                  <a:ext cx="1159292"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packet</a:t>
                  </a:r>
                  <a:endParaRPr/>
                </a:p>
                <a:p>
                  <a:pPr indent="0" lvl="0" marL="0" marR="0" rtl="0" algn="ctr">
                    <a:spcBef>
                      <a:spcPts val="0"/>
                    </a:spcBef>
                    <a:spcAft>
                      <a:spcPts val="0"/>
                    </a:spcAft>
                    <a:buNone/>
                  </a:pPr>
                  <a:r>
                    <a:rPr lang="en-US" sz="2000">
                      <a:solidFill>
                        <a:schemeClr val="dk1"/>
                      </a:solidFill>
                      <a:latin typeface="Arial"/>
                      <a:ea typeface="Arial"/>
                      <a:cs typeface="Arial"/>
                      <a:sym typeface="Arial"/>
                    </a:rPr>
                    <a:t>analyzer</a:t>
                  </a:r>
                  <a:endParaRPr/>
                </a:p>
              </p:txBody>
            </p:sp>
          </p:grpSp>
          <p:sp>
            <p:nvSpPr>
              <p:cNvPr id="9871" name="Google Shape;9871;p128"/>
              <p:cNvSpPr/>
              <p:nvPr/>
            </p:nvSpPr>
            <p:spPr>
              <a:xfrm>
                <a:off x="1636659" y="183316"/>
                <a:ext cx="1597376" cy="3168757"/>
              </a:xfrm>
              <a:prstGeom prst="rect">
                <a:avLst/>
              </a:prstGeom>
              <a:noFill/>
              <a:ln cap="flat" cmpd="sng" w="22225">
                <a:solidFill>
                  <a:srgbClr val="00009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pic>
            <p:nvPicPr>
              <p:cNvPr id="9872" name="Google Shape;9872;p128"/>
              <p:cNvPicPr preferRelativeResize="0"/>
              <p:nvPr/>
            </p:nvPicPr>
            <p:blipFill rotWithShape="1">
              <a:blip r:embed="rId6">
                <a:alphaModFix/>
              </a:blip>
              <a:srcRect b="0" l="0" r="0" t="0"/>
              <a:stretch/>
            </p:blipFill>
            <p:spPr>
              <a:xfrm>
                <a:off x="1859241" y="230951"/>
                <a:ext cx="1089265" cy="368548"/>
              </a:xfrm>
              <a:prstGeom prst="rect">
                <a:avLst/>
              </a:prstGeom>
              <a:noFill/>
              <a:ln>
                <a:noFill/>
              </a:ln>
            </p:spPr>
          </p:pic>
        </p:grpSp>
        <p:cxnSp>
          <p:nvCxnSpPr>
            <p:cNvPr id="9873" name="Google Shape;9873;p128"/>
            <p:cNvCxnSpPr/>
            <p:nvPr/>
          </p:nvCxnSpPr>
          <p:spPr>
            <a:xfrm>
              <a:off x="2640118" y="2330738"/>
              <a:ext cx="0" cy="558315"/>
            </a:xfrm>
            <a:prstGeom prst="straightConnector1">
              <a:avLst/>
            </a:prstGeom>
            <a:noFill/>
            <a:ln cap="flat" cmpd="sng" w="25400">
              <a:solidFill>
                <a:srgbClr val="000090"/>
              </a:solidFill>
              <a:prstDash val="solid"/>
              <a:round/>
              <a:headEnd len="med" w="med" type="triangle"/>
              <a:tailEnd len="med" w="med" type="triangle"/>
            </a:ln>
          </p:spPr>
        </p:cxnSp>
        <p:cxnSp>
          <p:nvCxnSpPr>
            <p:cNvPr id="9874" name="Google Shape;9874;p128"/>
            <p:cNvCxnSpPr/>
            <p:nvPr/>
          </p:nvCxnSpPr>
          <p:spPr>
            <a:xfrm>
              <a:off x="3116195" y="3653236"/>
              <a:ext cx="1427164" cy="0"/>
            </a:xfrm>
            <a:prstGeom prst="straightConnector1">
              <a:avLst/>
            </a:prstGeom>
            <a:noFill/>
            <a:ln cap="flat" cmpd="sng" w="25400">
              <a:solidFill>
                <a:srgbClr val="000090"/>
              </a:solidFill>
              <a:prstDash val="solid"/>
              <a:round/>
              <a:headEnd len="med" w="med" type="triangle"/>
              <a:tailEnd len="med" w="med" type="none"/>
            </a:ln>
          </p:spPr>
        </p:cxnSp>
        <p:sp>
          <p:nvSpPr>
            <p:cNvPr id="9875" name="Google Shape;9875;p128"/>
            <p:cNvSpPr txBox="1"/>
            <p:nvPr/>
          </p:nvSpPr>
          <p:spPr>
            <a:xfrm>
              <a:off x="3404194" y="3242589"/>
              <a:ext cx="1296976" cy="6464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copy of all Ethernet frames sent/received</a:t>
              </a:r>
              <a:endParaRPr/>
            </a:p>
          </p:txBody>
        </p:sp>
        <p:cxnSp>
          <p:nvCxnSpPr>
            <p:cNvPr id="9876" name="Google Shape;9876;p128"/>
            <p:cNvCxnSpPr/>
            <p:nvPr/>
          </p:nvCxnSpPr>
          <p:spPr>
            <a:xfrm flipH="1" rot="10800000">
              <a:off x="1775964" y="2640266"/>
              <a:ext cx="2108014" cy="13095"/>
            </a:xfrm>
            <a:prstGeom prst="straightConnector1">
              <a:avLst/>
            </a:prstGeom>
            <a:noFill/>
            <a:ln cap="flat" cmpd="sng" w="9525">
              <a:solidFill>
                <a:schemeClr val="dk1"/>
              </a:solidFill>
              <a:prstDash val="dash"/>
              <a:round/>
              <a:headEnd len="med" w="med" type="none"/>
              <a:tailEnd len="med" w="med" type="none"/>
            </a:ln>
          </p:spPr>
        </p:cxnSp>
      </p:grpSp>
      <p:grpSp>
        <p:nvGrpSpPr>
          <p:cNvPr id="9877" name="Google Shape;9877;p128"/>
          <p:cNvGrpSpPr/>
          <p:nvPr/>
        </p:nvGrpSpPr>
        <p:grpSpPr>
          <a:xfrm>
            <a:off x="1570775" y="4459441"/>
            <a:ext cx="1562100" cy="1511300"/>
            <a:chOff x="-44" y="1473"/>
            <a:chExt cx="981" cy="1105"/>
          </a:xfrm>
        </p:grpSpPr>
        <p:pic>
          <p:nvPicPr>
            <p:cNvPr descr="desktop_computer_stylized_medium" id="9878" name="Google Shape;9878;p128"/>
            <p:cNvPicPr preferRelativeResize="0"/>
            <p:nvPr/>
          </p:nvPicPr>
          <p:blipFill rotWithShape="1">
            <a:blip r:embed="rId7">
              <a:alphaModFix/>
            </a:blip>
            <a:srcRect b="0" l="0" r="0" t="0"/>
            <a:stretch/>
          </p:blipFill>
          <p:spPr>
            <a:xfrm flipH="1">
              <a:off x="-44" y="1473"/>
              <a:ext cx="981" cy="1105"/>
            </a:xfrm>
            <a:prstGeom prst="rect">
              <a:avLst/>
            </a:prstGeom>
            <a:noFill/>
            <a:ln>
              <a:noFill/>
            </a:ln>
          </p:spPr>
        </p:pic>
        <p:sp>
          <p:nvSpPr>
            <p:cNvPr id="9879" name="Google Shape;9879;p12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41"/>
                                        </p:tgtEl>
                                        <p:attrNameLst>
                                          <p:attrName>style.visibility</p:attrName>
                                        </p:attrNameLst>
                                      </p:cBhvr>
                                      <p:to>
                                        <p:strVal val="visible"/>
                                      </p:to>
                                    </p:set>
                                    <p:animEffect filter="fade" transition="in">
                                      <p:cBhvr>
                                        <p:cTn dur="500"/>
                                        <p:tgtEl>
                                          <p:spTgt spid="984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9849"/>
                                        </p:tgtEl>
                                        <p:attrNameLst>
                                          <p:attrName>style.visibility</p:attrName>
                                        </p:attrNameLst>
                                      </p:cBhvr>
                                      <p:to>
                                        <p:strVal val="visible"/>
                                      </p:to>
                                    </p:set>
                                    <p:animEffect filter="fade" transition="in">
                                      <p:cBhvr>
                                        <p:cTn dur="500"/>
                                        <p:tgtEl>
                                          <p:spTgt spid="98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63"/>
                                        </p:tgtEl>
                                        <p:attrNameLst>
                                          <p:attrName>style.visibility</p:attrName>
                                        </p:attrNameLst>
                                      </p:cBhvr>
                                      <p:to>
                                        <p:strVal val="visible"/>
                                      </p:to>
                                    </p:set>
                                    <p:animEffect filter="fade" transition="in">
                                      <p:cBhvr>
                                        <p:cTn dur="500"/>
                                        <p:tgtEl>
                                          <p:spTgt spid="98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2020-01-18T07:24:59Z</dcterms:created>
  <dc:creator>James Kurose</dc:creator>
</cp:coreProperties>
</file>